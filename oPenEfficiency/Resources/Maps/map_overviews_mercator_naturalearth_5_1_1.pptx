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notesSlides/notesSlide1.xml" ContentType="application/vnd.openxmlformats-officedocument.presentationml.notesSlide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notesSlides/notesSlide2.xml" ContentType="application/vnd.openxmlformats-officedocument.presentationml.notesSlide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notesSlides/notesSlide3.xml" ContentType="application/vnd.openxmlformats-officedocument.presentationml.notesSlide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notesSlides/notesSlide4.xml" ContentType="application/vnd.openxmlformats-officedocument.presentationml.notesSlide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0.xml" ContentType="application/vnd.openxmlformats-officedocument.presentationml.tags+xml"/>
  <Override PartName="/ppt/notesSlides/notesSlide5.xml" ContentType="application/vnd.openxmlformats-officedocument.presentationml.notesSlide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notesSlides/notesSlide6.xml" ContentType="application/vnd.openxmlformats-officedocument.presentationml.notesSlide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notesSlides/notesSlide7.xml" ContentType="application/vnd.openxmlformats-officedocument.presentationml.notesSlide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4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0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6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51" y="11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671" Type="http://schemas.openxmlformats.org/officeDocument/2006/relationships/tags" Target="../tags/tag671.xml"/><Relationship Id="rId769" Type="http://schemas.openxmlformats.org/officeDocument/2006/relationships/tags" Target="../tags/tag769.xml"/><Relationship Id="rId21" Type="http://schemas.openxmlformats.org/officeDocument/2006/relationships/tags" Target="../tags/tag21.xml"/><Relationship Id="rId324" Type="http://schemas.openxmlformats.org/officeDocument/2006/relationships/tags" Target="../tags/tag324.xml"/><Relationship Id="rId531" Type="http://schemas.openxmlformats.org/officeDocument/2006/relationships/tags" Target="../tags/tag531.xml"/><Relationship Id="rId629" Type="http://schemas.openxmlformats.org/officeDocument/2006/relationships/tags" Target="../tags/tag629.xml"/><Relationship Id="rId170" Type="http://schemas.openxmlformats.org/officeDocument/2006/relationships/tags" Target="../tags/tag170.xml"/><Relationship Id="rId836" Type="http://schemas.openxmlformats.org/officeDocument/2006/relationships/tags" Target="../tags/tag836.xml"/><Relationship Id="rId268" Type="http://schemas.openxmlformats.org/officeDocument/2006/relationships/tags" Target="../tags/tag268.xml"/><Relationship Id="rId475" Type="http://schemas.openxmlformats.org/officeDocument/2006/relationships/tags" Target="../tags/tag475.xml"/><Relationship Id="rId682" Type="http://schemas.openxmlformats.org/officeDocument/2006/relationships/tags" Target="../tags/tag682.xml"/><Relationship Id="rId32" Type="http://schemas.openxmlformats.org/officeDocument/2006/relationships/tags" Target="../tags/tag32.xml"/><Relationship Id="rId128" Type="http://schemas.openxmlformats.org/officeDocument/2006/relationships/tags" Target="../tags/tag128.xml"/><Relationship Id="rId335" Type="http://schemas.openxmlformats.org/officeDocument/2006/relationships/tags" Target="../tags/tag335.xml"/><Relationship Id="rId542" Type="http://schemas.openxmlformats.org/officeDocument/2006/relationships/tags" Target="../tags/tag542.xml"/><Relationship Id="rId181" Type="http://schemas.openxmlformats.org/officeDocument/2006/relationships/tags" Target="../tags/tag181.xml"/><Relationship Id="rId402" Type="http://schemas.openxmlformats.org/officeDocument/2006/relationships/tags" Target="../tags/tag402.xml"/><Relationship Id="rId847" Type="http://schemas.openxmlformats.org/officeDocument/2006/relationships/tags" Target="../tags/tag847.xml"/><Relationship Id="rId279" Type="http://schemas.openxmlformats.org/officeDocument/2006/relationships/tags" Target="../tags/tag279.xml"/><Relationship Id="rId486" Type="http://schemas.openxmlformats.org/officeDocument/2006/relationships/tags" Target="../tags/tag486.xml"/><Relationship Id="rId693" Type="http://schemas.openxmlformats.org/officeDocument/2006/relationships/tags" Target="../tags/tag693.xml"/><Relationship Id="rId707" Type="http://schemas.openxmlformats.org/officeDocument/2006/relationships/tags" Target="../tags/tag707.xml"/><Relationship Id="rId43" Type="http://schemas.openxmlformats.org/officeDocument/2006/relationships/tags" Target="../tags/tag43.xml"/><Relationship Id="rId139" Type="http://schemas.openxmlformats.org/officeDocument/2006/relationships/tags" Target="../tags/tag139.xml"/><Relationship Id="rId346" Type="http://schemas.openxmlformats.org/officeDocument/2006/relationships/tags" Target="../tags/tag346.xml"/><Relationship Id="rId553" Type="http://schemas.openxmlformats.org/officeDocument/2006/relationships/tags" Target="../tags/tag553.xml"/><Relationship Id="rId760" Type="http://schemas.openxmlformats.org/officeDocument/2006/relationships/tags" Target="../tags/tag760.xml"/><Relationship Id="rId192" Type="http://schemas.openxmlformats.org/officeDocument/2006/relationships/tags" Target="../tags/tag192.xml"/><Relationship Id="rId206" Type="http://schemas.openxmlformats.org/officeDocument/2006/relationships/tags" Target="../tags/tag206.xml"/><Relationship Id="rId413" Type="http://schemas.openxmlformats.org/officeDocument/2006/relationships/tags" Target="../tags/tag413.xml"/><Relationship Id="rId858" Type="http://schemas.openxmlformats.org/officeDocument/2006/relationships/tags" Target="../tags/tag858.xml"/><Relationship Id="rId497" Type="http://schemas.openxmlformats.org/officeDocument/2006/relationships/tags" Target="../tags/tag497.xml"/><Relationship Id="rId620" Type="http://schemas.openxmlformats.org/officeDocument/2006/relationships/tags" Target="../tags/tag620.xml"/><Relationship Id="rId718" Type="http://schemas.openxmlformats.org/officeDocument/2006/relationships/tags" Target="../tags/tag718.xml"/><Relationship Id="rId357" Type="http://schemas.openxmlformats.org/officeDocument/2006/relationships/tags" Target="../tags/tag357.xml"/><Relationship Id="rId54" Type="http://schemas.openxmlformats.org/officeDocument/2006/relationships/tags" Target="../tags/tag54.xml"/><Relationship Id="rId217" Type="http://schemas.openxmlformats.org/officeDocument/2006/relationships/tags" Target="../tags/tag217.xml"/><Relationship Id="rId564" Type="http://schemas.openxmlformats.org/officeDocument/2006/relationships/tags" Target="../tags/tag564.xml"/><Relationship Id="rId771" Type="http://schemas.openxmlformats.org/officeDocument/2006/relationships/tags" Target="../tags/tag771.xml"/><Relationship Id="rId869" Type="http://schemas.openxmlformats.org/officeDocument/2006/relationships/tags" Target="../tags/tag869.xml"/><Relationship Id="rId424" Type="http://schemas.openxmlformats.org/officeDocument/2006/relationships/tags" Target="../tags/tag424.xml"/><Relationship Id="rId631" Type="http://schemas.openxmlformats.org/officeDocument/2006/relationships/tags" Target="../tags/tag631.xml"/><Relationship Id="rId729" Type="http://schemas.openxmlformats.org/officeDocument/2006/relationships/tags" Target="../tags/tag729.xml"/><Relationship Id="rId270" Type="http://schemas.openxmlformats.org/officeDocument/2006/relationships/tags" Target="../tags/tag270.xml"/><Relationship Id="rId65" Type="http://schemas.openxmlformats.org/officeDocument/2006/relationships/tags" Target="../tags/tag65.xml"/><Relationship Id="rId130" Type="http://schemas.openxmlformats.org/officeDocument/2006/relationships/tags" Target="../tags/tag130.xml"/><Relationship Id="rId368" Type="http://schemas.openxmlformats.org/officeDocument/2006/relationships/tags" Target="../tags/tag368.xml"/><Relationship Id="rId575" Type="http://schemas.openxmlformats.org/officeDocument/2006/relationships/tags" Target="../tags/tag575.xml"/><Relationship Id="rId782" Type="http://schemas.openxmlformats.org/officeDocument/2006/relationships/tags" Target="../tags/tag782.xml"/><Relationship Id="rId228" Type="http://schemas.openxmlformats.org/officeDocument/2006/relationships/tags" Target="../tags/tag228.xml"/><Relationship Id="rId435" Type="http://schemas.openxmlformats.org/officeDocument/2006/relationships/tags" Target="../tags/tag435.xml"/><Relationship Id="rId642" Type="http://schemas.openxmlformats.org/officeDocument/2006/relationships/tags" Target="../tags/tag642.xml"/><Relationship Id="rId281" Type="http://schemas.openxmlformats.org/officeDocument/2006/relationships/tags" Target="../tags/tag281.xml"/><Relationship Id="rId502" Type="http://schemas.openxmlformats.org/officeDocument/2006/relationships/tags" Target="../tags/tag502.xml"/><Relationship Id="rId76" Type="http://schemas.openxmlformats.org/officeDocument/2006/relationships/tags" Target="../tags/tag76.xml"/><Relationship Id="rId141" Type="http://schemas.openxmlformats.org/officeDocument/2006/relationships/tags" Target="../tags/tag141.xml"/><Relationship Id="rId379" Type="http://schemas.openxmlformats.org/officeDocument/2006/relationships/tags" Target="../tags/tag379.xml"/><Relationship Id="rId586" Type="http://schemas.openxmlformats.org/officeDocument/2006/relationships/tags" Target="../tags/tag586.xml"/><Relationship Id="rId793" Type="http://schemas.openxmlformats.org/officeDocument/2006/relationships/tags" Target="../tags/tag793.xml"/><Relationship Id="rId807" Type="http://schemas.openxmlformats.org/officeDocument/2006/relationships/tags" Target="../tags/tag807.xml"/><Relationship Id="rId7" Type="http://schemas.openxmlformats.org/officeDocument/2006/relationships/tags" Target="../tags/tag7.xml"/><Relationship Id="rId239" Type="http://schemas.openxmlformats.org/officeDocument/2006/relationships/tags" Target="../tags/tag239.xml"/><Relationship Id="rId446" Type="http://schemas.openxmlformats.org/officeDocument/2006/relationships/tags" Target="../tags/tag446.xml"/><Relationship Id="rId653" Type="http://schemas.openxmlformats.org/officeDocument/2006/relationships/tags" Target="../tags/tag653.xml"/><Relationship Id="rId292" Type="http://schemas.openxmlformats.org/officeDocument/2006/relationships/tags" Target="../tags/tag292.xml"/><Relationship Id="rId306" Type="http://schemas.openxmlformats.org/officeDocument/2006/relationships/tags" Target="../tags/tag306.xml"/><Relationship Id="rId860" Type="http://schemas.openxmlformats.org/officeDocument/2006/relationships/tags" Target="../tags/tag860.xml"/><Relationship Id="rId87" Type="http://schemas.openxmlformats.org/officeDocument/2006/relationships/tags" Target="../tags/tag87.xml"/><Relationship Id="rId513" Type="http://schemas.openxmlformats.org/officeDocument/2006/relationships/tags" Target="../tags/tag513.xml"/><Relationship Id="rId597" Type="http://schemas.openxmlformats.org/officeDocument/2006/relationships/tags" Target="../tags/tag597.xml"/><Relationship Id="rId720" Type="http://schemas.openxmlformats.org/officeDocument/2006/relationships/tags" Target="../tags/tag720.xml"/><Relationship Id="rId818" Type="http://schemas.openxmlformats.org/officeDocument/2006/relationships/tags" Target="../tags/tag818.xml"/><Relationship Id="rId152" Type="http://schemas.openxmlformats.org/officeDocument/2006/relationships/tags" Target="../tags/tag152.xml"/><Relationship Id="rId457" Type="http://schemas.openxmlformats.org/officeDocument/2006/relationships/tags" Target="../tags/tag457.xml"/><Relationship Id="rId664" Type="http://schemas.openxmlformats.org/officeDocument/2006/relationships/tags" Target="../tags/tag664.xml"/><Relationship Id="rId871" Type="http://schemas.openxmlformats.org/officeDocument/2006/relationships/tags" Target="../tags/tag871.xml"/><Relationship Id="rId14" Type="http://schemas.openxmlformats.org/officeDocument/2006/relationships/tags" Target="../tags/tag14.xml"/><Relationship Id="rId317" Type="http://schemas.openxmlformats.org/officeDocument/2006/relationships/tags" Target="../tags/tag317.xml"/><Relationship Id="rId524" Type="http://schemas.openxmlformats.org/officeDocument/2006/relationships/tags" Target="../tags/tag524.xml"/><Relationship Id="rId731" Type="http://schemas.openxmlformats.org/officeDocument/2006/relationships/tags" Target="../tags/tag731.xml"/><Relationship Id="rId98" Type="http://schemas.openxmlformats.org/officeDocument/2006/relationships/tags" Target="../tags/tag98.xml"/><Relationship Id="rId163" Type="http://schemas.openxmlformats.org/officeDocument/2006/relationships/tags" Target="../tags/tag163.xml"/><Relationship Id="rId370" Type="http://schemas.openxmlformats.org/officeDocument/2006/relationships/tags" Target="../tags/tag370.xml"/><Relationship Id="rId829" Type="http://schemas.openxmlformats.org/officeDocument/2006/relationships/tags" Target="../tags/tag829.xml"/><Relationship Id="rId230" Type="http://schemas.openxmlformats.org/officeDocument/2006/relationships/tags" Target="../tags/tag230.xml"/><Relationship Id="rId468" Type="http://schemas.openxmlformats.org/officeDocument/2006/relationships/tags" Target="../tags/tag468.xml"/><Relationship Id="rId675" Type="http://schemas.openxmlformats.org/officeDocument/2006/relationships/tags" Target="../tags/tag675.xml"/><Relationship Id="rId882" Type="http://schemas.openxmlformats.org/officeDocument/2006/relationships/tags" Target="../tags/tag882.xml"/><Relationship Id="rId25" Type="http://schemas.openxmlformats.org/officeDocument/2006/relationships/tags" Target="../tags/tag25.xml"/><Relationship Id="rId328" Type="http://schemas.openxmlformats.org/officeDocument/2006/relationships/tags" Target="../tags/tag328.xml"/><Relationship Id="rId535" Type="http://schemas.openxmlformats.org/officeDocument/2006/relationships/tags" Target="../tags/tag535.xml"/><Relationship Id="rId742" Type="http://schemas.openxmlformats.org/officeDocument/2006/relationships/tags" Target="../tags/tag742.xml"/><Relationship Id="rId174" Type="http://schemas.openxmlformats.org/officeDocument/2006/relationships/tags" Target="../tags/tag174.xml"/><Relationship Id="rId381" Type="http://schemas.openxmlformats.org/officeDocument/2006/relationships/tags" Target="../tags/tag381.xml"/><Relationship Id="rId602" Type="http://schemas.openxmlformats.org/officeDocument/2006/relationships/tags" Target="../tags/tag602.xml"/><Relationship Id="rId241" Type="http://schemas.openxmlformats.org/officeDocument/2006/relationships/tags" Target="../tags/tag241.xml"/><Relationship Id="rId479" Type="http://schemas.openxmlformats.org/officeDocument/2006/relationships/tags" Target="../tags/tag479.xml"/><Relationship Id="rId686" Type="http://schemas.openxmlformats.org/officeDocument/2006/relationships/tags" Target="../tags/tag686.xml"/><Relationship Id="rId36" Type="http://schemas.openxmlformats.org/officeDocument/2006/relationships/tags" Target="../tags/tag36.xml"/><Relationship Id="rId339" Type="http://schemas.openxmlformats.org/officeDocument/2006/relationships/tags" Target="../tags/tag339.xml"/><Relationship Id="rId546" Type="http://schemas.openxmlformats.org/officeDocument/2006/relationships/tags" Target="../tags/tag546.xml"/><Relationship Id="rId753" Type="http://schemas.openxmlformats.org/officeDocument/2006/relationships/tags" Target="../tags/tag753.xml"/><Relationship Id="rId101" Type="http://schemas.openxmlformats.org/officeDocument/2006/relationships/tags" Target="../tags/tag101.xml"/><Relationship Id="rId185" Type="http://schemas.openxmlformats.org/officeDocument/2006/relationships/tags" Target="../tags/tag185.xml"/><Relationship Id="rId406" Type="http://schemas.openxmlformats.org/officeDocument/2006/relationships/tags" Target="../tags/tag406.xml"/><Relationship Id="rId392" Type="http://schemas.openxmlformats.org/officeDocument/2006/relationships/tags" Target="../tags/tag392.xml"/><Relationship Id="rId613" Type="http://schemas.openxmlformats.org/officeDocument/2006/relationships/tags" Target="../tags/tag613.xml"/><Relationship Id="rId697" Type="http://schemas.openxmlformats.org/officeDocument/2006/relationships/tags" Target="../tags/tag697.xml"/><Relationship Id="rId820" Type="http://schemas.openxmlformats.org/officeDocument/2006/relationships/tags" Target="../tags/tag820.xml"/><Relationship Id="rId252" Type="http://schemas.openxmlformats.org/officeDocument/2006/relationships/tags" Target="../tags/tag252.xml"/><Relationship Id="rId47" Type="http://schemas.openxmlformats.org/officeDocument/2006/relationships/tags" Target="../tags/tag47.xml"/><Relationship Id="rId112" Type="http://schemas.openxmlformats.org/officeDocument/2006/relationships/tags" Target="../tags/tag112.xml"/><Relationship Id="rId557" Type="http://schemas.openxmlformats.org/officeDocument/2006/relationships/tags" Target="../tags/tag557.xml"/><Relationship Id="rId764" Type="http://schemas.openxmlformats.org/officeDocument/2006/relationships/tags" Target="../tags/tag764.xml"/><Relationship Id="rId196" Type="http://schemas.openxmlformats.org/officeDocument/2006/relationships/tags" Target="../tags/tag196.xml"/><Relationship Id="rId417" Type="http://schemas.openxmlformats.org/officeDocument/2006/relationships/tags" Target="../tags/tag417.xml"/><Relationship Id="rId624" Type="http://schemas.openxmlformats.org/officeDocument/2006/relationships/tags" Target="../tags/tag624.xml"/><Relationship Id="rId831" Type="http://schemas.openxmlformats.org/officeDocument/2006/relationships/tags" Target="../tags/tag831.xml"/><Relationship Id="rId263" Type="http://schemas.openxmlformats.org/officeDocument/2006/relationships/tags" Target="../tags/tag263.xml"/><Relationship Id="rId470" Type="http://schemas.openxmlformats.org/officeDocument/2006/relationships/tags" Target="../tags/tag470.xml"/><Relationship Id="rId58" Type="http://schemas.openxmlformats.org/officeDocument/2006/relationships/tags" Target="../tags/tag58.xml"/><Relationship Id="rId123" Type="http://schemas.openxmlformats.org/officeDocument/2006/relationships/tags" Target="../tags/tag123.xml"/><Relationship Id="rId330" Type="http://schemas.openxmlformats.org/officeDocument/2006/relationships/tags" Target="../tags/tag330.xml"/><Relationship Id="rId568" Type="http://schemas.openxmlformats.org/officeDocument/2006/relationships/tags" Target="../tags/tag568.xml"/><Relationship Id="rId775" Type="http://schemas.openxmlformats.org/officeDocument/2006/relationships/tags" Target="../tags/tag775.xml"/><Relationship Id="rId428" Type="http://schemas.openxmlformats.org/officeDocument/2006/relationships/tags" Target="../tags/tag428.xml"/><Relationship Id="rId635" Type="http://schemas.openxmlformats.org/officeDocument/2006/relationships/tags" Target="../tags/tag635.xml"/><Relationship Id="rId842" Type="http://schemas.openxmlformats.org/officeDocument/2006/relationships/tags" Target="../tags/tag842.xml"/><Relationship Id="rId274" Type="http://schemas.openxmlformats.org/officeDocument/2006/relationships/tags" Target="../tags/tag274.xml"/><Relationship Id="rId481" Type="http://schemas.openxmlformats.org/officeDocument/2006/relationships/tags" Target="../tags/tag481.xml"/><Relationship Id="rId702" Type="http://schemas.openxmlformats.org/officeDocument/2006/relationships/tags" Target="../tags/tag702.xml"/><Relationship Id="rId69" Type="http://schemas.openxmlformats.org/officeDocument/2006/relationships/tags" Target="../tags/tag69.xml"/><Relationship Id="rId134" Type="http://schemas.openxmlformats.org/officeDocument/2006/relationships/tags" Target="../tags/tag134.xml"/><Relationship Id="rId579" Type="http://schemas.openxmlformats.org/officeDocument/2006/relationships/tags" Target="../tags/tag579.xml"/><Relationship Id="rId786" Type="http://schemas.openxmlformats.org/officeDocument/2006/relationships/tags" Target="../tags/tag786.xml"/><Relationship Id="rId341" Type="http://schemas.openxmlformats.org/officeDocument/2006/relationships/tags" Target="../tags/tag341.xml"/><Relationship Id="rId439" Type="http://schemas.openxmlformats.org/officeDocument/2006/relationships/tags" Target="../tags/tag439.xml"/><Relationship Id="rId646" Type="http://schemas.openxmlformats.org/officeDocument/2006/relationships/tags" Target="../tags/tag646.xml"/><Relationship Id="rId201" Type="http://schemas.openxmlformats.org/officeDocument/2006/relationships/tags" Target="../tags/tag201.xml"/><Relationship Id="rId285" Type="http://schemas.openxmlformats.org/officeDocument/2006/relationships/tags" Target="../tags/tag285.xml"/><Relationship Id="rId506" Type="http://schemas.openxmlformats.org/officeDocument/2006/relationships/tags" Target="../tags/tag506.xml"/><Relationship Id="rId853" Type="http://schemas.openxmlformats.org/officeDocument/2006/relationships/tags" Target="../tags/tag853.xml"/><Relationship Id="rId492" Type="http://schemas.openxmlformats.org/officeDocument/2006/relationships/tags" Target="../tags/tag492.xml"/><Relationship Id="rId713" Type="http://schemas.openxmlformats.org/officeDocument/2006/relationships/tags" Target="../tags/tag713.xml"/><Relationship Id="rId797" Type="http://schemas.openxmlformats.org/officeDocument/2006/relationships/tags" Target="../tags/tag797.xml"/><Relationship Id="rId145" Type="http://schemas.openxmlformats.org/officeDocument/2006/relationships/tags" Target="../tags/tag145.xml"/><Relationship Id="rId352" Type="http://schemas.openxmlformats.org/officeDocument/2006/relationships/tags" Target="../tags/tag352.xml"/><Relationship Id="rId212" Type="http://schemas.openxmlformats.org/officeDocument/2006/relationships/tags" Target="../tags/tag212.xml"/><Relationship Id="rId657" Type="http://schemas.openxmlformats.org/officeDocument/2006/relationships/tags" Target="../tags/tag657.xml"/><Relationship Id="rId864" Type="http://schemas.openxmlformats.org/officeDocument/2006/relationships/tags" Target="../tags/tag864.xml"/><Relationship Id="rId296" Type="http://schemas.openxmlformats.org/officeDocument/2006/relationships/tags" Target="../tags/tag296.xml"/><Relationship Id="rId517" Type="http://schemas.openxmlformats.org/officeDocument/2006/relationships/tags" Target="../tags/tag517.xml"/><Relationship Id="rId724" Type="http://schemas.openxmlformats.org/officeDocument/2006/relationships/tags" Target="../tags/tag724.xml"/><Relationship Id="rId60" Type="http://schemas.openxmlformats.org/officeDocument/2006/relationships/tags" Target="../tags/tag60.xml"/><Relationship Id="rId156" Type="http://schemas.openxmlformats.org/officeDocument/2006/relationships/tags" Target="../tags/tag156.xml"/><Relationship Id="rId363" Type="http://schemas.openxmlformats.org/officeDocument/2006/relationships/tags" Target="../tags/tag363.xml"/><Relationship Id="rId570" Type="http://schemas.openxmlformats.org/officeDocument/2006/relationships/tags" Target="../tags/tag570.xml"/><Relationship Id="rId223" Type="http://schemas.openxmlformats.org/officeDocument/2006/relationships/tags" Target="../tags/tag223.xml"/><Relationship Id="rId430" Type="http://schemas.openxmlformats.org/officeDocument/2006/relationships/tags" Target="../tags/tag430.xml"/><Relationship Id="rId668" Type="http://schemas.openxmlformats.org/officeDocument/2006/relationships/tags" Target="../tags/tag668.xml"/><Relationship Id="rId875" Type="http://schemas.openxmlformats.org/officeDocument/2006/relationships/tags" Target="../tags/tag875.xml"/><Relationship Id="rId18" Type="http://schemas.openxmlformats.org/officeDocument/2006/relationships/tags" Target="../tags/tag18.xml"/><Relationship Id="rId528" Type="http://schemas.openxmlformats.org/officeDocument/2006/relationships/tags" Target="../tags/tag528.xml"/><Relationship Id="rId735" Type="http://schemas.openxmlformats.org/officeDocument/2006/relationships/tags" Target="../tags/tag735.xml"/><Relationship Id="rId167" Type="http://schemas.openxmlformats.org/officeDocument/2006/relationships/tags" Target="../tags/tag167.xml"/><Relationship Id="rId374" Type="http://schemas.openxmlformats.org/officeDocument/2006/relationships/tags" Target="../tags/tag374.xml"/><Relationship Id="rId581" Type="http://schemas.openxmlformats.org/officeDocument/2006/relationships/tags" Target="../tags/tag581.xml"/><Relationship Id="rId71" Type="http://schemas.openxmlformats.org/officeDocument/2006/relationships/tags" Target="../tags/tag71.xml"/><Relationship Id="rId234" Type="http://schemas.openxmlformats.org/officeDocument/2006/relationships/tags" Target="../tags/tag234.xml"/><Relationship Id="rId679" Type="http://schemas.openxmlformats.org/officeDocument/2006/relationships/tags" Target="../tags/tag679.xml"/><Relationship Id="rId802" Type="http://schemas.openxmlformats.org/officeDocument/2006/relationships/tags" Target="../tags/tag80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441" Type="http://schemas.openxmlformats.org/officeDocument/2006/relationships/tags" Target="../tags/tag441.xml"/><Relationship Id="rId539" Type="http://schemas.openxmlformats.org/officeDocument/2006/relationships/tags" Target="../tags/tag539.xml"/><Relationship Id="rId746" Type="http://schemas.openxmlformats.org/officeDocument/2006/relationships/tags" Target="../tags/tag746.xml"/><Relationship Id="rId178" Type="http://schemas.openxmlformats.org/officeDocument/2006/relationships/tags" Target="../tags/tag178.xml"/><Relationship Id="rId301" Type="http://schemas.openxmlformats.org/officeDocument/2006/relationships/tags" Target="../tags/tag301.xml"/><Relationship Id="rId82" Type="http://schemas.openxmlformats.org/officeDocument/2006/relationships/tags" Target="../tags/tag82.xml"/><Relationship Id="rId385" Type="http://schemas.openxmlformats.org/officeDocument/2006/relationships/tags" Target="../tags/tag385.xml"/><Relationship Id="rId592" Type="http://schemas.openxmlformats.org/officeDocument/2006/relationships/tags" Target="../tags/tag592.xml"/><Relationship Id="rId606" Type="http://schemas.openxmlformats.org/officeDocument/2006/relationships/tags" Target="../tags/tag606.xml"/><Relationship Id="rId813" Type="http://schemas.openxmlformats.org/officeDocument/2006/relationships/tags" Target="../tags/tag813.xml"/><Relationship Id="rId245" Type="http://schemas.openxmlformats.org/officeDocument/2006/relationships/tags" Target="../tags/tag245.xml"/><Relationship Id="rId452" Type="http://schemas.openxmlformats.org/officeDocument/2006/relationships/tags" Target="../tags/tag452.xml"/><Relationship Id="rId105" Type="http://schemas.openxmlformats.org/officeDocument/2006/relationships/tags" Target="../tags/tag105.xml"/><Relationship Id="rId312" Type="http://schemas.openxmlformats.org/officeDocument/2006/relationships/tags" Target="../tags/tag312.xml"/><Relationship Id="rId757" Type="http://schemas.openxmlformats.org/officeDocument/2006/relationships/tags" Target="../tags/tag757.xml"/><Relationship Id="rId93" Type="http://schemas.openxmlformats.org/officeDocument/2006/relationships/tags" Target="../tags/tag93.xml"/><Relationship Id="rId189" Type="http://schemas.openxmlformats.org/officeDocument/2006/relationships/tags" Target="../tags/tag189.xml"/><Relationship Id="rId396" Type="http://schemas.openxmlformats.org/officeDocument/2006/relationships/tags" Target="../tags/tag396.xml"/><Relationship Id="rId617" Type="http://schemas.openxmlformats.org/officeDocument/2006/relationships/tags" Target="../tags/tag617.xml"/><Relationship Id="rId824" Type="http://schemas.openxmlformats.org/officeDocument/2006/relationships/tags" Target="../tags/tag824.xml"/><Relationship Id="rId256" Type="http://schemas.openxmlformats.org/officeDocument/2006/relationships/tags" Target="../tags/tag256.xml"/><Relationship Id="rId463" Type="http://schemas.openxmlformats.org/officeDocument/2006/relationships/tags" Target="../tags/tag463.xml"/><Relationship Id="rId670" Type="http://schemas.openxmlformats.org/officeDocument/2006/relationships/tags" Target="../tags/tag670.xml"/><Relationship Id="rId116" Type="http://schemas.openxmlformats.org/officeDocument/2006/relationships/tags" Target="../tags/tag116.xml"/><Relationship Id="rId323" Type="http://schemas.openxmlformats.org/officeDocument/2006/relationships/tags" Target="../tags/tag323.xml"/><Relationship Id="rId530" Type="http://schemas.openxmlformats.org/officeDocument/2006/relationships/tags" Target="../tags/tag530.xml"/><Relationship Id="rId768" Type="http://schemas.openxmlformats.org/officeDocument/2006/relationships/tags" Target="../tags/tag768.xml"/><Relationship Id="rId20" Type="http://schemas.openxmlformats.org/officeDocument/2006/relationships/tags" Target="../tags/tag20.xml"/><Relationship Id="rId628" Type="http://schemas.openxmlformats.org/officeDocument/2006/relationships/tags" Target="../tags/tag628.xml"/><Relationship Id="rId835" Type="http://schemas.openxmlformats.org/officeDocument/2006/relationships/tags" Target="../tags/tag835.xml"/><Relationship Id="rId267" Type="http://schemas.openxmlformats.org/officeDocument/2006/relationships/tags" Target="../tags/tag267.xml"/><Relationship Id="rId474" Type="http://schemas.openxmlformats.org/officeDocument/2006/relationships/tags" Target="../tags/tag474.xml"/><Relationship Id="rId127" Type="http://schemas.openxmlformats.org/officeDocument/2006/relationships/tags" Target="../tags/tag127.xml"/><Relationship Id="rId681" Type="http://schemas.openxmlformats.org/officeDocument/2006/relationships/tags" Target="../tags/tag681.xml"/><Relationship Id="rId779" Type="http://schemas.openxmlformats.org/officeDocument/2006/relationships/tags" Target="../tags/tag779.xml"/><Relationship Id="rId31" Type="http://schemas.openxmlformats.org/officeDocument/2006/relationships/tags" Target="../tags/tag31.xml"/><Relationship Id="rId334" Type="http://schemas.openxmlformats.org/officeDocument/2006/relationships/tags" Target="../tags/tag334.xml"/><Relationship Id="rId541" Type="http://schemas.openxmlformats.org/officeDocument/2006/relationships/tags" Target="../tags/tag541.xml"/><Relationship Id="rId639" Type="http://schemas.openxmlformats.org/officeDocument/2006/relationships/tags" Target="../tags/tag639.xml"/><Relationship Id="rId180" Type="http://schemas.openxmlformats.org/officeDocument/2006/relationships/tags" Target="../tags/tag180.xml"/><Relationship Id="rId278" Type="http://schemas.openxmlformats.org/officeDocument/2006/relationships/tags" Target="../tags/tag278.xml"/><Relationship Id="rId401" Type="http://schemas.openxmlformats.org/officeDocument/2006/relationships/tags" Target="../tags/tag401.xml"/><Relationship Id="rId846" Type="http://schemas.openxmlformats.org/officeDocument/2006/relationships/tags" Target="../tags/tag846.xml"/><Relationship Id="rId485" Type="http://schemas.openxmlformats.org/officeDocument/2006/relationships/tags" Target="../tags/tag485.xml"/><Relationship Id="rId692" Type="http://schemas.openxmlformats.org/officeDocument/2006/relationships/tags" Target="../tags/tag692.xml"/><Relationship Id="rId706" Type="http://schemas.openxmlformats.org/officeDocument/2006/relationships/tags" Target="../tags/tag706.xml"/><Relationship Id="rId42" Type="http://schemas.openxmlformats.org/officeDocument/2006/relationships/tags" Target="../tags/tag42.xml"/><Relationship Id="rId138" Type="http://schemas.openxmlformats.org/officeDocument/2006/relationships/tags" Target="../tags/tag138.xml"/><Relationship Id="rId345" Type="http://schemas.openxmlformats.org/officeDocument/2006/relationships/tags" Target="../tags/tag345.xml"/><Relationship Id="rId552" Type="http://schemas.openxmlformats.org/officeDocument/2006/relationships/tags" Target="../tags/tag552.xml"/><Relationship Id="rId191" Type="http://schemas.openxmlformats.org/officeDocument/2006/relationships/tags" Target="../tags/tag191.xml"/><Relationship Id="rId205" Type="http://schemas.openxmlformats.org/officeDocument/2006/relationships/tags" Target="../tags/tag205.xml"/><Relationship Id="rId412" Type="http://schemas.openxmlformats.org/officeDocument/2006/relationships/tags" Target="../tags/tag412.xml"/><Relationship Id="rId857" Type="http://schemas.openxmlformats.org/officeDocument/2006/relationships/tags" Target="../tags/tag857.xml"/><Relationship Id="rId289" Type="http://schemas.openxmlformats.org/officeDocument/2006/relationships/tags" Target="../tags/tag289.xml"/><Relationship Id="rId496" Type="http://schemas.openxmlformats.org/officeDocument/2006/relationships/tags" Target="../tags/tag496.xml"/><Relationship Id="rId717" Type="http://schemas.openxmlformats.org/officeDocument/2006/relationships/tags" Target="../tags/tag717.xml"/><Relationship Id="rId53" Type="http://schemas.openxmlformats.org/officeDocument/2006/relationships/tags" Target="../tags/tag53.xml"/><Relationship Id="rId149" Type="http://schemas.openxmlformats.org/officeDocument/2006/relationships/tags" Target="../tags/tag149.xml"/><Relationship Id="rId356" Type="http://schemas.openxmlformats.org/officeDocument/2006/relationships/tags" Target="../tags/tag356.xml"/><Relationship Id="rId563" Type="http://schemas.openxmlformats.org/officeDocument/2006/relationships/tags" Target="../tags/tag563.xml"/><Relationship Id="rId770" Type="http://schemas.openxmlformats.org/officeDocument/2006/relationships/tags" Target="../tags/tag770.xml"/><Relationship Id="rId216" Type="http://schemas.openxmlformats.org/officeDocument/2006/relationships/tags" Target="../tags/tag216.xml"/><Relationship Id="rId423" Type="http://schemas.openxmlformats.org/officeDocument/2006/relationships/tags" Target="../tags/tag423.xml"/><Relationship Id="rId868" Type="http://schemas.openxmlformats.org/officeDocument/2006/relationships/tags" Target="../tags/tag868.xml"/><Relationship Id="rId630" Type="http://schemas.openxmlformats.org/officeDocument/2006/relationships/tags" Target="../tags/tag630.xml"/><Relationship Id="rId728" Type="http://schemas.openxmlformats.org/officeDocument/2006/relationships/tags" Target="../tags/tag728.xml"/><Relationship Id="rId64" Type="http://schemas.openxmlformats.org/officeDocument/2006/relationships/tags" Target="../tags/tag64.xml"/><Relationship Id="rId367" Type="http://schemas.openxmlformats.org/officeDocument/2006/relationships/tags" Target="../tags/tag367.xml"/><Relationship Id="rId574" Type="http://schemas.openxmlformats.org/officeDocument/2006/relationships/tags" Target="../tags/tag574.xml"/><Relationship Id="rId227" Type="http://schemas.openxmlformats.org/officeDocument/2006/relationships/tags" Target="../tags/tag227.xml"/><Relationship Id="rId781" Type="http://schemas.openxmlformats.org/officeDocument/2006/relationships/tags" Target="../tags/tag781.xml"/><Relationship Id="rId879" Type="http://schemas.openxmlformats.org/officeDocument/2006/relationships/tags" Target="../tags/tag879.xml"/><Relationship Id="rId434" Type="http://schemas.openxmlformats.org/officeDocument/2006/relationships/tags" Target="../tags/tag434.xml"/><Relationship Id="rId641" Type="http://schemas.openxmlformats.org/officeDocument/2006/relationships/tags" Target="../tags/tag641.xml"/><Relationship Id="rId739" Type="http://schemas.openxmlformats.org/officeDocument/2006/relationships/tags" Target="../tags/tag739.xml"/><Relationship Id="rId280" Type="http://schemas.openxmlformats.org/officeDocument/2006/relationships/tags" Target="../tags/tag280.xml"/><Relationship Id="rId501" Type="http://schemas.openxmlformats.org/officeDocument/2006/relationships/tags" Target="../tags/tag501.xml"/><Relationship Id="rId75" Type="http://schemas.openxmlformats.org/officeDocument/2006/relationships/tags" Target="../tags/tag75.xml"/><Relationship Id="rId140" Type="http://schemas.openxmlformats.org/officeDocument/2006/relationships/tags" Target="../tags/tag140.xml"/><Relationship Id="rId378" Type="http://schemas.openxmlformats.org/officeDocument/2006/relationships/tags" Target="../tags/tag378.xml"/><Relationship Id="rId585" Type="http://schemas.openxmlformats.org/officeDocument/2006/relationships/tags" Target="../tags/tag585.xml"/><Relationship Id="rId792" Type="http://schemas.openxmlformats.org/officeDocument/2006/relationships/tags" Target="../tags/tag792.xml"/><Relationship Id="rId806" Type="http://schemas.openxmlformats.org/officeDocument/2006/relationships/tags" Target="../tags/tag806.xml"/><Relationship Id="rId6" Type="http://schemas.openxmlformats.org/officeDocument/2006/relationships/tags" Target="../tags/tag6.xml"/><Relationship Id="rId238" Type="http://schemas.openxmlformats.org/officeDocument/2006/relationships/tags" Target="../tags/tag238.xml"/><Relationship Id="rId445" Type="http://schemas.openxmlformats.org/officeDocument/2006/relationships/tags" Target="../tags/tag445.xml"/><Relationship Id="rId652" Type="http://schemas.openxmlformats.org/officeDocument/2006/relationships/tags" Target="../tags/tag652.xml"/><Relationship Id="rId291" Type="http://schemas.openxmlformats.org/officeDocument/2006/relationships/tags" Target="../tags/tag291.xml"/><Relationship Id="rId305" Type="http://schemas.openxmlformats.org/officeDocument/2006/relationships/tags" Target="../tags/tag305.xml"/><Relationship Id="rId512" Type="http://schemas.openxmlformats.org/officeDocument/2006/relationships/tags" Target="../tags/tag512.xml"/><Relationship Id="rId86" Type="http://schemas.openxmlformats.org/officeDocument/2006/relationships/tags" Target="../tags/tag86.xml"/><Relationship Id="rId151" Type="http://schemas.openxmlformats.org/officeDocument/2006/relationships/tags" Target="../tags/tag151.xml"/><Relationship Id="rId389" Type="http://schemas.openxmlformats.org/officeDocument/2006/relationships/tags" Target="../tags/tag389.xml"/><Relationship Id="rId596" Type="http://schemas.openxmlformats.org/officeDocument/2006/relationships/tags" Target="../tags/tag596.xml"/><Relationship Id="rId817" Type="http://schemas.openxmlformats.org/officeDocument/2006/relationships/tags" Target="../tags/tag817.xml"/><Relationship Id="rId249" Type="http://schemas.openxmlformats.org/officeDocument/2006/relationships/tags" Target="../tags/tag249.xml"/><Relationship Id="rId456" Type="http://schemas.openxmlformats.org/officeDocument/2006/relationships/tags" Target="../tags/tag456.xml"/><Relationship Id="rId663" Type="http://schemas.openxmlformats.org/officeDocument/2006/relationships/tags" Target="../tags/tag663.xml"/><Relationship Id="rId870" Type="http://schemas.openxmlformats.org/officeDocument/2006/relationships/tags" Target="../tags/tag870.xml"/><Relationship Id="rId13" Type="http://schemas.openxmlformats.org/officeDocument/2006/relationships/tags" Target="../tags/tag13.xml"/><Relationship Id="rId109" Type="http://schemas.openxmlformats.org/officeDocument/2006/relationships/tags" Target="../tags/tag109.xml"/><Relationship Id="rId316" Type="http://schemas.openxmlformats.org/officeDocument/2006/relationships/tags" Target="../tags/tag316.xml"/><Relationship Id="rId523" Type="http://schemas.openxmlformats.org/officeDocument/2006/relationships/tags" Target="../tags/tag523.xml"/><Relationship Id="rId97" Type="http://schemas.openxmlformats.org/officeDocument/2006/relationships/tags" Target="../tags/tag97.xml"/><Relationship Id="rId730" Type="http://schemas.openxmlformats.org/officeDocument/2006/relationships/tags" Target="../tags/tag730.xml"/><Relationship Id="rId828" Type="http://schemas.openxmlformats.org/officeDocument/2006/relationships/tags" Target="../tags/tag828.xml"/><Relationship Id="rId162" Type="http://schemas.openxmlformats.org/officeDocument/2006/relationships/tags" Target="../tags/tag162.xml"/><Relationship Id="rId467" Type="http://schemas.openxmlformats.org/officeDocument/2006/relationships/tags" Target="../tags/tag467.xml"/><Relationship Id="rId674" Type="http://schemas.openxmlformats.org/officeDocument/2006/relationships/tags" Target="../tags/tag674.xml"/><Relationship Id="rId881" Type="http://schemas.openxmlformats.org/officeDocument/2006/relationships/tags" Target="../tags/tag881.xml"/><Relationship Id="rId24" Type="http://schemas.openxmlformats.org/officeDocument/2006/relationships/tags" Target="../tags/tag24.xml"/><Relationship Id="rId327" Type="http://schemas.openxmlformats.org/officeDocument/2006/relationships/tags" Target="../tags/tag327.xml"/><Relationship Id="rId534" Type="http://schemas.openxmlformats.org/officeDocument/2006/relationships/tags" Target="../tags/tag534.xml"/><Relationship Id="rId741" Type="http://schemas.openxmlformats.org/officeDocument/2006/relationships/tags" Target="../tags/tag741.xml"/><Relationship Id="rId839" Type="http://schemas.openxmlformats.org/officeDocument/2006/relationships/tags" Target="../tags/tag839.xml"/><Relationship Id="rId173" Type="http://schemas.openxmlformats.org/officeDocument/2006/relationships/tags" Target="../tags/tag173.xml"/><Relationship Id="rId380" Type="http://schemas.openxmlformats.org/officeDocument/2006/relationships/tags" Target="../tags/tag380.xml"/><Relationship Id="rId601" Type="http://schemas.openxmlformats.org/officeDocument/2006/relationships/tags" Target="../tags/tag601.xml"/><Relationship Id="rId240" Type="http://schemas.openxmlformats.org/officeDocument/2006/relationships/tags" Target="../tags/tag240.xml"/><Relationship Id="rId478" Type="http://schemas.openxmlformats.org/officeDocument/2006/relationships/tags" Target="../tags/tag478.xml"/><Relationship Id="rId685" Type="http://schemas.openxmlformats.org/officeDocument/2006/relationships/tags" Target="../tags/tag685.xml"/><Relationship Id="rId35" Type="http://schemas.openxmlformats.org/officeDocument/2006/relationships/tags" Target="../tags/tag35.xml"/><Relationship Id="rId100" Type="http://schemas.openxmlformats.org/officeDocument/2006/relationships/tags" Target="../tags/tag100.xml"/><Relationship Id="rId338" Type="http://schemas.openxmlformats.org/officeDocument/2006/relationships/tags" Target="../tags/tag338.xml"/><Relationship Id="rId545" Type="http://schemas.openxmlformats.org/officeDocument/2006/relationships/tags" Target="../tags/tag545.xml"/><Relationship Id="rId752" Type="http://schemas.openxmlformats.org/officeDocument/2006/relationships/tags" Target="../tags/tag752.xml"/><Relationship Id="rId184" Type="http://schemas.openxmlformats.org/officeDocument/2006/relationships/tags" Target="../tags/tag184.xml"/><Relationship Id="rId391" Type="http://schemas.openxmlformats.org/officeDocument/2006/relationships/tags" Target="../tags/tag391.xml"/><Relationship Id="rId405" Type="http://schemas.openxmlformats.org/officeDocument/2006/relationships/tags" Target="../tags/tag405.xml"/><Relationship Id="rId612" Type="http://schemas.openxmlformats.org/officeDocument/2006/relationships/tags" Target="../tags/tag612.xml"/><Relationship Id="rId251" Type="http://schemas.openxmlformats.org/officeDocument/2006/relationships/tags" Target="../tags/tag251.xml"/><Relationship Id="rId489" Type="http://schemas.openxmlformats.org/officeDocument/2006/relationships/tags" Target="../tags/tag489.xml"/><Relationship Id="rId696" Type="http://schemas.openxmlformats.org/officeDocument/2006/relationships/tags" Target="../tags/tag696.xml"/><Relationship Id="rId46" Type="http://schemas.openxmlformats.org/officeDocument/2006/relationships/tags" Target="../tags/tag46.xml"/><Relationship Id="rId349" Type="http://schemas.openxmlformats.org/officeDocument/2006/relationships/tags" Target="../tags/tag349.xml"/><Relationship Id="rId556" Type="http://schemas.openxmlformats.org/officeDocument/2006/relationships/tags" Target="../tags/tag556.xml"/><Relationship Id="rId763" Type="http://schemas.openxmlformats.org/officeDocument/2006/relationships/tags" Target="../tags/tag763.xml"/><Relationship Id="rId111" Type="http://schemas.openxmlformats.org/officeDocument/2006/relationships/tags" Target="../tags/tag111.xml"/><Relationship Id="rId195" Type="http://schemas.openxmlformats.org/officeDocument/2006/relationships/tags" Target="../tags/tag195.xml"/><Relationship Id="rId209" Type="http://schemas.openxmlformats.org/officeDocument/2006/relationships/tags" Target="../tags/tag209.xml"/><Relationship Id="rId416" Type="http://schemas.openxmlformats.org/officeDocument/2006/relationships/tags" Target="../tags/tag416.xml"/><Relationship Id="rId623" Type="http://schemas.openxmlformats.org/officeDocument/2006/relationships/tags" Target="../tags/tag623.xml"/><Relationship Id="rId830" Type="http://schemas.openxmlformats.org/officeDocument/2006/relationships/tags" Target="../tags/tag830.xml"/><Relationship Id="rId57" Type="http://schemas.openxmlformats.org/officeDocument/2006/relationships/tags" Target="../tags/tag57.xml"/><Relationship Id="rId262" Type="http://schemas.openxmlformats.org/officeDocument/2006/relationships/tags" Target="../tags/tag262.xml"/><Relationship Id="rId567" Type="http://schemas.openxmlformats.org/officeDocument/2006/relationships/tags" Target="../tags/tag567.xml"/><Relationship Id="rId99" Type="http://schemas.openxmlformats.org/officeDocument/2006/relationships/tags" Target="../tags/tag99.xml"/><Relationship Id="rId122" Type="http://schemas.openxmlformats.org/officeDocument/2006/relationships/tags" Target="../tags/tag122.xml"/><Relationship Id="rId164" Type="http://schemas.openxmlformats.org/officeDocument/2006/relationships/tags" Target="../tags/tag164.xml"/><Relationship Id="rId371" Type="http://schemas.openxmlformats.org/officeDocument/2006/relationships/tags" Target="../tags/tag371.xml"/><Relationship Id="rId774" Type="http://schemas.openxmlformats.org/officeDocument/2006/relationships/tags" Target="../tags/tag774.xml"/><Relationship Id="rId427" Type="http://schemas.openxmlformats.org/officeDocument/2006/relationships/tags" Target="../tags/tag427.xml"/><Relationship Id="rId469" Type="http://schemas.openxmlformats.org/officeDocument/2006/relationships/tags" Target="../tags/tag469.xml"/><Relationship Id="rId634" Type="http://schemas.openxmlformats.org/officeDocument/2006/relationships/tags" Target="../tags/tag634.xml"/><Relationship Id="rId676" Type="http://schemas.openxmlformats.org/officeDocument/2006/relationships/tags" Target="../tags/tag676.xml"/><Relationship Id="rId841" Type="http://schemas.openxmlformats.org/officeDocument/2006/relationships/tags" Target="../tags/tag841.xml"/><Relationship Id="rId883" Type="http://schemas.openxmlformats.org/officeDocument/2006/relationships/tags" Target="../tags/tag883.xml"/><Relationship Id="rId26" Type="http://schemas.openxmlformats.org/officeDocument/2006/relationships/tags" Target="../tags/tag26.xml"/><Relationship Id="rId231" Type="http://schemas.openxmlformats.org/officeDocument/2006/relationships/tags" Target="../tags/tag231.xml"/><Relationship Id="rId273" Type="http://schemas.openxmlformats.org/officeDocument/2006/relationships/tags" Target="../tags/tag273.xml"/><Relationship Id="rId329" Type="http://schemas.openxmlformats.org/officeDocument/2006/relationships/tags" Target="../tags/tag329.xml"/><Relationship Id="rId480" Type="http://schemas.openxmlformats.org/officeDocument/2006/relationships/tags" Target="../tags/tag480.xml"/><Relationship Id="rId536" Type="http://schemas.openxmlformats.org/officeDocument/2006/relationships/tags" Target="../tags/tag536.xml"/><Relationship Id="rId701" Type="http://schemas.openxmlformats.org/officeDocument/2006/relationships/tags" Target="../tags/tag701.xml"/><Relationship Id="rId68" Type="http://schemas.openxmlformats.org/officeDocument/2006/relationships/tags" Target="../tags/tag68.xml"/><Relationship Id="rId133" Type="http://schemas.openxmlformats.org/officeDocument/2006/relationships/tags" Target="../tags/tag133.xml"/><Relationship Id="rId175" Type="http://schemas.openxmlformats.org/officeDocument/2006/relationships/tags" Target="../tags/tag175.xml"/><Relationship Id="rId340" Type="http://schemas.openxmlformats.org/officeDocument/2006/relationships/tags" Target="../tags/tag340.xml"/><Relationship Id="rId578" Type="http://schemas.openxmlformats.org/officeDocument/2006/relationships/tags" Target="../tags/tag578.xml"/><Relationship Id="rId743" Type="http://schemas.openxmlformats.org/officeDocument/2006/relationships/tags" Target="../tags/tag743.xml"/><Relationship Id="rId785" Type="http://schemas.openxmlformats.org/officeDocument/2006/relationships/tags" Target="../tags/tag785.xml"/><Relationship Id="rId200" Type="http://schemas.openxmlformats.org/officeDocument/2006/relationships/tags" Target="../tags/tag200.xml"/><Relationship Id="rId382" Type="http://schemas.openxmlformats.org/officeDocument/2006/relationships/tags" Target="../tags/tag382.xml"/><Relationship Id="rId438" Type="http://schemas.openxmlformats.org/officeDocument/2006/relationships/tags" Target="../tags/tag438.xml"/><Relationship Id="rId603" Type="http://schemas.openxmlformats.org/officeDocument/2006/relationships/tags" Target="../tags/tag603.xml"/><Relationship Id="rId645" Type="http://schemas.openxmlformats.org/officeDocument/2006/relationships/tags" Target="../tags/tag645.xml"/><Relationship Id="rId687" Type="http://schemas.openxmlformats.org/officeDocument/2006/relationships/tags" Target="../tags/tag687.xml"/><Relationship Id="rId810" Type="http://schemas.openxmlformats.org/officeDocument/2006/relationships/tags" Target="../tags/tag810.xml"/><Relationship Id="rId852" Type="http://schemas.openxmlformats.org/officeDocument/2006/relationships/tags" Target="../tags/tag852.xml"/><Relationship Id="rId242" Type="http://schemas.openxmlformats.org/officeDocument/2006/relationships/tags" Target="../tags/tag242.xml"/><Relationship Id="rId284" Type="http://schemas.openxmlformats.org/officeDocument/2006/relationships/tags" Target="../tags/tag284.xml"/><Relationship Id="rId491" Type="http://schemas.openxmlformats.org/officeDocument/2006/relationships/tags" Target="../tags/tag491.xml"/><Relationship Id="rId505" Type="http://schemas.openxmlformats.org/officeDocument/2006/relationships/tags" Target="../tags/tag505.xml"/><Relationship Id="rId712" Type="http://schemas.openxmlformats.org/officeDocument/2006/relationships/tags" Target="../tags/tag712.xml"/><Relationship Id="rId37" Type="http://schemas.openxmlformats.org/officeDocument/2006/relationships/tags" Target="../tags/tag37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44" Type="http://schemas.openxmlformats.org/officeDocument/2006/relationships/tags" Target="../tags/tag144.xml"/><Relationship Id="rId547" Type="http://schemas.openxmlformats.org/officeDocument/2006/relationships/tags" Target="../tags/tag547.xml"/><Relationship Id="rId589" Type="http://schemas.openxmlformats.org/officeDocument/2006/relationships/tags" Target="../tags/tag589.xml"/><Relationship Id="rId754" Type="http://schemas.openxmlformats.org/officeDocument/2006/relationships/tags" Target="../tags/tag754.xml"/><Relationship Id="rId796" Type="http://schemas.openxmlformats.org/officeDocument/2006/relationships/tags" Target="../tags/tag796.xml"/><Relationship Id="rId90" Type="http://schemas.openxmlformats.org/officeDocument/2006/relationships/tags" Target="../tags/tag90.xml"/><Relationship Id="rId186" Type="http://schemas.openxmlformats.org/officeDocument/2006/relationships/tags" Target="../tags/tag186.xml"/><Relationship Id="rId351" Type="http://schemas.openxmlformats.org/officeDocument/2006/relationships/tags" Target="../tags/tag351.xml"/><Relationship Id="rId393" Type="http://schemas.openxmlformats.org/officeDocument/2006/relationships/tags" Target="../tags/tag393.xml"/><Relationship Id="rId407" Type="http://schemas.openxmlformats.org/officeDocument/2006/relationships/tags" Target="../tags/tag407.xml"/><Relationship Id="rId449" Type="http://schemas.openxmlformats.org/officeDocument/2006/relationships/tags" Target="../tags/tag449.xml"/><Relationship Id="rId614" Type="http://schemas.openxmlformats.org/officeDocument/2006/relationships/tags" Target="../tags/tag614.xml"/><Relationship Id="rId656" Type="http://schemas.openxmlformats.org/officeDocument/2006/relationships/tags" Target="../tags/tag656.xml"/><Relationship Id="rId821" Type="http://schemas.openxmlformats.org/officeDocument/2006/relationships/tags" Target="../tags/tag821.xml"/><Relationship Id="rId863" Type="http://schemas.openxmlformats.org/officeDocument/2006/relationships/tags" Target="../tags/tag863.xml"/><Relationship Id="rId211" Type="http://schemas.openxmlformats.org/officeDocument/2006/relationships/tags" Target="../tags/tag211.xml"/><Relationship Id="rId253" Type="http://schemas.openxmlformats.org/officeDocument/2006/relationships/tags" Target="../tags/tag253.xml"/><Relationship Id="rId295" Type="http://schemas.openxmlformats.org/officeDocument/2006/relationships/tags" Target="../tags/tag295.xml"/><Relationship Id="rId309" Type="http://schemas.openxmlformats.org/officeDocument/2006/relationships/tags" Target="../tags/tag309.xml"/><Relationship Id="rId460" Type="http://schemas.openxmlformats.org/officeDocument/2006/relationships/tags" Target="../tags/tag460.xml"/><Relationship Id="rId516" Type="http://schemas.openxmlformats.org/officeDocument/2006/relationships/tags" Target="../tags/tag516.xml"/><Relationship Id="rId698" Type="http://schemas.openxmlformats.org/officeDocument/2006/relationships/tags" Target="../tags/tag698.xml"/><Relationship Id="rId48" Type="http://schemas.openxmlformats.org/officeDocument/2006/relationships/tags" Target="../tags/tag48.xml"/><Relationship Id="rId113" Type="http://schemas.openxmlformats.org/officeDocument/2006/relationships/tags" Target="../tags/tag113.xml"/><Relationship Id="rId320" Type="http://schemas.openxmlformats.org/officeDocument/2006/relationships/tags" Target="../tags/tag320.xml"/><Relationship Id="rId558" Type="http://schemas.openxmlformats.org/officeDocument/2006/relationships/tags" Target="../tags/tag558.xml"/><Relationship Id="rId723" Type="http://schemas.openxmlformats.org/officeDocument/2006/relationships/tags" Target="../tags/tag723.xml"/><Relationship Id="rId765" Type="http://schemas.openxmlformats.org/officeDocument/2006/relationships/tags" Target="../tags/tag765.xml"/><Relationship Id="rId155" Type="http://schemas.openxmlformats.org/officeDocument/2006/relationships/tags" Target="../tags/tag155.xml"/><Relationship Id="rId197" Type="http://schemas.openxmlformats.org/officeDocument/2006/relationships/tags" Target="../tags/tag197.xml"/><Relationship Id="rId362" Type="http://schemas.openxmlformats.org/officeDocument/2006/relationships/tags" Target="../tags/tag362.xml"/><Relationship Id="rId418" Type="http://schemas.openxmlformats.org/officeDocument/2006/relationships/tags" Target="../tags/tag418.xml"/><Relationship Id="rId625" Type="http://schemas.openxmlformats.org/officeDocument/2006/relationships/tags" Target="../tags/tag625.xml"/><Relationship Id="rId832" Type="http://schemas.openxmlformats.org/officeDocument/2006/relationships/tags" Target="../tags/tag832.xml"/><Relationship Id="rId222" Type="http://schemas.openxmlformats.org/officeDocument/2006/relationships/tags" Target="../tags/tag222.xml"/><Relationship Id="rId264" Type="http://schemas.openxmlformats.org/officeDocument/2006/relationships/tags" Target="../tags/tag264.xml"/><Relationship Id="rId471" Type="http://schemas.openxmlformats.org/officeDocument/2006/relationships/tags" Target="../tags/tag471.xml"/><Relationship Id="rId667" Type="http://schemas.openxmlformats.org/officeDocument/2006/relationships/tags" Target="../tags/tag667.xml"/><Relationship Id="rId874" Type="http://schemas.openxmlformats.org/officeDocument/2006/relationships/tags" Target="../tags/tag874.xml"/><Relationship Id="rId17" Type="http://schemas.openxmlformats.org/officeDocument/2006/relationships/tags" Target="../tags/tag17.xml"/><Relationship Id="rId59" Type="http://schemas.openxmlformats.org/officeDocument/2006/relationships/tags" Target="../tags/tag59.xml"/><Relationship Id="rId124" Type="http://schemas.openxmlformats.org/officeDocument/2006/relationships/tags" Target="../tags/tag124.xml"/><Relationship Id="rId527" Type="http://schemas.openxmlformats.org/officeDocument/2006/relationships/tags" Target="../tags/tag527.xml"/><Relationship Id="rId569" Type="http://schemas.openxmlformats.org/officeDocument/2006/relationships/tags" Target="../tags/tag569.xml"/><Relationship Id="rId734" Type="http://schemas.openxmlformats.org/officeDocument/2006/relationships/tags" Target="../tags/tag734.xml"/><Relationship Id="rId776" Type="http://schemas.openxmlformats.org/officeDocument/2006/relationships/tags" Target="../tags/tag776.xml"/><Relationship Id="rId70" Type="http://schemas.openxmlformats.org/officeDocument/2006/relationships/tags" Target="../tags/tag70.xml"/><Relationship Id="rId166" Type="http://schemas.openxmlformats.org/officeDocument/2006/relationships/tags" Target="../tags/tag166.xml"/><Relationship Id="rId331" Type="http://schemas.openxmlformats.org/officeDocument/2006/relationships/tags" Target="../tags/tag331.xml"/><Relationship Id="rId373" Type="http://schemas.openxmlformats.org/officeDocument/2006/relationships/tags" Target="../tags/tag373.xml"/><Relationship Id="rId429" Type="http://schemas.openxmlformats.org/officeDocument/2006/relationships/tags" Target="../tags/tag429.xml"/><Relationship Id="rId580" Type="http://schemas.openxmlformats.org/officeDocument/2006/relationships/tags" Target="../tags/tag580.xml"/><Relationship Id="rId636" Type="http://schemas.openxmlformats.org/officeDocument/2006/relationships/tags" Target="../tags/tag636.xml"/><Relationship Id="rId801" Type="http://schemas.openxmlformats.org/officeDocument/2006/relationships/tags" Target="../tags/tag801.xml"/><Relationship Id="rId1" Type="http://schemas.openxmlformats.org/officeDocument/2006/relationships/tags" Target="../tags/tag1.xml"/><Relationship Id="rId233" Type="http://schemas.openxmlformats.org/officeDocument/2006/relationships/tags" Target="../tags/tag233.xml"/><Relationship Id="rId440" Type="http://schemas.openxmlformats.org/officeDocument/2006/relationships/tags" Target="../tags/tag440.xml"/><Relationship Id="rId678" Type="http://schemas.openxmlformats.org/officeDocument/2006/relationships/tags" Target="../tags/tag678.xml"/><Relationship Id="rId843" Type="http://schemas.openxmlformats.org/officeDocument/2006/relationships/tags" Target="../tags/tag843.xml"/><Relationship Id="rId885" Type="http://schemas.openxmlformats.org/officeDocument/2006/relationships/notesSlide" Target="../notesSlides/notesSlide1.xml"/><Relationship Id="rId28" Type="http://schemas.openxmlformats.org/officeDocument/2006/relationships/tags" Target="../tags/tag28.xml"/><Relationship Id="rId275" Type="http://schemas.openxmlformats.org/officeDocument/2006/relationships/tags" Target="../tags/tag275.xml"/><Relationship Id="rId300" Type="http://schemas.openxmlformats.org/officeDocument/2006/relationships/tags" Target="../tags/tag300.xml"/><Relationship Id="rId482" Type="http://schemas.openxmlformats.org/officeDocument/2006/relationships/tags" Target="../tags/tag482.xml"/><Relationship Id="rId538" Type="http://schemas.openxmlformats.org/officeDocument/2006/relationships/tags" Target="../tags/tag538.xml"/><Relationship Id="rId703" Type="http://schemas.openxmlformats.org/officeDocument/2006/relationships/tags" Target="../tags/tag703.xml"/><Relationship Id="rId745" Type="http://schemas.openxmlformats.org/officeDocument/2006/relationships/tags" Target="../tags/tag745.xml"/><Relationship Id="rId81" Type="http://schemas.openxmlformats.org/officeDocument/2006/relationships/tags" Target="../tags/tag81.xml"/><Relationship Id="rId135" Type="http://schemas.openxmlformats.org/officeDocument/2006/relationships/tags" Target="../tags/tag135.xml"/><Relationship Id="rId177" Type="http://schemas.openxmlformats.org/officeDocument/2006/relationships/tags" Target="../tags/tag177.xml"/><Relationship Id="rId342" Type="http://schemas.openxmlformats.org/officeDocument/2006/relationships/tags" Target="../tags/tag342.xml"/><Relationship Id="rId384" Type="http://schemas.openxmlformats.org/officeDocument/2006/relationships/tags" Target="../tags/tag384.xml"/><Relationship Id="rId591" Type="http://schemas.openxmlformats.org/officeDocument/2006/relationships/tags" Target="../tags/tag591.xml"/><Relationship Id="rId605" Type="http://schemas.openxmlformats.org/officeDocument/2006/relationships/tags" Target="../tags/tag605.xml"/><Relationship Id="rId787" Type="http://schemas.openxmlformats.org/officeDocument/2006/relationships/tags" Target="../tags/tag787.xml"/><Relationship Id="rId812" Type="http://schemas.openxmlformats.org/officeDocument/2006/relationships/tags" Target="../tags/tag812.xml"/><Relationship Id="rId202" Type="http://schemas.openxmlformats.org/officeDocument/2006/relationships/tags" Target="../tags/tag202.xml"/><Relationship Id="rId244" Type="http://schemas.openxmlformats.org/officeDocument/2006/relationships/tags" Target="../tags/tag244.xml"/><Relationship Id="rId647" Type="http://schemas.openxmlformats.org/officeDocument/2006/relationships/tags" Target="../tags/tag647.xml"/><Relationship Id="rId689" Type="http://schemas.openxmlformats.org/officeDocument/2006/relationships/tags" Target="../tags/tag689.xml"/><Relationship Id="rId854" Type="http://schemas.openxmlformats.org/officeDocument/2006/relationships/tags" Target="../tags/tag854.xml"/><Relationship Id="rId39" Type="http://schemas.openxmlformats.org/officeDocument/2006/relationships/tags" Target="../tags/tag39.xml"/><Relationship Id="rId286" Type="http://schemas.openxmlformats.org/officeDocument/2006/relationships/tags" Target="../tags/tag286.xml"/><Relationship Id="rId451" Type="http://schemas.openxmlformats.org/officeDocument/2006/relationships/tags" Target="../tags/tag451.xml"/><Relationship Id="rId493" Type="http://schemas.openxmlformats.org/officeDocument/2006/relationships/tags" Target="../tags/tag493.xml"/><Relationship Id="rId507" Type="http://schemas.openxmlformats.org/officeDocument/2006/relationships/tags" Target="../tags/tag507.xml"/><Relationship Id="rId549" Type="http://schemas.openxmlformats.org/officeDocument/2006/relationships/tags" Target="../tags/tag549.xml"/><Relationship Id="rId714" Type="http://schemas.openxmlformats.org/officeDocument/2006/relationships/tags" Target="../tags/tag714.xml"/><Relationship Id="rId756" Type="http://schemas.openxmlformats.org/officeDocument/2006/relationships/tags" Target="../tags/tag756.xml"/><Relationship Id="rId50" Type="http://schemas.openxmlformats.org/officeDocument/2006/relationships/tags" Target="../tags/tag50.xml"/><Relationship Id="rId104" Type="http://schemas.openxmlformats.org/officeDocument/2006/relationships/tags" Target="../tags/tag104.xml"/><Relationship Id="rId146" Type="http://schemas.openxmlformats.org/officeDocument/2006/relationships/tags" Target="../tags/tag146.xml"/><Relationship Id="rId188" Type="http://schemas.openxmlformats.org/officeDocument/2006/relationships/tags" Target="../tags/tag188.xml"/><Relationship Id="rId311" Type="http://schemas.openxmlformats.org/officeDocument/2006/relationships/tags" Target="../tags/tag311.xml"/><Relationship Id="rId353" Type="http://schemas.openxmlformats.org/officeDocument/2006/relationships/tags" Target="../tags/tag353.xml"/><Relationship Id="rId395" Type="http://schemas.openxmlformats.org/officeDocument/2006/relationships/tags" Target="../tags/tag395.xml"/><Relationship Id="rId409" Type="http://schemas.openxmlformats.org/officeDocument/2006/relationships/tags" Target="../tags/tag409.xml"/><Relationship Id="rId560" Type="http://schemas.openxmlformats.org/officeDocument/2006/relationships/tags" Target="../tags/tag560.xml"/><Relationship Id="rId798" Type="http://schemas.openxmlformats.org/officeDocument/2006/relationships/tags" Target="../tags/tag798.xml"/><Relationship Id="rId92" Type="http://schemas.openxmlformats.org/officeDocument/2006/relationships/tags" Target="../tags/tag92.xml"/><Relationship Id="rId213" Type="http://schemas.openxmlformats.org/officeDocument/2006/relationships/tags" Target="../tags/tag213.xml"/><Relationship Id="rId420" Type="http://schemas.openxmlformats.org/officeDocument/2006/relationships/tags" Target="../tags/tag420.xml"/><Relationship Id="rId616" Type="http://schemas.openxmlformats.org/officeDocument/2006/relationships/tags" Target="../tags/tag616.xml"/><Relationship Id="rId658" Type="http://schemas.openxmlformats.org/officeDocument/2006/relationships/tags" Target="../tags/tag658.xml"/><Relationship Id="rId823" Type="http://schemas.openxmlformats.org/officeDocument/2006/relationships/tags" Target="../tags/tag823.xml"/><Relationship Id="rId865" Type="http://schemas.openxmlformats.org/officeDocument/2006/relationships/tags" Target="../tags/tag865.xml"/><Relationship Id="rId255" Type="http://schemas.openxmlformats.org/officeDocument/2006/relationships/tags" Target="../tags/tag255.xml"/><Relationship Id="rId297" Type="http://schemas.openxmlformats.org/officeDocument/2006/relationships/tags" Target="../tags/tag297.xml"/><Relationship Id="rId462" Type="http://schemas.openxmlformats.org/officeDocument/2006/relationships/tags" Target="../tags/tag462.xml"/><Relationship Id="rId518" Type="http://schemas.openxmlformats.org/officeDocument/2006/relationships/tags" Target="../tags/tag518.xml"/><Relationship Id="rId725" Type="http://schemas.openxmlformats.org/officeDocument/2006/relationships/tags" Target="../tags/tag725.xml"/><Relationship Id="rId115" Type="http://schemas.openxmlformats.org/officeDocument/2006/relationships/tags" Target="../tags/tag115.xml"/><Relationship Id="rId157" Type="http://schemas.openxmlformats.org/officeDocument/2006/relationships/tags" Target="../tags/tag157.xml"/><Relationship Id="rId322" Type="http://schemas.openxmlformats.org/officeDocument/2006/relationships/tags" Target="../tags/tag322.xml"/><Relationship Id="rId364" Type="http://schemas.openxmlformats.org/officeDocument/2006/relationships/tags" Target="../tags/tag364.xml"/><Relationship Id="rId767" Type="http://schemas.openxmlformats.org/officeDocument/2006/relationships/tags" Target="../tags/tag767.xml"/><Relationship Id="rId61" Type="http://schemas.openxmlformats.org/officeDocument/2006/relationships/tags" Target="../tags/tag61.xml"/><Relationship Id="rId199" Type="http://schemas.openxmlformats.org/officeDocument/2006/relationships/tags" Target="../tags/tag199.xml"/><Relationship Id="rId571" Type="http://schemas.openxmlformats.org/officeDocument/2006/relationships/tags" Target="../tags/tag571.xml"/><Relationship Id="rId627" Type="http://schemas.openxmlformats.org/officeDocument/2006/relationships/tags" Target="../tags/tag627.xml"/><Relationship Id="rId669" Type="http://schemas.openxmlformats.org/officeDocument/2006/relationships/tags" Target="../tags/tag669.xml"/><Relationship Id="rId834" Type="http://schemas.openxmlformats.org/officeDocument/2006/relationships/tags" Target="../tags/tag834.xml"/><Relationship Id="rId876" Type="http://schemas.openxmlformats.org/officeDocument/2006/relationships/tags" Target="../tags/tag876.xml"/><Relationship Id="rId19" Type="http://schemas.openxmlformats.org/officeDocument/2006/relationships/tags" Target="../tags/tag19.xml"/><Relationship Id="rId224" Type="http://schemas.openxmlformats.org/officeDocument/2006/relationships/tags" Target="../tags/tag224.xml"/><Relationship Id="rId266" Type="http://schemas.openxmlformats.org/officeDocument/2006/relationships/tags" Target="../tags/tag266.xml"/><Relationship Id="rId431" Type="http://schemas.openxmlformats.org/officeDocument/2006/relationships/tags" Target="../tags/tag431.xml"/><Relationship Id="rId473" Type="http://schemas.openxmlformats.org/officeDocument/2006/relationships/tags" Target="../tags/tag473.xml"/><Relationship Id="rId529" Type="http://schemas.openxmlformats.org/officeDocument/2006/relationships/tags" Target="../tags/tag529.xml"/><Relationship Id="rId680" Type="http://schemas.openxmlformats.org/officeDocument/2006/relationships/tags" Target="../tags/tag680.xml"/><Relationship Id="rId736" Type="http://schemas.openxmlformats.org/officeDocument/2006/relationships/tags" Target="../tags/tag736.xml"/><Relationship Id="rId30" Type="http://schemas.openxmlformats.org/officeDocument/2006/relationships/tags" Target="../tags/tag30.xml"/><Relationship Id="rId126" Type="http://schemas.openxmlformats.org/officeDocument/2006/relationships/tags" Target="../tags/tag126.xml"/><Relationship Id="rId168" Type="http://schemas.openxmlformats.org/officeDocument/2006/relationships/tags" Target="../tags/tag168.xml"/><Relationship Id="rId333" Type="http://schemas.openxmlformats.org/officeDocument/2006/relationships/tags" Target="../tags/tag333.xml"/><Relationship Id="rId540" Type="http://schemas.openxmlformats.org/officeDocument/2006/relationships/tags" Target="../tags/tag540.xml"/><Relationship Id="rId778" Type="http://schemas.openxmlformats.org/officeDocument/2006/relationships/tags" Target="../tags/tag778.xml"/><Relationship Id="rId72" Type="http://schemas.openxmlformats.org/officeDocument/2006/relationships/tags" Target="../tags/tag72.xml"/><Relationship Id="rId375" Type="http://schemas.openxmlformats.org/officeDocument/2006/relationships/tags" Target="../tags/tag375.xml"/><Relationship Id="rId582" Type="http://schemas.openxmlformats.org/officeDocument/2006/relationships/tags" Target="../tags/tag582.xml"/><Relationship Id="rId638" Type="http://schemas.openxmlformats.org/officeDocument/2006/relationships/tags" Target="../tags/tag638.xml"/><Relationship Id="rId803" Type="http://schemas.openxmlformats.org/officeDocument/2006/relationships/tags" Target="../tags/tag803.xml"/><Relationship Id="rId845" Type="http://schemas.openxmlformats.org/officeDocument/2006/relationships/tags" Target="../tags/tag845.xml"/><Relationship Id="rId3" Type="http://schemas.openxmlformats.org/officeDocument/2006/relationships/tags" Target="../tags/tag3.xml"/><Relationship Id="rId235" Type="http://schemas.openxmlformats.org/officeDocument/2006/relationships/tags" Target="../tags/tag235.xml"/><Relationship Id="rId277" Type="http://schemas.openxmlformats.org/officeDocument/2006/relationships/tags" Target="../tags/tag277.xml"/><Relationship Id="rId400" Type="http://schemas.openxmlformats.org/officeDocument/2006/relationships/tags" Target="../tags/tag400.xml"/><Relationship Id="rId442" Type="http://schemas.openxmlformats.org/officeDocument/2006/relationships/tags" Target="../tags/tag442.xml"/><Relationship Id="rId484" Type="http://schemas.openxmlformats.org/officeDocument/2006/relationships/tags" Target="../tags/tag484.xml"/><Relationship Id="rId705" Type="http://schemas.openxmlformats.org/officeDocument/2006/relationships/tags" Target="../tags/tag705.xml"/><Relationship Id="rId137" Type="http://schemas.openxmlformats.org/officeDocument/2006/relationships/tags" Target="../tags/tag137.xml"/><Relationship Id="rId302" Type="http://schemas.openxmlformats.org/officeDocument/2006/relationships/tags" Target="../tags/tag302.xml"/><Relationship Id="rId344" Type="http://schemas.openxmlformats.org/officeDocument/2006/relationships/tags" Target="../tags/tag344.xml"/><Relationship Id="rId691" Type="http://schemas.openxmlformats.org/officeDocument/2006/relationships/tags" Target="../tags/tag691.xml"/><Relationship Id="rId747" Type="http://schemas.openxmlformats.org/officeDocument/2006/relationships/tags" Target="../tags/tag747.xml"/><Relationship Id="rId789" Type="http://schemas.openxmlformats.org/officeDocument/2006/relationships/tags" Target="../tags/tag789.xml"/><Relationship Id="rId41" Type="http://schemas.openxmlformats.org/officeDocument/2006/relationships/tags" Target="../tags/tag41.xml"/><Relationship Id="rId83" Type="http://schemas.openxmlformats.org/officeDocument/2006/relationships/tags" Target="../tags/tag83.xml"/><Relationship Id="rId179" Type="http://schemas.openxmlformats.org/officeDocument/2006/relationships/tags" Target="../tags/tag179.xml"/><Relationship Id="rId386" Type="http://schemas.openxmlformats.org/officeDocument/2006/relationships/tags" Target="../tags/tag386.xml"/><Relationship Id="rId551" Type="http://schemas.openxmlformats.org/officeDocument/2006/relationships/tags" Target="../tags/tag551.xml"/><Relationship Id="rId593" Type="http://schemas.openxmlformats.org/officeDocument/2006/relationships/tags" Target="../tags/tag593.xml"/><Relationship Id="rId607" Type="http://schemas.openxmlformats.org/officeDocument/2006/relationships/tags" Target="../tags/tag607.xml"/><Relationship Id="rId649" Type="http://schemas.openxmlformats.org/officeDocument/2006/relationships/tags" Target="../tags/tag649.xml"/><Relationship Id="rId814" Type="http://schemas.openxmlformats.org/officeDocument/2006/relationships/tags" Target="../tags/tag814.xml"/><Relationship Id="rId856" Type="http://schemas.openxmlformats.org/officeDocument/2006/relationships/tags" Target="../tags/tag856.xml"/><Relationship Id="rId190" Type="http://schemas.openxmlformats.org/officeDocument/2006/relationships/tags" Target="../tags/tag190.xml"/><Relationship Id="rId204" Type="http://schemas.openxmlformats.org/officeDocument/2006/relationships/tags" Target="../tags/tag204.xml"/><Relationship Id="rId246" Type="http://schemas.openxmlformats.org/officeDocument/2006/relationships/tags" Target="../tags/tag246.xml"/><Relationship Id="rId288" Type="http://schemas.openxmlformats.org/officeDocument/2006/relationships/tags" Target="../tags/tag288.xml"/><Relationship Id="rId411" Type="http://schemas.openxmlformats.org/officeDocument/2006/relationships/tags" Target="../tags/tag411.xml"/><Relationship Id="rId453" Type="http://schemas.openxmlformats.org/officeDocument/2006/relationships/tags" Target="../tags/tag453.xml"/><Relationship Id="rId509" Type="http://schemas.openxmlformats.org/officeDocument/2006/relationships/tags" Target="../tags/tag509.xml"/><Relationship Id="rId660" Type="http://schemas.openxmlformats.org/officeDocument/2006/relationships/tags" Target="../tags/tag660.xml"/><Relationship Id="rId106" Type="http://schemas.openxmlformats.org/officeDocument/2006/relationships/tags" Target="../tags/tag106.xml"/><Relationship Id="rId313" Type="http://schemas.openxmlformats.org/officeDocument/2006/relationships/tags" Target="../tags/tag313.xml"/><Relationship Id="rId495" Type="http://schemas.openxmlformats.org/officeDocument/2006/relationships/tags" Target="../tags/tag495.xml"/><Relationship Id="rId716" Type="http://schemas.openxmlformats.org/officeDocument/2006/relationships/tags" Target="../tags/tag716.xml"/><Relationship Id="rId758" Type="http://schemas.openxmlformats.org/officeDocument/2006/relationships/tags" Target="../tags/tag758.xml"/><Relationship Id="rId10" Type="http://schemas.openxmlformats.org/officeDocument/2006/relationships/tags" Target="../tags/tag10.xml"/><Relationship Id="rId52" Type="http://schemas.openxmlformats.org/officeDocument/2006/relationships/tags" Target="../tags/tag52.xml"/><Relationship Id="rId94" Type="http://schemas.openxmlformats.org/officeDocument/2006/relationships/tags" Target="../tags/tag94.xml"/><Relationship Id="rId148" Type="http://schemas.openxmlformats.org/officeDocument/2006/relationships/tags" Target="../tags/tag148.xml"/><Relationship Id="rId355" Type="http://schemas.openxmlformats.org/officeDocument/2006/relationships/tags" Target="../tags/tag355.xml"/><Relationship Id="rId397" Type="http://schemas.openxmlformats.org/officeDocument/2006/relationships/tags" Target="../tags/tag397.xml"/><Relationship Id="rId520" Type="http://schemas.openxmlformats.org/officeDocument/2006/relationships/tags" Target="../tags/tag520.xml"/><Relationship Id="rId562" Type="http://schemas.openxmlformats.org/officeDocument/2006/relationships/tags" Target="../tags/tag562.xml"/><Relationship Id="rId618" Type="http://schemas.openxmlformats.org/officeDocument/2006/relationships/tags" Target="../tags/tag618.xml"/><Relationship Id="rId825" Type="http://schemas.openxmlformats.org/officeDocument/2006/relationships/tags" Target="../tags/tag825.xml"/><Relationship Id="rId215" Type="http://schemas.openxmlformats.org/officeDocument/2006/relationships/tags" Target="../tags/tag215.xml"/><Relationship Id="rId257" Type="http://schemas.openxmlformats.org/officeDocument/2006/relationships/tags" Target="../tags/tag257.xml"/><Relationship Id="rId422" Type="http://schemas.openxmlformats.org/officeDocument/2006/relationships/tags" Target="../tags/tag422.xml"/><Relationship Id="rId464" Type="http://schemas.openxmlformats.org/officeDocument/2006/relationships/tags" Target="../tags/tag464.xml"/><Relationship Id="rId867" Type="http://schemas.openxmlformats.org/officeDocument/2006/relationships/tags" Target="../tags/tag867.xml"/><Relationship Id="rId299" Type="http://schemas.openxmlformats.org/officeDocument/2006/relationships/tags" Target="../tags/tag299.xml"/><Relationship Id="rId727" Type="http://schemas.openxmlformats.org/officeDocument/2006/relationships/tags" Target="../tags/tag727.xml"/><Relationship Id="rId63" Type="http://schemas.openxmlformats.org/officeDocument/2006/relationships/tags" Target="../tags/tag63.xml"/><Relationship Id="rId159" Type="http://schemas.openxmlformats.org/officeDocument/2006/relationships/tags" Target="../tags/tag159.xml"/><Relationship Id="rId366" Type="http://schemas.openxmlformats.org/officeDocument/2006/relationships/tags" Target="../tags/tag366.xml"/><Relationship Id="rId573" Type="http://schemas.openxmlformats.org/officeDocument/2006/relationships/tags" Target="../tags/tag573.xml"/><Relationship Id="rId780" Type="http://schemas.openxmlformats.org/officeDocument/2006/relationships/tags" Target="../tags/tag780.xml"/><Relationship Id="rId226" Type="http://schemas.openxmlformats.org/officeDocument/2006/relationships/tags" Target="../tags/tag226.xml"/><Relationship Id="rId433" Type="http://schemas.openxmlformats.org/officeDocument/2006/relationships/tags" Target="../tags/tag433.xml"/><Relationship Id="rId878" Type="http://schemas.openxmlformats.org/officeDocument/2006/relationships/tags" Target="../tags/tag878.xml"/><Relationship Id="rId640" Type="http://schemas.openxmlformats.org/officeDocument/2006/relationships/tags" Target="../tags/tag640.xml"/><Relationship Id="rId738" Type="http://schemas.openxmlformats.org/officeDocument/2006/relationships/tags" Target="../tags/tag738.xml"/><Relationship Id="rId74" Type="http://schemas.openxmlformats.org/officeDocument/2006/relationships/tags" Target="../tags/tag74.xml"/><Relationship Id="rId377" Type="http://schemas.openxmlformats.org/officeDocument/2006/relationships/tags" Target="../tags/tag377.xml"/><Relationship Id="rId500" Type="http://schemas.openxmlformats.org/officeDocument/2006/relationships/tags" Target="../tags/tag500.xml"/><Relationship Id="rId584" Type="http://schemas.openxmlformats.org/officeDocument/2006/relationships/tags" Target="../tags/tag584.xml"/><Relationship Id="rId805" Type="http://schemas.openxmlformats.org/officeDocument/2006/relationships/tags" Target="../tags/tag805.xml"/><Relationship Id="rId5" Type="http://schemas.openxmlformats.org/officeDocument/2006/relationships/tags" Target="../tags/tag5.xml"/><Relationship Id="rId237" Type="http://schemas.openxmlformats.org/officeDocument/2006/relationships/tags" Target="../tags/tag237.xml"/><Relationship Id="rId791" Type="http://schemas.openxmlformats.org/officeDocument/2006/relationships/tags" Target="../tags/tag791.xml"/><Relationship Id="rId444" Type="http://schemas.openxmlformats.org/officeDocument/2006/relationships/tags" Target="../tags/tag444.xml"/><Relationship Id="rId651" Type="http://schemas.openxmlformats.org/officeDocument/2006/relationships/tags" Target="../tags/tag651.xml"/><Relationship Id="rId749" Type="http://schemas.openxmlformats.org/officeDocument/2006/relationships/tags" Target="../tags/tag749.xml"/><Relationship Id="rId290" Type="http://schemas.openxmlformats.org/officeDocument/2006/relationships/tags" Target="../tags/tag290.xml"/><Relationship Id="rId304" Type="http://schemas.openxmlformats.org/officeDocument/2006/relationships/tags" Target="../tags/tag304.xml"/><Relationship Id="rId388" Type="http://schemas.openxmlformats.org/officeDocument/2006/relationships/tags" Target="../tags/tag388.xml"/><Relationship Id="rId511" Type="http://schemas.openxmlformats.org/officeDocument/2006/relationships/tags" Target="../tags/tag511.xml"/><Relationship Id="rId609" Type="http://schemas.openxmlformats.org/officeDocument/2006/relationships/tags" Target="../tags/tag609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595" Type="http://schemas.openxmlformats.org/officeDocument/2006/relationships/tags" Target="../tags/tag595.xml"/><Relationship Id="rId816" Type="http://schemas.openxmlformats.org/officeDocument/2006/relationships/tags" Target="../tags/tag816.xml"/><Relationship Id="rId248" Type="http://schemas.openxmlformats.org/officeDocument/2006/relationships/tags" Target="../tags/tag248.xml"/><Relationship Id="rId455" Type="http://schemas.openxmlformats.org/officeDocument/2006/relationships/tags" Target="../tags/tag455.xml"/><Relationship Id="rId662" Type="http://schemas.openxmlformats.org/officeDocument/2006/relationships/tags" Target="../tags/tag662.xml"/><Relationship Id="rId12" Type="http://schemas.openxmlformats.org/officeDocument/2006/relationships/tags" Target="../tags/tag12.xml"/><Relationship Id="rId108" Type="http://schemas.openxmlformats.org/officeDocument/2006/relationships/tags" Target="../tags/tag108.xml"/><Relationship Id="rId315" Type="http://schemas.openxmlformats.org/officeDocument/2006/relationships/tags" Target="../tags/tag315.xml"/><Relationship Id="rId522" Type="http://schemas.openxmlformats.org/officeDocument/2006/relationships/tags" Target="../tags/tag522.xml"/><Relationship Id="rId96" Type="http://schemas.openxmlformats.org/officeDocument/2006/relationships/tags" Target="../tags/tag96.xml"/><Relationship Id="rId161" Type="http://schemas.openxmlformats.org/officeDocument/2006/relationships/tags" Target="../tags/tag161.xml"/><Relationship Id="rId399" Type="http://schemas.openxmlformats.org/officeDocument/2006/relationships/tags" Target="../tags/tag399.xml"/><Relationship Id="rId827" Type="http://schemas.openxmlformats.org/officeDocument/2006/relationships/tags" Target="../tags/tag827.xml"/><Relationship Id="rId259" Type="http://schemas.openxmlformats.org/officeDocument/2006/relationships/tags" Target="../tags/tag259.xml"/><Relationship Id="rId466" Type="http://schemas.openxmlformats.org/officeDocument/2006/relationships/tags" Target="../tags/tag466.xml"/><Relationship Id="rId673" Type="http://schemas.openxmlformats.org/officeDocument/2006/relationships/tags" Target="../tags/tag673.xml"/><Relationship Id="rId880" Type="http://schemas.openxmlformats.org/officeDocument/2006/relationships/tags" Target="../tags/tag880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326" Type="http://schemas.openxmlformats.org/officeDocument/2006/relationships/tags" Target="../tags/tag326.xml"/><Relationship Id="rId533" Type="http://schemas.openxmlformats.org/officeDocument/2006/relationships/tags" Target="../tags/tag533.xml"/><Relationship Id="rId740" Type="http://schemas.openxmlformats.org/officeDocument/2006/relationships/tags" Target="../tags/tag740.xml"/><Relationship Id="rId838" Type="http://schemas.openxmlformats.org/officeDocument/2006/relationships/tags" Target="../tags/tag838.xml"/><Relationship Id="rId172" Type="http://schemas.openxmlformats.org/officeDocument/2006/relationships/tags" Target="../tags/tag172.xml"/><Relationship Id="rId477" Type="http://schemas.openxmlformats.org/officeDocument/2006/relationships/tags" Target="../tags/tag477.xml"/><Relationship Id="rId600" Type="http://schemas.openxmlformats.org/officeDocument/2006/relationships/tags" Target="../tags/tag600.xml"/><Relationship Id="rId684" Type="http://schemas.openxmlformats.org/officeDocument/2006/relationships/tags" Target="../tags/tag684.xml"/><Relationship Id="rId337" Type="http://schemas.openxmlformats.org/officeDocument/2006/relationships/tags" Target="../tags/tag337.xml"/><Relationship Id="rId34" Type="http://schemas.openxmlformats.org/officeDocument/2006/relationships/tags" Target="../tags/tag34.xml"/><Relationship Id="rId544" Type="http://schemas.openxmlformats.org/officeDocument/2006/relationships/tags" Target="../tags/tag544.xml"/><Relationship Id="rId751" Type="http://schemas.openxmlformats.org/officeDocument/2006/relationships/tags" Target="../tags/tag751.xml"/><Relationship Id="rId849" Type="http://schemas.openxmlformats.org/officeDocument/2006/relationships/tags" Target="../tags/tag849.xml"/><Relationship Id="rId183" Type="http://schemas.openxmlformats.org/officeDocument/2006/relationships/tags" Target="../tags/tag183.xml"/><Relationship Id="rId390" Type="http://schemas.openxmlformats.org/officeDocument/2006/relationships/tags" Target="../tags/tag390.xml"/><Relationship Id="rId404" Type="http://schemas.openxmlformats.org/officeDocument/2006/relationships/tags" Target="../tags/tag404.xml"/><Relationship Id="rId611" Type="http://schemas.openxmlformats.org/officeDocument/2006/relationships/tags" Target="../tags/tag611.xml"/><Relationship Id="rId250" Type="http://schemas.openxmlformats.org/officeDocument/2006/relationships/tags" Target="../tags/tag250.xml"/><Relationship Id="rId488" Type="http://schemas.openxmlformats.org/officeDocument/2006/relationships/tags" Target="../tags/tag488.xml"/><Relationship Id="rId695" Type="http://schemas.openxmlformats.org/officeDocument/2006/relationships/tags" Target="../tags/tag695.xml"/><Relationship Id="rId709" Type="http://schemas.openxmlformats.org/officeDocument/2006/relationships/tags" Target="../tags/tag709.xml"/><Relationship Id="rId45" Type="http://schemas.openxmlformats.org/officeDocument/2006/relationships/tags" Target="../tags/tag45.xml"/><Relationship Id="rId110" Type="http://schemas.openxmlformats.org/officeDocument/2006/relationships/tags" Target="../tags/tag110.xml"/><Relationship Id="rId348" Type="http://schemas.openxmlformats.org/officeDocument/2006/relationships/tags" Target="../tags/tag348.xml"/><Relationship Id="rId555" Type="http://schemas.openxmlformats.org/officeDocument/2006/relationships/tags" Target="../tags/tag555.xml"/><Relationship Id="rId762" Type="http://schemas.openxmlformats.org/officeDocument/2006/relationships/tags" Target="../tags/tag762.xml"/><Relationship Id="rId194" Type="http://schemas.openxmlformats.org/officeDocument/2006/relationships/tags" Target="../tags/tag194.xml"/><Relationship Id="rId208" Type="http://schemas.openxmlformats.org/officeDocument/2006/relationships/tags" Target="../tags/tag208.xml"/><Relationship Id="rId415" Type="http://schemas.openxmlformats.org/officeDocument/2006/relationships/tags" Target="../tags/tag415.xml"/><Relationship Id="rId622" Type="http://schemas.openxmlformats.org/officeDocument/2006/relationships/tags" Target="../tags/tag622.xml"/><Relationship Id="rId261" Type="http://schemas.openxmlformats.org/officeDocument/2006/relationships/tags" Target="../tags/tag261.xml"/><Relationship Id="rId499" Type="http://schemas.openxmlformats.org/officeDocument/2006/relationships/tags" Target="../tags/tag499.xml"/><Relationship Id="rId56" Type="http://schemas.openxmlformats.org/officeDocument/2006/relationships/tags" Target="../tags/tag56.xml"/><Relationship Id="rId359" Type="http://schemas.openxmlformats.org/officeDocument/2006/relationships/tags" Target="../tags/tag359.xml"/><Relationship Id="rId566" Type="http://schemas.openxmlformats.org/officeDocument/2006/relationships/tags" Target="../tags/tag566.xml"/><Relationship Id="rId773" Type="http://schemas.openxmlformats.org/officeDocument/2006/relationships/tags" Target="../tags/tag773.xml"/><Relationship Id="rId121" Type="http://schemas.openxmlformats.org/officeDocument/2006/relationships/tags" Target="../tags/tag121.xml"/><Relationship Id="rId219" Type="http://schemas.openxmlformats.org/officeDocument/2006/relationships/tags" Target="../tags/tag219.xml"/><Relationship Id="rId426" Type="http://schemas.openxmlformats.org/officeDocument/2006/relationships/tags" Target="../tags/tag426.xml"/><Relationship Id="rId633" Type="http://schemas.openxmlformats.org/officeDocument/2006/relationships/tags" Target="../tags/tag633.xml"/><Relationship Id="rId840" Type="http://schemas.openxmlformats.org/officeDocument/2006/relationships/tags" Target="../tags/tag840.xml"/><Relationship Id="rId67" Type="http://schemas.openxmlformats.org/officeDocument/2006/relationships/tags" Target="../tags/tag67.xml"/><Relationship Id="rId272" Type="http://schemas.openxmlformats.org/officeDocument/2006/relationships/tags" Target="../tags/tag272.xml"/><Relationship Id="rId577" Type="http://schemas.openxmlformats.org/officeDocument/2006/relationships/tags" Target="../tags/tag577.xml"/><Relationship Id="rId700" Type="http://schemas.openxmlformats.org/officeDocument/2006/relationships/tags" Target="../tags/tag700.xml"/><Relationship Id="rId132" Type="http://schemas.openxmlformats.org/officeDocument/2006/relationships/tags" Target="../tags/tag132.xml"/><Relationship Id="rId784" Type="http://schemas.openxmlformats.org/officeDocument/2006/relationships/tags" Target="../tags/tag784.xml"/><Relationship Id="rId437" Type="http://schemas.openxmlformats.org/officeDocument/2006/relationships/tags" Target="../tags/tag437.xml"/><Relationship Id="rId644" Type="http://schemas.openxmlformats.org/officeDocument/2006/relationships/tags" Target="../tags/tag644.xml"/><Relationship Id="rId851" Type="http://schemas.openxmlformats.org/officeDocument/2006/relationships/tags" Target="../tags/tag851.xml"/><Relationship Id="rId283" Type="http://schemas.openxmlformats.org/officeDocument/2006/relationships/tags" Target="../tags/tag283.xml"/><Relationship Id="rId490" Type="http://schemas.openxmlformats.org/officeDocument/2006/relationships/tags" Target="../tags/tag490.xml"/><Relationship Id="rId504" Type="http://schemas.openxmlformats.org/officeDocument/2006/relationships/tags" Target="../tags/tag504.xml"/><Relationship Id="rId711" Type="http://schemas.openxmlformats.org/officeDocument/2006/relationships/tags" Target="../tags/tag711.xml"/><Relationship Id="rId78" Type="http://schemas.openxmlformats.org/officeDocument/2006/relationships/tags" Target="../tags/tag78.xml"/><Relationship Id="rId143" Type="http://schemas.openxmlformats.org/officeDocument/2006/relationships/tags" Target="../tags/tag143.xml"/><Relationship Id="rId350" Type="http://schemas.openxmlformats.org/officeDocument/2006/relationships/tags" Target="../tags/tag350.xml"/><Relationship Id="rId588" Type="http://schemas.openxmlformats.org/officeDocument/2006/relationships/tags" Target="../tags/tag588.xml"/><Relationship Id="rId795" Type="http://schemas.openxmlformats.org/officeDocument/2006/relationships/tags" Target="../tags/tag795.xml"/><Relationship Id="rId809" Type="http://schemas.openxmlformats.org/officeDocument/2006/relationships/tags" Target="../tags/tag809.xml"/><Relationship Id="rId9" Type="http://schemas.openxmlformats.org/officeDocument/2006/relationships/tags" Target="../tags/tag9.xml"/><Relationship Id="rId210" Type="http://schemas.openxmlformats.org/officeDocument/2006/relationships/tags" Target="../tags/tag210.xml"/><Relationship Id="rId448" Type="http://schemas.openxmlformats.org/officeDocument/2006/relationships/tags" Target="../tags/tag448.xml"/><Relationship Id="rId655" Type="http://schemas.openxmlformats.org/officeDocument/2006/relationships/tags" Target="../tags/tag655.xml"/><Relationship Id="rId862" Type="http://schemas.openxmlformats.org/officeDocument/2006/relationships/tags" Target="../tags/tag862.xml"/><Relationship Id="rId294" Type="http://schemas.openxmlformats.org/officeDocument/2006/relationships/tags" Target="../tags/tag294.xml"/><Relationship Id="rId308" Type="http://schemas.openxmlformats.org/officeDocument/2006/relationships/tags" Target="../tags/tag308.xml"/><Relationship Id="rId515" Type="http://schemas.openxmlformats.org/officeDocument/2006/relationships/tags" Target="../tags/tag515.xml"/><Relationship Id="rId722" Type="http://schemas.openxmlformats.org/officeDocument/2006/relationships/tags" Target="../tags/tag722.xml"/><Relationship Id="rId89" Type="http://schemas.openxmlformats.org/officeDocument/2006/relationships/tags" Target="../tags/tag89.xml"/><Relationship Id="rId154" Type="http://schemas.openxmlformats.org/officeDocument/2006/relationships/tags" Target="../tags/tag154.xml"/><Relationship Id="rId361" Type="http://schemas.openxmlformats.org/officeDocument/2006/relationships/tags" Target="../tags/tag361.xml"/><Relationship Id="rId599" Type="http://schemas.openxmlformats.org/officeDocument/2006/relationships/tags" Target="../tags/tag599.xml"/><Relationship Id="rId459" Type="http://schemas.openxmlformats.org/officeDocument/2006/relationships/tags" Target="../tags/tag459.xml"/><Relationship Id="rId666" Type="http://schemas.openxmlformats.org/officeDocument/2006/relationships/tags" Target="../tags/tag666.xml"/><Relationship Id="rId873" Type="http://schemas.openxmlformats.org/officeDocument/2006/relationships/tags" Target="../tags/tag873.xml"/><Relationship Id="rId16" Type="http://schemas.openxmlformats.org/officeDocument/2006/relationships/tags" Target="../tags/tag16.xml"/><Relationship Id="rId221" Type="http://schemas.openxmlformats.org/officeDocument/2006/relationships/tags" Target="../tags/tag221.xml"/><Relationship Id="rId319" Type="http://schemas.openxmlformats.org/officeDocument/2006/relationships/tags" Target="../tags/tag319.xml"/><Relationship Id="rId526" Type="http://schemas.openxmlformats.org/officeDocument/2006/relationships/tags" Target="../tags/tag526.xml"/><Relationship Id="rId733" Type="http://schemas.openxmlformats.org/officeDocument/2006/relationships/tags" Target="../tags/tag733.xml"/><Relationship Id="rId165" Type="http://schemas.openxmlformats.org/officeDocument/2006/relationships/tags" Target="../tags/tag165.xml"/><Relationship Id="rId372" Type="http://schemas.openxmlformats.org/officeDocument/2006/relationships/tags" Target="../tags/tag372.xml"/><Relationship Id="rId677" Type="http://schemas.openxmlformats.org/officeDocument/2006/relationships/tags" Target="../tags/tag677.xml"/><Relationship Id="rId800" Type="http://schemas.openxmlformats.org/officeDocument/2006/relationships/tags" Target="../tags/tag800.xml"/><Relationship Id="rId232" Type="http://schemas.openxmlformats.org/officeDocument/2006/relationships/tags" Target="../tags/tag232.xml"/><Relationship Id="rId884" Type="http://schemas.openxmlformats.org/officeDocument/2006/relationships/slideLayout" Target="../slideLayouts/slideLayout1.xml"/><Relationship Id="rId27" Type="http://schemas.openxmlformats.org/officeDocument/2006/relationships/tags" Target="../tags/tag27.xml"/><Relationship Id="rId537" Type="http://schemas.openxmlformats.org/officeDocument/2006/relationships/tags" Target="../tags/tag537.xml"/><Relationship Id="rId744" Type="http://schemas.openxmlformats.org/officeDocument/2006/relationships/tags" Target="../tags/tag744.xml"/><Relationship Id="rId80" Type="http://schemas.openxmlformats.org/officeDocument/2006/relationships/tags" Target="../tags/tag80.xml"/><Relationship Id="rId176" Type="http://schemas.openxmlformats.org/officeDocument/2006/relationships/tags" Target="../tags/tag176.xml"/><Relationship Id="rId383" Type="http://schemas.openxmlformats.org/officeDocument/2006/relationships/tags" Target="../tags/tag383.xml"/><Relationship Id="rId590" Type="http://schemas.openxmlformats.org/officeDocument/2006/relationships/tags" Target="../tags/tag590.xml"/><Relationship Id="rId604" Type="http://schemas.openxmlformats.org/officeDocument/2006/relationships/tags" Target="../tags/tag604.xml"/><Relationship Id="rId811" Type="http://schemas.openxmlformats.org/officeDocument/2006/relationships/tags" Target="../tags/tag811.xml"/><Relationship Id="rId243" Type="http://schemas.openxmlformats.org/officeDocument/2006/relationships/tags" Target="../tags/tag243.xml"/><Relationship Id="rId450" Type="http://schemas.openxmlformats.org/officeDocument/2006/relationships/tags" Target="../tags/tag450.xml"/><Relationship Id="rId688" Type="http://schemas.openxmlformats.org/officeDocument/2006/relationships/tags" Target="../tags/tag688.xml"/><Relationship Id="rId38" Type="http://schemas.openxmlformats.org/officeDocument/2006/relationships/tags" Target="../tags/tag38.xml"/><Relationship Id="rId103" Type="http://schemas.openxmlformats.org/officeDocument/2006/relationships/tags" Target="../tags/tag103.xml"/><Relationship Id="rId310" Type="http://schemas.openxmlformats.org/officeDocument/2006/relationships/tags" Target="../tags/tag310.xml"/><Relationship Id="rId548" Type="http://schemas.openxmlformats.org/officeDocument/2006/relationships/tags" Target="../tags/tag548.xml"/><Relationship Id="rId755" Type="http://schemas.openxmlformats.org/officeDocument/2006/relationships/tags" Target="../tags/tag755.xml"/><Relationship Id="rId91" Type="http://schemas.openxmlformats.org/officeDocument/2006/relationships/tags" Target="../tags/tag91.xml"/><Relationship Id="rId187" Type="http://schemas.openxmlformats.org/officeDocument/2006/relationships/tags" Target="../tags/tag187.xml"/><Relationship Id="rId394" Type="http://schemas.openxmlformats.org/officeDocument/2006/relationships/tags" Target="../tags/tag394.xml"/><Relationship Id="rId408" Type="http://schemas.openxmlformats.org/officeDocument/2006/relationships/tags" Target="../tags/tag408.xml"/><Relationship Id="rId615" Type="http://schemas.openxmlformats.org/officeDocument/2006/relationships/tags" Target="../tags/tag615.xml"/><Relationship Id="rId822" Type="http://schemas.openxmlformats.org/officeDocument/2006/relationships/tags" Target="../tags/tag822.xml"/><Relationship Id="rId254" Type="http://schemas.openxmlformats.org/officeDocument/2006/relationships/tags" Target="../tags/tag254.xml"/><Relationship Id="rId699" Type="http://schemas.openxmlformats.org/officeDocument/2006/relationships/tags" Target="../tags/tag699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461" Type="http://schemas.openxmlformats.org/officeDocument/2006/relationships/tags" Target="../tags/tag461.xml"/><Relationship Id="rId559" Type="http://schemas.openxmlformats.org/officeDocument/2006/relationships/tags" Target="../tags/tag559.xml"/><Relationship Id="rId766" Type="http://schemas.openxmlformats.org/officeDocument/2006/relationships/tags" Target="../tags/tag766.xml"/><Relationship Id="rId198" Type="http://schemas.openxmlformats.org/officeDocument/2006/relationships/tags" Target="../tags/tag198.xml"/><Relationship Id="rId321" Type="http://schemas.openxmlformats.org/officeDocument/2006/relationships/tags" Target="../tags/tag321.xml"/><Relationship Id="rId419" Type="http://schemas.openxmlformats.org/officeDocument/2006/relationships/tags" Target="../tags/tag419.xml"/><Relationship Id="rId626" Type="http://schemas.openxmlformats.org/officeDocument/2006/relationships/tags" Target="../tags/tag626.xml"/><Relationship Id="rId833" Type="http://schemas.openxmlformats.org/officeDocument/2006/relationships/tags" Target="../tags/tag833.xml"/><Relationship Id="rId265" Type="http://schemas.openxmlformats.org/officeDocument/2006/relationships/tags" Target="../tags/tag265.xml"/><Relationship Id="rId472" Type="http://schemas.openxmlformats.org/officeDocument/2006/relationships/tags" Target="../tags/tag472.xml"/><Relationship Id="rId125" Type="http://schemas.openxmlformats.org/officeDocument/2006/relationships/tags" Target="../tags/tag125.xml"/><Relationship Id="rId332" Type="http://schemas.openxmlformats.org/officeDocument/2006/relationships/tags" Target="../tags/tag332.xml"/><Relationship Id="rId777" Type="http://schemas.openxmlformats.org/officeDocument/2006/relationships/tags" Target="../tags/tag777.xml"/><Relationship Id="rId637" Type="http://schemas.openxmlformats.org/officeDocument/2006/relationships/tags" Target="../tags/tag637.xml"/><Relationship Id="rId844" Type="http://schemas.openxmlformats.org/officeDocument/2006/relationships/tags" Target="../tags/tag844.xml"/><Relationship Id="rId276" Type="http://schemas.openxmlformats.org/officeDocument/2006/relationships/tags" Target="../tags/tag276.xml"/><Relationship Id="rId483" Type="http://schemas.openxmlformats.org/officeDocument/2006/relationships/tags" Target="../tags/tag483.xml"/><Relationship Id="rId690" Type="http://schemas.openxmlformats.org/officeDocument/2006/relationships/tags" Target="../tags/tag690.xml"/><Relationship Id="rId704" Type="http://schemas.openxmlformats.org/officeDocument/2006/relationships/tags" Target="../tags/tag704.xml"/><Relationship Id="rId40" Type="http://schemas.openxmlformats.org/officeDocument/2006/relationships/tags" Target="../tags/tag40.xml"/><Relationship Id="rId136" Type="http://schemas.openxmlformats.org/officeDocument/2006/relationships/tags" Target="../tags/tag136.xml"/><Relationship Id="rId343" Type="http://schemas.openxmlformats.org/officeDocument/2006/relationships/tags" Target="../tags/tag343.xml"/><Relationship Id="rId550" Type="http://schemas.openxmlformats.org/officeDocument/2006/relationships/tags" Target="../tags/tag550.xml"/><Relationship Id="rId788" Type="http://schemas.openxmlformats.org/officeDocument/2006/relationships/tags" Target="../tags/tag788.xml"/><Relationship Id="rId203" Type="http://schemas.openxmlformats.org/officeDocument/2006/relationships/tags" Target="../tags/tag203.xml"/><Relationship Id="rId648" Type="http://schemas.openxmlformats.org/officeDocument/2006/relationships/tags" Target="../tags/tag648.xml"/><Relationship Id="rId855" Type="http://schemas.openxmlformats.org/officeDocument/2006/relationships/tags" Target="../tags/tag855.xml"/><Relationship Id="rId287" Type="http://schemas.openxmlformats.org/officeDocument/2006/relationships/tags" Target="../tags/tag287.xml"/><Relationship Id="rId410" Type="http://schemas.openxmlformats.org/officeDocument/2006/relationships/tags" Target="../tags/tag410.xml"/><Relationship Id="rId494" Type="http://schemas.openxmlformats.org/officeDocument/2006/relationships/tags" Target="../tags/tag494.xml"/><Relationship Id="rId508" Type="http://schemas.openxmlformats.org/officeDocument/2006/relationships/tags" Target="../tags/tag508.xml"/><Relationship Id="rId715" Type="http://schemas.openxmlformats.org/officeDocument/2006/relationships/tags" Target="../tags/tag715.xml"/><Relationship Id="rId147" Type="http://schemas.openxmlformats.org/officeDocument/2006/relationships/tags" Target="../tags/tag147.xml"/><Relationship Id="rId354" Type="http://schemas.openxmlformats.org/officeDocument/2006/relationships/tags" Target="../tags/tag354.xml"/><Relationship Id="rId799" Type="http://schemas.openxmlformats.org/officeDocument/2006/relationships/tags" Target="../tags/tag799.xml"/><Relationship Id="rId51" Type="http://schemas.openxmlformats.org/officeDocument/2006/relationships/tags" Target="../tags/tag51.xml"/><Relationship Id="rId561" Type="http://schemas.openxmlformats.org/officeDocument/2006/relationships/tags" Target="../tags/tag561.xml"/><Relationship Id="rId659" Type="http://schemas.openxmlformats.org/officeDocument/2006/relationships/tags" Target="../tags/tag659.xml"/><Relationship Id="rId866" Type="http://schemas.openxmlformats.org/officeDocument/2006/relationships/tags" Target="../tags/tag866.xml"/><Relationship Id="rId214" Type="http://schemas.openxmlformats.org/officeDocument/2006/relationships/tags" Target="../tags/tag214.xml"/><Relationship Id="rId298" Type="http://schemas.openxmlformats.org/officeDocument/2006/relationships/tags" Target="../tags/tag298.xml"/><Relationship Id="rId421" Type="http://schemas.openxmlformats.org/officeDocument/2006/relationships/tags" Target="../tags/tag421.xml"/><Relationship Id="rId519" Type="http://schemas.openxmlformats.org/officeDocument/2006/relationships/tags" Target="../tags/tag519.xml"/><Relationship Id="rId158" Type="http://schemas.openxmlformats.org/officeDocument/2006/relationships/tags" Target="../tags/tag158.xml"/><Relationship Id="rId726" Type="http://schemas.openxmlformats.org/officeDocument/2006/relationships/tags" Target="../tags/tag726.xml"/><Relationship Id="rId62" Type="http://schemas.openxmlformats.org/officeDocument/2006/relationships/tags" Target="../tags/tag62.xml"/><Relationship Id="rId365" Type="http://schemas.openxmlformats.org/officeDocument/2006/relationships/tags" Target="../tags/tag365.xml"/><Relationship Id="rId572" Type="http://schemas.openxmlformats.org/officeDocument/2006/relationships/tags" Target="../tags/tag572.xml"/><Relationship Id="rId225" Type="http://schemas.openxmlformats.org/officeDocument/2006/relationships/tags" Target="../tags/tag225.xml"/><Relationship Id="rId432" Type="http://schemas.openxmlformats.org/officeDocument/2006/relationships/tags" Target="../tags/tag432.xml"/><Relationship Id="rId877" Type="http://schemas.openxmlformats.org/officeDocument/2006/relationships/tags" Target="../tags/tag877.xml"/><Relationship Id="rId737" Type="http://schemas.openxmlformats.org/officeDocument/2006/relationships/tags" Target="../tags/tag737.xml"/><Relationship Id="rId73" Type="http://schemas.openxmlformats.org/officeDocument/2006/relationships/tags" Target="../tags/tag73.xml"/><Relationship Id="rId169" Type="http://schemas.openxmlformats.org/officeDocument/2006/relationships/tags" Target="../tags/tag169.xml"/><Relationship Id="rId376" Type="http://schemas.openxmlformats.org/officeDocument/2006/relationships/tags" Target="../tags/tag376.xml"/><Relationship Id="rId583" Type="http://schemas.openxmlformats.org/officeDocument/2006/relationships/tags" Target="../tags/tag583.xml"/><Relationship Id="rId790" Type="http://schemas.openxmlformats.org/officeDocument/2006/relationships/tags" Target="../tags/tag790.xml"/><Relationship Id="rId804" Type="http://schemas.openxmlformats.org/officeDocument/2006/relationships/tags" Target="../tags/tag804.xml"/><Relationship Id="rId4" Type="http://schemas.openxmlformats.org/officeDocument/2006/relationships/tags" Target="../tags/tag4.xml"/><Relationship Id="rId236" Type="http://schemas.openxmlformats.org/officeDocument/2006/relationships/tags" Target="../tags/tag236.xml"/><Relationship Id="rId443" Type="http://schemas.openxmlformats.org/officeDocument/2006/relationships/tags" Target="../tags/tag443.xml"/><Relationship Id="rId650" Type="http://schemas.openxmlformats.org/officeDocument/2006/relationships/tags" Target="../tags/tag650.xml"/><Relationship Id="rId303" Type="http://schemas.openxmlformats.org/officeDocument/2006/relationships/tags" Target="../tags/tag303.xml"/><Relationship Id="rId748" Type="http://schemas.openxmlformats.org/officeDocument/2006/relationships/tags" Target="../tags/tag748.xml"/><Relationship Id="rId84" Type="http://schemas.openxmlformats.org/officeDocument/2006/relationships/tags" Target="../tags/tag84.xml"/><Relationship Id="rId387" Type="http://schemas.openxmlformats.org/officeDocument/2006/relationships/tags" Target="../tags/tag387.xml"/><Relationship Id="rId510" Type="http://schemas.openxmlformats.org/officeDocument/2006/relationships/tags" Target="../tags/tag510.xml"/><Relationship Id="rId594" Type="http://schemas.openxmlformats.org/officeDocument/2006/relationships/tags" Target="../tags/tag594.xml"/><Relationship Id="rId608" Type="http://schemas.openxmlformats.org/officeDocument/2006/relationships/tags" Target="../tags/tag608.xml"/><Relationship Id="rId815" Type="http://schemas.openxmlformats.org/officeDocument/2006/relationships/tags" Target="../tags/tag815.xml"/><Relationship Id="rId247" Type="http://schemas.openxmlformats.org/officeDocument/2006/relationships/tags" Target="../tags/tag247.xml"/><Relationship Id="rId107" Type="http://schemas.openxmlformats.org/officeDocument/2006/relationships/tags" Target="../tags/tag107.xml"/><Relationship Id="rId454" Type="http://schemas.openxmlformats.org/officeDocument/2006/relationships/tags" Target="../tags/tag454.xml"/><Relationship Id="rId661" Type="http://schemas.openxmlformats.org/officeDocument/2006/relationships/tags" Target="../tags/tag661.xml"/><Relationship Id="rId759" Type="http://schemas.openxmlformats.org/officeDocument/2006/relationships/tags" Target="../tags/tag759.xml"/><Relationship Id="rId11" Type="http://schemas.openxmlformats.org/officeDocument/2006/relationships/tags" Target="../tags/tag11.xml"/><Relationship Id="rId314" Type="http://schemas.openxmlformats.org/officeDocument/2006/relationships/tags" Target="../tags/tag314.xml"/><Relationship Id="rId398" Type="http://schemas.openxmlformats.org/officeDocument/2006/relationships/tags" Target="../tags/tag398.xml"/><Relationship Id="rId521" Type="http://schemas.openxmlformats.org/officeDocument/2006/relationships/tags" Target="../tags/tag521.xml"/><Relationship Id="rId619" Type="http://schemas.openxmlformats.org/officeDocument/2006/relationships/tags" Target="../tags/tag619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826" Type="http://schemas.openxmlformats.org/officeDocument/2006/relationships/tags" Target="../tags/tag826.xml"/><Relationship Id="rId258" Type="http://schemas.openxmlformats.org/officeDocument/2006/relationships/tags" Target="../tags/tag258.xml"/><Relationship Id="rId465" Type="http://schemas.openxmlformats.org/officeDocument/2006/relationships/tags" Target="../tags/tag465.xml"/><Relationship Id="rId672" Type="http://schemas.openxmlformats.org/officeDocument/2006/relationships/tags" Target="../tags/tag672.xml"/><Relationship Id="rId22" Type="http://schemas.openxmlformats.org/officeDocument/2006/relationships/tags" Target="../tags/tag22.xml"/><Relationship Id="rId118" Type="http://schemas.openxmlformats.org/officeDocument/2006/relationships/tags" Target="../tags/tag118.xml"/><Relationship Id="rId325" Type="http://schemas.openxmlformats.org/officeDocument/2006/relationships/tags" Target="../tags/tag325.xml"/><Relationship Id="rId532" Type="http://schemas.openxmlformats.org/officeDocument/2006/relationships/tags" Target="../tags/tag532.xml"/><Relationship Id="rId171" Type="http://schemas.openxmlformats.org/officeDocument/2006/relationships/tags" Target="../tags/tag171.xml"/><Relationship Id="rId837" Type="http://schemas.openxmlformats.org/officeDocument/2006/relationships/tags" Target="../tags/tag837.xml"/><Relationship Id="rId269" Type="http://schemas.openxmlformats.org/officeDocument/2006/relationships/tags" Target="../tags/tag269.xml"/><Relationship Id="rId476" Type="http://schemas.openxmlformats.org/officeDocument/2006/relationships/tags" Target="../tags/tag476.xml"/><Relationship Id="rId683" Type="http://schemas.openxmlformats.org/officeDocument/2006/relationships/tags" Target="../tags/tag683.xml"/><Relationship Id="rId33" Type="http://schemas.openxmlformats.org/officeDocument/2006/relationships/tags" Target="../tags/tag33.xml"/><Relationship Id="rId129" Type="http://schemas.openxmlformats.org/officeDocument/2006/relationships/tags" Target="../tags/tag129.xml"/><Relationship Id="rId336" Type="http://schemas.openxmlformats.org/officeDocument/2006/relationships/tags" Target="../tags/tag336.xml"/><Relationship Id="rId543" Type="http://schemas.openxmlformats.org/officeDocument/2006/relationships/tags" Target="../tags/tag543.xml"/><Relationship Id="rId182" Type="http://schemas.openxmlformats.org/officeDocument/2006/relationships/tags" Target="../tags/tag182.xml"/><Relationship Id="rId403" Type="http://schemas.openxmlformats.org/officeDocument/2006/relationships/tags" Target="../tags/tag403.xml"/><Relationship Id="rId750" Type="http://schemas.openxmlformats.org/officeDocument/2006/relationships/tags" Target="../tags/tag750.xml"/><Relationship Id="rId848" Type="http://schemas.openxmlformats.org/officeDocument/2006/relationships/tags" Target="../tags/tag848.xml"/><Relationship Id="rId487" Type="http://schemas.openxmlformats.org/officeDocument/2006/relationships/tags" Target="../tags/tag487.xml"/><Relationship Id="rId610" Type="http://schemas.openxmlformats.org/officeDocument/2006/relationships/tags" Target="../tags/tag610.xml"/><Relationship Id="rId694" Type="http://schemas.openxmlformats.org/officeDocument/2006/relationships/tags" Target="../tags/tag694.xml"/><Relationship Id="rId708" Type="http://schemas.openxmlformats.org/officeDocument/2006/relationships/tags" Target="../tags/tag708.xml"/><Relationship Id="rId347" Type="http://schemas.openxmlformats.org/officeDocument/2006/relationships/tags" Target="../tags/tag347.xml"/><Relationship Id="rId44" Type="http://schemas.openxmlformats.org/officeDocument/2006/relationships/tags" Target="../tags/tag44.xml"/><Relationship Id="rId554" Type="http://schemas.openxmlformats.org/officeDocument/2006/relationships/tags" Target="../tags/tag554.xml"/><Relationship Id="rId761" Type="http://schemas.openxmlformats.org/officeDocument/2006/relationships/tags" Target="../tags/tag761.xml"/><Relationship Id="rId859" Type="http://schemas.openxmlformats.org/officeDocument/2006/relationships/tags" Target="../tags/tag859.xml"/><Relationship Id="rId193" Type="http://schemas.openxmlformats.org/officeDocument/2006/relationships/tags" Target="../tags/tag193.xml"/><Relationship Id="rId207" Type="http://schemas.openxmlformats.org/officeDocument/2006/relationships/tags" Target="../tags/tag207.xml"/><Relationship Id="rId414" Type="http://schemas.openxmlformats.org/officeDocument/2006/relationships/tags" Target="../tags/tag414.xml"/><Relationship Id="rId498" Type="http://schemas.openxmlformats.org/officeDocument/2006/relationships/tags" Target="../tags/tag498.xml"/><Relationship Id="rId621" Type="http://schemas.openxmlformats.org/officeDocument/2006/relationships/tags" Target="../tags/tag621.xml"/><Relationship Id="rId260" Type="http://schemas.openxmlformats.org/officeDocument/2006/relationships/tags" Target="../tags/tag260.xml"/><Relationship Id="rId719" Type="http://schemas.openxmlformats.org/officeDocument/2006/relationships/tags" Target="../tags/tag719.xml"/><Relationship Id="rId55" Type="http://schemas.openxmlformats.org/officeDocument/2006/relationships/tags" Target="../tags/tag55.xml"/><Relationship Id="rId120" Type="http://schemas.openxmlformats.org/officeDocument/2006/relationships/tags" Target="../tags/tag120.xml"/><Relationship Id="rId358" Type="http://schemas.openxmlformats.org/officeDocument/2006/relationships/tags" Target="../tags/tag358.xml"/><Relationship Id="rId565" Type="http://schemas.openxmlformats.org/officeDocument/2006/relationships/tags" Target="../tags/tag565.xml"/><Relationship Id="rId772" Type="http://schemas.openxmlformats.org/officeDocument/2006/relationships/tags" Target="../tags/tag772.xml"/><Relationship Id="rId218" Type="http://schemas.openxmlformats.org/officeDocument/2006/relationships/tags" Target="../tags/tag218.xml"/><Relationship Id="rId425" Type="http://schemas.openxmlformats.org/officeDocument/2006/relationships/tags" Target="../tags/tag425.xml"/><Relationship Id="rId632" Type="http://schemas.openxmlformats.org/officeDocument/2006/relationships/tags" Target="../tags/tag632.xml"/><Relationship Id="rId271" Type="http://schemas.openxmlformats.org/officeDocument/2006/relationships/tags" Target="../tags/tag271.xml"/><Relationship Id="rId66" Type="http://schemas.openxmlformats.org/officeDocument/2006/relationships/tags" Target="../tags/tag66.xml"/><Relationship Id="rId131" Type="http://schemas.openxmlformats.org/officeDocument/2006/relationships/tags" Target="../tags/tag131.xml"/><Relationship Id="rId369" Type="http://schemas.openxmlformats.org/officeDocument/2006/relationships/tags" Target="../tags/tag369.xml"/><Relationship Id="rId576" Type="http://schemas.openxmlformats.org/officeDocument/2006/relationships/tags" Target="../tags/tag576.xml"/><Relationship Id="rId783" Type="http://schemas.openxmlformats.org/officeDocument/2006/relationships/tags" Target="../tags/tag783.xml"/><Relationship Id="rId229" Type="http://schemas.openxmlformats.org/officeDocument/2006/relationships/tags" Target="../tags/tag229.xml"/><Relationship Id="rId436" Type="http://schemas.openxmlformats.org/officeDocument/2006/relationships/tags" Target="../tags/tag436.xml"/><Relationship Id="rId643" Type="http://schemas.openxmlformats.org/officeDocument/2006/relationships/tags" Target="../tags/tag643.xml"/><Relationship Id="rId850" Type="http://schemas.openxmlformats.org/officeDocument/2006/relationships/tags" Target="../tags/tag850.xml"/><Relationship Id="rId77" Type="http://schemas.openxmlformats.org/officeDocument/2006/relationships/tags" Target="../tags/tag77.xml"/><Relationship Id="rId282" Type="http://schemas.openxmlformats.org/officeDocument/2006/relationships/tags" Target="../tags/tag282.xml"/><Relationship Id="rId503" Type="http://schemas.openxmlformats.org/officeDocument/2006/relationships/tags" Target="../tags/tag503.xml"/><Relationship Id="rId587" Type="http://schemas.openxmlformats.org/officeDocument/2006/relationships/tags" Target="../tags/tag587.xml"/><Relationship Id="rId710" Type="http://schemas.openxmlformats.org/officeDocument/2006/relationships/tags" Target="../tags/tag710.xml"/><Relationship Id="rId808" Type="http://schemas.openxmlformats.org/officeDocument/2006/relationships/tags" Target="../tags/tag808.xml"/><Relationship Id="rId8" Type="http://schemas.openxmlformats.org/officeDocument/2006/relationships/tags" Target="../tags/tag8.xml"/><Relationship Id="rId142" Type="http://schemas.openxmlformats.org/officeDocument/2006/relationships/tags" Target="../tags/tag142.xml"/><Relationship Id="rId447" Type="http://schemas.openxmlformats.org/officeDocument/2006/relationships/tags" Target="../tags/tag447.xml"/><Relationship Id="rId794" Type="http://schemas.openxmlformats.org/officeDocument/2006/relationships/tags" Target="../tags/tag794.xml"/><Relationship Id="rId654" Type="http://schemas.openxmlformats.org/officeDocument/2006/relationships/tags" Target="../tags/tag654.xml"/><Relationship Id="rId861" Type="http://schemas.openxmlformats.org/officeDocument/2006/relationships/tags" Target="../tags/tag861.xml"/><Relationship Id="rId293" Type="http://schemas.openxmlformats.org/officeDocument/2006/relationships/tags" Target="../tags/tag293.xml"/><Relationship Id="rId307" Type="http://schemas.openxmlformats.org/officeDocument/2006/relationships/tags" Target="../tags/tag307.xml"/><Relationship Id="rId514" Type="http://schemas.openxmlformats.org/officeDocument/2006/relationships/tags" Target="../tags/tag514.xml"/><Relationship Id="rId721" Type="http://schemas.openxmlformats.org/officeDocument/2006/relationships/tags" Target="../tags/tag721.xml"/><Relationship Id="rId88" Type="http://schemas.openxmlformats.org/officeDocument/2006/relationships/tags" Target="../tags/tag88.xml"/><Relationship Id="rId153" Type="http://schemas.openxmlformats.org/officeDocument/2006/relationships/tags" Target="../tags/tag153.xml"/><Relationship Id="rId360" Type="http://schemas.openxmlformats.org/officeDocument/2006/relationships/tags" Target="../tags/tag360.xml"/><Relationship Id="rId598" Type="http://schemas.openxmlformats.org/officeDocument/2006/relationships/tags" Target="../tags/tag598.xml"/><Relationship Id="rId819" Type="http://schemas.openxmlformats.org/officeDocument/2006/relationships/tags" Target="../tags/tag819.xml"/><Relationship Id="rId220" Type="http://schemas.openxmlformats.org/officeDocument/2006/relationships/tags" Target="../tags/tag220.xml"/><Relationship Id="rId458" Type="http://schemas.openxmlformats.org/officeDocument/2006/relationships/tags" Target="../tags/tag458.xml"/><Relationship Id="rId665" Type="http://schemas.openxmlformats.org/officeDocument/2006/relationships/tags" Target="../tags/tag665.xml"/><Relationship Id="rId872" Type="http://schemas.openxmlformats.org/officeDocument/2006/relationships/tags" Target="../tags/tag872.xml"/><Relationship Id="rId15" Type="http://schemas.openxmlformats.org/officeDocument/2006/relationships/tags" Target="../tags/tag15.xml"/><Relationship Id="rId318" Type="http://schemas.openxmlformats.org/officeDocument/2006/relationships/tags" Target="../tags/tag318.xml"/><Relationship Id="rId525" Type="http://schemas.openxmlformats.org/officeDocument/2006/relationships/tags" Target="../tags/tag525.xml"/><Relationship Id="rId732" Type="http://schemas.openxmlformats.org/officeDocument/2006/relationships/tags" Target="../tags/tag732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909.xml"/><Relationship Id="rId21" Type="http://schemas.openxmlformats.org/officeDocument/2006/relationships/tags" Target="../tags/tag904.xml"/><Relationship Id="rId42" Type="http://schemas.openxmlformats.org/officeDocument/2006/relationships/tags" Target="../tags/tag925.xml"/><Relationship Id="rId47" Type="http://schemas.openxmlformats.org/officeDocument/2006/relationships/tags" Target="../tags/tag930.xml"/><Relationship Id="rId63" Type="http://schemas.openxmlformats.org/officeDocument/2006/relationships/tags" Target="../tags/tag946.xml"/><Relationship Id="rId68" Type="http://schemas.openxmlformats.org/officeDocument/2006/relationships/tags" Target="../tags/tag951.xml"/><Relationship Id="rId84" Type="http://schemas.openxmlformats.org/officeDocument/2006/relationships/tags" Target="../tags/tag967.xml"/><Relationship Id="rId89" Type="http://schemas.openxmlformats.org/officeDocument/2006/relationships/tags" Target="../tags/tag972.xml"/><Relationship Id="rId16" Type="http://schemas.openxmlformats.org/officeDocument/2006/relationships/tags" Target="../tags/tag899.xml"/><Relationship Id="rId11" Type="http://schemas.openxmlformats.org/officeDocument/2006/relationships/tags" Target="../tags/tag894.xml"/><Relationship Id="rId32" Type="http://schemas.openxmlformats.org/officeDocument/2006/relationships/tags" Target="../tags/tag915.xml"/><Relationship Id="rId37" Type="http://schemas.openxmlformats.org/officeDocument/2006/relationships/tags" Target="../tags/tag920.xml"/><Relationship Id="rId53" Type="http://schemas.openxmlformats.org/officeDocument/2006/relationships/tags" Target="../tags/tag936.xml"/><Relationship Id="rId58" Type="http://schemas.openxmlformats.org/officeDocument/2006/relationships/tags" Target="../tags/tag941.xml"/><Relationship Id="rId74" Type="http://schemas.openxmlformats.org/officeDocument/2006/relationships/tags" Target="../tags/tag957.xml"/><Relationship Id="rId79" Type="http://schemas.openxmlformats.org/officeDocument/2006/relationships/tags" Target="../tags/tag962.xml"/><Relationship Id="rId5" Type="http://schemas.openxmlformats.org/officeDocument/2006/relationships/tags" Target="../tags/tag888.xml"/><Relationship Id="rId90" Type="http://schemas.openxmlformats.org/officeDocument/2006/relationships/tags" Target="../tags/tag973.xml"/><Relationship Id="rId14" Type="http://schemas.openxmlformats.org/officeDocument/2006/relationships/tags" Target="../tags/tag897.xml"/><Relationship Id="rId22" Type="http://schemas.openxmlformats.org/officeDocument/2006/relationships/tags" Target="../tags/tag905.xml"/><Relationship Id="rId27" Type="http://schemas.openxmlformats.org/officeDocument/2006/relationships/tags" Target="../tags/tag910.xml"/><Relationship Id="rId30" Type="http://schemas.openxmlformats.org/officeDocument/2006/relationships/tags" Target="../tags/tag913.xml"/><Relationship Id="rId35" Type="http://schemas.openxmlformats.org/officeDocument/2006/relationships/tags" Target="../tags/tag918.xml"/><Relationship Id="rId43" Type="http://schemas.openxmlformats.org/officeDocument/2006/relationships/tags" Target="../tags/tag926.xml"/><Relationship Id="rId48" Type="http://schemas.openxmlformats.org/officeDocument/2006/relationships/tags" Target="../tags/tag931.xml"/><Relationship Id="rId56" Type="http://schemas.openxmlformats.org/officeDocument/2006/relationships/tags" Target="../tags/tag939.xml"/><Relationship Id="rId64" Type="http://schemas.openxmlformats.org/officeDocument/2006/relationships/tags" Target="../tags/tag947.xml"/><Relationship Id="rId69" Type="http://schemas.openxmlformats.org/officeDocument/2006/relationships/tags" Target="../tags/tag952.xml"/><Relationship Id="rId77" Type="http://schemas.openxmlformats.org/officeDocument/2006/relationships/tags" Target="../tags/tag960.xml"/><Relationship Id="rId8" Type="http://schemas.openxmlformats.org/officeDocument/2006/relationships/tags" Target="../tags/tag891.xml"/><Relationship Id="rId51" Type="http://schemas.openxmlformats.org/officeDocument/2006/relationships/tags" Target="../tags/tag934.xml"/><Relationship Id="rId72" Type="http://schemas.openxmlformats.org/officeDocument/2006/relationships/tags" Target="../tags/tag955.xml"/><Relationship Id="rId80" Type="http://schemas.openxmlformats.org/officeDocument/2006/relationships/tags" Target="../tags/tag963.xml"/><Relationship Id="rId85" Type="http://schemas.openxmlformats.org/officeDocument/2006/relationships/tags" Target="../tags/tag968.xml"/><Relationship Id="rId3" Type="http://schemas.openxmlformats.org/officeDocument/2006/relationships/tags" Target="../tags/tag886.xml"/><Relationship Id="rId12" Type="http://schemas.openxmlformats.org/officeDocument/2006/relationships/tags" Target="../tags/tag895.xml"/><Relationship Id="rId17" Type="http://schemas.openxmlformats.org/officeDocument/2006/relationships/tags" Target="../tags/tag900.xml"/><Relationship Id="rId25" Type="http://schemas.openxmlformats.org/officeDocument/2006/relationships/tags" Target="../tags/tag908.xml"/><Relationship Id="rId33" Type="http://schemas.openxmlformats.org/officeDocument/2006/relationships/tags" Target="../tags/tag916.xml"/><Relationship Id="rId38" Type="http://schemas.openxmlformats.org/officeDocument/2006/relationships/tags" Target="../tags/tag921.xml"/><Relationship Id="rId46" Type="http://schemas.openxmlformats.org/officeDocument/2006/relationships/tags" Target="../tags/tag929.xml"/><Relationship Id="rId59" Type="http://schemas.openxmlformats.org/officeDocument/2006/relationships/tags" Target="../tags/tag942.xml"/><Relationship Id="rId67" Type="http://schemas.openxmlformats.org/officeDocument/2006/relationships/tags" Target="../tags/tag950.xml"/><Relationship Id="rId20" Type="http://schemas.openxmlformats.org/officeDocument/2006/relationships/tags" Target="../tags/tag903.xml"/><Relationship Id="rId41" Type="http://schemas.openxmlformats.org/officeDocument/2006/relationships/tags" Target="../tags/tag924.xml"/><Relationship Id="rId54" Type="http://schemas.openxmlformats.org/officeDocument/2006/relationships/tags" Target="../tags/tag937.xml"/><Relationship Id="rId62" Type="http://schemas.openxmlformats.org/officeDocument/2006/relationships/tags" Target="../tags/tag945.xml"/><Relationship Id="rId70" Type="http://schemas.openxmlformats.org/officeDocument/2006/relationships/tags" Target="../tags/tag953.xml"/><Relationship Id="rId75" Type="http://schemas.openxmlformats.org/officeDocument/2006/relationships/tags" Target="../tags/tag958.xml"/><Relationship Id="rId83" Type="http://schemas.openxmlformats.org/officeDocument/2006/relationships/tags" Target="../tags/tag966.xml"/><Relationship Id="rId88" Type="http://schemas.openxmlformats.org/officeDocument/2006/relationships/tags" Target="../tags/tag971.xml"/><Relationship Id="rId91" Type="http://schemas.openxmlformats.org/officeDocument/2006/relationships/slideLayout" Target="../slideLayouts/slideLayout1.xml"/><Relationship Id="rId1" Type="http://schemas.openxmlformats.org/officeDocument/2006/relationships/tags" Target="../tags/tag884.xml"/><Relationship Id="rId6" Type="http://schemas.openxmlformats.org/officeDocument/2006/relationships/tags" Target="../tags/tag889.xml"/><Relationship Id="rId15" Type="http://schemas.openxmlformats.org/officeDocument/2006/relationships/tags" Target="../tags/tag898.xml"/><Relationship Id="rId23" Type="http://schemas.openxmlformats.org/officeDocument/2006/relationships/tags" Target="../tags/tag906.xml"/><Relationship Id="rId28" Type="http://schemas.openxmlformats.org/officeDocument/2006/relationships/tags" Target="../tags/tag911.xml"/><Relationship Id="rId36" Type="http://schemas.openxmlformats.org/officeDocument/2006/relationships/tags" Target="../tags/tag919.xml"/><Relationship Id="rId49" Type="http://schemas.openxmlformats.org/officeDocument/2006/relationships/tags" Target="../tags/tag932.xml"/><Relationship Id="rId57" Type="http://schemas.openxmlformats.org/officeDocument/2006/relationships/tags" Target="../tags/tag940.xml"/><Relationship Id="rId10" Type="http://schemas.openxmlformats.org/officeDocument/2006/relationships/tags" Target="../tags/tag893.xml"/><Relationship Id="rId31" Type="http://schemas.openxmlformats.org/officeDocument/2006/relationships/tags" Target="../tags/tag914.xml"/><Relationship Id="rId44" Type="http://schemas.openxmlformats.org/officeDocument/2006/relationships/tags" Target="../tags/tag927.xml"/><Relationship Id="rId52" Type="http://schemas.openxmlformats.org/officeDocument/2006/relationships/tags" Target="../tags/tag935.xml"/><Relationship Id="rId60" Type="http://schemas.openxmlformats.org/officeDocument/2006/relationships/tags" Target="../tags/tag943.xml"/><Relationship Id="rId65" Type="http://schemas.openxmlformats.org/officeDocument/2006/relationships/tags" Target="../tags/tag948.xml"/><Relationship Id="rId73" Type="http://schemas.openxmlformats.org/officeDocument/2006/relationships/tags" Target="../tags/tag956.xml"/><Relationship Id="rId78" Type="http://schemas.openxmlformats.org/officeDocument/2006/relationships/tags" Target="../tags/tag961.xml"/><Relationship Id="rId81" Type="http://schemas.openxmlformats.org/officeDocument/2006/relationships/tags" Target="../tags/tag964.xml"/><Relationship Id="rId86" Type="http://schemas.openxmlformats.org/officeDocument/2006/relationships/tags" Target="../tags/tag969.xml"/><Relationship Id="rId4" Type="http://schemas.openxmlformats.org/officeDocument/2006/relationships/tags" Target="../tags/tag887.xml"/><Relationship Id="rId9" Type="http://schemas.openxmlformats.org/officeDocument/2006/relationships/tags" Target="../tags/tag892.xml"/><Relationship Id="rId13" Type="http://schemas.openxmlformats.org/officeDocument/2006/relationships/tags" Target="../tags/tag896.xml"/><Relationship Id="rId18" Type="http://schemas.openxmlformats.org/officeDocument/2006/relationships/tags" Target="../tags/tag901.xml"/><Relationship Id="rId39" Type="http://schemas.openxmlformats.org/officeDocument/2006/relationships/tags" Target="../tags/tag922.xml"/><Relationship Id="rId34" Type="http://schemas.openxmlformats.org/officeDocument/2006/relationships/tags" Target="../tags/tag917.xml"/><Relationship Id="rId50" Type="http://schemas.openxmlformats.org/officeDocument/2006/relationships/tags" Target="../tags/tag933.xml"/><Relationship Id="rId55" Type="http://schemas.openxmlformats.org/officeDocument/2006/relationships/tags" Target="../tags/tag938.xml"/><Relationship Id="rId76" Type="http://schemas.openxmlformats.org/officeDocument/2006/relationships/tags" Target="../tags/tag959.xml"/><Relationship Id="rId7" Type="http://schemas.openxmlformats.org/officeDocument/2006/relationships/tags" Target="../tags/tag890.xml"/><Relationship Id="rId71" Type="http://schemas.openxmlformats.org/officeDocument/2006/relationships/tags" Target="../tags/tag954.xml"/><Relationship Id="rId92" Type="http://schemas.openxmlformats.org/officeDocument/2006/relationships/notesSlide" Target="../notesSlides/notesSlide2.xml"/><Relationship Id="rId2" Type="http://schemas.openxmlformats.org/officeDocument/2006/relationships/tags" Target="../tags/tag885.xml"/><Relationship Id="rId29" Type="http://schemas.openxmlformats.org/officeDocument/2006/relationships/tags" Target="../tags/tag912.xml"/><Relationship Id="rId24" Type="http://schemas.openxmlformats.org/officeDocument/2006/relationships/tags" Target="../tags/tag907.xml"/><Relationship Id="rId40" Type="http://schemas.openxmlformats.org/officeDocument/2006/relationships/tags" Target="../tags/tag923.xml"/><Relationship Id="rId45" Type="http://schemas.openxmlformats.org/officeDocument/2006/relationships/tags" Target="../tags/tag928.xml"/><Relationship Id="rId66" Type="http://schemas.openxmlformats.org/officeDocument/2006/relationships/tags" Target="../tags/tag949.xml"/><Relationship Id="rId87" Type="http://schemas.openxmlformats.org/officeDocument/2006/relationships/tags" Target="../tags/tag970.xml"/><Relationship Id="rId61" Type="http://schemas.openxmlformats.org/officeDocument/2006/relationships/tags" Target="../tags/tag944.xml"/><Relationship Id="rId82" Type="http://schemas.openxmlformats.org/officeDocument/2006/relationships/tags" Target="../tags/tag965.xml"/><Relationship Id="rId19" Type="http://schemas.openxmlformats.org/officeDocument/2006/relationships/tags" Target="../tags/tag902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tags" Target="../tags/tag1090.xml"/><Relationship Id="rId21" Type="http://schemas.openxmlformats.org/officeDocument/2006/relationships/tags" Target="../tags/tag994.xml"/><Relationship Id="rId42" Type="http://schemas.openxmlformats.org/officeDocument/2006/relationships/tags" Target="../tags/tag1015.xml"/><Relationship Id="rId63" Type="http://schemas.openxmlformats.org/officeDocument/2006/relationships/tags" Target="../tags/tag1036.xml"/><Relationship Id="rId84" Type="http://schemas.openxmlformats.org/officeDocument/2006/relationships/tags" Target="../tags/tag1057.xml"/><Relationship Id="rId138" Type="http://schemas.openxmlformats.org/officeDocument/2006/relationships/tags" Target="../tags/tag1111.xml"/><Relationship Id="rId159" Type="http://schemas.openxmlformats.org/officeDocument/2006/relationships/tags" Target="../tags/tag1132.xml"/><Relationship Id="rId170" Type="http://schemas.openxmlformats.org/officeDocument/2006/relationships/tags" Target="../tags/tag1143.xml"/><Relationship Id="rId191" Type="http://schemas.openxmlformats.org/officeDocument/2006/relationships/tags" Target="../tags/tag1164.xml"/><Relationship Id="rId205" Type="http://schemas.openxmlformats.org/officeDocument/2006/relationships/tags" Target="../tags/tag1178.xml"/><Relationship Id="rId107" Type="http://schemas.openxmlformats.org/officeDocument/2006/relationships/tags" Target="../tags/tag1080.xml"/><Relationship Id="rId11" Type="http://schemas.openxmlformats.org/officeDocument/2006/relationships/tags" Target="../tags/tag984.xml"/><Relationship Id="rId32" Type="http://schemas.openxmlformats.org/officeDocument/2006/relationships/tags" Target="../tags/tag1005.xml"/><Relationship Id="rId53" Type="http://schemas.openxmlformats.org/officeDocument/2006/relationships/tags" Target="../tags/tag1026.xml"/><Relationship Id="rId74" Type="http://schemas.openxmlformats.org/officeDocument/2006/relationships/tags" Target="../tags/tag1047.xml"/><Relationship Id="rId128" Type="http://schemas.openxmlformats.org/officeDocument/2006/relationships/tags" Target="../tags/tag1101.xml"/><Relationship Id="rId149" Type="http://schemas.openxmlformats.org/officeDocument/2006/relationships/tags" Target="../tags/tag1122.xml"/><Relationship Id="rId5" Type="http://schemas.openxmlformats.org/officeDocument/2006/relationships/tags" Target="../tags/tag978.xml"/><Relationship Id="rId95" Type="http://schemas.openxmlformats.org/officeDocument/2006/relationships/tags" Target="../tags/tag1068.xml"/><Relationship Id="rId160" Type="http://schemas.openxmlformats.org/officeDocument/2006/relationships/tags" Target="../tags/tag1133.xml"/><Relationship Id="rId181" Type="http://schemas.openxmlformats.org/officeDocument/2006/relationships/tags" Target="../tags/tag1154.xml"/><Relationship Id="rId216" Type="http://schemas.openxmlformats.org/officeDocument/2006/relationships/tags" Target="../tags/tag1189.xml"/><Relationship Id="rId22" Type="http://schemas.openxmlformats.org/officeDocument/2006/relationships/tags" Target="../tags/tag995.xml"/><Relationship Id="rId43" Type="http://schemas.openxmlformats.org/officeDocument/2006/relationships/tags" Target="../tags/tag1016.xml"/><Relationship Id="rId64" Type="http://schemas.openxmlformats.org/officeDocument/2006/relationships/tags" Target="../tags/tag1037.xml"/><Relationship Id="rId118" Type="http://schemas.openxmlformats.org/officeDocument/2006/relationships/tags" Target="../tags/tag1091.xml"/><Relationship Id="rId139" Type="http://schemas.openxmlformats.org/officeDocument/2006/relationships/tags" Target="../tags/tag1112.xml"/><Relationship Id="rId85" Type="http://schemas.openxmlformats.org/officeDocument/2006/relationships/tags" Target="../tags/tag1058.xml"/><Relationship Id="rId150" Type="http://schemas.openxmlformats.org/officeDocument/2006/relationships/tags" Target="../tags/tag1123.xml"/><Relationship Id="rId171" Type="http://schemas.openxmlformats.org/officeDocument/2006/relationships/tags" Target="../tags/tag1144.xml"/><Relationship Id="rId192" Type="http://schemas.openxmlformats.org/officeDocument/2006/relationships/tags" Target="../tags/tag1165.xml"/><Relationship Id="rId206" Type="http://schemas.openxmlformats.org/officeDocument/2006/relationships/tags" Target="../tags/tag1179.xml"/><Relationship Id="rId12" Type="http://schemas.openxmlformats.org/officeDocument/2006/relationships/tags" Target="../tags/tag985.xml"/><Relationship Id="rId33" Type="http://schemas.openxmlformats.org/officeDocument/2006/relationships/tags" Target="../tags/tag1006.xml"/><Relationship Id="rId108" Type="http://schemas.openxmlformats.org/officeDocument/2006/relationships/tags" Target="../tags/tag1081.xml"/><Relationship Id="rId129" Type="http://schemas.openxmlformats.org/officeDocument/2006/relationships/tags" Target="../tags/tag1102.xml"/><Relationship Id="rId54" Type="http://schemas.openxmlformats.org/officeDocument/2006/relationships/tags" Target="../tags/tag1027.xml"/><Relationship Id="rId75" Type="http://schemas.openxmlformats.org/officeDocument/2006/relationships/tags" Target="../tags/tag1048.xml"/><Relationship Id="rId96" Type="http://schemas.openxmlformats.org/officeDocument/2006/relationships/tags" Target="../tags/tag1069.xml"/><Relationship Id="rId140" Type="http://schemas.openxmlformats.org/officeDocument/2006/relationships/tags" Target="../tags/tag1113.xml"/><Relationship Id="rId161" Type="http://schemas.openxmlformats.org/officeDocument/2006/relationships/tags" Target="../tags/tag1134.xml"/><Relationship Id="rId182" Type="http://schemas.openxmlformats.org/officeDocument/2006/relationships/tags" Target="../tags/tag1155.xml"/><Relationship Id="rId217" Type="http://schemas.openxmlformats.org/officeDocument/2006/relationships/tags" Target="../tags/tag1190.xml"/><Relationship Id="rId6" Type="http://schemas.openxmlformats.org/officeDocument/2006/relationships/tags" Target="../tags/tag979.xml"/><Relationship Id="rId23" Type="http://schemas.openxmlformats.org/officeDocument/2006/relationships/tags" Target="../tags/tag996.xml"/><Relationship Id="rId119" Type="http://schemas.openxmlformats.org/officeDocument/2006/relationships/tags" Target="../tags/tag1092.xml"/><Relationship Id="rId44" Type="http://schemas.openxmlformats.org/officeDocument/2006/relationships/tags" Target="../tags/tag1017.xml"/><Relationship Id="rId65" Type="http://schemas.openxmlformats.org/officeDocument/2006/relationships/tags" Target="../tags/tag1038.xml"/><Relationship Id="rId86" Type="http://schemas.openxmlformats.org/officeDocument/2006/relationships/tags" Target="../tags/tag1059.xml"/><Relationship Id="rId130" Type="http://schemas.openxmlformats.org/officeDocument/2006/relationships/tags" Target="../tags/tag1103.xml"/><Relationship Id="rId151" Type="http://schemas.openxmlformats.org/officeDocument/2006/relationships/tags" Target="../tags/tag1124.xml"/><Relationship Id="rId172" Type="http://schemas.openxmlformats.org/officeDocument/2006/relationships/tags" Target="../tags/tag1145.xml"/><Relationship Id="rId193" Type="http://schemas.openxmlformats.org/officeDocument/2006/relationships/tags" Target="../tags/tag1166.xml"/><Relationship Id="rId207" Type="http://schemas.openxmlformats.org/officeDocument/2006/relationships/tags" Target="../tags/tag1180.xml"/><Relationship Id="rId13" Type="http://schemas.openxmlformats.org/officeDocument/2006/relationships/tags" Target="../tags/tag986.xml"/><Relationship Id="rId109" Type="http://schemas.openxmlformats.org/officeDocument/2006/relationships/tags" Target="../tags/tag1082.xml"/><Relationship Id="rId34" Type="http://schemas.openxmlformats.org/officeDocument/2006/relationships/tags" Target="../tags/tag1007.xml"/><Relationship Id="rId55" Type="http://schemas.openxmlformats.org/officeDocument/2006/relationships/tags" Target="../tags/tag1028.xml"/><Relationship Id="rId76" Type="http://schemas.openxmlformats.org/officeDocument/2006/relationships/tags" Target="../tags/tag1049.xml"/><Relationship Id="rId97" Type="http://schemas.openxmlformats.org/officeDocument/2006/relationships/tags" Target="../tags/tag1070.xml"/><Relationship Id="rId120" Type="http://schemas.openxmlformats.org/officeDocument/2006/relationships/tags" Target="../tags/tag1093.xml"/><Relationship Id="rId141" Type="http://schemas.openxmlformats.org/officeDocument/2006/relationships/tags" Target="../tags/tag1114.xml"/><Relationship Id="rId7" Type="http://schemas.openxmlformats.org/officeDocument/2006/relationships/tags" Target="../tags/tag980.xml"/><Relationship Id="rId162" Type="http://schemas.openxmlformats.org/officeDocument/2006/relationships/tags" Target="../tags/tag1135.xml"/><Relationship Id="rId183" Type="http://schemas.openxmlformats.org/officeDocument/2006/relationships/tags" Target="../tags/tag1156.xml"/><Relationship Id="rId218" Type="http://schemas.openxmlformats.org/officeDocument/2006/relationships/tags" Target="../tags/tag1191.xml"/><Relationship Id="rId24" Type="http://schemas.openxmlformats.org/officeDocument/2006/relationships/tags" Target="../tags/tag997.xml"/><Relationship Id="rId45" Type="http://schemas.openxmlformats.org/officeDocument/2006/relationships/tags" Target="../tags/tag1018.xml"/><Relationship Id="rId66" Type="http://schemas.openxmlformats.org/officeDocument/2006/relationships/tags" Target="../tags/tag1039.xml"/><Relationship Id="rId87" Type="http://schemas.openxmlformats.org/officeDocument/2006/relationships/tags" Target="../tags/tag1060.xml"/><Relationship Id="rId110" Type="http://schemas.openxmlformats.org/officeDocument/2006/relationships/tags" Target="../tags/tag1083.xml"/><Relationship Id="rId131" Type="http://schemas.openxmlformats.org/officeDocument/2006/relationships/tags" Target="../tags/tag1104.xml"/><Relationship Id="rId152" Type="http://schemas.openxmlformats.org/officeDocument/2006/relationships/tags" Target="../tags/tag1125.xml"/><Relationship Id="rId173" Type="http://schemas.openxmlformats.org/officeDocument/2006/relationships/tags" Target="../tags/tag1146.xml"/><Relationship Id="rId194" Type="http://schemas.openxmlformats.org/officeDocument/2006/relationships/tags" Target="../tags/tag1167.xml"/><Relationship Id="rId208" Type="http://schemas.openxmlformats.org/officeDocument/2006/relationships/tags" Target="../tags/tag1181.xml"/><Relationship Id="rId14" Type="http://schemas.openxmlformats.org/officeDocument/2006/relationships/tags" Target="../tags/tag987.xml"/><Relationship Id="rId35" Type="http://schemas.openxmlformats.org/officeDocument/2006/relationships/tags" Target="../tags/tag1008.xml"/><Relationship Id="rId56" Type="http://schemas.openxmlformats.org/officeDocument/2006/relationships/tags" Target="../tags/tag1029.xml"/><Relationship Id="rId77" Type="http://schemas.openxmlformats.org/officeDocument/2006/relationships/tags" Target="../tags/tag1050.xml"/><Relationship Id="rId100" Type="http://schemas.openxmlformats.org/officeDocument/2006/relationships/tags" Target="../tags/tag1073.xml"/><Relationship Id="rId8" Type="http://schemas.openxmlformats.org/officeDocument/2006/relationships/tags" Target="../tags/tag981.xml"/><Relationship Id="rId51" Type="http://schemas.openxmlformats.org/officeDocument/2006/relationships/tags" Target="../tags/tag1024.xml"/><Relationship Id="rId72" Type="http://schemas.openxmlformats.org/officeDocument/2006/relationships/tags" Target="../tags/tag1045.xml"/><Relationship Id="rId93" Type="http://schemas.openxmlformats.org/officeDocument/2006/relationships/tags" Target="../tags/tag1066.xml"/><Relationship Id="rId98" Type="http://schemas.openxmlformats.org/officeDocument/2006/relationships/tags" Target="../tags/tag1071.xml"/><Relationship Id="rId121" Type="http://schemas.openxmlformats.org/officeDocument/2006/relationships/tags" Target="../tags/tag1094.xml"/><Relationship Id="rId142" Type="http://schemas.openxmlformats.org/officeDocument/2006/relationships/tags" Target="../tags/tag1115.xml"/><Relationship Id="rId163" Type="http://schemas.openxmlformats.org/officeDocument/2006/relationships/tags" Target="../tags/tag1136.xml"/><Relationship Id="rId184" Type="http://schemas.openxmlformats.org/officeDocument/2006/relationships/tags" Target="../tags/tag1157.xml"/><Relationship Id="rId189" Type="http://schemas.openxmlformats.org/officeDocument/2006/relationships/tags" Target="../tags/tag1162.xml"/><Relationship Id="rId219" Type="http://schemas.openxmlformats.org/officeDocument/2006/relationships/tags" Target="../tags/tag1192.xml"/><Relationship Id="rId3" Type="http://schemas.openxmlformats.org/officeDocument/2006/relationships/tags" Target="../tags/tag976.xml"/><Relationship Id="rId214" Type="http://schemas.openxmlformats.org/officeDocument/2006/relationships/tags" Target="../tags/tag1187.xml"/><Relationship Id="rId25" Type="http://schemas.openxmlformats.org/officeDocument/2006/relationships/tags" Target="../tags/tag998.xml"/><Relationship Id="rId46" Type="http://schemas.openxmlformats.org/officeDocument/2006/relationships/tags" Target="../tags/tag1019.xml"/><Relationship Id="rId67" Type="http://schemas.openxmlformats.org/officeDocument/2006/relationships/tags" Target="../tags/tag1040.xml"/><Relationship Id="rId116" Type="http://schemas.openxmlformats.org/officeDocument/2006/relationships/tags" Target="../tags/tag1089.xml"/><Relationship Id="rId137" Type="http://schemas.openxmlformats.org/officeDocument/2006/relationships/tags" Target="../tags/tag1110.xml"/><Relationship Id="rId158" Type="http://schemas.openxmlformats.org/officeDocument/2006/relationships/tags" Target="../tags/tag1131.xml"/><Relationship Id="rId20" Type="http://schemas.openxmlformats.org/officeDocument/2006/relationships/tags" Target="../tags/tag993.xml"/><Relationship Id="rId41" Type="http://schemas.openxmlformats.org/officeDocument/2006/relationships/tags" Target="../tags/tag1014.xml"/><Relationship Id="rId62" Type="http://schemas.openxmlformats.org/officeDocument/2006/relationships/tags" Target="../tags/tag1035.xml"/><Relationship Id="rId83" Type="http://schemas.openxmlformats.org/officeDocument/2006/relationships/tags" Target="../tags/tag1056.xml"/><Relationship Id="rId88" Type="http://schemas.openxmlformats.org/officeDocument/2006/relationships/tags" Target="../tags/tag1061.xml"/><Relationship Id="rId111" Type="http://schemas.openxmlformats.org/officeDocument/2006/relationships/tags" Target="../tags/tag1084.xml"/><Relationship Id="rId132" Type="http://schemas.openxmlformats.org/officeDocument/2006/relationships/tags" Target="../tags/tag1105.xml"/><Relationship Id="rId153" Type="http://schemas.openxmlformats.org/officeDocument/2006/relationships/tags" Target="../tags/tag1126.xml"/><Relationship Id="rId174" Type="http://schemas.openxmlformats.org/officeDocument/2006/relationships/tags" Target="../tags/tag1147.xml"/><Relationship Id="rId179" Type="http://schemas.openxmlformats.org/officeDocument/2006/relationships/tags" Target="../tags/tag1152.xml"/><Relationship Id="rId195" Type="http://schemas.openxmlformats.org/officeDocument/2006/relationships/tags" Target="../tags/tag1168.xml"/><Relationship Id="rId209" Type="http://schemas.openxmlformats.org/officeDocument/2006/relationships/tags" Target="../tags/tag1182.xml"/><Relationship Id="rId190" Type="http://schemas.openxmlformats.org/officeDocument/2006/relationships/tags" Target="../tags/tag1163.xml"/><Relationship Id="rId204" Type="http://schemas.openxmlformats.org/officeDocument/2006/relationships/tags" Target="../tags/tag1177.xml"/><Relationship Id="rId220" Type="http://schemas.openxmlformats.org/officeDocument/2006/relationships/tags" Target="../tags/tag1193.xml"/><Relationship Id="rId15" Type="http://schemas.openxmlformats.org/officeDocument/2006/relationships/tags" Target="../tags/tag988.xml"/><Relationship Id="rId36" Type="http://schemas.openxmlformats.org/officeDocument/2006/relationships/tags" Target="../tags/tag1009.xml"/><Relationship Id="rId57" Type="http://schemas.openxmlformats.org/officeDocument/2006/relationships/tags" Target="../tags/tag1030.xml"/><Relationship Id="rId106" Type="http://schemas.openxmlformats.org/officeDocument/2006/relationships/tags" Target="../tags/tag1079.xml"/><Relationship Id="rId127" Type="http://schemas.openxmlformats.org/officeDocument/2006/relationships/tags" Target="../tags/tag1100.xml"/><Relationship Id="rId10" Type="http://schemas.openxmlformats.org/officeDocument/2006/relationships/tags" Target="../tags/tag983.xml"/><Relationship Id="rId31" Type="http://schemas.openxmlformats.org/officeDocument/2006/relationships/tags" Target="../tags/tag1004.xml"/><Relationship Id="rId52" Type="http://schemas.openxmlformats.org/officeDocument/2006/relationships/tags" Target="../tags/tag1025.xml"/><Relationship Id="rId73" Type="http://schemas.openxmlformats.org/officeDocument/2006/relationships/tags" Target="../tags/tag1046.xml"/><Relationship Id="rId78" Type="http://schemas.openxmlformats.org/officeDocument/2006/relationships/tags" Target="../tags/tag1051.xml"/><Relationship Id="rId94" Type="http://schemas.openxmlformats.org/officeDocument/2006/relationships/tags" Target="../tags/tag1067.xml"/><Relationship Id="rId99" Type="http://schemas.openxmlformats.org/officeDocument/2006/relationships/tags" Target="../tags/tag1072.xml"/><Relationship Id="rId101" Type="http://schemas.openxmlformats.org/officeDocument/2006/relationships/tags" Target="../tags/tag1074.xml"/><Relationship Id="rId122" Type="http://schemas.openxmlformats.org/officeDocument/2006/relationships/tags" Target="../tags/tag1095.xml"/><Relationship Id="rId143" Type="http://schemas.openxmlformats.org/officeDocument/2006/relationships/tags" Target="../tags/tag1116.xml"/><Relationship Id="rId148" Type="http://schemas.openxmlformats.org/officeDocument/2006/relationships/tags" Target="../tags/tag1121.xml"/><Relationship Id="rId164" Type="http://schemas.openxmlformats.org/officeDocument/2006/relationships/tags" Target="../tags/tag1137.xml"/><Relationship Id="rId169" Type="http://schemas.openxmlformats.org/officeDocument/2006/relationships/tags" Target="../tags/tag1142.xml"/><Relationship Id="rId185" Type="http://schemas.openxmlformats.org/officeDocument/2006/relationships/tags" Target="../tags/tag1158.xml"/><Relationship Id="rId4" Type="http://schemas.openxmlformats.org/officeDocument/2006/relationships/tags" Target="../tags/tag977.xml"/><Relationship Id="rId9" Type="http://schemas.openxmlformats.org/officeDocument/2006/relationships/tags" Target="../tags/tag982.xml"/><Relationship Id="rId180" Type="http://schemas.openxmlformats.org/officeDocument/2006/relationships/tags" Target="../tags/tag1153.xml"/><Relationship Id="rId210" Type="http://schemas.openxmlformats.org/officeDocument/2006/relationships/tags" Target="../tags/tag1183.xml"/><Relationship Id="rId215" Type="http://schemas.openxmlformats.org/officeDocument/2006/relationships/tags" Target="../tags/tag1188.xml"/><Relationship Id="rId26" Type="http://schemas.openxmlformats.org/officeDocument/2006/relationships/tags" Target="../tags/tag999.xml"/><Relationship Id="rId47" Type="http://schemas.openxmlformats.org/officeDocument/2006/relationships/tags" Target="../tags/tag1020.xml"/><Relationship Id="rId68" Type="http://schemas.openxmlformats.org/officeDocument/2006/relationships/tags" Target="../tags/tag1041.xml"/><Relationship Id="rId89" Type="http://schemas.openxmlformats.org/officeDocument/2006/relationships/tags" Target="../tags/tag1062.xml"/><Relationship Id="rId112" Type="http://schemas.openxmlformats.org/officeDocument/2006/relationships/tags" Target="../tags/tag1085.xml"/><Relationship Id="rId133" Type="http://schemas.openxmlformats.org/officeDocument/2006/relationships/tags" Target="../tags/tag1106.xml"/><Relationship Id="rId154" Type="http://schemas.openxmlformats.org/officeDocument/2006/relationships/tags" Target="../tags/tag1127.xml"/><Relationship Id="rId175" Type="http://schemas.openxmlformats.org/officeDocument/2006/relationships/tags" Target="../tags/tag1148.xml"/><Relationship Id="rId196" Type="http://schemas.openxmlformats.org/officeDocument/2006/relationships/tags" Target="../tags/tag1169.xml"/><Relationship Id="rId200" Type="http://schemas.openxmlformats.org/officeDocument/2006/relationships/tags" Target="../tags/tag1173.xml"/><Relationship Id="rId16" Type="http://schemas.openxmlformats.org/officeDocument/2006/relationships/tags" Target="../tags/tag989.xml"/><Relationship Id="rId221" Type="http://schemas.openxmlformats.org/officeDocument/2006/relationships/slideLayout" Target="../slideLayouts/slideLayout1.xml"/><Relationship Id="rId37" Type="http://schemas.openxmlformats.org/officeDocument/2006/relationships/tags" Target="../tags/tag1010.xml"/><Relationship Id="rId58" Type="http://schemas.openxmlformats.org/officeDocument/2006/relationships/tags" Target="../tags/tag1031.xml"/><Relationship Id="rId79" Type="http://schemas.openxmlformats.org/officeDocument/2006/relationships/tags" Target="../tags/tag1052.xml"/><Relationship Id="rId102" Type="http://schemas.openxmlformats.org/officeDocument/2006/relationships/tags" Target="../tags/tag1075.xml"/><Relationship Id="rId123" Type="http://schemas.openxmlformats.org/officeDocument/2006/relationships/tags" Target="../tags/tag1096.xml"/><Relationship Id="rId144" Type="http://schemas.openxmlformats.org/officeDocument/2006/relationships/tags" Target="../tags/tag1117.xml"/><Relationship Id="rId90" Type="http://schemas.openxmlformats.org/officeDocument/2006/relationships/tags" Target="../tags/tag1063.xml"/><Relationship Id="rId165" Type="http://schemas.openxmlformats.org/officeDocument/2006/relationships/tags" Target="../tags/tag1138.xml"/><Relationship Id="rId186" Type="http://schemas.openxmlformats.org/officeDocument/2006/relationships/tags" Target="../tags/tag1159.xml"/><Relationship Id="rId211" Type="http://schemas.openxmlformats.org/officeDocument/2006/relationships/tags" Target="../tags/tag1184.xml"/><Relationship Id="rId27" Type="http://schemas.openxmlformats.org/officeDocument/2006/relationships/tags" Target="../tags/tag1000.xml"/><Relationship Id="rId48" Type="http://schemas.openxmlformats.org/officeDocument/2006/relationships/tags" Target="../tags/tag1021.xml"/><Relationship Id="rId69" Type="http://schemas.openxmlformats.org/officeDocument/2006/relationships/tags" Target="../tags/tag1042.xml"/><Relationship Id="rId113" Type="http://schemas.openxmlformats.org/officeDocument/2006/relationships/tags" Target="../tags/tag1086.xml"/><Relationship Id="rId134" Type="http://schemas.openxmlformats.org/officeDocument/2006/relationships/tags" Target="../tags/tag1107.xml"/><Relationship Id="rId80" Type="http://schemas.openxmlformats.org/officeDocument/2006/relationships/tags" Target="../tags/tag1053.xml"/><Relationship Id="rId155" Type="http://schemas.openxmlformats.org/officeDocument/2006/relationships/tags" Target="../tags/tag1128.xml"/><Relationship Id="rId176" Type="http://schemas.openxmlformats.org/officeDocument/2006/relationships/tags" Target="../tags/tag1149.xml"/><Relationship Id="rId197" Type="http://schemas.openxmlformats.org/officeDocument/2006/relationships/tags" Target="../tags/tag1170.xml"/><Relationship Id="rId201" Type="http://schemas.openxmlformats.org/officeDocument/2006/relationships/tags" Target="../tags/tag1174.xml"/><Relationship Id="rId222" Type="http://schemas.openxmlformats.org/officeDocument/2006/relationships/notesSlide" Target="../notesSlides/notesSlide3.xml"/><Relationship Id="rId17" Type="http://schemas.openxmlformats.org/officeDocument/2006/relationships/tags" Target="../tags/tag990.xml"/><Relationship Id="rId38" Type="http://schemas.openxmlformats.org/officeDocument/2006/relationships/tags" Target="../tags/tag1011.xml"/><Relationship Id="rId59" Type="http://schemas.openxmlformats.org/officeDocument/2006/relationships/tags" Target="../tags/tag1032.xml"/><Relationship Id="rId103" Type="http://schemas.openxmlformats.org/officeDocument/2006/relationships/tags" Target="../tags/tag1076.xml"/><Relationship Id="rId124" Type="http://schemas.openxmlformats.org/officeDocument/2006/relationships/tags" Target="../tags/tag1097.xml"/><Relationship Id="rId70" Type="http://schemas.openxmlformats.org/officeDocument/2006/relationships/tags" Target="../tags/tag1043.xml"/><Relationship Id="rId91" Type="http://schemas.openxmlformats.org/officeDocument/2006/relationships/tags" Target="../tags/tag1064.xml"/><Relationship Id="rId145" Type="http://schemas.openxmlformats.org/officeDocument/2006/relationships/tags" Target="../tags/tag1118.xml"/><Relationship Id="rId166" Type="http://schemas.openxmlformats.org/officeDocument/2006/relationships/tags" Target="../tags/tag1139.xml"/><Relationship Id="rId187" Type="http://schemas.openxmlformats.org/officeDocument/2006/relationships/tags" Target="../tags/tag1160.xml"/><Relationship Id="rId1" Type="http://schemas.openxmlformats.org/officeDocument/2006/relationships/tags" Target="../tags/tag974.xml"/><Relationship Id="rId212" Type="http://schemas.openxmlformats.org/officeDocument/2006/relationships/tags" Target="../tags/tag1185.xml"/><Relationship Id="rId28" Type="http://schemas.openxmlformats.org/officeDocument/2006/relationships/tags" Target="../tags/tag1001.xml"/><Relationship Id="rId49" Type="http://schemas.openxmlformats.org/officeDocument/2006/relationships/tags" Target="../tags/tag1022.xml"/><Relationship Id="rId114" Type="http://schemas.openxmlformats.org/officeDocument/2006/relationships/tags" Target="../tags/tag1087.xml"/><Relationship Id="rId60" Type="http://schemas.openxmlformats.org/officeDocument/2006/relationships/tags" Target="../tags/tag1033.xml"/><Relationship Id="rId81" Type="http://schemas.openxmlformats.org/officeDocument/2006/relationships/tags" Target="../tags/tag1054.xml"/><Relationship Id="rId135" Type="http://schemas.openxmlformats.org/officeDocument/2006/relationships/tags" Target="../tags/tag1108.xml"/><Relationship Id="rId156" Type="http://schemas.openxmlformats.org/officeDocument/2006/relationships/tags" Target="../tags/tag1129.xml"/><Relationship Id="rId177" Type="http://schemas.openxmlformats.org/officeDocument/2006/relationships/tags" Target="../tags/tag1150.xml"/><Relationship Id="rId198" Type="http://schemas.openxmlformats.org/officeDocument/2006/relationships/tags" Target="../tags/tag1171.xml"/><Relationship Id="rId202" Type="http://schemas.openxmlformats.org/officeDocument/2006/relationships/tags" Target="../tags/tag1175.xml"/><Relationship Id="rId18" Type="http://schemas.openxmlformats.org/officeDocument/2006/relationships/tags" Target="../tags/tag991.xml"/><Relationship Id="rId39" Type="http://schemas.openxmlformats.org/officeDocument/2006/relationships/tags" Target="../tags/tag1012.xml"/><Relationship Id="rId50" Type="http://schemas.openxmlformats.org/officeDocument/2006/relationships/tags" Target="../tags/tag1023.xml"/><Relationship Id="rId104" Type="http://schemas.openxmlformats.org/officeDocument/2006/relationships/tags" Target="../tags/tag1077.xml"/><Relationship Id="rId125" Type="http://schemas.openxmlformats.org/officeDocument/2006/relationships/tags" Target="../tags/tag1098.xml"/><Relationship Id="rId146" Type="http://schemas.openxmlformats.org/officeDocument/2006/relationships/tags" Target="../tags/tag1119.xml"/><Relationship Id="rId167" Type="http://schemas.openxmlformats.org/officeDocument/2006/relationships/tags" Target="../tags/tag1140.xml"/><Relationship Id="rId188" Type="http://schemas.openxmlformats.org/officeDocument/2006/relationships/tags" Target="../tags/tag1161.xml"/><Relationship Id="rId71" Type="http://schemas.openxmlformats.org/officeDocument/2006/relationships/tags" Target="../tags/tag1044.xml"/><Relationship Id="rId92" Type="http://schemas.openxmlformats.org/officeDocument/2006/relationships/tags" Target="../tags/tag1065.xml"/><Relationship Id="rId213" Type="http://schemas.openxmlformats.org/officeDocument/2006/relationships/tags" Target="../tags/tag1186.xml"/><Relationship Id="rId2" Type="http://schemas.openxmlformats.org/officeDocument/2006/relationships/tags" Target="../tags/tag975.xml"/><Relationship Id="rId29" Type="http://schemas.openxmlformats.org/officeDocument/2006/relationships/tags" Target="../tags/tag1002.xml"/><Relationship Id="rId40" Type="http://schemas.openxmlformats.org/officeDocument/2006/relationships/tags" Target="../tags/tag1013.xml"/><Relationship Id="rId115" Type="http://schemas.openxmlformats.org/officeDocument/2006/relationships/tags" Target="../tags/tag1088.xml"/><Relationship Id="rId136" Type="http://schemas.openxmlformats.org/officeDocument/2006/relationships/tags" Target="../tags/tag1109.xml"/><Relationship Id="rId157" Type="http://schemas.openxmlformats.org/officeDocument/2006/relationships/tags" Target="../tags/tag1130.xml"/><Relationship Id="rId178" Type="http://schemas.openxmlformats.org/officeDocument/2006/relationships/tags" Target="../tags/tag1151.xml"/><Relationship Id="rId61" Type="http://schemas.openxmlformats.org/officeDocument/2006/relationships/tags" Target="../tags/tag1034.xml"/><Relationship Id="rId82" Type="http://schemas.openxmlformats.org/officeDocument/2006/relationships/tags" Target="../tags/tag1055.xml"/><Relationship Id="rId199" Type="http://schemas.openxmlformats.org/officeDocument/2006/relationships/tags" Target="../tags/tag1172.xml"/><Relationship Id="rId203" Type="http://schemas.openxmlformats.org/officeDocument/2006/relationships/tags" Target="../tags/tag1176.xml"/><Relationship Id="rId19" Type="http://schemas.openxmlformats.org/officeDocument/2006/relationships/tags" Target="../tags/tag992.xml"/><Relationship Id="rId30" Type="http://schemas.openxmlformats.org/officeDocument/2006/relationships/tags" Target="../tags/tag1003.xml"/><Relationship Id="rId105" Type="http://schemas.openxmlformats.org/officeDocument/2006/relationships/tags" Target="../tags/tag1078.xml"/><Relationship Id="rId126" Type="http://schemas.openxmlformats.org/officeDocument/2006/relationships/tags" Target="../tags/tag1099.xml"/><Relationship Id="rId147" Type="http://schemas.openxmlformats.org/officeDocument/2006/relationships/tags" Target="../tags/tag1120.xml"/><Relationship Id="rId168" Type="http://schemas.openxmlformats.org/officeDocument/2006/relationships/tags" Target="../tags/tag1141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tags" Target="../tags/tag1310.xml"/><Relationship Id="rId21" Type="http://schemas.openxmlformats.org/officeDocument/2006/relationships/tags" Target="../tags/tag1214.xml"/><Relationship Id="rId42" Type="http://schemas.openxmlformats.org/officeDocument/2006/relationships/tags" Target="../tags/tag1235.xml"/><Relationship Id="rId63" Type="http://schemas.openxmlformats.org/officeDocument/2006/relationships/tags" Target="../tags/tag1256.xml"/><Relationship Id="rId84" Type="http://schemas.openxmlformats.org/officeDocument/2006/relationships/tags" Target="../tags/tag1277.xml"/><Relationship Id="rId138" Type="http://schemas.openxmlformats.org/officeDocument/2006/relationships/tags" Target="../tags/tag1331.xml"/><Relationship Id="rId159" Type="http://schemas.openxmlformats.org/officeDocument/2006/relationships/tags" Target="../tags/tag1352.xml"/><Relationship Id="rId170" Type="http://schemas.openxmlformats.org/officeDocument/2006/relationships/tags" Target="../tags/tag1363.xml"/><Relationship Id="rId191" Type="http://schemas.openxmlformats.org/officeDocument/2006/relationships/tags" Target="../tags/tag1384.xml"/><Relationship Id="rId205" Type="http://schemas.openxmlformats.org/officeDocument/2006/relationships/notesSlide" Target="../notesSlides/notesSlide4.xml"/><Relationship Id="rId107" Type="http://schemas.openxmlformats.org/officeDocument/2006/relationships/tags" Target="../tags/tag1300.xml"/><Relationship Id="rId11" Type="http://schemas.openxmlformats.org/officeDocument/2006/relationships/tags" Target="../tags/tag1204.xml"/><Relationship Id="rId32" Type="http://schemas.openxmlformats.org/officeDocument/2006/relationships/tags" Target="../tags/tag1225.xml"/><Relationship Id="rId53" Type="http://schemas.openxmlformats.org/officeDocument/2006/relationships/tags" Target="../tags/tag1246.xml"/><Relationship Id="rId74" Type="http://schemas.openxmlformats.org/officeDocument/2006/relationships/tags" Target="../tags/tag1267.xml"/><Relationship Id="rId128" Type="http://schemas.openxmlformats.org/officeDocument/2006/relationships/tags" Target="../tags/tag1321.xml"/><Relationship Id="rId149" Type="http://schemas.openxmlformats.org/officeDocument/2006/relationships/tags" Target="../tags/tag1342.xml"/><Relationship Id="rId5" Type="http://schemas.openxmlformats.org/officeDocument/2006/relationships/tags" Target="../tags/tag1198.xml"/><Relationship Id="rId95" Type="http://schemas.openxmlformats.org/officeDocument/2006/relationships/tags" Target="../tags/tag1288.xml"/><Relationship Id="rId160" Type="http://schemas.openxmlformats.org/officeDocument/2006/relationships/tags" Target="../tags/tag1353.xml"/><Relationship Id="rId181" Type="http://schemas.openxmlformats.org/officeDocument/2006/relationships/tags" Target="../tags/tag1374.xml"/><Relationship Id="rId22" Type="http://schemas.openxmlformats.org/officeDocument/2006/relationships/tags" Target="../tags/tag1215.xml"/><Relationship Id="rId43" Type="http://schemas.openxmlformats.org/officeDocument/2006/relationships/tags" Target="../tags/tag1236.xml"/><Relationship Id="rId64" Type="http://schemas.openxmlformats.org/officeDocument/2006/relationships/tags" Target="../tags/tag1257.xml"/><Relationship Id="rId118" Type="http://schemas.openxmlformats.org/officeDocument/2006/relationships/tags" Target="../tags/tag1311.xml"/><Relationship Id="rId139" Type="http://schemas.openxmlformats.org/officeDocument/2006/relationships/tags" Target="../tags/tag1332.xml"/><Relationship Id="rId85" Type="http://schemas.openxmlformats.org/officeDocument/2006/relationships/tags" Target="../tags/tag1278.xml"/><Relationship Id="rId150" Type="http://schemas.openxmlformats.org/officeDocument/2006/relationships/tags" Target="../tags/tag1343.xml"/><Relationship Id="rId171" Type="http://schemas.openxmlformats.org/officeDocument/2006/relationships/tags" Target="../tags/tag1364.xml"/><Relationship Id="rId192" Type="http://schemas.openxmlformats.org/officeDocument/2006/relationships/tags" Target="../tags/tag1385.xml"/><Relationship Id="rId12" Type="http://schemas.openxmlformats.org/officeDocument/2006/relationships/tags" Target="../tags/tag1205.xml"/><Relationship Id="rId33" Type="http://schemas.openxmlformats.org/officeDocument/2006/relationships/tags" Target="../tags/tag1226.xml"/><Relationship Id="rId108" Type="http://schemas.openxmlformats.org/officeDocument/2006/relationships/tags" Target="../tags/tag1301.xml"/><Relationship Id="rId129" Type="http://schemas.openxmlformats.org/officeDocument/2006/relationships/tags" Target="../tags/tag1322.xml"/><Relationship Id="rId54" Type="http://schemas.openxmlformats.org/officeDocument/2006/relationships/tags" Target="../tags/tag1247.xml"/><Relationship Id="rId75" Type="http://schemas.openxmlformats.org/officeDocument/2006/relationships/tags" Target="../tags/tag1268.xml"/><Relationship Id="rId96" Type="http://schemas.openxmlformats.org/officeDocument/2006/relationships/tags" Target="../tags/tag1289.xml"/><Relationship Id="rId140" Type="http://schemas.openxmlformats.org/officeDocument/2006/relationships/tags" Target="../tags/tag1333.xml"/><Relationship Id="rId161" Type="http://schemas.openxmlformats.org/officeDocument/2006/relationships/tags" Target="../tags/tag1354.xml"/><Relationship Id="rId182" Type="http://schemas.openxmlformats.org/officeDocument/2006/relationships/tags" Target="../tags/tag1375.xml"/><Relationship Id="rId6" Type="http://schemas.openxmlformats.org/officeDocument/2006/relationships/tags" Target="../tags/tag1199.xml"/><Relationship Id="rId23" Type="http://schemas.openxmlformats.org/officeDocument/2006/relationships/tags" Target="../tags/tag1216.xml"/><Relationship Id="rId119" Type="http://schemas.openxmlformats.org/officeDocument/2006/relationships/tags" Target="../tags/tag1312.xml"/><Relationship Id="rId44" Type="http://schemas.openxmlformats.org/officeDocument/2006/relationships/tags" Target="../tags/tag1237.xml"/><Relationship Id="rId65" Type="http://schemas.openxmlformats.org/officeDocument/2006/relationships/tags" Target="../tags/tag1258.xml"/><Relationship Id="rId86" Type="http://schemas.openxmlformats.org/officeDocument/2006/relationships/tags" Target="../tags/tag1279.xml"/><Relationship Id="rId130" Type="http://schemas.openxmlformats.org/officeDocument/2006/relationships/tags" Target="../tags/tag1323.xml"/><Relationship Id="rId151" Type="http://schemas.openxmlformats.org/officeDocument/2006/relationships/tags" Target="../tags/tag1344.xml"/><Relationship Id="rId172" Type="http://schemas.openxmlformats.org/officeDocument/2006/relationships/tags" Target="../tags/tag1365.xml"/><Relationship Id="rId193" Type="http://schemas.openxmlformats.org/officeDocument/2006/relationships/tags" Target="../tags/tag1386.xml"/><Relationship Id="rId13" Type="http://schemas.openxmlformats.org/officeDocument/2006/relationships/tags" Target="../tags/tag1206.xml"/><Relationship Id="rId109" Type="http://schemas.openxmlformats.org/officeDocument/2006/relationships/tags" Target="../tags/tag1302.xml"/><Relationship Id="rId34" Type="http://schemas.openxmlformats.org/officeDocument/2006/relationships/tags" Target="../tags/tag1227.xml"/><Relationship Id="rId55" Type="http://schemas.openxmlformats.org/officeDocument/2006/relationships/tags" Target="../tags/tag1248.xml"/><Relationship Id="rId76" Type="http://schemas.openxmlformats.org/officeDocument/2006/relationships/tags" Target="../tags/tag1269.xml"/><Relationship Id="rId97" Type="http://schemas.openxmlformats.org/officeDocument/2006/relationships/tags" Target="../tags/tag1290.xml"/><Relationship Id="rId120" Type="http://schemas.openxmlformats.org/officeDocument/2006/relationships/tags" Target="../tags/tag1313.xml"/><Relationship Id="rId141" Type="http://schemas.openxmlformats.org/officeDocument/2006/relationships/tags" Target="../tags/tag1334.xml"/><Relationship Id="rId7" Type="http://schemas.openxmlformats.org/officeDocument/2006/relationships/tags" Target="../tags/tag1200.xml"/><Relationship Id="rId162" Type="http://schemas.openxmlformats.org/officeDocument/2006/relationships/tags" Target="../tags/tag1355.xml"/><Relationship Id="rId183" Type="http://schemas.openxmlformats.org/officeDocument/2006/relationships/tags" Target="../tags/tag1376.xml"/><Relationship Id="rId24" Type="http://schemas.openxmlformats.org/officeDocument/2006/relationships/tags" Target="../tags/tag1217.xml"/><Relationship Id="rId40" Type="http://schemas.openxmlformats.org/officeDocument/2006/relationships/tags" Target="../tags/tag1233.xml"/><Relationship Id="rId45" Type="http://schemas.openxmlformats.org/officeDocument/2006/relationships/tags" Target="../tags/tag1238.xml"/><Relationship Id="rId66" Type="http://schemas.openxmlformats.org/officeDocument/2006/relationships/tags" Target="../tags/tag1259.xml"/><Relationship Id="rId87" Type="http://schemas.openxmlformats.org/officeDocument/2006/relationships/tags" Target="../tags/tag1280.xml"/><Relationship Id="rId110" Type="http://schemas.openxmlformats.org/officeDocument/2006/relationships/tags" Target="../tags/tag1303.xml"/><Relationship Id="rId115" Type="http://schemas.openxmlformats.org/officeDocument/2006/relationships/tags" Target="../tags/tag1308.xml"/><Relationship Id="rId131" Type="http://schemas.openxmlformats.org/officeDocument/2006/relationships/tags" Target="../tags/tag1324.xml"/><Relationship Id="rId136" Type="http://schemas.openxmlformats.org/officeDocument/2006/relationships/tags" Target="../tags/tag1329.xml"/><Relationship Id="rId157" Type="http://schemas.openxmlformats.org/officeDocument/2006/relationships/tags" Target="../tags/tag1350.xml"/><Relationship Id="rId178" Type="http://schemas.openxmlformats.org/officeDocument/2006/relationships/tags" Target="../tags/tag1371.xml"/><Relationship Id="rId61" Type="http://schemas.openxmlformats.org/officeDocument/2006/relationships/tags" Target="../tags/tag1254.xml"/><Relationship Id="rId82" Type="http://schemas.openxmlformats.org/officeDocument/2006/relationships/tags" Target="../tags/tag1275.xml"/><Relationship Id="rId152" Type="http://schemas.openxmlformats.org/officeDocument/2006/relationships/tags" Target="../tags/tag1345.xml"/><Relationship Id="rId173" Type="http://schemas.openxmlformats.org/officeDocument/2006/relationships/tags" Target="../tags/tag1366.xml"/><Relationship Id="rId194" Type="http://schemas.openxmlformats.org/officeDocument/2006/relationships/tags" Target="../tags/tag1387.xml"/><Relationship Id="rId199" Type="http://schemas.openxmlformats.org/officeDocument/2006/relationships/tags" Target="../tags/tag1392.xml"/><Relationship Id="rId203" Type="http://schemas.openxmlformats.org/officeDocument/2006/relationships/tags" Target="../tags/tag1396.xml"/><Relationship Id="rId19" Type="http://schemas.openxmlformats.org/officeDocument/2006/relationships/tags" Target="../tags/tag1212.xml"/><Relationship Id="rId14" Type="http://schemas.openxmlformats.org/officeDocument/2006/relationships/tags" Target="../tags/tag1207.xml"/><Relationship Id="rId30" Type="http://schemas.openxmlformats.org/officeDocument/2006/relationships/tags" Target="../tags/tag1223.xml"/><Relationship Id="rId35" Type="http://schemas.openxmlformats.org/officeDocument/2006/relationships/tags" Target="../tags/tag1228.xml"/><Relationship Id="rId56" Type="http://schemas.openxmlformats.org/officeDocument/2006/relationships/tags" Target="../tags/tag1249.xml"/><Relationship Id="rId77" Type="http://schemas.openxmlformats.org/officeDocument/2006/relationships/tags" Target="../tags/tag1270.xml"/><Relationship Id="rId100" Type="http://schemas.openxmlformats.org/officeDocument/2006/relationships/tags" Target="../tags/tag1293.xml"/><Relationship Id="rId105" Type="http://schemas.openxmlformats.org/officeDocument/2006/relationships/tags" Target="../tags/tag1298.xml"/><Relationship Id="rId126" Type="http://schemas.openxmlformats.org/officeDocument/2006/relationships/tags" Target="../tags/tag1319.xml"/><Relationship Id="rId147" Type="http://schemas.openxmlformats.org/officeDocument/2006/relationships/tags" Target="../tags/tag1340.xml"/><Relationship Id="rId168" Type="http://schemas.openxmlformats.org/officeDocument/2006/relationships/tags" Target="../tags/tag1361.xml"/><Relationship Id="rId8" Type="http://schemas.openxmlformats.org/officeDocument/2006/relationships/tags" Target="../tags/tag1201.xml"/><Relationship Id="rId51" Type="http://schemas.openxmlformats.org/officeDocument/2006/relationships/tags" Target="../tags/tag1244.xml"/><Relationship Id="rId72" Type="http://schemas.openxmlformats.org/officeDocument/2006/relationships/tags" Target="../tags/tag1265.xml"/><Relationship Id="rId93" Type="http://schemas.openxmlformats.org/officeDocument/2006/relationships/tags" Target="../tags/tag1286.xml"/><Relationship Id="rId98" Type="http://schemas.openxmlformats.org/officeDocument/2006/relationships/tags" Target="../tags/tag1291.xml"/><Relationship Id="rId121" Type="http://schemas.openxmlformats.org/officeDocument/2006/relationships/tags" Target="../tags/tag1314.xml"/><Relationship Id="rId142" Type="http://schemas.openxmlformats.org/officeDocument/2006/relationships/tags" Target="../tags/tag1335.xml"/><Relationship Id="rId163" Type="http://schemas.openxmlformats.org/officeDocument/2006/relationships/tags" Target="../tags/tag1356.xml"/><Relationship Id="rId184" Type="http://schemas.openxmlformats.org/officeDocument/2006/relationships/tags" Target="../tags/tag1377.xml"/><Relationship Id="rId189" Type="http://schemas.openxmlformats.org/officeDocument/2006/relationships/tags" Target="../tags/tag1382.xml"/><Relationship Id="rId3" Type="http://schemas.openxmlformats.org/officeDocument/2006/relationships/tags" Target="../tags/tag1196.xml"/><Relationship Id="rId25" Type="http://schemas.openxmlformats.org/officeDocument/2006/relationships/tags" Target="../tags/tag1218.xml"/><Relationship Id="rId46" Type="http://schemas.openxmlformats.org/officeDocument/2006/relationships/tags" Target="../tags/tag1239.xml"/><Relationship Id="rId67" Type="http://schemas.openxmlformats.org/officeDocument/2006/relationships/tags" Target="../tags/tag1260.xml"/><Relationship Id="rId116" Type="http://schemas.openxmlformats.org/officeDocument/2006/relationships/tags" Target="../tags/tag1309.xml"/><Relationship Id="rId137" Type="http://schemas.openxmlformats.org/officeDocument/2006/relationships/tags" Target="../tags/tag1330.xml"/><Relationship Id="rId158" Type="http://schemas.openxmlformats.org/officeDocument/2006/relationships/tags" Target="../tags/tag1351.xml"/><Relationship Id="rId20" Type="http://schemas.openxmlformats.org/officeDocument/2006/relationships/tags" Target="../tags/tag1213.xml"/><Relationship Id="rId41" Type="http://schemas.openxmlformats.org/officeDocument/2006/relationships/tags" Target="../tags/tag1234.xml"/><Relationship Id="rId62" Type="http://schemas.openxmlformats.org/officeDocument/2006/relationships/tags" Target="../tags/tag1255.xml"/><Relationship Id="rId83" Type="http://schemas.openxmlformats.org/officeDocument/2006/relationships/tags" Target="../tags/tag1276.xml"/><Relationship Id="rId88" Type="http://schemas.openxmlformats.org/officeDocument/2006/relationships/tags" Target="../tags/tag1281.xml"/><Relationship Id="rId111" Type="http://schemas.openxmlformats.org/officeDocument/2006/relationships/tags" Target="../tags/tag1304.xml"/><Relationship Id="rId132" Type="http://schemas.openxmlformats.org/officeDocument/2006/relationships/tags" Target="../tags/tag1325.xml"/><Relationship Id="rId153" Type="http://schemas.openxmlformats.org/officeDocument/2006/relationships/tags" Target="../tags/tag1346.xml"/><Relationship Id="rId174" Type="http://schemas.openxmlformats.org/officeDocument/2006/relationships/tags" Target="../tags/tag1367.xml"/><Relationship Id="rId179" Type="http://schemas.openxmlformats.org/officeDocument/2006/relationships/tags" Target="../tags/tag1372.xml"/><Relationship Id="rId195" Type="http://schemas.openxmlformats.org/officeDocument/2006/relationships/tags" Target="../tags/tag1388.xml"/><Relationship Id="rId190" Type="http://schemas.openxmlformats.org/officeDocument/2006/relationships/tags" Target="../tags/tag1383.xml"/><Relationship Id="rId204" Type="http://schemas.openxmlformats.org/officeDocument/2006/relationships/slideLayout" Target="../slideLayouts/slideLayout1.xml"/><Relationship Id="rId15" Type="http://schemas.openxmlformats.org/officeDocument/2006/relationships/tags" Target="../tags/tag1208.xml"/><Relationship Id="rId36" Type="http://schemas.openxmlformats.org/officeDocument/2006/relationships/tags" Target="../tags/tag1229.xml"/><Relationship Id="rId57" Type="http://schemas.openxmlformats.org/officeDocument/2006/relationships/tags" Target="../tags/tag1250.xml"/><Relationship Id="rId106" Type="http://schemas.openxmlformats.org/officeDocument/2006/relationships/tags" Target="../tags/tag1299.xml"/><Relationship Id="rId127" Type="http://schemas.openxmlformats.org/officeDocument/2006/relationships/tags" Target="../tags/tag1320.xml"/><Relationship Id="rId10" Type="http://schemas.openxmlformats.org/officeDocument/2006/relationships/tags" Target="../tags/tag1203.xml"/><Relationship Id="rId31" Type="http://schemas.openxmlformats.org/officeDocument/2006/relationships/tags" Target="../tags/tag1224.xml"/><Relationship Id="rId52" Type="http://schemas.openxmlformats.org/officeDocument/2006/relationships/tags" Target="../tags/tag1245.xml"/><Relationship Id="rId73" Type="http://schemas.openxmlformats.org/officeDocument/2006/relationships/tags" Target="../tags/tag1266.xml"/><Relationship Id="rId78" Type="http://schemas.openxmlformats.org/officeDocument/2006/relationships/tags" Target="../tags/tag1271.xml"/><Relationship Id="rId94" Type="http://schemas.openxmlformats.org/officeDocument/2006/relationships/tags" Target="../tags/tag1287.xml"/><Relationship Id="rId99" Type="http://schemas.openxmlformats.org/officeDocument/2006/relationships/tags" Target="../tags/tag1292.xml"/><Relationship Id="rId101" Type="http://schemas.openxmlformats.org/officeDocument/2006/relationships/tags" Target="../tags/tag1294.xml"/><Relationship Id="rId122" Type="http://schemas.openxmlformats.org/officeDocument/2006/relationships/tags" Target="../tags/tag1315.xml"/><Relationship Id="rId143" Type="http://schemas.openxmlformats.org/officeDocument/2006/relationships/tags" Target="../tags/tag1336.xml"/><Relationship Id="rId148" Type="http://schemas.openxmlformats.org/officeDocument/2006/relationships/tags" Target="../tags/tag1341.xml"/><Relationship Id="rId164" Type="http://schemas.openxmlformats.org/officeDocument/2006/relationships/tags" Target="../tags/tag1357.xml"/><Relationship Id="rId169" Type="http://schemas.openxmlformats.org/officeDocument/2006/relationships/tags" Target="../tags/tag1362.xml"/><Relationship Id="rId185" Type="http://schemas.openxmlformats.org/officeDocument/2006/relationships/tags" Target="../tags/tag1378.xml"/><Relationship Id="rId4" Type="http://schemas.openxmlformats.org/officeDocument/2006/relationships/tags" Target="../tags/tag1197.xml"/><Relationship Id="rId9" Type="http://schemas.openxmlformats.org/officeDocument/2006/relationships/tags" Target="../tags/tag1202.xml"/><Relationship Id="rId180" Type="http://schemas.openxmlformats.org/officeDocument/2006/relationships/tags" Target="../tags/tag1373.xml"/><Relationship Id="rId26" Type="http://schemas.openxmlformats.org/officeDocument/2006/relationships/tags" Target="../tags/tag1219.xml"/><Relationship Id="rId47" Type="http://schemas.openxmlformats.org/officeDocument/2006/relationships/tags" Target="../tags/tag1240.xml"/><Relationship Id="rId68" Type="http://schemas.openxmlformats.org/officeDocument/2006/relationships/tags" Target="../tags/tag1261.xml"/><Relationship Id="rId89" Type="http://schemas.openxmlformats.org/officeDocument/2006/relationships/tags" Target="../tags/tag1282.xml"/><Relationship Id="rId112" Type="http://schemas.openxmlformats.org/officeDocument/2006/relationships/tags" Target="../tags/tag1305.xml"/><Relationship Id="rId133" Type="http://schemas.openxmlformats.org/officeDocument/2006/relationships/tags" Target="../tags/tag1326.xml"/><Relationship Id="rId154" Type="http://schemas.openxmlformats.org/officeDocument/2006/relationships/tags" Target="../tags/tag1347.xml"/><Relationship Id="rId175" Type="http://schemas.openxmlformats.org/officeDocument/2006/relationships/tags" Target="../tags/tag1368.xml"/><Relationship Id="rId196" Type="http://schemas.openxmlformats.org/officeDocument/2006/relationships/tags" Target="../tags/tag1389.xml"/><Relationship Id="rId200" Type="http://schemas.openxmlformats.org/officeDocument/2006/relationships/tags" Target="../tags/tag1393.xml"/><Relationship Id="rId16" Type="http://schemas.openxmlformats.org/officeDocument/2006/relationships/tags" Target="../tags/tag1209.xml"/><Relationship Id="rId37" Type="http://schemas.openxmlformats.org/officeDocument/2006/relationships/tags" Target="../tags/tag1230.xml"/><Relationship Id="rId58" Type="http://schemas.openxmlformats.org/officeDocument/2006/relationships/tags" Target="../tags/tag1251.xml"/><Relationship Id="rId79" Type="http://schemas.openxmlformats.org/officeDocument/2006/relationships/tags" Target="../tags/tag1272.xml"/><Relationship Id="rId102" Type="http://schemas.openxmlformats.org/officeDocument/2006/relationships/tags" Target="../tags/tag1295.xml"/><Relationship Id="rId123" Type="http://schemas.openxmlformats.org/officeDocument/2006/relationships/tags" Target="../tags/tag1316.xml"/><Relationship Id="rId144" Type="http://schemas.openxmlformats.org/officeDocument/2006/relationships/tags" Target="../tags/tag1337.xml"/><Relationship Id="rId90" Type="http://schemas.openxmlformats.org/officeDocument/2006/relationships/tags" Target="../tags/tag1283.xml"/><Relationship Id="rId165" Type="http://schemas.openxmlformats.org/officeDocument/2006/relationships/tags" Target="../tags/tag1358.xml"/><Relationship Id="rId186" Type="http://schemas.openxmlformats.org/officeDocument/2006/relationships/tags" Target="../tags/tag1379.xml"/><Relationship Id="rId27" Type="http://schemas.openxmlformats.org/officeDocument/2006/relationships/tags" Target="../tags/tag1220.xml"/><Relationship Id="rId48" Type="http://schemas.openxmlformats.org/officeDocument/2006/relationships/tags" Target="../tags/tag1241.xml"/><Relationship Id="rId69" Type="http://schemas.openxmlformats.org/officeDocument/2006/relationships/tags" Target="../tags/tag1262.xml"/><Relationship Id="rId113" Type="http://schemas.openxmlformats.org/officeDocument/2006/relationships/tags" Target="../tags/tag1306.xml"/><Relationship Id="rId134" Type="http://schemas.openxmlformats.org/officeDocument/2006/relationships/tags" Target="../tags/tag1327.xml"/><Relationship Id="rId80" Type="http://schemas.openxmlformats.org/officeDocument/2006/relationships/tags" Target="../tags/tag1273.xml"/><Relationship Id="rId155" Type="http://schemas.openxmlformats.org/officeDocument/2006/relationships/tags" Target="../tags/tag1348.xml"/><Relationship Id="rId176" Type="http://schemas.openxmlformats.org/officeDocument/2006/relationships/tags" Target="../tags/tag1369.xml"/><Relationship Id="rId197" Type="http://schemas.openxmlformats.org/officeDocument/2006/relationships/tags" Target="../tags/tag1390.xml"/><Relationship Id="rId201" Type="http://schemas.openxmlformats.org/officeDocument/2006/relationships/tags" Target="../tags/tag1394.xml"/><Relationship Id="rId17" Type="http://schemas.openxmlformats.org/officeDocument/2006/relationships/tags" Target="../tags/tag1210.xml"/><Relationship Id="rId38" Type="http://schemas.openxmlformats.org/officeDocument/2006/relationships/tags" Target="../tags/tag1231.xml"/><Relationship Id="rId59" Type="http://schemas.openxmlformats.org/officeDocument/2006/relationships/tags" Target="../tags/tag1252.xml"/><Relationship Id="rId103" Type="http://schemas.openxmlformats.org/officeDocument/2006/relationships/tags" Target="../tags/tag1296.xml"/><Relationship Id="rId124" Type="http://schemas.openxmlformats.org/officeDocument/2006/relationships/tags" Target="../tags/tag1317.xml"/><Relationship Id="rId70" Type="http://schemas.openxmlformats.org/officeDocument/2006/relationships/tags" Target="../tags/tag1263.xml"/><Relationship Id="rId91" Type="http://schemas.openxmlformats.org/officeDocument/2006/relationships/tags" Target="../tags/tag1284.xml"/><Relationship Id="rId145" Type="http://schemas.openxmlformats.org/officeDocument/2006/relationships/tags" Target="../tags/tag1338.xml"/><Relationship Id="rId166" Type="http://schemas.openxmlformats.org/officeDocument/2006/relationships/tags" Target="../tags/tag1359.xml"/><Relationship Id="rId187" Type="http://schemas.openxmlformats.org/officeDocument/2006/relationships/tags" Target="../tags/tag1380.xml"/><Relationship Id="rId1" Type="http://schemas.openxmlformats.org/officeDocument/2006/relationships/tags" Target="../tags/tag1194.xml"/><Relationship Id="rId28" Type="http://schemas.openxmlformats.org/officeDocument/2006/relationships/tags" Target="../tags/tag1221.xml"/><Relationship Id="rId49" Type="http://schemas.openxmlformats.org/officeDocument/2006/relationships/tags" Target="../tags/tag1242.xml"/><Relationship Id="rId114" Type="http://schemas.openxmlformats.org/officeDocument/2006/relationships/tags" Target="../tags/tag1307.xml"/><Relationship Id="rId60" Type="http://schemas.openxmlformats.org/officeDocument/2006/relationships/tags" Target="../tags/tag1253.xml"/><Relationship Id="rId81" Type="http://schemas.openxmlformats.org/officeDocument/2006/relationships/tags" Target="../tags/tag1274.xml"/><Relationship Id="rId135" Type="http://schemas.openxmlformats.org/officeDocument/2006/relationships/tags" Target="../tags/tag1328.xml"/><Relationship Id="rId156" Type="http://schemas.openxmlformats.org/officeDocument/2006/relationships/tags" Target="../tags/tag1349.xml"/><Relationship Id="rId177" Type="http://schemas.openxmlformats.org/officeDocument/2006/relationships/tags" Target="../tags/tag1370.xml"/><Relationship Id="rId198" Type="http://schemas.openxmlformats.org/officeDocument/2006/relationships/tags" Target="../tags/tag1391.xml"/><Relationship Id="rId202" Type="http://schemas.openxmlformats.org/officeDocument/2006/relationships/tags" Target="../tags/tag1395.xml"/><Relationship Id="rId18" Type="http://schemas.openxmlformats.org/officeDocument/2006/relationships/tags" Target="../tags/tag1211.xml"/><Relationship Id="rId39" Type="http://schemas.openxmlformats.org/officeDocument/2006/relationships/tags" Target="../tags/tag1232.xml"/><Relationship Id="rId50" Type="http://schemas.openxmlformats.org/officeDocument/2006/relationships/tags" Target="../tags/tag1243.xml"/><Relationship Id="rId104" Type="http://schemas.openxmlformats.org/officeDocument/2006/relationships/tags" Target="../tags/tag1297.xml"/><Relationship Id="rId125" Type="http://schemas.openxmlformats.org/officeDocument/2006/relationships/tags" Target="../tags/tag1318.xml"/><Relationship Id="rId146" Type="http://schemas.openxmlformats.org/officeDocument/2006/relationships/tags" Target="../tags/tag1339.xml"/><Relationship Id="rId167" Type="http://schemas.openxmlformats.org/officeDocument/2006/relationships/tags" Target="../tags/tag1360.xml"/><Relationship Id="rId188" Type="http://schemas.openxmlformats.org/officeDocument/2006/relationships/tags" Target="../tags/tag1381.xml"/><Relationship Id="rId71" Type="http://schemas.openxmlformats.org/officeDocument/2006/relationships/tags" Target="../tags/tag1264.xml"/><Relationship Id="rId92" Type="http://schemas.openxmlformats.org/officeDocument/2006/relationships/tags" Target="../tags/tag1285.xml"/><Relationship Id="rId2" Type="http://schemas.openxmlformats.org/officeDocument/2006/relationships/tags" Target="../tags/tag1195.xml"/><Relationship Id="rId29" Type="http://schemas.openxmlformats.org/officeDocument/2006/relationships/tags" Target="../tags/tag122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tags" Target="../tags/tag1513.xml"/><Relationship Id="rId21" Type="http://schemas.openxmlformats.org/officeDocument/2006/relationships/tags" Target="../tags/tag1417.xml"/><Relationship Id="rId42" Type="http://schemas.openxmlformats.org/officeDocument/2006/relationships/tags" Target="../tags/tag1438.xml"/><Relationship Id="rId63" Type="http://schemas.openxmlformats.org/officeDocument/2006/relationships/tags" Target="../tags/tag1459.xml"/><Relationship Id="rId84" Type="http://schemas.openxmlformats.org/officeDocument/2006/relationships/tags" Target="../tags/tag1480.xml"/><Relationship Id="rId16" Type="http://schemas.openxmlformats.org/officeDocument/2006/relationships/tags" Target="../tags/tag1412.xml"/><Relationship Id="rId107" Type="http://schemas.openxmlformats.org/officeDocument/2006/relationships/tags" Target="../tags/tag1503.xml"/><Relationship Id="rId11" Type="http://schemas.openxmlformats.org/officeDocument/2006/relationships/tags" Target="../tags/tag1407.xml"/><Relationship Id="rId32" Type="http://schemas.openxmlformats.org/officeDocument/2006/relationships/tags" Target="../tags/tag1428.xml"/><Relationship Id="rId37" Type="http://schemas.openxmlformats.org/officeDocument/2006/relationships/tags" Target="../tags/tag1433.xml"/><Relationship Id="rId53" Type="http://schemas.openxmlformats.org/officeDocument/2006/relationships/tags" Target="../tags/tag1449.xml"/><Relationship Id="rId58" Type="http://schemas.openxmlformats.org/officeDocument/2006/relationships/tags" Target="../tags/tag1454.xml"/><Relationship Id="rId74" Type="http://schemas.openxmlformats.org/officeDocument/2006/relationships/tags" Target="../tags/tag1470.xml"/><Relationship Id="rId79" Type="http://schemas.openxmlformats.org/officeDocument/2006/relationships/tags" Target="../tags/tag1475.xml"/><Relationship Id="rId102" Type="http://schemas.openxmlformats.org/officeDocument/2006/relationships/tags" Target="../tags/tag1498.xml"/><Relationship Id="rId123" Type="http://schemas.openxmlformats.org/officeDocument/2006/relationships/tags" Target="../tags/tag1519.xml"/><Relationship Id="rId128" Type="http://schemas.openxmlformats.org/officeDocument/2006/relationships/tags" Target="../tags/tag1524.xml"/><Relationship Id="rId5" Type="http://schemas.openxmlformats.org/officeDocument/2006/relationships/tags" Target="../tags/tag1401.xml"/><Relationship Id="rId90" Type="http://schemas.openxmlformats.org/officeDocument/2006/relationships/tags" Target="../tags/tag1486.xml"/><Relationship Id="rId95" Type="http://schemas.openxmlformats.org/officeDocument/2006/relationships/tags" Target="../tags/tag1491.xml"/><Relationship Id="rId22" Type="http://schemas.openxmlformats.org/officeDocument/2006/relationships/tags" Target="../tags/tag1418.xml"/><Relationship Id="rId27" Type="http://schemas.openxmlformats.org/officeDocument/2006/relationships/tags" Target="../tags/tag1423.xml"/><Relationship Id="rId43" Type="http://schemas.openxmlformats.org/officeDocument/2006/relationships/tags" Target="../tags/tag1439.xml"/><Relationship Id="rId48" Type="http://schemas.openxmlformats.org/officeDocument/2006/relationships/tags" Target="../tags/tag1444.xml"/><Relationship Id="rId64" Type="http://schemas.openxmlformats.org/officeDocument/2006/relationships/tags" Target="../tags/tag1460.xml"/><Relationship Id="rId69" Type="http://schemas.openxmlformats.org/officeDocument/2006/relationships/tags" Target="../tags/tag1465.xml"/><Relationship Id="rId113" Type="http://schemas.openxmlformats.org/officeDocument/2006/relationships/tags" Target="../tags/tag1509.xml"/><Relationship Id="rId118" Type="http://schemas.openxmlformats.org/officeDocument/2006/relationships/tags" Target="../tags/tag1514.xml"/><Relationship Id="rId134" Type="http://schemas.openxmlformats.org/officeDocument/2006/relationships/tags" Target="../tags/tag1530.xml"/><Relationship Id="rId80" Type="http://schemas.openxmlformats.org/officeDocument/2006/relationships/tags" Target="../tags/tag1476.xml"/><Relationship Id="rId85" Type="http://schemas.openxmlformats.org/officeDocument/2006/relationships/tags" Target="../tags/tag1481.xml"/><Relationship Id="rId12" Type="http://schemas.openxmlformats.org/officeDocument/2006/relationships/tags" Target="../tags/tag1408.xml"/><Relationship Id="rId17" Type="http://schemas.openxmlformats.org/officeDocument/2006/relationships/tags" Target="../tags/tag1413.xml"/><Relationship Id="rId33" Type="http://schemas.openxmlformats.org/officeDocument/2006/relationships/tags" Target="../tags/tag1429.xml"/><Relationship Id="rId38" Type="http://schemas.openxmlformats.org/officeDocument/2006/relationships/tags" Target="../tags/tag1434.xml"/><Relationship Id="rId59" Type="http://schemas.openxmlformats.org/officeDocument/2006/relationships/tags" Target="../tags/tag1455.xml"/><Relationship Id="rId103" Type="http://schemas.openxmlformats.org/officeDocument/2006/relationships/tags" Target="../tags/tag1499.xml"/><Relationship Id="rId108" Type="http://schemas.openxmlformats.org/officeDocument/2006/relationships/tags" Target="../tags/tag1504.xml"/><Relationship Id="rId124" Type="http://schemas.openxmlformats.org/officeDocument/2006/relationships/tags" Target="../tags/tag1520.xml"/><Relationship Id="rId129" Type="http://schemas.openxmlformats.org/officeDocument/2006/relationships/tags" Target="../tags/tag1525.xml"/><Relationship Id="rId54" Type="http://schemas.openxmlformats.org/officeDocument/2006/relationships/tags" Target="../tags/tag1450.xml"/><Relationship Id="rId70" Type="http://schemas.openxmlformats.org/officeDocument/2006/relationships/tags" Target="../tags/tag1466.xml"/><Relationship Id="rId75" Type="http://schemas.openxmlformats.org/officeDocument/2006/relationships/tags" Target="../tags/tag1471.xml"/><Relationship Id="rId91" Type="http://schemas.openxmlformats.org/officeDocument/2006/relationships/tags" Target="../tags/tag1487.xml"/><Relationship Id="rId96" Type="http://schemas.openxmlformats.org/officeDocument/2006/relationships/tags" Target="../tags/tag1492.xml"/><Relationship Id="rId1" Type="http://schemas.openxmlformats.org/officeDocument/2006/relationships/tags" Target="../tags/tag1397.xml"/><Relationship Id="rId6" Type="http://schemas.openxmlformats.org/officeDocument/2006/relationships/tags" Target="../tags/tag1402.xml"/><Relationship Id="rId23" Type="http://schemas.openxmlformats.org/officeDocument/2006/relationships/tags" Target="../tags/tag1419.xml"/><Relationship Id="rId28" Type="http://schemas.openxmlformats.org/officeDocument/2006/relationships/tags" Target="../tags/tag1424.xml"/><Relationship Id="rId49" Type="http://schemas.openxmlformats.org/officeDocument/2006/relationships/tags" Target="../tags/tag1445.xml"/><Relationship Id="rId114" Type="http://schemas.openxmlformats.org/officeDocument/2006/relationships/tags" Target="../tags/tag1510.xml"/><Relationship Id="rId119" Type="http://schemas.openxmlformats.org/officeDocument/2006/relationships/tags" Target="../tags/tag1515.xml"/><Relationship Id="rId44" Type="http://schemas.openxmlformats.org/officeDocument/2006/relationships/tags" Target="../tags/tag1440.xml"/><Relationship Id="rId60" Type="http://schemas.openxmlformats.org/officeDocument/2006/relationships/tags" Target="../tags/tag1456.xml"/><Relationship Id="rId65" Type="http://schemas.openxmlformats.org/officeDocument/2006/relationships/tags" Target="../tags/tag1461.xml"/><Relationship Id="rId81" Type="http://schemas.openxmlformats.org/officeDocument/2006/relationships/tags" Target="../tags/tag1477.xml"/><Relationship Id="rId86" Type="http://schemas.openxmlformats.org/officeDocument/2006/relationships/tags" Target="../tags/tag1482.xml"/><Relationship Id="rId130" Type="http://schemas.openxmlformats.org/officeDocument/2006/relationships/tags" Target="../tags/tag1526.xml"/><Relationship Id="rId135" Type="http://schemas.openxmlformats.org/officeDocument/2006/relationships/slideLayout" Target="../slideLayouts/slideLayout1.xml"/><Relationship Id="rId13" Type="http://schemas.openxmlformats.org/officeDocument/2006/relationships/tags" Target="../tags/tag1409.xml"/><Relationship Id="rId18" Type="http://schemas.openxmlformats.org/officeDocument/2006/relationships/tags" Target="../tags/tag1414.xml"/><Relationship Id="rId39" Type="http://schemas.openxmlformats.org/officeDocument/2006/relationships/tags" Target="../tags/tag1435.xml"/><Relationship Id="rId109" Type="http://schemas.openxmlformats.org/officeDocument/2006/relationships/tags" Target="../tags/tag1505.xml"/><Relationship Id="rId34" Type="http://schemas.openxmlformats.org/officeDocument/2006/relationships/tags" Target="../tags/tag1430.xml"/><Relationship Id="rId50" Type="http://schemas.openxmlformats.org/officeDocument/2006/relationships/tags" Target="../tags/tag1446.xml"/><Relationship Id="rId55" Type="http://schemas.openxmlformats.org/officeDocument/2006/relationships/tags" Target="../tags/tag1451.xml"/><Relationship Id="rId76" Type="http://schemas.openxmlformats.org/officeDocument/2006/relationships/tags" Target="../tags/tag1472.xml"/><Relationship Id="rId97" Type="http://schemas.openxmlformats.org/officeDocument/2006/relationships/tags" Target="../tags/tag1493.xml"/><Relationship Id="rId104" Type="http://schemas.openxmlformats.org/officeDocument/2006/relationships/tags" Target="../tags/tag1500.xml"/><Relationship Id="rId120" Type="http://schemas.openxmlformats.org/officeDocument/2006/relationships/tags" Target="../tags/tag1516.xml"/><Relationship Id="rId125" Type="http://schemas.openxmlformats.org/officeDocument/2006/relationships/tags" Target="../tags/tag1521.xml"/><Relationship Id="rId7" Type="http://schemas.openxmlformats.org/officeDocument/2006/relationships/tags" Target="../tags/tag1403.xml"/><Relationship Id="rId71" Type="http://schemas.openxmlformats.org/officeDocument/2006/relationships/tags" Target="../tags/tag1467.xml"/><Relationship Id="rId92" Type="http://schemas.openxmlformats.org/officeDocument/2006/relationships/tags" Target="../tags/tag1488.xml"/><Relationship Id="rId2" Type="http://schemas.openxmlformats.org/officeDocument/2006/relationships/tags" Target="../tags/tag1398.xml"/><Relationship Id="rId29" Type="http://schemas.openxmlformats.org/officeDocument/2006/relationships/tags" Target="../tags/tag1425.xml"/><Relationship Id="rId24" Type="http://schemas.openxmlformats.org/officeDocument/2006/relationships/tags" Target="../tags/tag1420.xml"/><Relationship Id="rId40" Type="http://schemas.openxmlformats.org/officeDocument/2006/relationships/tags" Target="../tags/tag1436.xml"/><Relationship Id="rId45" Type="http://schemas.openxmlformats.org/officeDocument/2006/relationships/tags" Target="../tags/tag1441.xml"/><Relationship Id="rId66" Type="http://schemas.openxmlformats.org/officeDocument/2006/relationships/tags" Target="../tags/tag1462.xml"/><Relationship Id="rId87" Type="http://schemas.openxmlformats.org/officeDocument/2006/relationships/tags" Target="../tags/tag1483.xml"/><Relationship Id="rId110" Type="http://schemas.openxmlformats.org/officeDocument/2006/relationships/tags" Target="../tags/tag1506.xml"/><Relationship Id="rId115" Type="http://schemas.openxmlformats.org/officeDocument/2006/relationships/tags" Target="../tags/tag1511.xml"/><Relationship Id="rId131" Type="http://schemas.openxmlformats.org/officeDocument/2006/relationships/tags" Target="../tags/tag1527.xml"/><Relationship Id="rId136" Type="http://schemas.openxmlformats.org/officeDocument/2006/relationships/notesSlide" Target="../notesSlides/notesSlide5.xml"/><Relationship Id="rId61" Type="http://schemas.openxmlformats.org/officeDocument/2006/relationships/tags" Target="../tags/tag1457.xml"/><Relationship Id="rId82" Type="http://schemas.openxmlformats.org/officeDocument/2006/relationships/tags" Target="../tags/tag1478.xml"/><Relationship Id="rId19" Type="http://schemas.openxmlformats.org/officeDocument/2006/relationships/tags" Target="../tags/tag1415.xml"/><Relationship Id="rId14" Type="http://schemas.openxmlformats.org/officeDocument/2006/relationships/tags" Target="../tags/tag1410.xml"/><Relationship Id="rId30" Type="http://schemas.openxmlformats.org/officeDocument/2006/relationships/tags" Target="../tags/tag1426.xml"/><Relationship Id="rId35" Type="http://schemas.openxmlformats.org/officeDocument/2006/relationships/tags" Target="../tags/tag1431.xml"/><Relationship Id="rId56" Type="http://schemas.openxmlformats.org/officeDocument/2006/relationships/tags" Target="../tags/tag1452.xml"/><Relationship Id="rId77" Type="http://schemas.openxmlformats.org/officeDocument/2006/relationships/tags" Target="../tags/tag1473.xml"/><Relationship Id="rId100" Type="http://schemas.openxmlformats.org/officeDocument/2006/relationships/tags" Target="../tags/tag1496.xml"/><Relationship Id="rId105" Type="http://schemas.openxmlformats.org/officeDocument/2006/relationships/tags" Target="../tags/tag1501.xml"/><Relationship Id="rId126" Type="http://schemas.openxmlformats.org/officeDocument/2006/relationships/tags" Target="../tags/tag1522.xml"/><Relationship Id="rId8" Type="http://schemas.openxmlformats.org/officeDocument/2006/relationships/tags" Target="../tags/tag1404.xml"/><Relationship Id="rId51" Type="http://schemas.openxmlformats.org/officeDocument/2006/relationships/tags" Target="../tags/tag1447.xml"/><Relationship Id="rId72" Type="http://schemas.openxmlformats.org/officeDocument/2006/relationships/tags" Target="../tags/tag1468.xml"/><Relationship Id="rId93" Type="http://schemas.openxmlformats.org/officeDocument/2006/relationships/tags" Target="../tags/tag1489.xml"/><Relationship Id="rId98" Type="http://schemas.openxmlformats.org/officeDocument/2006/relationships/tags" Target="../tags/tag1494.xml"/><Relationship Id="rId121" Type="http://schemas.openxmlformats.org/officeDocument/2006/relationships/tags" Target="../tags/tag1517.xml"/><Relationship Id="rId3" Type="http://schemas.openxmlformats.org/officeDocument/2006/relationships/tags" Target="../tags/tag1399.xml"/><Relationship Id="rId25" Type="http://schemas.openxmlformats.org/officeDocument/2006/relationships/tags" Target="../tags/tag1421.xml"/><Relationship Id="rId46" Type="http://schemas.openxmlformats.org/officeDocument/2006/relationships/tags" Target="../tags/tag1442.xml"/><Relationship Id="rId67" Type="http://schemas.openxmlformats.org/officeDocument/2006/relationships/tags" Target="../tags/tag1463.xml"/><Relationship Id="rId116" Type="http://schemas.openxmlformats.org/officeDocument/2006/relationships/tags" Target="../tags/tag1512.xml"/><Relationship Id="rId20" Type="http://schemas.openxmlformats.org/officeDocument/2006/relationships/tags" Target="../tags/tag1416.xml"/><Relationship Id="rId41" Type="http://schemas.openxmlformats.org/officeDocument/2006/relationships/tags" Target="../tags/tag1437.xml"/><Relationship Id="rId62" Type="http://schemas.openxmlformats.org/officeDocument/2006/relationships/tags" Target="../tags/tag1458.xml"/><Relationship Id="rId83" Type="http://schemas.openxmlformats.org/officeDocument/2006/relationships/tags" Target="../tags/tag1479.xml"/><Relationship Id="rId88" Type="http://schemas.openxmlformats.org/officeDocument/2006/relationships/tags" Target="../tags/tag1484.xml"/><Relationship Id="rId111" Type="http://schemas.openxmlformats.org/officeDocument/2006/relationships/tags" Target="../tags/tag1507.xml"/><Relationship Id="rId132" Type="http://schemas.openxmlformats.org/officeDocument/2006/relationships/tags" Target="../tags/tag1528.xml"/><Relationship Id="rId15" Type="http://schemas.openxmlformats.org/officeDocument/2006/relationships/tags" Target="../tags/tag1411.xml"/><Relationship Id="rId36" Type="http://schemas.openxmlformats.org/officeDocument/2006/relationships/tags" Target="../tags/tag1432.xml"/><Relationship Id="rId57" Type="http://schemas.openxmlformats.org/officeDocument/2006/relationships/tags" Target="../tags/tag1453.xml"/><Relationship Id="rId106" Type="http://schemas.openxmlformats.org/officeDocument/2006/relationships/tags" Target="../tags/tag1502.xml"/><Relationship Id="rId127" Type="http://schemas.openxmlformats.org/officeDocument/2006/relationships/tags" Target="../tags/tag1523.xml"/><Relationship Id="rId10" Type="http://schemas.openxmlformats.org/officeDocument/2006/relationships/tags" Target="../tags/tag1406.xml"/><Relationship Id="rId31" Type="http://schemas.openxmlformats.org/officeDocument/2006/relationships/tags" Target="../tags/tag1427.xml"/><Relationship Id="rId52" Type="http://schemas.openxmlformats.org/officeDocument/2006/relationships/tags" Target="../tags/tag1448.xml"/><Relationship Id="rId73" Type="http://schemas.openxmlformats.org/officeDocument/2006/relationships/tags" Target="../tags/tag1469.xml"/><Relationship Id="rId78" Type="http://schemas.openxmlformats.org/officeDocument/2006/relationships/tags" Target="../tags/tag1474.xml"/><Relationship Id="rId94" Type="http://schemas.openxmlformats.org/officeDocument/2006/relationships/tags" Target="../tags/tag1490.xml"/><Relationship Id="rId99" Type="http://schemas.openxmlformats.org/officeDocument/2006/relationships/tags" Target="../tags/tag1495.xml"/><Relationship Id="rId101" Type="http://schemas.openxmlformats.org/officeDocument/2006/relationships/tags" Target="../tags/tag1497.xml"/><Relationship Id="rId122" Type="http://schemas.openxmlformats.org/officeDocument/2006/relationships/tags" Target="../tags/tag1518.xml"/><Relationship Id="rId4" Type="http://schemas.openxmlformats.org/officeDocument/2006/relationships/tags" Target="../tags/tag1400.xml"/><Relationship Id="rId9" Type="http://schemas.openxmlformats.org/officeDocument/2006/relationships/tags" Target="../tags/tag1405.xml"/><Relationship Id="rId26" Type="http://schemas.openxmlformats.org/officeDocument/2006/relationships/tags" Target="../tags/tag1422.xml"/><Relationship Id="rId47" Type="http://schemas.openxmlformats.org/officeDocument/2006/relationships/tags" Target="../tags/tag1443.xml"/><Relationship Id="rId68" Type="http://schemas.openxmlformats.org/officeDocument/2006/relationships/tags" Target="../tags/tag1464.xml"/><Relationship Id="rId89" Type="http://schemas.openxmlformats.org/officeDocument/2006/relationships/tags" Target="../tags/tag1485.xml"/><Relationship Id="rId112" Type="http://schemas.openxmlformats.org/officeDocument/2006/relationships/tags" Target="../tags/tag1508.xml"/><Relationship Id="rId133" Type="http://schemas.openxmlformats.org/officeDocument/2006/relationships/tags" Target="../tags/tag1529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tags" Target="../tags/tag1556.xml"/><Relationship Id="rId21" Type="http://schemas.openxmlformats.org/officeDocument/2006/relationships/tags" Target="../tags/tag1551.xml"/><Relationship Id="rId34" Type="http://schemas.openxmlformats.org/officeDocument/2006/relationships/tags" Target="../tags/tag1564.xml"/><Relationship Id="rId42" Type="http://schemas.openxmlformats.org/officeDocument/2006/relationships/tags" Target="../tags/tag1572.xml"/><Relationship Id="rId47" Type="http://schemas.openxmlformats.org/officeDocument/2006/relationships/tags" Target="../tags/tag1577.xml"/><Relationship Id="rId50" Type="http://schemas.openxmlformats.org/officeDocument/2006/relationships/tags" Target="../tags/tag1580.xml"/><Relationship Id="rId55" Type="http://schemas.openxmlformats.org/officeDocument/2006/relationships/tags" Target="../tags/tag1585.xml"/><Relationship Id="rId63" Type="http://schemas.openxmlformats.org/officeDocument/2006/relationships/tags" Target="../tags/tag1593.xml"/><Relationship Id="rId7" Type="http://schemas.openxmlformats.org/officeDocument/2006/relationships/tags" Target="../tags/tag1537.xml"/><Relationship Id="rId2" Type="http://schemas.openxmlformats.org/officeDocument/2006/relationships/tags" Target="../tags/tag1532.xml"/><Relationship Id="rId16" Type="http://schemas.openxmlformats.org/officeDocument/2006/relationships/tags" Target="../tags/tag1546.xml"/><Relationship Id="rId29" Type="http://schemas.openxmlformats.org/officeDocument/2006/relationships/tags" Target="../tags/tag1559.xml"/><Relationship Id="rId11" Type="http://schemas.openxmlformats.org/officeDocument/2006/relationships/tags" Target="../tags/tag1541.xml"/><Relationship Id="rId24" Type="http://schemas.openxmlformats.org/officeDocument/2006/relationships/tags" Target="../tags/tag1554.xml"/><Relationship Id="rId32" Type="http://schemas.openxmlformats.org/officeDocument/2006/relationships/tags" Target="../tags/tag1562.xml"/><Relationship Id="rId37" Type="http://schemas.openxmlformats.org/officeDocument/2006/relationships/tags" Target="../tags/tag1567.xml"/><Relationship Id="rId40" Type="http://schemas.openxmlformats.org/officeDocument/2006/relationships/tags" Target="../tags/tag1570.xml"/><Relationship Id="rId45" Type="http://schemas.openxmlformats.org/officeDocument/2006/relationships/tags" Target="../tags/tag1575.xml"/><Relationship Id="rId53" Type="http://schemas.openxmlformats.org/officeDocument/2006/relationships/tags" Target="../tags/tag1583.xml"/><Relationship Id="rId58" Type="http://schemas.openxmlformats.org/officeDocument/2006/relationships/tags" Target="../tags/tag1588.xml"/><Relationship Id="rId66" Type="http://schemas.openxmlformats.org/officeDocument/2006/relationships/slideLayout" Target="../slideLayouts/slideLayout1.xml"/><Relationship Id="rId5" Type="http://schemas.openxmlformats.org/officeDocument/2006/relationships/tags" Target="../tags/tag1535.xml"/><Relationship Id="rId61" Type="http://schemas.openxmlformats.org/officeDocument/2006/relationships/tags" Target="../tags/tag1591.xml"/><Relationship Id="rId19" Type="http://schemas.openxmlformats.org/officeDocument/2006/relationships/tags" Target="../tags/tag1549.xml"/><Relationship Id="rId14" Type="http://schemas.openxmlformats.org/officeDocument/2006/relationships/tags" Target="../tags/tag1544.xml"/><Relationship Id="rId22" Type="http://schemas.openxmlformats.org/officeDocument/2006/relationships/tags" Target="../tags/tag1552.xml"/><Relationship Id="rId27" Type="http://schemas.openxmlformats.org/officeDocument/2006/relationships/tags" Target="../tags/tag1557.xml"/><Relationship Id="rId30" Type="http://schemas.openxmlformats.org/officeDocument/2006/relationships/tags" Target="../tags/tag1560.xml"/><Relationship Id="rId35" Type="http://schemas.openxmlformats.org/officeDocument/2006/relationships/tags" Target="../tags/tag1565.xml"/><Relationship Id="rId43" Type="http://schemas.openxmlformats.org/officeDocument/2006/relationships/tags" Target="../tags/tag1573.xml"/><Relationship Id="rId48" Type="http://schemas.openxmlformats.org/officeDocument/2006/relationships/tags" Target="../tags/tag1578.xml"/><Relationship Id="rId56" Type="http://schemas.openxmlformats.org/officeDocument/2006/relationships/tags" Target="../tags/tag1586.xml"/><Relationship Id="rId64" Type="http://schemas.openxmlformats.org/officeDocument/2006/relationships/tags" Target="../tags/tag1594.xml"/><Relationship Id="rId8" Type="http://schemas.openxmlformats.org/officeDocument/2006/relationships/tags" Target="../tags/tag1538.xml"/><Relationship Id="rId51" Type="http://schemas.openxmlformats.org/officeDocument/2006/relationships/tags" Target="../tags/tag1581.xml"/><Relationship Id="rId3" Type="http://schemas.openxmlformats.org/officeDocument/2006/relationships/tags" Target="../tags/tag1533.xml"/><Relationship Id="rId12" Type="http://schemas.openxmlformats.org/officeDocument/2006/relationships/tags" Target="../tags/tag1542.xml"/><Relationship Id="rId17" Type="http://schemas.openxmlformats.org/officeDocument/2006/relationships/tags" Target="../tags/tag1547.xml"/><Relationship Id="rId25" Type="http://schemas.openxmlformats.org/officeDocument/2006/relationships/tags" Target="../tags/tag1555.xml"/><Relationship Id="rId33" Type="http://schemas.openxmlformats.org/officeDocument/2006/relationships/tags" Target="../tags/tag1563.xml"/><Relationship Id="rId38" Type="http://schemas.openxmlformats.org/officeDocument/2006/relationships/tags" Target="../tags/tag1568.xml"/><Relationship Id="rId46" Type="http://schemas.openxmlformats.org/officeDocument/2006/relationships/tags" Target="../tags/tag1576.xml"/><Relationship Id="rId59" Type="http://schemas.openxmlformats.org/officeDocument/2006/relationships/tags" Target="../tags/tag1589.xml"/><Relationship Id="rId67" Type="http://schemas.openxmlformats.org/officeDocument/2006/relationships/notesSlide" Target="../notesSlides/notesSlide6.xml"/><Relationship Id="rId20" Type="http://schemas.openxmlformats.org/officeDocument/2006/relationships/tags" Target="../tags/tag1550.xml"/><Relationship Id="rId41" Type="http://schemas.openxmlformats.org/officeDocument/2006/relationships/tags" Target="../tags/tag1571.xml"/><Relationship Id="rId54" Type="http://schemas.openxmlformats.org/officeDocument/2006/relationships/tags" Target="../tags/tag1584.xml"/><Relationship Id="rId62" Type="http://schemas.openxmlformats.org/officeDocument/2006/relationships/tags" Target="../tags/tag1592.xml"/><Relationship Id="rId1" Type="http://schemas.openxmlformats.org/officeDocument/2006/relationships/tags" Target="../tags/tag1531.xml"/><Relationship Id="rId6" Type="http://schemas.openxmlformats.org/officeDocument/2006/relationships/tags" Target="../tags/tag1536.xml"/><Relationship Id="rId15" Type="http://schemas.openxmlformats.org/officeDocument/2006/relationships/tags" Target="../tags/tag1545.xml"/><Relationship Id="rId23" Type="http://schemas.openxmlformats.org/officeDocument/2006/relationships/tags" Target="../tags/tag1553.xml"/><Relationship Id="rId28" Type="http://schemas.openxmlformats.org/officeDocument/2006/relationships/tags" Target="../tags/tag1558.xml"/><Relationship Id="rId36" Type="http://schemas.openxmlformats.org/officeDocument/2006/relationships/tags" Target="../tags/tag1566.xml"/><Relationship Id="rId49" Type="http://schemas.openxmlformats.org/officeDocument/2006/relationships/tags" Target="../tags/tag1579.xml"/><Relationship Id="rId57" Type="http://schemas.openxmlformats.org/officeDocument/2006/relationships/tags" Target="../tags/tag1587.xml"/><Relationship Id="rId10" Type="http://schemas.openxmlformats.org/officeDocument/2006/relationships/tags" Target="../tags/tag1540.xml"/><Relationship Id="rId31" Type="http://schemas.openxmlformats.org/officeDocument/2006/relationships/tags" Target="../tags/tag1561.xml"/><Relationship Id="rId44" Type="http://schemas.openxmlformats.org/officeDocument/2006/relationships/tags" Target="../tags/tag1574.xml"/><Relationship Id="rId52" Type="http://schemas.openxmlformats.org/officeDocument/2006/relationships/tags" Target="../tags/tag1582.xml"/><Relationship Id="rId60" Type="http://schemas.openxmlformats.org/officeDocument/2006/relationships/tags" Target="../tags/tag1590.xml"/><Relationship Id="rId65" Type="http://schemas.openxmlformats.org/officeDocument/2006/relationships/tags" Target="../tags/tag1595.xml"/><Relationship Id="rId4" Type="http://schemas.openxmlformats.org/officeDocument/2006/relationships/tags" Target="../tags/tag1534.xml"/><Relationship Id="rId9" Type="http://schemas.openxmlformats.org/officeDocument/2006/relationships/tags" Target="../tags/tag1539.xml"/><Relationship Id="rId13" Type="http://schemas.openxmlformats.org/officeDocument/2006/relationships/tags" Target="../tags/tag1543.xml"/><Relationship Id="rId18" Type="http://schemas.openxmlformats.org/officeDocument/2006/relationships/tags" Target="../tags/tag1548.xml"/><Relationship Id="rId39" Type="http://schemas.openxmlformats.org/officeDocument/2006/relationships/tags" Target="../tags/tag1569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tags" Target="../tags/tag1712.xml"/><Relationship Id="rId21" Type="http://schemas.openxmlformats.org/officeDocument/2006/relationships/tags" Target="../tags/tag1616.xml"/><Relationship Id="rId42" Type="http://schemas.openxmlformats.org/officeDocument/2006/relationships/tags" Target="../tags/tag1637.xml"/><Relationship Id="rId63" Type="http://schemas.openxmlformats.org/officeDocument/2006/relationships/tags" Target="../tags/tag1658.xml"/><Relationship Id="rId84" Type="http://schemas.openxmlformats.org/officeDocument/2006/relationships/tags" Target="../tags/tag1679.xml"/><Relationship Id="rId138" Type="http://schemas.openxmlformats.org/officeDocument/2006/relationships/tags" Target="../tags/tag1733.xml"/><Relationship Id="rId159" Type="http://schemas.openxmlformats.org/officeDocument/2006/relationships/tags" Target="../tags/tag1754.xml"/><Relationship Id="rId107" Type="http://schemas.openxmlformats.org/officeDocument/2006/relationships/tags" Target="../tags/tag1702.xml"/><Relationship Id="rId11" Type="http://schemas.openxmlformats.org/officeDocument/2006/relationships/tags" Target="../tags/tag1606.xml"/><Relationship Id="rId32" Type="http://schemas.openxmlformats.org/officeDocument/2006/relationships/tags" Target="../tags/tag1627.xml"/><Relationship Id="rId53" Type="http://schemas.openxmlformats.org/officeDocument/2006/relationships/tags" Target="../tags/tag1648.xml"/><Relationship Id="rId74" Type="http://schemas.openxmlformats.org/officeDocument/2006/relationships/tags" Target="../tags/tag1669.xml"/><Relationship Id="rId128" Type="http://schemas.openxmlformats.org/officeDocument/2006/relationships/tags" Target="../tags/tag1723.xml"/><Relationship Id="rId149" Type="http://schemas.openxmlformats.org/officeDocument/2006/relationships/tags" Target="../tags/tag1744.xml"/><Relationship Id="rId5" Type="http://schemas.openxmlformats.org/officeDocument/2006/relationships/tags" Target="../tags/tag1600.xml"/><Relationship Id="rId95" Type="http://schemas.openxmlformats.org/officeDocument/2006/relationships/tags" Target="../tags/tag1690.xml"/><Relationship Id="rId160" Type="http://schemas.openxmlformats.org/officeDocument/2006/relationships/tags" Target="../tags/tag1755.xml"/><Relationship Id="rId22" Type="http://schemas.openxmlformats.org/officeDocument/2006/relationships/tags" Target="../tags/tag1617.xml"/><Relationship Id="rId43" Type="http://schemas.openxmlformats.org/officeDocument/2006/relationships/tags" Target="../tags/tag1638.xml"/><Relationship Id="rId64" Type="http://schemas.openxmlformats.org/officeDocument/2006/relationships/tags" Target="../tags/tag1659.xml"/><Relationship Id="rId118" Type="http://schemas.openxmlformats.org/officeDocument/2006/relationships/tags" Target="../tags/tag1713.xml"/><Relationship Id="rId139" Type="http://schemas.openxmlformats.org/officeDocument/2006/relationships/tags" Target="../tags/tag1734.xml"/><Relationship Id="rId85" Type="http://schemas.openxmlformats.org/officeDocument/2006/relationships/tags" Target="../tags/tag1680.xml"/><Relationship Id="rId150" Type="http://schemas.openxmlformats.org/officeDocument/2006/relationships/tags" Target="../tags/tag1745.xml"/><Relationship Id="rId12" Type="http://schemas.openxmlformats.org/officeDocument/2006/relationships/tags" Target="../tags/tag1607.xml"/><Relationship Id="rId17" Type="http://schemas.openxmlformats.org/officeDocument/2006/relationships/tags" Target="../tags/tag1612.xml"/><Relationship Id="rId33" Type="http://schemas.openxmlformats.org/officeDocument/2006/relationships/tags" Target="../tags/tag1628.xml"/><Relationship Id="rId38" Type="http://schemas.openxmlformats.org/officeDocument/2006/relationships/tags" Target="../tags/tag1633.xml"/><Relationship Id="rId59" Type="http://schemas.openxmlformats.org/officeDocument/2006/relationships/tags" Target="../tags/tag1654.xml"/><Relationship Id="rId103" Type="http://schemas.openxmlformats.org/officeDocument/2006/relationships/tags" Target="../tags/tag1698.xml"/><Relationship Id="rId108" Type="http://schemas.openxmlformats.org/officeDocument/2006/relationships/tags" Target="../tags/tag1703.xml"/><Relationship Id="rId124" Type="http://schemas.openxmlformats.org/officeDocument/2006/relationships/tags" Target="../tags/tag1719.xml"/><Relationship Id="rId129" Type="http://schemas.openxmlformats.org/officeDocument/2006/relationships/tags" Target="../tags/tag1724.xml"/><Relationship Id="rId54" Type="http://schemas.openxmlformats.org/officeDocument/2006/relationships/tags" Target="../tags/tag1649.xml"/><Relationship Id="rId70" Type="http://schemas.openxmlformats.org/officeDocument/2006/relationships/tags" Target="../tags/tag1665.xml"/><Relationship Id="rId75" Type="http://schemas.openxmlformats.org/officeDocument/2006/relationships/tags" Target="../tags/tag1670.xml"/><Relationship Id="rId91" Type="http://schemas.openxmlformats.org/officeDocument/2006/relationships/tags" Target="../tags/tag1686.xml"/><Relationship Id="rId96" Type="http://schemas.openxmlformats.org/officeDocument/2006/relationships/tags" Target="../tags/tag1691.xml"/><Relationship Id="rId140" Type="http://schemas.openxmlformats.org/officeDocument/2006/relationships/tags" Target="../tags/tag1735.xml"/><Relationship Id="rId145" Type="http://schemas.openxmlformats.org/officeDocument/2006/relationships/tags" Target="../tags/tag1740.xml"/><Relationship Id="rId161" Type="http://schemas.openxmlformats.org/officeDocument/2006/relationships/tags" Target="../tags/tag1756.xml"/><Relationship Id="rId166" Type="http://schemas.openxmlformats.org/officeDocument/2006/relationships/notesSlide" Target="../notesSlides/notesSlide7.xml"/><Relationship Id="rId1" Type="http://schemas.openxmlformats.org/officeDocument/2006/relationships/tags" Target="../tags/tag1596.xml"/><Relationship Id="rId6" Type="http://schemas.openxmlformats.org/officeDocument/2006/relationships/tags" Target="../tags/tag1601.xml"/><Relationship Id="rId23" Type="http://schemas.openxmlformats.org/officeDocument/2006/relationships/tags" Target="../tags/tag1618.xml"/><Relationship Id="rId28" Type="http://schemas.openxmlformats.org/officeDocument/2006/relationships/tags" Target="../tags/tag1623.xml"/><Relationship Id="rId49" Type="http://schemas.openxmlformats.org/officeDocument/2006/relationships/tags" Target="../tags/tag1644.xml"/><Relationship Id="rId114" Type="http://schemas.openxmlformats.org/officeDocument/2006/relationships/tags" Target="../tags/tag1709.xml"/><Relationship Id="rId119" Type="http://schemas.openxmlformats.org/officeDocument/2006/relationships/tags" Target="../tags/tag1714.xml"/><Relationship Id="rId44" Type="http://schemas.openxmlformats.org/officeDocument/2006/relationships/tags" Target="../tags/tag1639.xml"/><Relationship Id="rId60" Type="http://schemas.openxmlformats.org/officeDocument/2006/relationships/tags" Target="../tags/tag1655.xml"/><Relationship Id="rId65" Type="http://schemas.openxmlformats.org/officeDocument/2006/relationships/tags" Target="../tags/tag1660.xml"/><Relationship Id="rId81" Type="http://schemas.openxmlformats.org/officeDocument/2006/relationships/tags" Target="../tags/tag1676.xml"/><Relationship Id="rId86" Type="http://schemas.openxmlformats.org/officeDocument/2006/relationships/tags" Target="../tags/tag1681.xml"/><Relationship Id="rId130" Type="http://schemas.openxmlformats.org/officeDocument/2006/relationships/tags" Target="../tags/tag1725.xml"/><Relationship Id="rId135" Type="http://schemas.openxmlformats.org/officeDocument/2006/relationships/tags" Target="../tags/tag1730.xml"/><Relationship Id="rId151" Type="http://schemas.openxmlformats.org/officeDocument/2006/relationships/tags" Target="../tags/tag1746.xml"/><Relationship Id="rId156" Type="http://schemas.openxmlformats.org/officeDocument/2006/relationships/tags" Target="../tags/tag1751.xml"/><Relationship Id="rId13" Type="http://schemas.openxmlformats.org/officeDocument/2006/relationships/tags" Target="../tags/tag1608.xml"/><Relationship Id="rId18" Type="http://schemas.openxmlformats.org/officeDocument/2006/relationships/tags" Target="../tags/tag1613.xml"/><Relationship Id="rId39" Type="http://schemas.openxmlformats.org/officeDocument/2006/relationships/tags" Target="../tags/tag1634.xml"/><Relationship Id="rId109" Type="http://schemas.openxmlformats.org/officeDocument/2006/relationships/tags" Target="../tags/tag1704.xml"/><Relationship Id="rId34" Type="http://schemas.openxmlformats.org/officeDocument/2006/relationships/tags" Target="../tags/tag1629.xml"/><Relationship Id="rId50" Type="http://schemas.openxmlformats.org/officeDocument/2006/relationships/tags" Target="../tags/tag1645.xml"/><Relationship Id="rId55" Type="http://schemas.openxmlformats.org/officeDocument/2006/relationships/tags" Target="../tags/tag1650.xml"/><Relationship Id="rId76" Type="http://schemas.openxmlformats.org/officeDocument/2006/relationships/tags" Target="../tags/tag1671.xml"/><Relationship Id="rId97" Type="http://schemas.openxmlformats.org/officeDocument/2006/relationships/tags" Target="../tags/tag1692.xml"/><Relationship Id="rId104" Type="http://schemas.openxmlformats.org/officeDocument/2006/relationships/tags" Target="../tags/tag1699.xml"/><Relationship Id="rId120" Type="http://schemas.openxmlformats.org/officeDocument/2006/relationships/tags" Target="../tags/tag1715.xml"/><Relationship Id="rId125" Type="http://schemas.openxmlformats.org/officeDocument/2006/relationships/tags" Target="../tags/tag1720.xml"/><Relationship Id="rId141" Type="http://schemas.openxmlformats.org/officeDocument/2006/relationships/tags" Target="../tags/tag1736.xml"/><Relationship Id="rId146" Type="http://schemas.openxmlformats.org/officeDocument/2006/relationships/tags" Target="../tags/tag1741.xml"/><Relationship Id="rId7" Type="http://schemas.openxmlformats.org/officeDocument/2006/relationships/tags" Target="../tags/tag1602.xml"/><Relationship Id="rId71" Type="http://schemas.openxmlformats.org/officeDocument/2006/relationships/tags" Target="../tags/tag1666.xml"/><Relationship Id="rId92" Type="http://schemas.openxmlformats.org/officeDocument/2006/relationships/tags" Target="../tags/tag1687.xml"/><Relationship Id="rId162" Type="http://schemas.openxmlformats.org/officeDocument/2006/relationships/tags" Target="../tags/tag1757.xml"/><Relationship Id="rId2" Type="http://schemas.openxmlformats.org/officeDocument/2006/relationships/tags" Target="../tags/tag1597.xml"/><Relationship Id="rId29" Type="http://schemas.openxmlformats.org/officeDocument/2006/relationships/tags" Target="../tags/tag1624.xml"/><Relationship Id="rId24" Type="http://schemas.openxmlformats.org/officeDocument/2006/relationships/tags" Target="../tags/tag1619.xml"/><Relationship Id="rId40" Type="http://schemas.openxmlformats.org/officeDocument/2006/relationships/tags" Target="../tags/tag1635.xml"/><Relationship Id="rId45" Type="http://schemas.openxmlformats.org/officeDocument/2006/relationships/tags" Target="../tags/tag1640.xml"/><Relationship Id="rId66" Type="http://schemas.openxmlformats.org/officeDocument/2006/relationships/tags" Target="../tags/tag1661.xml"/><Relationship Id="rId87" Type="http://schemas.openxmlformats.org/officeDocument/2006/relationships/tags" Target="../tags/tag1682.xml"/><Relationship Id="rId110" Type="http://schemas.openxmlformats.org/officeDocument/2006/relationships/tags" Target="../tags/tag1705.xml"/><Relationship Id="rId115" Type="http://schemas.openxmlformats.org/officeDocument/2006/relationships/tags" Target="../tags/tag1710.xml"/><Relationship Id="rId131" Type="http://schemas.openxmlformats.org/officeDocument/2006/relationships/tags" Target="../tags/tag1726.xml"/><Relationship Id="rId136" Type="http://schemas.openxmlformats.org/officeDocument/2006/relationships/tags" Target="../tags/tag1731.xml"/><Relationship Id="rId157" Type="http://schemas.openxmlformats.org/officeDocument/2006/relationships/tags" Target="../tags/tag1752.xml"/><Relationship Id="rId61" Type="http://schemas.openxmlformats.org/officeDocument/2006/relationships/tags" Target="../tags/tag1656.xml"/><Relationship Id="rId82" Type="http://schemas.openxmlformats.org/officeDocument/2006/relationships/tags" Target="../tags/tag1677.xml"/><Relationship Id="rId152" Type="http://schemas.openxmlformats.org/officeDocument/2006/relationships/tags" Target="../tags/tag1747.xml"/><Relationship Id="rId19" Type="http://schemas.openxmlformats.org/officeDocument/2006/relationships/tags" Target="../tags/tag1614.xml"/><Relationship Id="rId14" Type="http://schemas.openxmlformats.org/officeDocument/2006/relationships/tags" Target="../tags/tag1609.xml"/><Relationship Id="rId30" Type="http://schemas.openxmlformats.org/officeDocument/2006/relationships/tags" Target="../tags/tag1625.xml"/><Relationship Id="rId35" Type="http://schemas.openxmlformats.org/officeDocument/2006/relationships/tags" Target="../tags/tag1630.xml"/><Relationship Id="rId56" Type="http://schemas.openxmlformats.org/officeDocument/2006/relationships/tags" Target="../tags/tag1651.xml"/><Relationship Id="rId77" Type="http://schemas.openxmlformats.org/officeDocument/2006/relationships/tags" Target="../tags/tag1672.xml"/><Relationship Id="rId100" Type="http://schemas.openxmlformats.org/officeDocument/2006/relationships/tags" Target="../tags/tag1695.xml"/><Relationship Id="rId105" Type="http://schemas.openxmlformats.org/officeDocument/2006/relationships/tags" Target="../tags/tag1700.xml"/><Relationship Id="rId126" Type="http://schemas.openxmlformats.org/officeDocument/2006/relationships/tags" Target="../tags/tag1721.xml"/><Relationship Id="rId147" Type="http://schemas.openxmlformats.org/officeDocument/2006/relationships/tags" Target="../tags/tag1742.xml"/><Relationship Id="rId8" Type="http://schemas.openxmlformats.org/officeDocument/2006/relationships/tags" Target="../tags/tag1603.xml"/><Relationship Id="rId51" Type="http://schemas.openxmlformats.org/officeDocument/2006/relationships/tags" Target="../tags/tag1646.xml"/><Relationship Id="rId72" Type="http://schemas.openxmlformats.org/officeDocument/2006/relationships/tags" Target="../tags/tag1667.xml"/><Relationship Id="rId93" Type="http://schemas.openxmlformats.org/officeDocument/2006/relationships/tags" Target="../tags/tag1688.xml"/><Relationship Id="rId98" Type="http://schemas.openxmlformats.org/officeDocument/2006/relationships/tags" Target="../tags/tag1693.xml"/><Relationship Id="rId121" Type="http://schemas.openxmlformats.org/officeDocument/2006/relationships/tags" Target="../tags/tag1716.xml"/><Relationship Id="rId142" Type="http://schemas.openxmlformats.org/officeDocument/2006/relationships/tags" Target="../tags/tag1737.xml"/><Relationship Id="rId163" Type="http://schemas.openxmlformats.org/officeDocument/2006/relationships/tags" Target="../tags/tag1758.xml"/><Relationship Id="rId3" Type="http://schemas.openxmlformats.org/officeDocument/2006/relationships/tags" Target="../tags/tag1598.xml"/><Relationship Id="rId25" Type="http://schemas.openxmlformats.org/officeDocument/2006/relationships/tags" Target="../tags/tag1620.xml"/><Relationship Id="rId46" Type="http://schemas.openxmlformats.org/officeDocument/2006/relationships/tags" Target="../tags/tag1641.xml"/><Relationship Id="rId67" Type="http://schemas.openxmlformats.org/officeDocument/2006/relationships/tags" Target="../tags/tag1662.xml"/><Relationship Id="rId116" Type="http://schemas.openxmlformats.org/officeDocument/2006/relationships/tags" Target="../tags/tag1711.xml"/><Relationship Id="rId137" Type="http://schemas.openxmlformats.org/officeDocument/2006/relationships/tags" Target="../tags/tag1732.xml"/><Relationship Id="rId158" Type="http://schemas.openxmlformats.org/officeDocument/2006/relationships/tags" Target="../tags/tag1753.xml"/><Relationship Id="rId20" Type="http://schemas.openxmlformats.org/officeDocument/2006/relationships/tags" Target="../tags/tag1615.xml"/><Relationship Id="rId41" Type="http://schemas.openxmlformats.org/officeDocument/2006/relationships/tags" Target="../tags/tag1636.xml"/><Relationship Id="rId62" Type="http://schemas.openxmlformats.org/officeDocument/2006/relationships/tags" Target="../tags/tag1657.xml"/><Relationship Id="rId83" Type="http://schemas.openxmlformats.org/officeDocument/2006/relationships/tags" Target="../tags/tag1678.xml"/><Relationship Id="rId88" Type="http://schemas.openxmlformats.org/officeDocument/2006/relationships/tags" Target="../tags/tag1683.xml"/><Relationship Id="rId111" Type="http://schemas.openxmlformats.org/officeDocument/2006/relationships/tags" Target="../tags/tag1706.xml"/><Relationship Id="rId132" Type="http://schemas.openxmlformats.org/officeDocument/2006/relationships/tags" Target="../tags/tag1727.xml"/><Relationship Id="rId153" Type="http://schemas.openxmlformats.org/officeDocument/2006/relationships/tags" Target="../tags/tag1748.xml"/><Relationship Id="rId15" Type="http://schemas.openxmlformats.org/officeDocument/2006/relationships/tags" Target="../tags/tag1610.xml"/><Relationship Id="rId36" Type="http://schemas.openxmlformats.org/officeDocument/2006/relationships/tags" Target="../tags/tag1631.xml"/><Relationship Id="rId57" Type="http://schemas.openxmlformats.org/officeDocument/2006/relationships/tags" Target="../tags/tag1652.xml"/><Relationship Id="rId106" Type="http://schemas.openxmlformats.org/officeDocument/2006/relationships/tags" Target="../tags/tag1701.xml"/><Relationship Id="rId127" Type="http://schemas.openxmlformats.org/officeDocument/2006/relationships/tags" Target="../tags/tag1722.xml"/><Relationship Id="rId10" Type="http://schemas.openxmlformats.org/officeDocument/2006/relationships/tags" Target="../tags/tag1605.xml"/><Relationship Id="rId31" Type="http://schemas.openxmlformats.org/officeDocument/2006/relationships/tags" Target="../tags/tag1626.xml"/><Relationship Id="rId52" Type="http://schemas.openxmlformats.org/officeDocument/2006/relationships/tags" Target="../tags/tag1647.xml"/><Relationship Id="rId73" Type="http://schemas.openxmlformats.org/officeDocument/2006/relationships/tags" Target="../tags/tag1668.xml"/><Relationship Id="rId78" Type="http://schemas.openxmlformats.org/officeDocument/2006/relationships/tags" Target="../tags/tag1673.xml"/><Relationship Id="rId94" Type="http://schemas.openxmlformats.org/officeDocument/2006/relationships/tags" Target="../tags/tag1689.xml"/><Relationship Id="rId99" Type="http://schemas.openxmlformats.org/officeDocument/2006/relationships/tags" Target="../tags/tag1694.xml"/><Relationship Id="rId101" Type="http://schemas.openxmlformats.org/officeDocument/2006/relationships/tags" Target="../tags/tag1696.xml"/><Relationship Id="rId122" Type="http://schemas.openxmlformats.org/officeDocument/2006/relationships/tags" Target="../tags/tag1717.xml"/><Relationship Id="rId143" Type="http://schemas.openxmlformats.org/officeDocument/2006/relationships/tags" Target="../tags/tag1738.xml"/><Relationship Id="rId148" Type="http://schemas.openxmlformats.org/officeDocument/2006/relationships/tags" Target="../tags/tag1743.xml"/><Relationship Id="rId164" Type="http://schemas.openxmlformats.org/officeDocument/2006/relationships/tags" Target="../tags/tag1759.xml"/><Relationship Id="rId4" Type="http://schemas.openxmlformats.org/officeDocument/2006/relationships/tags" Target="../tags/tag1599.xml"/><Relationship Id="rId9" Type="http://schemas.openxmlformats.org/officeDocument/2006/relationships/tags" Target="../tags/tag1604.xml"/><Relationship Id="rId26" Type="http://schemas.openxmlformats.org/officeDocument/2006/relationships/tags" Target="../tags/tag1621.xml"/><Relationship Id="rId47" Type="http://schemas.openxmlformats.org/officeDocument/2006/relationships/tags" Target="../tags/tag1642.xml"/><Relationship Id="rId68" Type="http://schemas.openxmlformats.org/officeDocument/2006/relationships/tags" Target="../tags/tag1663.xml"/><Relationship Id="rId89" Type="http://schemas.openxmlformats.org/officeDocument/2006/relationships/tags" Target="../tags/tag1684.xml"/><Relationship Id="rId112" Type="http://schemas.openxmlformats.org/officeDocument/2006/relationships/tags" Target="../tags/tag1707.xml"/><Relationship Id="rId133" Type="http://schemas.openxmlformats.org/officeDocument/2006/relationships/tags" Target="../tags/tag1728.xml"/><Relationship Id="rId154" Type="http://schemas.openxmlformats.org/officeDocument/2006/relationships/tags" Target="../tags/tag1749.xml"/><Relationship Id="rId16" Type="http://schemas.openxmlformats.org/officeDocument/2006/relationships/tags" Target="../tags/tag1611.xml"/><Relationship Id="rId37" Type="http://schemas.openxmlformats.org/officeDocument/2006/relationships/tags" Target="../tags/tag1632.xml"/><Relationship Id="rId58" Type="http://schemas.openxmlformats.org/officeDocument/2006/relationships/tags" Target="../tags/tag1653.xml"/><Relationship Id="rId79" Type="http://schemas.openxmlformats.org/officeDocument/2006/relationships/tags" Target="../tags/tag1674.xml"/><Relationship Id="rId102" Type="http://schemas.openxmlformats.org/officeDocument/2006/relationships/tags" Target="../tags/tag1697.xml"/><Relationship Id="rId123" Type="http://schemas.openxmlformats.org/officeDocument/2006/relationships/tags" Target="../tags/tag1718.xml"/><Relationship Id="rId144" Type="http://schemas.openxmlformats.org/officeDocument/2006/relationships/tags" Target="../tags/tag1739.xml"/><Relationship Id="rId90" Type="http://schemas.openxmlformats.org/officeDocument/2006/relationships/tags" Target="../tags/tag1685.xml"/><Relationship Id="rId165" Type="http://schemas.openxmlformats.org/officeDocument/2006/relationships/slideLayout" Target="../slideLayouts/slideLayout1.xml"/><Relationship Id="rId27" Type="http://schemas.openxmlformats.org/officeDocument/2006/relationships/tags" Target="../tags/tag1622.xml"/><Relationship Id="rId48" Type="http://schemas.openxmlformats.org/officeDocument/2006/relationships/tags" Target="../tags/tag1643.xml"/><Relationship Id="rId69" Type="http://schemas.openxmlformats.org/officeDocument/2006/relationships/tags" Target="../tags/tag1664.xml"/><Relationship Id="rId113" Type="http://schemas.openxmlformats.org/officeDocument/2006/relationships/tags" Target="../tags/tag1708.xml"/><Relationship Id="rId134" Type="http://schemas.openxmlformats.org/officeDocument/2006/relationships/tags" Target="../tags/tag1729.xml"/><Relationship Id="rId80" Type="http://schemas.openxmlformats.org/officeDocument/2006/relationships/tags" Target="../tags/tag1675.xml"/><Relationship Id="rId155" Type="http://schemas.openxmlformats.org/officeDocument/2006/relationships/tags" Target="../tags/tag175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767.xml"/><Relationship Id="rId13" Type="http://schemas.openxmlformats.org/officeDocument/2006/relationships/tags" Target="../tags/tag1772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762.xml"/><Relationship Id="rId7" Type="http://schemas.openxmlformats.org/officeDocument/2006/relationships/tags" Target="../tags/tag1766.xml"/><Relationship Id="rId12" Type="http://schemas.openxmlformats.org/officeDocument/2006/relationships/tags" Target="../tags/tag1771.xml"/><Relationship Id="rId17" Type="http://schemas.openxmlformats.org/officeDocument/2006/relationships/tags" Target="../tags/tag1776.xml"/><Relationship Id="rId2" Type="http://schemas.openxmlformats.org/officeDocument/2006/relationships/tags" Target="../tags/tag1761.xml"/><Relationship Id="rId16" Type="http://schemas.openxmlformats.org/officeDocument/2006/relationships/tags" Target="../tags/tag1775.xml"/><Relationship Id="rId1" Type="http://schemas.openxmlformats.org/officeDocument/2006/relationships/tags" Target="../tags/tag1760.xml"/><Relationship Id="rId6" Type="http://schemas.openxmlformats.org/officeDocument/2006/relationships/tags" Target="../tags/tag1765.xml"/><Relationship Id="rId11" Type="http://schemas.openxmlformats.org/officeDocument/2006/relationships/tags" Target="../tags/tag1770.xml"/><Relationship Id="rId5" Type="http://schemas.openxmlformats.org/officeDocument/2006/relationships/tags" Target="../tags/tag1764.xml"/><Relationship Id="rId15" Type="http://schemas.openxmlformats.org/officeDocument/2006/relationships/tags" Target="../tags/tag1774.xml"/><Relationship Id="rId10" Type="http://schemas.openxmlformats.org/officeDocument/2006/relationships/tags" Target="../tags/tag1769.xml"/><Relationship Id="rId19" Type="http://schemas.openxmlformats.org/officeDocument/2006/relationships/notesSlide" Target="../notesSlides/notesSlide8.xml"/><Relationship Id="rId4" Type="http://schemas.openxmlformats.org/officeDocument/2006/relationships/tags" Target="../tags/tag1763.xml"/><Relationship Id="rId9" Type="http://schemas.openxmlformats.org/officeDocument/2006/relationships/tags" Target="../tags/tag1768.xml"/><Relationship Id="rId14" Type="http://schemas.openxmlformats.org/officeDocument/2006/relationships/tags" Target="../tags/tag17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4" name="oPE_Map_WORLD_ADM0_884" descr="World – Countries and Territories">
            <a:extLst>
              <a:ext uri="{FF2B5EF4-FFF2-40B4-BE49-F238E27FC236}">
                <a16:creationId xmlns:a16="http://schemas.microsoft.com/office/drawing/2014/main" id="{23623F3F-D23D-6F90-375E-931ED25ED9D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357537" y="960120"/>
            <a:ext cx="7476927" cy="4937761"/>
            <a:chOff x="2357537" y="960120"/>
            <a:chExt cx="7476927" cy="4937761"/>
          </a:xfrm>
        </p:grpSpPr>
        <p:sp>
          <p:nvSpPr>
            <p:cNvPr id="2" name="oPE_MapPart_AFG_1_2" descr="Afghanistan">
              <a:extLst>
                <a:ext uri="{FF2B5EF4-FFF2-40B4-BE49-F238E27FC236}">
                  <a16:creationId xmlns:a16="http://schemas.microsoft.com/office/drawing/2014/main" id="{4B62586C-16D0-2E51-11A1-DD25C12C8FC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7352236" y="3525462"/>
              <a:ext cx="299189" cy="227346"/>
            </a:xfrm>
            <a:custGeom>
              <a:avLst/>
              <a:gdLst/>
              <a:ahLst/>
              <a:cxnLst/>
              <a:rect l="0" t="0" r="0" b="0"/>
              <a:pathLst>
                <a:path w="299189" h="227346">
                  <a:moveTo>
                    <a:pt x="125388" y="29187"/>
                  </a:moveTo>
                  <a:lnTo>
                    <a:pt x="131743" y="28575"/>
                  </a:lnTo>
                  <a:lnTo>
                    <a:pt x="136715" y="29516"/>
                  </a:lnTo>
                  <a:lnTo>
                    <a:pt x="139370" y="32147"/>
                  </a:lnTo>
                  <a:lnTo>
                    <a:pt x="141948" y="32805"/>
                  </a:lnTo>
                  <a:lnTo>
                    <a:pt x="146061" y="31302"/>
                  </a:lnTo>
                  <a:lnTo>
                    <a:pt x="149837" y="32335"/>
                  </a:lnTo>
                  <a:lnTo>
                    <a:pt x="152641" y="36603"/>
                  </a:lnTo>
                  <a:lnTo>
                    <a:pt x="155183" y="38991"/>
                  </a:lnTo>
                  <a:lnTo>
                    <a:pt x="157464" y="39552"/>
                  </a:lnTo>
                  <a:lnTo>
                    <a:pt x="161501" y="37914"/>
                  </a:lnTo>
                  <a:lnTo>
                    <a:pt x="162286" y="35947"/>
                  </a:lnTo>
                  <a:lnTo>
                    <a:pt x="164118" y="34681"/>
                  </a:lnTo>
                  <a:lnTo>
                    <a:pt x="169987" y="31536"/>
                  </a:lnTo>
                  <a:lnTo>
                    <a:pt x="173165" y="31208"/>
                  </a:lnTo>
                  <a:lnTo>
                    <a:pt x="174998" y="29563"/>
                  </a:lnTo>
                  <a:lnTo>
                    <a:pt x="183147" y="35197"/>
                  </a:lnTo>
                  <a:lnTo>
                    <a:pt x="185465" y="32851"/>
                  </a:lnTo>
                  <a:lnTo>
                    <a:pt x="185129" y="27869"/>
                  </a:lnTo>
                  <a:lnTo>
                    <a:pt x="185577" y="25562"/>
                  </a:lnTo>
                  <a:lnTo>
                    <a:pt x="187073" y="23818"/>
                  </a:lnTo>
                  <a:lnTo>
                    <a:pt x="193876" y="22356"/>
                  </a:lnTo>
                  <a:lnTo>
                    <a:pt x="198550" y="23959"/>
                  </a:lnTo>
                  <a:lnTo>
                    <a:pt x="201540" y="23064"/>
                  </a:lnTo>
                  <a:lnTo>
                    <a:pt x="202849" y="20892"/>
                  </a:lnTo>
                  <a:lnTo>
                    <a:pt x="202063" y="14080"/>
                  </a:lnTo>
                  <a:lnTo>
                    <a:pt x="206288" y="10095"/>
                  </a:lnTo>
                  <a:lnTo>
                    <a:pt x="210400" y="3244"/>
                  </a:lnTo>
                  <a:lnTo>
                    <a:pt x="212905" y="907"/>
                  </a:lnTo>
                  <a:lnTo>
                    <a:pt x="215859" y="0"/>
                  </a:lnTo>
                  <a:lnTo>
                    <a:pt x="223709" y="3959"/>
                  </a:lnTo>
                  <a:lnTo>
                    <a:pt x="225279" y="7576"/>
                  </a:lnTo>
                  <a:lnTo>
                    <a:pt x="224157" y="14222"/>
                  </a:lnTo>
                  <a:lnTo>
                    <a:pt x="230476" y="14459"/>
                  </a:lnTo>
                  <a:lnTo>
                    <a:pt x="227373" y="34963"/>
                  </a:lnTo>
                  <a:lnTo>
                    <a:pt x="229391" y="42264"/>
                  </a:lnTo>
                  <a:lnTo>
                    <a:pt x="232196" y="46137"/>
                  </a:lnTo>
                  <a:lnTo>
                    <a:pt x="235037" y="46184"/>
                  </a:lnTo>
                  <a:lnTo>
                    <a:pt x="246589" y="38710"/>
                  </a:lnTo>
                  <a:lnTo>
                    <a:pt x="252794" y="37493"/>
                  </a:lnTo>
                  <a:lnTo>
                    <a:pt x="254887" y="33743"/>
                  </a:lnTo>
                  <a:lnTo>
                    <a:pt x="257766" y="31302"/>
                  </a:lnTo>
                  <a:lnTo>
                    <a:pt x="267860" y="26222"/>
                  </a:lnTo>
                  <a:lnTo>
                    <a:pt x="274889" y="27352"/>
                  </a:lnTo>
                  <a:lnTo>
                    <a:pt x="274814" y="29657"/>
                  </a:lnTo>
                  <a:lnTo>
                    <a:pt x="272945" y="31443"/>
                  </a:lnTo>
                  <a:lnTo>
                    <a:pt x="273506" y="32006"/>
                  </a:lnTo>
                  <a:lnTo>
                    <a:pt x="284160" y="29657"/>
                  </a:lnTo>
                  <a:lnTo>
                    <a:pt x="286067" y="27446"/>
                  </a:lnTo>
                  <a:lnTo>
                    <a:pt x="287936" y="27352"/>
                  </a:lnTo>
                  <a:lnTo>
                    <a:pt x="294366" y="27963"/>
                  </a:lnTo>
                  <a:lnTo>
                    <a:pt x="299188" y="32241"/>
                  </a:lnTo>
                  <a:lnTo>
                    <a:pt x="295787" y="30691"/>
                  </a:lnTo>
                  <a:lnTo>
                    <a:pt x="288422" y="34165"/>
                  </a:lnTo>
                  <a:lnTo>
                    <a:pt x="291936" y="37680"/>
                  </a:lnTo>
                  <a:lnTo>
                    <a:pt x="281506" y="42778"/>
                  </a:lnTo>
                  <a:lnTo>
                    <a:pt x="275898" y="41142"/>
                  </a:lnTo>
                  <a:lnTo>
                    <a:pt x="252084" y="42684"/>
                  </a:lnTo>
                  <a:lnTo>
                    <a:pt x="242401" y="46044"/>
                  </a:lnTo>
                  <a:lnTo>
                    <a:pt x="234439" y="52979"/>
                  </a:lnTo>
                  <a:lnTo>
                    <a:pt x="231261" y="52886"/>
                  </a:lnTo>
                  <a:lnTo>
                    <a:pt x="223223" y="60956"/>
                  </a:lnTo>
                  <a:lnTo>
                    <a:pt x="222213" y="63037"/>
                  </a:lnTo>
                  <a:lnTo>
                    <a:pt x="227261" y="68347"/>
                  </a:lnTo>
                  <a:lnTo>
                    <a:pt x="230252" y="75712"/>
                  </a:lnTo>
                  <a:lnTo>
                    <a:pt x="230850" y="79247"/>
                  </a:lnTo>
                  <a:lnTo>
                    <a:pt x="229728" y="82272"/>
                  </a:lnTo>
                  <a:lnTo>
                    <a:pt x="231261" y="84973"/>
                  </a:lnTo>
                  <a:lnTo>
                    <a:pt x="227821" y="90454"/>
                  </a:lnTo>
                  <a:lnTo>
                    <a:pt x="224494" y="92961"/>
                  </a:lnTo>
                  <a:lnTo>
                    <a:pt x="217653" y="101465"/>
                  </a:lnTo>
                  <a:lnTo>
                    <a:pt x="220382" y="105545"/>
                  </a:lnTo>
                  <a:lnTo>
                    <a:pt x="220270" y="111786"/>
                  </a:lnTo>
                  <a:lnTo>
                    <a:pt x="219448" y="113546"/>
                  </a:lnTo>
                  <a:lnTo>
                    <a:pt x="211185" y="116027"/>
                  </a:lnTo>
                  <a:lnTo>
                    <a:pt x="204381" y="115801"/>
                  </a:lnTo>
                  <a:lnTo>
                    <a:pt x="197502" y="113502"/>
                  </a:lnTo>
                  <a:lnTo>
                    <a:pt x="195334" y="114629"/>
                  </a:lnTo>
                  <a:lnTo>
                    <a:pt x="194886" y="117378"/>
                  </a:lnTo>
                  <a:lnTo>
                    <a:pt x="200381" y="124304"/>
                  </a:lnTo>
                  <a:lnTo>
                    <a:pt x="203521" y="130579"/>
                  </a:lnTo>
                  <a:lnTo>
                    <a:pt x="203035" y="132548"/>
                  </a:lnTo>
                  <a:lnTo>
                    <a:pt x="195970" y="136926"/>
                  </a:lnTo>
                  <a:lnTo>
                    <a:pt x="191446" y="137373"/>
                  </a:lnTo>
                  <a:lnTo>
                    <a:pt x="187259" y="139246"/>
                  </a:lnTo>
                  <a:lnTo>
                    <a:pt x="185278" y="147568"/>
                  </a:lnTo>
                  <a:lnTo>
                    <a:pt x="181839" y="153689"/>
                  </a:lnTo>
                  <a:lnTo>
                    <a:pt x="182623" y="165881"/>
                  </a:lnTo>
                  <a:lnTo>
                    <a:pt x="178586" y="170765"/>
                  </a:lnTo>
                  <a:lnTo>
                    <a:pt x="174137" y="173270"/>
                  </a:lnTo>
                  <a:lnTo>
                    <a:pt x="172305" y="173006"/>
                  </a:lnTo>
                  <a:lnTo>
                    <a:pt x="168493" y="169182"/>
                  </a:lnTo>
                  <a:lnTo>
                    <a:pt x="165277" y="170370"/>
                  </a:lnTo>
                  <a:lnTo>
                    <a:pt x="159408" y="169182"/>
                  </a:lnTo>
                  <a:lnTo>
                    <a:pt x="156417" y="172215"/>
                  </a:lnTo>
                  <a:lnTo>
                    <a:pt x="147295" y="176385"/>
                  </a:lnTo>
                  <a:lnTo>
                    <a:pt x="150622" y="180372"/>
                  </a:lnTo>
                  <a:lnTo>
                    <a:pt x="147706" y="181991"/>
                  </a:lnTo>
                  <a:lnTo>
                    <a:pt x="141276" y="183434"/>
                  </a:lnTo>
                  <a:lnTo>
                    <a:pt x="137724" y="182822"/>
                  </a:lnTo>
                  <a:lnTo>
                    <a:pt x="135893" y="181422"/>
                  </a:lnTo>
                  <a:lnTo>
                    <a:pt x="131743" y="182297"/>
                  </a:lnTo>
                  <a:lnTo>
                    <a:pt x="126920" y="188237"/>
                  </a:lnTo>
                  <a:lnTo>
                    <a:pt x="122771" y="190853"/>
                  </a:lnTo>
                  <a:lnTo>
                    <a:pt x="121724" y="193466"/>
                  </a:lnTo>
                  <a:lnTo>
                    <a:pt x="120491" y="198205"/>
                  </a:lnTo>
                  <a:lnTo>
                    <a:pt x="120864" y="205102"/>
                  </a:lnTo>
                  <a:lnTo>
                    <a:pt x="119481" y="210163"/>
                  </a:lnTo>
                  <a:lnTo>
                    <a:pt x="121050" y="213575"/>
                  </a:lnTo>
                  <a:lnTo>
                    <a:pt x="119331" y="216034"/>
                  </a:lnTo>
                  <a:lnTo>
                    <a:pt x="95742" y="223351"/>
                  </a:lnTo>
                  <a:lnTo>
                    <a:pt x="81161" y="223695"/>
                  </a:lnTo>
                  <a:lnTo>
                    <a:pt x="75030" y="227345"/>
                  </a:lnTo>
                  <a:lnTo>
                    <a:pt x="64002" y="224812"/>
                  </a:lnTo>
                  <a:lnTo>
                    <a:pt x="41347" y="226959"/>
                  </a:lnTo>
                  <a:lnTo>
                    <a:pt x="7439" y="216206"/>
                  </a:lnTo>
                  <a:lnTo>
                    <a:pt x="26991" y="192770"/>
                  </a:lnTo>
                  <a:lnTo>
                    <a:pt x="27590" y="186928"/>
                  </a:lnTo>
                  <a:lnTo>
                    <a:pt x="26355" y="181772"/>
                  </a:lnTo>
                  <a:lnTo>
                    <a:pt x="24411" y="179409"/>
                  </a:lnTo>
                  <a:lnTo>
                    <a:pt x="6954" y="176692"/>
                  </a:lnTo>
                  <a:lnTo>
                    <a:pt x="6281" y="167334"/>
                  </a:lnTo>
                  <a:lnTo>
                    <a:pt x="7140" y="158246"/>
                  </a:lnTo>
                  <a:lnTo>
                    <a:pt x="1569" y="136302"/>
                  </a:lnTo>
                  <a:lnTo>
                    <a:pt x="8972" y="127175"/>
                  </a:lnTo>
                  <a:lnTo>
                    <a:pt x="8747" y="126323"/>
                  </a:lnTo>
                  <a:lnTo>
                    <a:pt x="3513" y="125784"/>
                  </a:lnTo>
                  <a:lnTo>
                    <a:pt x="523" y="123854"/>
                  </a:lnTo>
                  <a:lnTo>
                    <a:pt x="0" y="122012"/>
                  </a:lnTo>
                  <a:lnTo>
                    <a:pt x="859" y="118774"/>
                  </a:lnTo>
                  <a:lnTo>
                    <a:pt x="0" y="112418"/>
                  </a:lnTo>
                  <a:lnTo>
                    <a:pt x="3251" y="107084"/>
                  </a:lnTo>
                  <a:lnTo>
                    <a:pt x="8374" y="106813"/>
                  </a:lnTo>
                  <a:lnTo>
                    <a:pt x="5009" y="101782"/>
                  </a:lnTo>
                  <a:lnTo>
                    <a:pt x="9682" y="98376"/>
                  </a:lnTo>
                  <a:lnTo>
                    <a:pt x="12336" y="93281"/>
                  </a:lnTo>
                  <a:lnTo>
                    <a:pt x="12150" y="91594"/>
                  </a:lnTo>
                  <a:lnTo>
                    <a:pt x="13795" y="87212"/>
                  </a:lnTo>
                  <a:lnTo>
                    <a:pt x="12748" y="82684"/>
                  </a:lnTo>
                  <a:lnTo>
                    <a:pt x="14617" y="81677"/>
                  </a:lnTo>
                  <a:lnTo>
                    <a:pt x="16486" y="76539"/>
                  </a:lnTo>
                  <a:lnTo>
                    <a:pt x="16113" y="73828"/>
                  </a:lnTo>
                  <a:lnTo>
                    <a:pt x="17832" y="73597"/>
                  </a:lnTo>
                  <a:lnTo>
                    <a:pt x="23590" y="78605"/>
                  </a:lnTo>
                  <a:lnTo>
                    <a:pt x="31104" y="78330"/>
                  </a:lnTo>
                  <a:lnTo>
                    <a:pt x="35889" y="82226"/>
                  </a:lnTo>
                  <a:lnTo>
                    <a:pt x="37833" y="85293"/>
                  </a:lnTo>
                  <a:lnTo>
                    <a:pt x="41085" y="83234"/>
                  </a:lnTo>
                  <a:lnTo>
                    <a:pt x="45759" y="83142"/>
                  </a:lnTo>
                  <a:lnTo>
                    <a:pt x="53385" y="78284"/>
                  </a:lnTo>
                  <a:lnTo>
                    <a:pt x="54693" y="73367"/>
                  </a:lnTo>
                  <a:lnTo>
                    <a:pt x="55740" y="72355"/>
                  </a:lnTo>
                  <a:lnTo>
                    <a:pt x="54468" y="68762"/>
                  </a:lnTo>
                  <a:lnTo>
                    <a:pt x="54918" y="68024"/>
                  </a:lnTo>
                  <a:lnTo>
                    <a:pt x="58507" y="67748"/>
                  </a:lnTo>
                  <a:lnTo>
                    <a:pt x="70133" y="63777"/>
                  </a:lnTo>
                  <a:lnTo>
                    <a:pt x="73199" y="63777"/>
                  </a:lnTo>
                  <a:lnTo>
                    <a:pt x="74918" y="61187"/>
                  </a:lnTo>
                  <a:lnTo>
                    <a:pt x="83592" y="55348"/>
                  </a:lnTo>
                  <a:lnTo>
                    <a:pt x="89947" y="34821"/>
                  </a:lnTo>
                  <a:lnTo>
                    <a:pt x="95630" y="32053"/>
                  </a:lnTo>
                  <a:lnTo>
                    <a:pt x="105275" y="31724"/>
                  </a:lnTo>
                  <a:lnTo>
                    <a:pt x="107069" y="26080"/>
                  </a:lnTo>
                  <a:lnTo>
                    <a:pt x="109649" y="23394"/>
                  </a:lnTo>
                  <a:lnTo>
                    <a:pt x="116789" y="27446"/>
                  </a:lnTo>
                  <a:lnTo>
                    <a:pt x="124341" y="292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oPE_MapPart_ALB_1_3" descr="Albanien">
              <a:extLst>
                <a:ext uri="{FF2B5EF4-FFF2-40B4-BE49-F238E27FC236}">
                  <a16:creationId xmlns:a16="http://schemas.microsoft.com/office/drawing/2014/main" id="{C4664330-41A9-3B02-F376-4B1907295F9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96427" y="3410856"/>
              <a:ext cx="36376" cy="82591"/>
            </a:xfrm>
            <a:custGeom>
              <a:avLst/>
              <a:gdLst/>
              <a:ahLst/>
              <a:cxnLst/>
              <a:rect l="0" t="0" r="0" b="0"/>
              <a:pathLst>
                <a:path w="36376" h="82591">
                  <a:moveTo>
                    <a:pt x="1308" y="21822"/>
                  </a:moveTo>
                  <a:lnTo>
                    <a:pt x="1682" y="16240"/>
                  </a:lnTo>
                  <a:lnTo>
                    <a:pt x="0" y="13368"/>
                  </a:lnTo>
                  <a:lnTo>
                    <a:pt x="8785" y="0"/>
                  </a:lnTo>
                  <a:lnTo>
                    <a:pt x="10542" y="4822"/>
                  </a:lnTo>
                  <a:lnTo>
                    <a:pt x="16300" y="2844"/>
                  </a:lnTo>
                  <a:lnTo>
                    <a:pt x="19963" y="8670"/>
                  </a:lnTo>
                  <a:lnTo>
                    <a:pt x="23440" y="10490"/>
                  </a:lnTo>
                  <a:lnTo>
                    <a:pt x="25832" y="13368"/>
                  </a:lnTo>
                  <a:lnTo>
                    <a:pt x="27029" y="20516"/>
                  </a:lnTo>
                  <a:lnTo>
                    <a:pt x="25459" y="26385"/>
                  </a:lnTo>
                  <a:lnTo>
                    <a:pt x="25683" y="30036"/>
                  </a:lnTo>
                  <a:lnTo>
                    <a:pt x="24263" y="31535"/>
                  </a:lnTo>
                  <a:lnTo>
                    <a:pt x="25122" y="38412"/>
                  </a:lnTo>
                  <a:lnTo>
                    <a:pt x="26767" y="42387"/>
                  </a:lnTo>
                  <a:lnTo>
                    <a:pt x="28600" y="44222"/>
                  </a:lnTo>
                  <a:lnTo>
                    <a:pt x="29683" y="47888"/>
                  </a:lnTo>
                  <a:lnTo>
                    <a:pt x="34356" y="48580"/>
                  </a:lnTo>
                  <a:lnTo>
                    <a:pt x="36375" y="56280"/>
                  </a:lnTo>
                  <a:lnTo>
                    <a:pt x="34692" y="59774"/>
                  </a:lnTo>
                  <a:lnTo>
                    <a:pt x="31702" y="61101"/>
                  </a:lnTo>
                  <a:lnTo>
                    <a:pt x="28600" y="70069"/>
                  </a:lnTo>
                  <a:lnTo>
                    <a:pt x="23440" y="71876"/>
                  </a:lnTo>
                  <a:lnTo>
                    <a:pt x="21422" y="73780"/>
                  </a:lnTo>
                  <a:lnTo>
                    <a:pt x="22916" y="78555"/>
                  </a:lnTo>
                  <a:lnTo>
                    <a:pt x="21308" y="78750"/>
                  </a:lnTo>
                  <a:lnTo>
                    <a:pt x="19253" y="82590"/>
                  </a:lnTo>
                  <a:lnTo>
                    <a:pt x="17682" y="82396"/>
                  </a:lnTo>
                  <a:lnTo>
                    <a:pt x="14991" y="81084"/>
                  </a:lnTo>
                  <a:lnTo>
                    <a:pt x="14243" y="76705"/>
                  </a:lnTo>
                  <a:lnTo>
                    <a:pt x="11888" y="72072"/>
                  </a:lnTo>
                  <a:lnTo>
                    <a:pt x="4261" y="67525"/>
                  </a:lnTo>
                  <a:lnTo>
                    <a:pt x="897" y="62181"/>
                  </a:lnTo>
                  <a:lnTo>
                    <a:pt x="3327" y="63016"/>
                  </a:lnTo>
                  <a:lnTo>
                    <a:pt x="3738" y="62230"/>
                  </a:lnTo>
                  <a:lnTo>
                    <a:pt x="1196" y="55147"/>
                  </a:lnTo>
                  <a:lnTo>
                    <a:pt x="3775" y="47739"/>
                  </a:lnTo>
                  <a:lnTo>
                    <a:pt x="4149" y="39407"/>
                  </a:lnTo>
                  <a:lnTo>
                    <a:pt x="3327" y="34179"/>
                  </a:lnTo>
                  <a:lnTo>
                    <a:pt x="6131" y="28186"/>
                  </a:lnTo>
                  <a:lnTo>
                    <a:pt x="6168" y="24130"/>
                  </a:lnTo>
                  <a:lnTo>
                    <a:pt x="3925" y="2222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oPE_MapPart_DZA_1_4" descr="Algerien">
              <a:extLst>
                <a:ext uri="{FF2B5EF4-FFF2-40B4-BE49-F238E27FC236}">
                  <a16:creationId xmlns:a16="http://schemas.microsoft.com/office/drawing/2014/main" id="{4CAAD725-241A-1E09-0E46-9232A25AF245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915656" y="3561315"/>
              <a:ext cx="428915" cy="428835"/>
            </a:xfrm>
            <a:custGeom>
              <a:avLst/>
              <a:gdLst/>
              <a:ahLst/>
              <a:cxnLst/>
              <a:rect l="0" t="0" r="0" b="0"/>
              <a:pathLst>
                <a:path w="428915" h="428835">
                  <a:moveTo>
                    <a:pt x="358482" y="4027"/>
                  </a:moveTo>
                  <a:lnTo>
                    <a:pt x="358968" y="6738"/>
                  </a:lnTo>
                  <a:lnTo>
                    <a:pt x="355715" y="8605"/>
                  </a:lnTo>
                  <a:lnTo>
                    <a:pt x="354182" y="11962"/>
                  </a:lnTo>
                  <a:lnTo>
                    <a:pt x="350818" y="14895"/>
                  </a:lnTo>
                  <a:lnTo>
                    <a:pt x="352799" y="16522"/>
                  </a:lnTo>
                  <a:lnTo>
                    <a:pt x="353734" y="18798"/>
                  </a:lnTo>
                  <a:lnTo>
                    <a:pt x="351641" y="33324"/>
                  </a:lnTo>
                  <a:lnTo>
                    <a:pt x="353099" y="37100"/>
                  </a:lnTo>
                  <a:lnTo>
                    <a:pt x="353061" y="43532"/>
                  </a:lnTo>
                  <a:lnTo>
                    <a:pt x="354669" y="48571"/>
                  </a:lnTo>
                  <a:lnTo>
                    <a:pt x="352239" y="54282"/>
                  </a:lnTo>
                  <a:lnTo>
                    <a:pt x="351603" y="60478"/>
                  </a:lnTo>
                  <a:lnTo>
                    <a:pt x="349061" y="64795"/>
                  </a:lnTo>
                  <a:lnTo>
                    <a:pt x="343154" y="68650"/>
                  </a:lnTo>
                  <a:lnTo>
                    <a:pt x="341285" y="72589"/>
                  </a:lnTo>
                  <a:lnTo>
                    <a:pt x="336387" y="76926"/>
                  </a:lnTo>
                  <a:lnTo>
                    <a:pt x="336126" y="83146"/>
                  </a:lnTo>
                  <a:lnTo>
                    <a:pt x="340911" y="97187"/>
                  </a:lnTo>
                  <a:lnTo>
                    <a:pt x="348837" y="102502"/>
                  </a:lnTo>
                  <a:lnTo>
                    <a:pt x="350893" y="105666"/>
                  </a:lnTo>
                  <a:lnTo>
                    <a:pt x="353435" y="115133"/>
                  </a:lnTo>
                  <a:lnTo>
                    <a:pt x="368164" y="126722"/>
                  </a:lnTo>
                  <a:lnTo>
                    <a:pt x="378034" y="171456"/>
                  </a:lnTo>
                  <a:lnTo>
                    <a:pt x="373697" y="174181"/>
                  </a:lnTo>
                  <a:lnTo>
                    <a:pt x="380576" y="185649"/>
                  </a:lnTo>
                  <a:lnTo>
                    <a:pt x="384314" y="198090"/>
                  </a:lnTo>
                  <a:lnTo>
                    <a:pt x="384202" y="211235"/>
                  </a:lnTo>
                  <a:lnTo>
                    <a:pt x="386296" y="229514"/>
                  </a:lnTo>
                  <a:lnTo>
                    <a:pt x="382782" y="240141"/>
                  </a:lnTo>
                  <a:lnTo>
                    <a:pt x="383791" y="246823"/>
                  </a:lnTo>
                  <a:lnTo>
                    <a:pt x="385847" y="251394"/>
                  </a:lnTo>
                  <a:lnTo>
                    <a:pt x="385623" y="256459"/>
                  </a:lnTo>
                  <a:lnTo>
                    <a:pt x="385100" y="258299"/>
                  </a:lnTo>
                  <a:lnTo>
                    <a:pt x="377473" y="263351"/>
                  </a:lnTo>
                  <a:lnTo>
                    <a:pt x="376053" y="267685"/>
                  </a:lnTo>
                  <a:lnTo>
                    <a:pt x="388053" y="286487"/>
                  </a:lnTo>
                  <a:lnTo>
                    <a:pt x="388613" y="292932"/>
                  </a:lnTo>
                  <a:lnTo>
                    <a:pt x="390521" y="298909"/>
                  </a:lnTo>
                  <a:lnTo>
                    <a:pt x="393362" y="303435"/>
                  </a:lnTo>
                  <a:lnTo>
                    <a:pt x="396240" y="305860"/>
                  </a:lnTo>
                  <a:lnTo>
                    <a:pt x="402297" y="304339"/>
                  </a:lnTo>
                  <a:lnTo>
                    <a:pt x="419344" y="309760"/>
                  </a:lnTo>
                  <a:lnTo>
                    <a:pt x="428914" y="327876"/>
                  </a:lnTo>
                  <a:lnTo>
                    <a:pt x="335752" y="387196"/>
                  </a:lnTo>
                  <a:lnTo>
                    <a:pt x="301583" y="418025"/>
                  </a:lnTo>
                  <a:lnTo>
                    <a:pt x="250964" y="428834"/>
                  </a:lnTo>
                  <a:lnTo>
                    <a:pt x="247973" y="428280"/>
                  </a:lnTo>
                  <a:lnTo>
                    <a:pt x="245132" y="426303"/>
                  </a:lnTo>
                  <a:lnTo>
                    <a:pt x="244870" y="425274"/>
                  </a:lnTo>
                  <a:lnTo>
                    <a:pt x="247973" y="419531"/>
                  </a:lnTo>
                  <a:lnTo>
                    <a:pt x="246851" y="416240"/>
                  </a:lnTo>
                  <a:lnTo>
                    <a:pt x="246888" y="411198"/>
                  </a:lnTo>
                  <a:lnTo>
                    <a:pt x="245356" y="409846"/>
                  </a:lnTo>
                  <a:lnTo>
                    <a:pt x="230327" y="405113"/>
                  </a:lnTo>
                  <a:lnTo>
                    <a:pt x="226440" y="401051"/>
                  </a:lnTo>
                  <a:lnTo>
                    <a:pt x="216757" y="399218"/>
                  </a:lnTo>
                  <a:lnTo>
                    <a:pt x="215336" y="398181"/>
                  </a:lnTo>
                  <a:lnTo>
                    <a:pt x="213803" y="394231"/>
                  </a:lnTo>
                  <a:lnTo>
                    <a:pt x="205466" y="389556"/>
                  </a:lnTo>
                  <a:lnTo>
                    <a:pt x="204569" y="388436"/>
                  </a:lnTo>
                  <a:lnTo>
                    <a:pt x="204121" y="382111"/>
                  </a:lnTo>
                  <a:lnTo>
                    <a:pt x="201093" y="379946"/>
                  </a:lnTo>
                  <a:lnTo>
                    <a:pt x="86546" y="298579"/>
                  </a:lnTo>
                  <a:lnTo>
                    <a:pt x="0" y="241192"/>
                  </a:lnTo>
                  <a:lnTo>
                    <a:pt x="113" y="208169"/>
                  </a:lnTo>
                  <a:lnTo>
                    <a:pt x="20711" y="192522"/>
                  </a:lnTo>
                  <a:lnTo>
                    <a:pt x="24862" y="191492"/>
                  </a:lnTo>
                  <a:lnTo>
                    <a:pt x="31628" y="186252"/>
                  </a:lnTo>
                  <a:lnTo>
                    <a:pt x="42544" y="187283"/>
                  </a:lnTo>
                  <a:lnTo>
                    <a:pt x="44900" y="185090"/>
                  </a:lnTo>
                  <a:lnTo>
                    <a:pt x="45759" y="181258"/>
                  </a:lnTo>
                  <a:lnTo>
                    <a:pt x="55629" y="181000"/>
                  </a:lnTo>
                  <a:lnTo>
                    <a:pt x="67181" y="177981"/>
                  </a:lnTo>
                  <a:lnTo>
                    <a:pt x="72751" y="172970"/>
                  </a:lnTo>
                  <a:lnTo>
                    <a:pt x="77162" y="165782"/>
                  </a:lnTo>
                  <a:lnTo>
                    <a:pt x="90546" y="160136"/>
                  </a:lnTo>
                  <a:lnTo>
                    <a:pt x="97574" y="154957"/>
                  </a:lnTo>
                  <a:lnTo>
                    <a:pt x="104192" y="153736"/>
                  </a:lnTo>
                  <a:lnTo>
                    <a:pt x="105051" y="151250"/>
                  </a:lnTo>
                  <a:lnTo>
                    <a:pt x="100715" y="148062"/>
                  </a:lnTo>
                  <a:lnTo>
                    <a:pt x="101650" y="144081"/>
                  </a:lnTo>
                  <a:lnTo>
                    <a:pt x="100378" y="139085"/>
                  </a:lnTo>
                  <a:lnTo>
                    <a:pt x="100864" y="136758"/>
                  </a:lnTo>
                  <a:lnTo>
                    <a:pt x="108902" y="135704"/>
                  </a:lnTo>
                  <a:lnTo>
                    <a:pt x="117687" y="132537"/>
                  </a:lnTo>
                  <a:lnTo>
                    <a:pt x="119482" y="127471"/>
                  </a:lnTo>
                  <a:lnTo>
                    <a:pt x="120865" y="126677"/>
                  </a:lnTo>
                  <a:lnTo>
                    <a:pt x="129501" y="125309"/>
                  </a:lnTo>
                  <a:lnTo>
                    <a:pt x="154885" y="125883"/>
                  </a:lnTo>
                  <a:lnTo>
                    <a:pt x="154586" y="120227"/>
                  </a:lnTo>
                  <a:lnTo>
                    <a:pt x="158212" y="116994"/>
                  </a:lnTo>
                  <a:lnTo>
                    <a:pt x="157278" y="114911"/>
                  </a:lnTo>
                  <a:lnTo>
                    <a:pt x="150212" y="109182"/>
                  </a:lnTo>
                  <a:lnTo>
                    <a:pt x="145464" y="95980"/>
                  </a:lnTo>
                  <a:lnTo>
                    <a:pt x="146474" y="89797"/>
                  </a:lnTo>
                  <a:lnTo>
                    <a:pt x="144754" y="84406"/>
                  </a:lnTo>
                  <a:lnTo>
                    <a:pt x="144904" y="74533"/>
                  </a:lnTo>
                  <a:lnTo>
                    <a:pt x="143146" y="69737"/>
                  </a:lnTo>
                  <a:lnTo>
                    <a:pt x="144230" y="66519"/>
                  </a:lnTo>
                  <a:lnTo>
                    <a:pt x="141913" y="63705"/>
                  </a:lnTo>
                  <a:lnTo>
                    <a:pt x="143034" y="60023"/>
                  </a:lnTo>
                  <a:lnTo>
                    <a:pt x="136081" y="54510"/>
                  </a:lnTo>
                  <a:lnTo>
                    <a:pt x="134249" y="51131"/>
                  </a:lnTo>
                  <a:lnTo>
                    <a:pt x="140604" y="51359"/>
                  </a:lnTo>
                  <a:lnTo>
                    <a:pt x="145576" y="49120"/>
                  </a:lnTo>
                  <a:lnTo>
                    <a:pt x="152605" y="44494"/>
                  </a:lnTo>
                  <a:lnTo>
                    <a:pt x="157764" y="39032"/>
                  </a:lnTo>
                  <a:lnTo>
                    <a:pt x="171484" y="31803"/>
                  </a:lnTo>
                  <a:lnTo>
                    <a:pt x="179335" y="32540"/>
                  </a:lnTo>
                  <a:lnTo>
                    <a:pt x="181353" y="30787"/>
                  </a:lnTo>
                  <a:lnTo>
                    <a:pt x="183484" y="26630"/>
                  </a:lnTo>
                  <a:lnTo>
                    <a:pt x="186811" y="24084"/>
                  </a:lnTo>
                  <a:lnTo>
                    <a:pt x="200532" y="16801"/>
                  </a:lnTo>
                  <a:lnTo>
                    <a:pt x="206438" y="14848"/>
                  </a:lnTo>
                  <a:lnTo>
                    <a:pt x="234215" y="12754"/>
                  </a:lnTo>
                  <a:lnTo>
                    <a:pt x="242103" y="7998"/>
                  </a:lnTo>
                  <a:lnTo>
                    <a:pt x="253468" y="7718"/>
                  </a:lnTo>
                  <a:lnTo>
                    <a:pt x="258814" y="5102"/>
                  </a:lnTo>
                  <a:lnTo>
                    <a:pt x="279152" y="5102"/>
                  </a:lnTo>
                  <a:lnTo>
                    <a:pt x="290330" y="11543"/>
                  </a:lnTo>
                  <a:lnTo>
                    <a:pt x="299265" y="7625"/>
                  </a:lnTo>
                  <a:lnTo>
                    <a:pt x="306293" y="5943"/>
                  </a:lnTo>
                  <a:lnTo>
                    <a:pt x="310143" y="4027"/>
                  </a:lnTo>
                  <a:lnTo>
                    <a:pt x="311751" y="1218"/>
                  </a:lnTo>
                  <a:lnTo>
                    <a:pt x="315078" y="188"/>
                  </a:lnTo>
                  <a:lnTo>
                    <a:pt x="316910" y="2342"/>
                  </a:lnTo>
                  <a:lnTo>
                    <a:pt x="324238" y="4494"/>
                  </a:lnTo>
                  <a:lnTo>
                    <a:pt x="330668" y="3231"/>
                  </a:lnTo>
                  <a:lnTo>
                    <a:pt x="329957" y="0"/>
                  </a:lnTo>
                  <a:lnTo>
                    <a:pt x="334705" y="890"/>
                  </a:lnTo>
                  <a:lnTo>
                    <a:pt x="344649" y="6130"/>
                  </a:lnTo>
                  <a:lnTo>
                    <a:pt x="349136" y="47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oPE_MapPart_ASM_1_5" descr="Amerikanisch-Samoa">
              <a:extLst>
                <a:ext uri="{FF2B5EF4-FFF2-40B4-BE49-F238E27FC236}">
                  <a16:creationId xmlns:a16="http://schemas.microsoft.com/office/drawing/2014/main" id="{947AC5E1-921A-54F1-C084-8286D4D498C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2539601" y="4680614"/>
              <a:ext cx="22431" cy="23150"/>
            </a:xfrm>
            <a:custGeom>
              <a:avLst/>
              <a:gdLst/>
              <a:ahLst/>
              <a:cxnLst/>
              <a:rect l="0" t="0" r="0" b="0"/>
              <a:pathLst>
                <a:path w="22431" h="23150">
                  <a:moveTo>
                    <a:pt x="0" y="0"/>
                  </a:moveTo>
                  <a:lnTo>
                    <a:pt x="22430" y="0"/>
                  </a:lnTo>
                  <a:lnTo>
                    <a:pt x="22430" y="23149"/>
                  </a:lnTo>
                  <a:lnTo>
                    <a:pt x="0" y="23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PE_MapPart_AND_1_6" descr="Andorra">
              <a:extLst>
                <a:ext uri="{FF2B5EF4-FFF2-40B4-BE49-F238E27FC236}">
                  <a16:creationId xmlns:a16="http://schemas.microsoft.com/office/drawing/2014/main" id="{95B76C84-5B63-5BC3-1A59-740D43FF007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117720" y="3398615"/>
              <a:ext cx="22432" cy="30446"/>
            </a:xfrm>
            <a:custGeom>
              <a:avLst/>
              <a:gdLst/>
              <a:ahLst/>
              <a:cxnLst/>
              <a:rect l="0" t="0" r="0" b="0"/>
              <a:pathLst>
                <a:path w="22432" h="30446">
                  <a:moveTo>
                    <a:pt x="0" y="0"/>
                  </a:moveTo>
                  <a:lnTo>
                    <a:pt x="22431" y="0"/>
                  </a:lnTo>
                  <a:lnTo>
                    <a:pt x="22431" y="30445"/>
                  </a:lnTo>
                  <a:lnTo>
                    <a:pt x="0" y="304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PE_MapPart_AGO_1_7" descr="Angola">
              <a:extLst>
                <a:ext uri="{FF2B5EF4-FFF2-40B4-BE49-F238E27FC236}">
                  <a16:creationId xmlns:a16="http://schemas.microsoft.com/office/drawing/2014/main" id="{0085BAF0-673F-ACAA-4F13-C643A366E59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345617" y="4484039"/>
              <a:ext cx="21909" cy="27701"/>
            </a:xfrm>
            <a:custGeom>
              <a:avLst/>
              <a:gdLst/>
              <a:ahLst/>
              <a:cxnLst/>
              <a:rect l="0" t="0" r="0" b="0"/>
              <a:pathLst>
                <a:path w="21909" h="27701">
                  <a:moveTo>
                    <a:pt x="21908" y="4275"/>
                  </a:moveTo>
                  <a:lnTo>
                    <a:pt x="16861" y="6375"/>
                  </a:lnTo>
                  <a:lnTo>
                    <a:pt x="12001" y="11440"/>
                  </a:lnTo>
                  <a:lnTo>
                    <a:pt x="8972" y="13355"/>
                  </a:lnTo>
                  <a:lnTo>
                    <a:pt x="10468" y="15006"/>
                  </a:lnTo>
                  <a:lnTo>
                    <a:pt x="10094" y="26384"/>
                  </a:lnTo>
                  <a:lnTo>
                    <a:pt x="4038" y="27700"/>
                  </a:lnTo>
                  <a:lnTo>
                    <a:pt x="2842" y="25069"/>
                  </a:lnTo>
                  <a:lnTo>
                    <a:pt x="3888" y="21652"/>
                  </a:lnTo>
                  <a:lnTo>
                    <a:pt x="3290" y="18647"/>
                  </a:lnTo>
                  <a:lnTo>
                    <a:pt x="0" y="11966"/>
                  </a:lnTo>
                  <a:lnTo>
                    <a:pt x="3851" y="7276"/>
                  </a:lnTo>
                  <a:lnTo>
                    <a:pt x="6019" y="7013"/>
                  </a:lnTo>
                  <a:lnTo>
                    <a:pt x="7589" y="3937"/>
                  </a:lnTo>
                  <a:lnTo>
                    <a:pt x="16188" y="0"/>
                  </a:lnTo>
                  <a:lnTo>
                    <a:pt x="17907" y="337"/>
                  </a:lnTo>
                  <a:lnTo>
                    <a:pt x="21384" y="39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PE_MapPart_AGO_2_8" descr="Angola">
              <a:extLst>
                <a:ext uri="{FF2B5EF4-FFF2-40B4-BE49-F238E27FC236}">
                  <a16:creationId xmlns:a16="http://schemas.microsoft.com/office/drawing/2014/main" id="{ECAD349F-0B91-99F6-880F-F23BA1B679C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339898" y="4513768"/>
              <a:ext cx="255524" cy="258760"/>
            </a:xfrm>
            <a:custGeom>
              <a:avLst/>
              <a:gdLst/>
              <a:ahLst/>
              <a:cxnLst/>
              <a:rect l="0" t="0" r="0" b="0"/>
              <a:pathLst>
                <a:path w="255524" h="258760">
                  <a:moveTo>
                    <a:pt x="253878" y="105345"/>
                  </a:moveTo>
                  <a:lnTo>
                    <a:pt x="255523" y="116624"/>
                  </a:lnTo>
                  <a:lnTo>
                    <a:pt x="253953" y="121507"/>
                  </a:lnTo>
                  <a:lnTo>
                    <a:pt x="254402" y="138212"/>
                  </a:lnTo>
                  <a:lnTo>
                    <a:pt x="252121" y="146256"/>
                  </a:lnTo>
                  <a:lnTo>
                    <a:pt x="253803" y="150283"/>
                  </a:lnTo>
                  <a:lnTo>
                    <a:pt x="212606" y="150552"/>
                  </a:lnTo>
                  <a:lnTo>
                    <a:pt x="212606" y="213920"/>
                  </a:lnTo>
                  <a:lnTo>
                    <a:pt x="213877" y="220574"/>
                  </a:lnTo>
                  <a:lnTo>
                    <a:pt x="216158" y="227824"/>
                  </a:lnTo>
                  <a:lnTo>
                    <a:pt x="222550" y="232547"/>
                  </a:lnTo>
                  <a:lnTo>
                    <a:pt x="241691" y="250474"/>
                  </a:lnTo>
                  <a:lnTo>
                    <a:pt x="200904" y="258328"/>
                  </a:lnTo>
                  <a:lnTo>
                    <a:pt x="194624" y="257345"/>
                  </a:lnTo>
                  <a:lnTo>
                    <a:pt x="186959" y="258759"/>
                  </a:lnTo>
                  <a:lnTo>
                    <a:pt x="179633" y="255852"/>
                  </a:lnTo>
                  <a:lnTo>
                    <a:pt x="149799" y="254045"/>
                  </a:lnTo>
                  <a:lnTo>
                    <a:pt x="144865" y="251847"/>
                  </a:lnTo>
                  <a:lnTo>
                    <a:pt x="140042" y="246161"/>
                  </a:lnTo>
                  <a:lnTo>
                    <a:pt x="138173" y="245221"/>
                  </a:lnTo>
                  <a:lnTo>
                    <a:pt x="47216" y="245455"/>
                  </a:lnTo>
                  <a:lnTo>
                    <a:pt x="40524" y="241618"/>
                  </a:lnTo>
                  <a:lnTo>
                    <a:pt x="36001" y="237432"/>
                  </a:lnTo>
                  <a:lnTo>
                    <a:pt x="28187" y="235829"/>
                  </a:lnTo>
                  <a:lnTo>
                    <a:pt x="16710" y="241187"/>
                  </a:lnTo>
                  <a:lnTo>
                    <a:pt x="5607" y="240208"/>
                  </a:lnTo>
                  <a:lnTo>
                    <a:pt x="0" y="241970"/>
                  </a:lnTo>
                  <a:lnTo>
                    <a:pt x="1607" y="225796"/>
                  </a:lnTo>
                  <a:lnTo>
                    <a:pt x="1121" y="214581"/>
                  </a:lnTo>
                  <a:lnTo>
                    <a:pt x="149" y="211277"/>
                  </a:lnTo>
                  <a:lnTo>
                    <a:pt x="3252" y="208830"/>
                  </a:lnTo>
                  <a:lnTo>
                    <a:pt x="5682" y="204404"/>
                  </a:lnTo>
                  <a:lnTo>
                    <a:pt x="11140" y="185549"/>
                  </a:lnTo>
                  <a:lnTo>
                    <a:pt x="13196" y="172699"/>
                  </a:lnTo>
                  <a:lnTo>
                    <a:pt x="15813" y="166653"/>
                  </a:lnTo>
                  <a:lnTo>
                    <a:pt x="16748" y="159845"/>
                  </a:lnTo>
                  <a:lnTo>
                    <a:pt x="23963" y="151127"/>
                  </a:lnTo>
                  <a:lnTo>
                    <a:pt x="25757" y="145758"/>
                  </a:lnTo>
                  <a:lnTo>
                    <a:pt x="34767" y="140318"/>
                  </a:lnTo>
                  <a:lnTo>
                    <a:pt x="38505" y="135341"/>
                  </a:lnTo>
                  <a:lnTo>
                    <a:pt x="42431" y="125288"/>
                  </a:lnTo>
                  <a:lnTo>
                    <a:pt x="42394" y="118379"/>
                  </a:lnTo>
                  <a:lnTo>
                    <a:pt x="43702" y="109192"/>
                  </a:lnTo>
                  <a:lnTo>
                    <a:pt x="41085" y="100322"/>
                  </a:lnTo>
                  <a:lnTo>
                    <a:pt x="37309" y="95798"/>
                  </a:lnTo>
                  <a:lnTo>
                    <a:pt x="36374" y="92339"/>
                  </a:lnTo>
                  <a:lnTo>
                    <a:pt x="33010" y="86909"/>
                  </a:lnTo>
                  <a:lnTo>
                    <a:pt x="30468" y="80686"/>
                  </a:lnTo>
                  <a:lnTo>
                    <a:pt x="29346" y="74052"/>
                  </a:lnTo>
                  <a:lnTo>
                    <a:pt x="26056" y="66893"/>
                  </a:lnTo>
                  <a:lnTo>
                    <a:pt x="27066" y="64244"/>
                  </a:lnTo>
                  <a:lnTo>
                    <a:pt x="28038" y="63753"/>
                  </a:lnTo>
                  <a:lnTo>
                    <a:pt x="27215" y="66023"/>
                  </a:lnTo>
                  <a:lnTo>
                    <a:pt x="33570" y="59289"/>
                  </a:lnTo>
                  <a:lnTo>
                    <a:pt x="33982" y="52635"/>
                  </a:lnTo>
                  <a:lnTo>
                    <a:pt x="23253" y="28787"/>
                  </a:lnTo>
                  <a:lnTo>
                    <a:pt x="22430" y="22985"/>
                  </a:lnTo>
                  <a:lnTo>
                    <a:pt x="16150" y="15343"/>
                  </a:lnTo>
                  <a:lnTo>
                    <a:pt x="11215" y="5600"/>
                  </a:lnTo>
                  <a:lnTo>
                    <a:pt x="11626" y="4962"/>
                  </a:lnTo>
                  <a:lnTo>
                    <a:pt x="21757" y="3119"/>
                  </a:lnTo>
                  <a:lnTo>
                    <a:pt x="27515" y="187"/>
                  </a:lnTo>
                  <a:lnTo>
                    <a:pt x="29945" y="0"/>
                  </a:lnTo>
                  <a:lnTo>
                    <a:pt x="55142" y="789"/>
                  </a:lnTo>
                  <a:lnTo>
                    <a:pt x="94956" y="225"/>
                  </a:lnTo>
                  <a:lnTo>
                    <a:pt x="97386" y="939"/>
                  </a:lnTo>
                  <a:lnTo>
                    <a:pt x="99554" y="2292"/>
                  </a:lnTo>
                  <a:lnTo>
                    <a:pt x="102882" y="6465"/>
                  </a:lnTo>
                  <a:lnTo>
                    <a:pt x="103854" y="15945"/>
                  </a:lnTo>
                  <a:lnTo>
                    <a:pt x="107517" y="22533"/>
                  </a:lnTo>
                  <a:lnTo>
                    <a:pt x="108863" y="29314"/>
                  </a:lnTo>
                  <a:lnTo>
                    <a:pt x="121200" y="46931"/>
                  </a:lnTo>
                  <a:lnTo>
                    <a:pt x="128154" y="46289"/>
                  </a:lnTo>
                  <a:lnTo>
                    <a:pt x="130135" y="47120"/>
                  </a:lnTo>
                  <a:lnTo>
                    <a:pt x="141649" y="43534"/>
                  </a:lnTo>
                  <a:lnTo>
                    <a:pt x="149575" y="44893"/>
                  </a:lnTo>
                  <a:lnTo>
                    <a:pt x="157800" y="44175"/>
                  </a:lnTo>
                  <a:lnTo>
                    <a:pt x="158435" y="37647"/>
                  </a:lnTo>
                  <a:lnTo>
                    <a:pt x="160678" y="33800"/>
                  </a:lnTo>
                  <a:lnTo>
                    <a:pt x="161688" y="26941"/>
                  </a:lnTo>
                  <a:lnTo>
                    <a:pt x="164417" y="24718"/>
                  </a:lnTo>
                  <a:lnTo>
                    <a:pt x="168903" y="23626"/>
                  </a:lnTo>
                  <a:lnTo>
                    <a:pt x="183745" y="22232"/>
                  </a:lnTo>
                  <a:lnTo>
                    <a:pt x="182623" y="27732"/>
                  </a:lnTo>
                  <a:lnTo>
                    <a:pt x="184119" y="29729"/>
                  </a:lnTo>
                  <a:lnTo>
                    <a:pt x="208493" y="30521"/>
                  </a:lnTo>
                  <a:lnTo>
                    <a:pt x="209727" y="32745"/>
                  </a:lnTo>
                  <a:lnTo>
                    <a:pt x="208456" y="42062"/>
                  </a:lnTo>
                  <a:lnTo>
                    <a:pt x="208905" y="47233"/>
                  </a:lnTo>
                  <a:lnTo>
                    <a:pt x="210848" y="52031"/>
                  </a:lnTo>
                  <a:lnTo>
                    <a:pt x="211073" y="59440"/>
                  </a:lnTo>
                  <a:lnTo>
                    <a:pt x="209129" y="75719"/>
                  </a:lnTo>
                  <a:lnTo>
                    <a:pt x="210063" y="78373"/>
                  </a:lnTo>
                  <a:lnTo>
                    <a:pt x="217130" y="87782"/>
                  </a:lnTo>
                  <a:lnTo>
                    <a:pt x="218737" y="92378"/>
                  </a:lnTo>
                  <a:lnTo>
                    <a:pt x="219410" y="101540"/>
                  </a:lnTo>
                  <a:lnTo>
                    <a:pt x="218849" y="103480"/>
                  </a:lnTo>
                  <a:lnTo>
                    <a:pt x="216717" y="105765"/>
                  </a:lnTo>
                  <a:lnTo>
                    <a:pt x="217727" y="110640"/>
                  </a:lnTo>
                  <a:lnTo>
                    <a:pt x="219559" y="112240"/>
                  </a:lnTo>
                  <a:lnTo>
                    <a:pt x="224681" y="109230"/>
                  </a:lnTo>
                  <a:lnTo>
                    <a:pt x="235374" y="109916"/>
                  </a:lnTo>
                  <a:lnTo>
                    <a:pt x="243447" y="107402"/>
                  </a:lnTo>
                  <a:lnTo>
                    <a:pt x="251112" y="108354"/>
                  </a:lnTo>
                  <a:lnTo>
                    <a:pt x="252495" y="107706"/>
                  </a:lnTo>
                  <a:lnTo>
                    <a:pt x="253093" y="10576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PE_MapPart_AIA_1_9" descr="Anguilla">
              <a:extLst>
                <a:ext uri="{FF2B5EF4-FFF2-40B4-BE49-F238E27FC236}">
                  <a16:creationId xmlns:a16="http://schemas.microsoft.com/office/drawing/2014/main" id="{77D8D3AA-BDC4-A0D2-15F0-AC11263657E1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4774865" y="3995206"/>
              <a:ext cx="22432" cy="23616"/>
            </a:xfrm>
            <a:custGeom>
              <a:avLst/>
              <a:gdLst/>
              <a:ahLst/>
              <a:cxnLst/>
              <a:rect l="0" t="0" r="0" b="0"/>
              <a:pathLst>
                <a:path w="22432" h="23616">
                  <a:moveTo>
                    <a:pt x="0" y="0"/>
                  </a:moveTo>
                  <a:lnTo>
                    <a:pt x="22431" y="0"/>
                  </a:lnTo>
                  <a:lnTo>
                    <a:pt x="22431" y="23615"/>
                  </a:lnTo>
                  <a:lnTo>
                    <a:pt x="0" y="2361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oPE_MapPart_ATG_1_10" descr="Antigua und Barbuda">
              <a:extLst>
                <a:ext uri="{FF2B5EF4-FFF2-40B4-BE49-F238E27FC236}">
                  <a16:creationId xmlns:a16="http://schemas.microsoft.com/office/drawing/2014/main" id="{A9DE3B0C-A3FE-0A66-A3BF-6359A27A4CFE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4801520" y="4014070"/>
              <a:ext cx="22432" cy="23502"/>
            </a:xfrm>
            <a:custGeom>
              <a:avLst/>
              <a:gdLst/>
              <a:ahLst/>
              <a:cxnLst/>
              <a:rect l="0" t="0" r="0" b="0"/>
              <a:pathLst>
                <a:path w="22432" h="23502">
                  <a:moveTo>
                    <a:pt x="0" y="0"/>
                  </a:moveTo>
                  <a:lnTo>
                    <a:pt x="22431" y="0"/>
                  </a:lnTo>
                  <a:lnTo>
                    <a:pt x="22431" y="23501"/>
                  </a:lnTo>
                  <a:lnTo>
                    <a:pt x="0" y="235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oPE_MapPart_ARG_1_11" descr="Argentinien">
              <a:extLst>
                <a:ext uri="{FF2B5EF4-FFF2-40B4-BE49-F238E27FC236}">
                  <a16:creationId xmlns:a16="http://schemas.microsoft.com/office/drawing/2014/main" id="{A4F2A189-5C8E-331B-474B-8AEDE53E0F75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4567866" y="4856126"/>
              <a:ext cx="413438" cy="816618"/>
            </a:xfrm>
            <a:custGeom>
              <a:avLst/>
              <a:gdLst/>
              <a:ahLst/>
              <a:cxnLst/>
              <a:rect l="0" t="0" r="0" b="0"/>
              <a:pathLst>
                <a:path w="413438" h="816618">
                  <a:moveTo>
                    <a:pt x="331639" y="193994"/>
                  </a:moveTo>
                  <a:lnTo>
                    <a:pt x="326181" y="203702"/>
                  </a:lnTo>
                  <a:lnTo>
                    <a:pt x="327452" y="210182"/>
                  </a:lnTo>
                  <a:lnTo>
                    <a:pt x="325882" y="212055"/>
                  </a:lnTo>
                  <a:lnTo>
                    <a:pt x="325732" y="218339"/>
                  </a:lnTo>
                  <a:lnTo>
                    <a:pt x="322405" y="225606"/>
                  </a:lnTo>
                  <a:lnTo>
                    <a:pt x="323751" y="228678"/>
                  </a:lnTo>
                  <a:lnTo>
                    <a:pt x="322629" y="232324"/>
                  </a:lnTo>
                  <a:lnTo>
                    <a:pt x="319601" y="236109"/>
                  </a:lnTo>
                  <a:lnTo>
                    <a:pt x="320087" y="242461"/>
                  </a:lnTo>
                  <a:lnTo>
                    <a:pt x="321022" y="244052"/>
                  </a:lnTo>
                  <a:lnTo>
                    <a:pt x="318966" y="251801"/>
                  </a:lnTo>
                  <a:lnTo>
                    <a:pt x="319975" y="261581"/>
                  </a:lnTo>
                  <a:lnTo>
                    <a:pt x="318330" y="264524"/>
                  </a:lnTo>
                  <a:lnTo>
                    <a:pt x="315713" y="264346"/>
                  </a:lnTo>
                  <a:lnTo>
                    <a:pt x="314704" y="265327"/>
                  </a:lnTo>
                  <a:lnTo>
                    <a:pt x="312162" y="279073"/>
                  </a:lnTo>
                  <a:lnTo>
                    <a:pt x="315377" y="292319"/>
                  </a:lnTo>
                  <a:lnTo>
                    <a:pt x="312611" y="294897"/>
                  </a:lnTo>
                  <a:lnTo>
                    <a:pt x="313844" y="298974"/>
                  </a:lnTo>
                  <a:lnTo>
                    <a:pt x="317620" y="304695"/>
                  </a:lnTo>
                  <a:lnTo>
                    <a:pt x="332910" y="313168"/>
                  </a:lnTo>
                  <a:lnTo>
                    <a:pt x="337994" y="317463"/>
                  </a:lnTo>
                  <a:lnTo>
                    <a:pt x="340761" y="321905"/>
                  </a:lnTo>
                  <a:lnTo>
                    <a:pt x="340985" y="325576"/>
                  </a:lnTo>
                  <a:lnTo>
                    <a:pt x="336948" y="331048"/>
                  </a:lnTo>
                  <a:lnTo>
                    <a:pt x="336499" y="335658"/>
                  </a:lnTo>
                  <a:lnTo>
                    <a:pt x="338779" y="341898"/>
                  </a:lnTo>
                  <a:lnTo>
                    <a:pt x="342705" y="345837"/>
                  </a:lnTo>
                  <a:lnTo>
                    <a:pt x="345584" y="347275"/>
                  </a:lnTo>
                  <a:lnTo>
                    <a:pt x="349509" y="347090"/>
                  </a:lnTo>
                  <a:lnTo>
                    <a:pt x="350145" y="348204"/>
                  </a:lnTo>
                  <a:lnTo>
                    <a:pt x="351191" y="357140"/>
                  </a:lnTo>
                  <a:lnTo>
                    <a:pt x="349957" y="362933"/>
                  </a:lnTo>
                  <a:lnTo>
                    <a:pt x="342481" y="375700"/>
                  </a:lnTo>
                  <a:lnTo>
                    <a:pt x="336050" y="383485"/>
                  </a:lnTo>
                  <a:lnTo>
                    <a:pt x="333770" y="387840"/>
                  </a:lnTo>
                  <a:lnTo>
                    <a:pt x="332910" y="392489"/>
                  </a:lnTo>
                  <a:lnTo>
                    <a:pt x="319788" y="401725"/>
                  </a:lnTo>
                  <a:lnTo>
                    <a:pt x="302591" y="408036"/>
                  </a:lnTo>
                  <a:lnTo>
                    <a:pt x="285544" y="412446"/>
                  </a:lnTo>
                  <a:lnTo>
                    <a:pt x="258888" y="416578"/>
                  </a:lnTo>
                  <a:lnTo>
                    <a:pt x="248683" y="416723"/>
                  </a:lnTo>
                  <a:lnTo>
                    <a:pt x="243598" y="415713"/>
                  </a:lnTo>
                  <a:lnTo>
                    <a:pt x="239037" y="414607"/>
                  </a:lnTo>
                  <a:lnTo>
                    <a:pt x="236495" y="411774"/>
                  </a:lnTo>
                  <a:lnTo>
                    <a:pt x="233504" y="411439"/>
                  </a:lnTo>
                  <a:lnTo>
                    <a:pt x="232682" y="412830"/>
                  </a:lnTo>
                  <a:lnTo>
                    <a:pt x="234140" y="416434"/>
                  </a:lnTo>
                  <a:lnTo>
                    <a:pt x="233430" y="420767"/>
                  </a:lnTo>
                  <a:lnTo>
                    <a:pt x="234327" y="423277"/>
                  </a:lnTo>
                  <a:lnTo>
                    <a:pt x="239337" y="426755"/>
                  </a:lnTo>
                  <a:lnTo>
                    <a:pt x="236720" y="426948"/>
                  </a:lnTo>
                  <a:lnTo>
                    <a:pt x="238851" y="429126"/>
                  </a:lnTo>
                  <a:lnTo>
                    <a:pt x="237692" y="438933"/>
                  </a:lnTo>
                  <a:lnTo>
                    <a:pt x="234477" y="440833"/>
                  </a:lnTo>
                  <a:lnTo>
                    <a:pt x="232084" y="448987"/>
                  </a:lnTo>
                  <a:lnTo>
                    <a:pt x="231560" y="453349"/>
                  </a:lnTo>
                  <a:lnTo>
                    <a:pt x="235336" y="462053"/>
                  </a:lnTo>
                  <a:lnTo>
                    <a:pt x="234177" y="465902"/>
                  </a:lnTo>
                  <a:lnTo>
                    <a:pt x="232233" y="467978"/>
                  </a:lnTo>
                  <a:lnTo>
                    <a:pt x="220532" y="474021"/>
                  </a:lnTo>
                  <a:lnTo>
                    <a:pt x="206774" y="475411"/>
                  </a:lnTo>
                  <a:lnTo>
                    <a:pt x="203634" y="475113"/>
                  </a:lnTo>
                  <a:lnTo>
                    <a:pt x="190923" y="468868"/>
                  </a:lnTo>
                  <a:lnTo>
                    <a:pt x="181203" y="465852"/>
                  </a:lnTo>
                  <a:lnTo>
                    <a:pt x="182213" y="464322"/>
                  </a:lnTo>
                  <a:lnTo>
                    <a:pt x="180829" y="463730"/>
                  </a:lnTo>
                  <a:lnTo>
                    <a:pt x="176680" y="465655"/>
                  </a:lnTo>
                  <a:lnTo>
                    <a:pt x="175371" y="467681"/>
                  </a:lnTo>
                  <a:lnTo>
                    <a:pt x="174923" y="473872"/>
                  </a:lnTo>
                  <a:lnTo>
                    <a:pt x="177764" y="486668"/>
                  </a:lnTo>
                  <a:lnTo>
                    <a:pt x="177988" y="491622"/>
                  </a:lnTo>
                  <a:lnTo>
                    <a:pt x="176904" y="497896"/>
                  </a:lnTo>
                  <a:lnTo>
                    <a:pt x="178399" y="501571"/>
                  </a:lnTo>
                  <a:lnTo>
                    <a:pt x="185989" y="506010"/>
                  </a:lnTo>
                  <a:lnTo>
                    <a:pt x="188269" y="506263"/>
                  </a:lnTo>
                  <a:lnTo>
                    <a:pt x="187035" y="510360"/>
                  </a:lnTo>
                  <a:lnTo>
                    <a:pt x="190175" y="510867"/>
                  </a:lnTo>
                  <a:lnTo>
                    <a:pt x="196793" y="509803"/>
                  </a:lnTo>
                  <a:lnTo>
                    <a:pt x="197615" y="506162"/>
                  </a:lnTo>
                  <a:lnTo>
                    <a:pt x="193653" y="505758"/>
                  </a:lnTo>
                  <a:lnTo>
                    <a:pt x="194139" y="504849"/>
                  </a:lnTo>
                  <a:lnTo>
                    <a:pt x="203148" y="501924"/>
                  </a:lnTo>
                  <a:lnTo>
                    <a:pt x="205466" y="503991"/>
                  </a:lnTo>
                  <a:lnTo>
                    <a:pt x="206588" y="506616"/>
                  </a:lnTo>
                  <a:lnTo>
                    <a:pt x="207298" y="510106"/>
                  </a:lnTo>
                  <a:lnTo>
                    <a:pt x="206850" y="518277"/>
                  </a:lnTo>
                  <a:lnTo>
                    <a:pt x="205279" y="521382"/>
                  </a:lnTo>
                  <a:lnTo>
                    <a:pt x="198176" y="523524"/>
                  </a:lnTo>
                  <a:lnTo>
                    <a:pt x="196194" y="522963"/>
                  </a:lnTo>
                  <a:lnTo>
                    <a:pt x="192157" y="514771"/>
                  </a:lnTo>
                  <a:lnTo>
                    <a:pt x="188755" y="513147"/>
                  </a:lnTo>
                  <a:lnTo>
                    <a:pt x="185390" y="513654"/>
                  </a:lnTo>
                  <a:lnTo>
                    <a:pt x="182026" y="516497"/>
                  </a:lnTo>
                  <a:lnTo>
                    <a:pt x="178736" y="517463"/>
                  </a:lnTo>
                  <a:lnTo>
                    <a:pt x="177577" y="520058"/>
                  </a:lnTo>
                  <a:lnTo>
                    <a:pt x="185839" y="524290"/>
                  </a:lnTo>
                  <a:lnTo>
                    <a:pt x="192269" y="526026"/>
                  </a:lnTo>
                  <a:lnTo>
                    <a:pt x="189914" y="528582"/>
                  </a:lnTo>
                  <a:lnTo>
                    <a:pt x="181465" y="532270"/>
                  </a:lnTo>
                  <a:lnTo>
                    <a:pt x="172904" y="543227"/>
                  </a:lnTo>
                  <a:lnTo>
                    <a:pt x="171820" y="549378"/>
                  </a:lnTo>
                  <a:lnTo>
                    <a:pt x="173166" y="556955"/>
                  </a:lnTo>
                  <a:lnTo>
                    <a:pt x="171745" y="560078"/>
                  </a:lnTo>
                  <a:lnTo>
                    <a:pt x="172605" y="563625"/>
                  </a:lnTo>
                  <a:lnTo>
                    <a:pt x="170623" y="569379"/>
                  </a:lnTo>
                  <a:lnTo>
                    <a:pt x="164679" y="574732"/>
                  </a:lnTo>
                  <a:lnTo>
                    <a:pt x="163633" y="578679"/>
                  </a:lnTo>
                  <a:lnTo>
                    <a:pt x="165688" y="580999"/>
                  </a:lnTo>
                  <a:lnTo>
                    <a:pt x="164866" y="584854"/>
                  </a:lnTo>
                  <a:lnTo>
                    <a:pt x="153426" y="583585"/>
                  </a:lnTo>
                  <a:lnTo>
                    <a:pt x="145202" y="590044"/>
                  </a:lnTo>
                  <a:lnTo>
                    <a:pt x="137799" y="592220"/>
                  </a:lnTo>
                  <a:lnTo>
                    <a:pt x="131257" y="601700"/>
                  </a:lnTo>
                  <a:lnTo>
                    <a:pt x="124155" y="615861"/>
                  </a:lnTo>
                  <a:lnTo>
                    <a:pt x="124416" y="622338"/>
                  </a:lnTo>
                  <a:lnTo>
                    <a:pt x="126061" y="627592"/>
                  </a:lnTo>
                  <a:lnTo>
                    <a:pt x="141239" y="644607"/>
                  </a:lnTo>
                  <a:lnTo>
                    <a:pt x="157389" y="647296"/>
                  </a:lnTo>
                  <a:lnTo>
                    <a:pt x="160417" y="649219"/>
                  </a:lnTo>
                  <a:lnTo>
                    <a:pt x="162810" y="655002"/>
                  </a:lnTo>
                  <a:lnTo>
                    <a:pt x="162025" y="661858"/>
                  </a:lnTo>
                  <a:lnTo>
                    <a:pt x="159707" y="665963"/>
                  </a:lnTo>
                  <a:lnTo>
                    <a:pt x="152679" y="669801"/>
                  </a:lnTo>
                  <a:lnTo>
                    <a:pt x="153800" y="670803"/>
                  </a:lnTo>
                  <a:lnTo>
                    <a:pt x="158735" y="669801"/>
                  </a:lnTo>
                  <a:lnTo>
                    <a:pt x="160193" y="670637"/>
                  </a:lnTo>
                  <a:lnTo>
                    <a:pt x="161315" y="673369"/>
                  </a:lnTo>
                  <a:lnTo>
                    <a:pt x="159184" y="674485"/>
                  </a:lnTo>
                  <a:lnTo>
                    <a:pt x="149202" y="685862"/>
                  </a:lnTo>
                  <a:lnTo>
                    <a:pt x="135893" y="694774"/>
                  </a:lnTo>
                  <a:lnTo>
                    <a:pt x="126921" y="704988"/>
                  </a:lnTo>
                  <a:lnTo>
                    <a:pt x="122360" y="714352"/>
                  </a:lnTo>
                  <a:lnTo>
                    <a:pt x="122846" y="717390"/>
                  </a:lnTo>
                  <a:lnTo>
                    <a:pt x="120341" y="733944"/>
                  </a:lnTo>
                  <a:lnTo>
                    <a:pt x="117612" y="738009"/>
                  </a:lnTo>
                  <a:lnTo>
                    <a:pt x="110472" y="741910"/>
                  </a:lnTo>
                  <a:lnTo>
                    <a:pt x="105686" y="737835"/>
                  </a:lnTo>
                  <a:lnTo>
                    <a:pt x="101948" y="730527"/>
                  </a:lnTo>
                  <a:lnTo>
                    <a:pt x="102097" y="736440"/>
                  </a:lnTo>
                  <a:lnTo>
                    <a:pt x="95480" y="738591"/>
                  </a:lnTo>
                  <a:lnTo>
                    <a:pt x="103406" y="738823"/>
                  </a:lnTo>
                  <a:lnTo>
                    <a:pt x="107070" y="743659"/>
                  </a:lnTo>
                  <a:lnTo>
                    <a:pt x="96303" y="750912"/>
                  </a:lnTo>
                  <a:lnTo>
                    <a:pt x="93200" y="757492"/>
                  </a:lnTo>
                  <a:lnTo>
                    <a:pt x="91854" y="766704"/>
                  </a:lnTo>
                  <a:lnTo>
                    <a:pt x="87592" y="772104"/>
                  </a:lnTo>
                  <a:lnTo>
                    <a:pt x="90882" y="770975"/>
                  </a:lnTo>
                  <a:lnTo>
                    <a:pt x="93686" y="781226"/>
                  </a:lnTo>
                  <a:lnTo>
                    <a:pt x="94434" y="785957"/>
                  </a:lnTo>
                  <a:lnTo>
                    <a:pt x="93836" y="789320"/>
                  </a:lnTo>
                  <a:lnTo>
                    <a:pt x="85386" y="790583"/>
                  </a:lnTo>
                  <a:lnTo>
                    <a:pt x="91331" y="793173"/>
                  </a:lnTo>
                  <a:lnTo>
                    <a:pt x="94396" y="792328"/>
                  </a:lnTo>
                  <a:lnTo>
                    <a:pt x="95780" y="793714"/>
                  </a:lnTo>
                  <a:lnTo>
                    <a:pt x="107630" y="814904"/>
                  </a:lnTo>
                  <a:lnTo>
                    <a:pt x="106621" y="816617"/>
                  </a:lnTo>
                  <a:lnTo>
                    <a:pt x="106247" y="814353"/>
                  </a:lnTo>
                  <a:lnTo>
                    <a:pt x="90770" y="809167"/>
                  </a:lnTo>
                  <a:lnTo>
                    <a:pt x="84900" y="809167"/>
                  </a:lnTo>
                  <a:lnTo>
                    <a:pt x="75106" y="804788"/>
                  </a:lnTo>
                  <a:lnTo>
                    <a:pt x="33347" y="803331"/>
                  </a:lnTo>
                  <a:lnTo>
                    <a:pt x="33721" y="800482"/>
                  </a:lnTo>
                  <a:lnTo>
                    <a:pt x="27179" y="794137"/>
                  </a:lnTo>
                  <a:lnTo>
                    <a:pt x="24300" y="789139"/>
                  </a:lnTo>
                  <a:lnTo>
                    <a:pt x="26468" y="781046"/>
                  </a:lnTo>
                  <a:lnTo>
                    <a:pt x="24936" y="774305"/>
                  </a:lnTo>
                  <a:lnTo>
                    <a:pt x="26356" y="772282"/>
                  </a:lnTo>
                  <a:lnTo>
                    <a:pt x="26992" y="768186"/>
                  </a:lnTo>
                  <a:lnTo>
                    <a:pt x="25683" y="760733"/>
                  </a:lnTo>
                  <a:lnTo>
                    <a:pt x="22169" y="758258"/>
                  </a:lnTo>
                  <a:lnTo>
                    <a:pt x="14767" y="759790"/>
                  </a:lnTo>
                  <a:lnTo>
                    <a:pt x="10281" y="763273"/>
                  </a:lnTo>
                  <a:lnTo>
                    <a:pt x="8786" y="762564"/>
                  </a:lnTo>
                  <a:lnTo>
                    <a:pt x="3963" y="745995"/>
                  </a:lnTo>
                  <a:lnTo>
                    <a:pt x="1571" y="742551"/>
                  </a:lnTo>
                  <a:lnTo>
                    <a:pt x="1009" y="735627"/>
                  </a:lnTo>
                  <a:lnTo>
                    <a:pt x="2206" y="731917"/>
                  </a:lnTo>
                  <a:lnTo>
                    <a:pt x="0" y="725098"/>
                  </a:lnTo>
                  <a:lnTo>
                    <a:pt x="2393" y="716529"/>
                  </a:lnTo>
                  <a:lnTo>
                    <a:pt x="9159" y="716070"/>
                  </a:lnTo>
                  <a:lnTo>
                    <a:pt x="8898" y="712520"/>
                  </a:lnTo>
                  <a:lnTo>
                    <a:pt x="11290" y="706982"/>
                  </a:lnTo>
                  <a:lnTo>
                    <a:pt x="17608" y="703281"/>
                  </a:lnTo>
                  <a:lnTo>
                    <a:pt x="20001" y="699986"/>
                  </a:lnTo>
                  <a:lnTo>
                    <a:pt x="20113" y="691383"/>
                  </a:lnTo>
                  <a:lnTo>
                    <a:pt x="22393" y="688226"/>
                  </a:lnTo>
                  <a:lnTo>
                    <a:pt x="25384" y="686594"/>
                  </a:lnTo>
                  <a:lnTo>
                    <a:pt x="26655" y="682323"/>
                  </a:lnTo>
                  <a:lnTo>
                    <a:pt x="25945" y="678623"/>
                  </a:lnTo>
                  <a:lnTo>
                    <a:pt x="22169" y="674374"/>
                  </a:lnTo>
                  <a:lnTo>
                    <a:pt x="21982" y="671361"/>
                  </a:lnTo>
                  <a:lnTo>
                    <a:pt x="25646" y="661969"/>
                  </a:lnTo>
                  <a:lnTo>
                    <a:pt x="25571" y="659533"/>
                  </a:lnTo>
                  <a:lnTo>
                    <a:pt x="30618" y="654947"/>
                  </a:lnTo>
                  <a:lnTo>
                    <a:pt x="31889" y="651805"/>
                  </a:lnTo>
                  <a:lnTo>
                    <a:pt x="34731" y="650594"/>
                  </a:lnTo>
                  <a:lnTo>
                    <a:pt x="33534" y="644936"/>
                  </a:lnTo>
                  <a:lnTo>
                    <a:pt x="33983" y="639298"/>
                  </a:lnTo>
                  <a:lnTo>
                    <a:pt x="38992" y="633844"/>
                  </a:lnTo>
                  <a:lnTo>
                    <a:pt x="37684" y="623853"/>
                  </a:lnTo>
                  <a:lnTo>
                    <a:pt x="35329" y="619096"/>
                  </a:lnTo>
                  <a:lnTo>
                    <a:pt x="39292" y="615538"/>
                  </a:lnTo>
                  <a:lnTo>
                    <a:pt x="40413" y="612901"/>
                  </a:lnTo>
                  <a:lnTo>
                    <a:pt x="37946" y="609463"/>
                  </a:lnTo>
                  <a:lnTo>
                    <a:pt x="38020" y="601753"/>
                  </a:lnTo>
                  <a:lnTo>
                    <a:pt x="39104" y="600419"/>
                  </a:lnTo>
                  <a:lnTo>
                    <a:pt x="42955" y="599778"/>
                  </a:lnTo>
                  <a:lnTo>
                    <a:pt x="43329" y="597540"/>
                  </a:lnTo>
                  <a:lnTo>
                    <a:pt x="46245" y="594399"/>
                  </a:lnTo>
                  <a:lnTo>
                    <a:pt x="46170" y="591424"/>
                  </a:lnTo>
                  <a:lnTo>
                    <a:pt x="41123" y="584009"/>
                  </a:lnTo>
                  <a:lnTo>
                    <a:pt x="31889" y="581843"/>
                  </a:lnTo>
                  <a:lnTo>
                    <a:pt x="31441" y="577942"/>
                  </a:lnTo>
                  <a:lnTo>
                    <a:pt x="44077" y="577310"/>
                  </a:lnTo>
                  <a:lnTo>
                    <a:pt x="46095" y="578362"/>
                  </a:lnTo>
                  <a:lnTo>
                    <a:pt x="48077" y="577678"/>
                  </a:lnTo>
                  <a:lnTo>
                    <a:pt x="50208" y="571792"/>
                  </a:lnTo>
                  <a:lnTo>
                    <a:pt x="50395" y="569851"/>
                  </a:lnTo>
                  <a:lnTo>
                    <a:pt x="49086" y="568332"/>
                  </a:lnTo>
                  <a:lnTo>
                    <a:pt x="36487" y="566605"/>
                  </a:lnTo>
                  <a:lnTo>
                    <a:pt x="36637" y="558568"/>
                  </a:lnTo>
                  <a:lnTo>
                    <a:pt x="39403" y="553473"/>
                  </a:lnTo>
                  <a:lnTo>
                    <a:pt x="37011" y="548394"/>
                  </a:lnTo>
                  <a:lnTo>
                    <a:pt x="38207" y="546997"/>
                  </a:lnTo>
                  <a:lnTo>
                    <a:pt x="37946" y="543743"/>
                  </a:lnTo>
                  <a:lnTo>
                    <a:pt x="34731" y="539412"/>
                  </a:lnTo>
                  <a:lnTo>
                    <a:pt x="34731" y="536788"/>
                  </a:lnTo>
                  <a:lnTo>
                    <a:pt x="37647" y="535298"/>
                  </a:lnTo>
                  <a:lnTo>
                    <a:pt x="37946" y="533655"/>
                  </a:lnTo>
                  <a:lnTo>
                    <a:pt x="37272" y="531655"/>
                  </a:lnTo>
                  <a:lnTo>
                    <a:pt x="30618" y="528736"/>
                  </a:lnTo>
                  <a:lnTo>
                    <a:pt x="29721" y="526588"/>
                  </a:lnTo>
                  <a:lnTo>
                    <a:pt x="30394" y="520568"/>
                  </a:lnTo>
                  <a:lnTo>
                    <a:pt x="29758" y="514923"/>
                  </a:lnTo>
                  <a:lnTo>
                    <a:pt x="31627" y="511981"/>
                  </a:lnTo>
                  <a:lnTo>
                    <a:pt x="30506" y="505758"/>
                  </a:lnTo>
                  <a:lnTo>
                    <a:pt x="32188" y="502881"/>
                  </a:lnTo>
                  <a:lnTo>
                    <a:pt x="35627" y="502831"/>
                  </a:lnTo>
                  <a:lnTo>
                    <a:pt x="37721" y="501571"/>
                  </a:lnTo>
                  <a:lnTo>
                    <a:pt x="37946" y="500010"/>
                  </a:lnTo>
                  <a:lnTo>
                    <a:pt x="34581" y="488969"/>
                  </a:lnTo>
                  <a:lnTo>
                    <a:pt x="35441" y="486469"/>
                  </a:lnTo>
                  <a:lnTo>
                    <a:pt x="35403" y="468027"/>
                  </a:lnTo>
                  <a:lnTo>
                    <a:pt x="33983" y="465210"/>
                  </a:lnTo>
                  <a:lnTo>
                    <a:pt x="34169" y="462497"/>
                  </a:lnTo>
                  <a:lnTo>
                    <a:pt x="36824" y="455607"/>
                  </a:lnTo>
                  <a:lnTo>
                    <a:pt x="39067" y="452760"/>
                  </a:lnTo>
                  <a:lnTo>
                    <a:pt x="36899" y="450310"/>
                  </a:lnTo>
                  <a:lnTo>
                    <a:pt x="36525" y="448450"/>
                  </a:lnTo>
                  <a:lnTo>
                    <a:pt x="39815" y="444247"/>
                  </a:lnTo>
                  <a:lnTo>
                    <a:pt x="40264" y="440589"/>
                  </a:lnTo>
                  <a:lnTo>
                    <a:pt x="38581" y="433829"/>
                  </a:lnTo>
                  <a:lnTo>
                    <a:pt x="39927" y="432712"/>
                  </a:lnTo>
                  <a:lnTo>
                    <a:pt x="42319" y="432907"/>
                  </a:lnTo>
                  <a:lnTo>
                    <a:pt x="44787" y="424435"/>
                  </a:lnTo>
                  <a:lnTo>
                    <a:pt x="45161" y="415040"/>
                  </a:lnTo>
                  <a:lnTo>
                    <a:pt x="51703" y="410287"/>
                  </a:lnTo>
                  <a:lnTo>
                    <a:pt x="54507" y="409760"/>
                  </a:lnTo>
                  <a:lnTo>
                    <a:pt x="56675" y="404544"/>
                  </a:lnTo>
                  <a:lnTo>
                    <a:pt x="54170" y="402012"/>
                  </a:lnTo>
                  <a:lnTo>
                    <a:pt x="52937" y="391302"/>
                  </a:lnTo>
                  <a:lnTo>
                    <a:pt x="50020" y="383958"/>
                  </a:lnTo>
                  <a:lnTo>
                    <a:pt x="49647" y="380509"/>
                  </a:lnTo>
                  <a:lnTo>
                    <a:pt x="50731" y="375653"/>
                  </a:lnTo>
                  <a:lnTo>
                    <a:pt x="49348" y="371842"/>
                  </a:lnTo>
                  <a:lnTo>
                    <a:pt x="51068" y="367008"/>
                  </a:lnTo>
                  <a:lnTo>
                    <a:pt x="49535" y="359988"/>
                  </a:lnTo>
                  <a:lnTo>
                    <a:pt x="52152" y="354809"/>
                  </a:lnTo>
                  <a:lnTo>
                    <a:pt x="52376" y="351690"/>
                  </a:lnTo>
                  <a:lnTo>
                    <a:pt x="55479" y="348993"/>
                  </a:lnTo>
                  <a:lnTo>
                    <a:pt x="58731" y="348297"/>
                  </a:lnTo>
                  <a:lnTo>
                    <a:pt x="59292" y="345466"/>
                  </a:lnTo>
                  <a:lnTo>
                    <a:pt x="62582" y="341944"/>
                  </a:lnTo>
                  <a:lnTo>
                    <a:pt x="64788" y="341620"/>
                  </a:lnTo>
                  <a:lnTo>
                    <a:pt x="65872" y="339769"/>
                  </a:lnTo>
                  <a:lnTo>
                    <a:pt x="66395" y="332338"/>
                  </a:lnTo>
                  <a:lnTo>
                    <a:pt x="65647" y="325989"/>
                  </a:lnTo>
                  <a:lnTo>
                    <a:pt x="64526" y="320988"/>
                  </a:lnTo>
                  <a:lnTo>
                    <a:pt x="63217" y="320530"/>
                  </a:lnTo>
                  <a:lnTo>
                    <a:pt x="62769" y="318974"/>
                  </a:lnTo>
                  <a:lnTo>
                    <a:pt x="66133" y="316411"/>
                  </a:lnTo>
                  <a:lnTo>
                    <a:pt x="68264" y="305922"/>
                  </a:lnTo>
                  <a:lnTo>
                    <a:pt x="73199" y="295033"/>
                  </a:lnTo>
                  <a:lnTo>
                    <a:pt x="77349" y="293133"/>
                  </a:lnTo>
                  <a:lnTo>
                    <a:pt x="76489" y="280781"/>
                  </a:lnTo>
                  <a:lnTo>
                    <a:pt x="78471" y="272480"/>
                  </a:lnTo>
                  <a:lnTo>
                    <a:pt x="78022" y="269616"/>
                  </a:lnTo>
                  <a:lnTo>
                    <a:pt x="76451" y="268812"/>
                  </a:lnTo>
                  <a:lnTo>
                    <a:pt x="73872" y="269303"/>
                  </a:lnTo>
                  <a:lnTo>
                    <a:pt x="72526" y="267560"/>
                  </a:lnTo>
                  <a:lnTo>
                    <a:pt x="72339" y="263231"/>
                  </a:lnTo>
                  <a:lnTo>
                    <a:pt x="73834" y="259711"/>
                  </a:lnTo>
                  <a:lnTo>
                    <a:pt x="71891" y="257798"/>
                  </a:lnTo>
                  <a:lnTo>
                    <a:pt x="70620" y="253354"/>
                  </a:lnTo>
                  <a:lnTo>
                    <a:pt x="70769" y="249540"/>
                  </a:lnTo>
                  <a:lnTo>
                    <a:pt x="69498" y="248521"/>
                  </a:lnTo>
                  <a:lnTo>
                    <a:pt x="67143" y="242285"/>
                  </a:lnTo>
                  <a:lnTo>
                    <a:pt x="66919" y="238975"/>
                  </a:lnTo>
                  <a:lnTo>
                    <a:pt x="68227" y="238710"/>
                  </a:lnTo>
                  <a:lnTo>
                    <a:pt x="69012" y="236902"/>
                  </a:lnTo>
                  <a:lnTo>
                    <a:pt x="64937" y="234084"/>
                  </a:lnTo>
                  <a:lnTo>
                    <a:pt x="62134" y="227449"/>
                  </a:lnTo>
                  <a:lnTo>
                    <a:pt x="62769" y="221314"/>
                  </a:lnTo>
                  <a:lnTo>
                    <a:pt x="63479" y="217204"/>
                  </a:lnTo>
                  <a:lnTo>
                    <a:pt x="66209" y="216505"/>
                  </a:lnTo>
                  <a:lnTo>
                    <a:pt x="67853" y="214148"/>
                  </a:lnTo>
                  <a:lnTo>
                    <a:pt x="67068" y="211227"/>
                  </a:lnTo>
                  <a:lnTo>
                    <a:pt x="70769" y="198756"/>
                  </a:lnTo>
                  <a:lnTo>
                    <a:pt x="75181" y="198107"/>
                  </a:lnTo>
                  <a:lnTo>
                    <a:pt x="77536" y="193691"/>
                  </a:lnTo>
                  <a:lnTo>
                    <a:pt x="77125" y="192394"/>
                  </a:lnTo>
                  <a:lnTo>
                    <a:pt x="75106" y="191357"/>
                  </a:lnTo>
                  <a:lnTo>
                    <a:pt x="75778" y="183938"/>
                  </a:lnTo>
                  <a:lnTo>
                    <a:pt x="73723" y="173324"/>
                  </a:lnTo>
                  <a:lnTo>
                    <a:pt x="77872" y="168055"/>
                  </a:lnTo>
                  <a:lnTo>
                    <a:pt x="81424" y="151723"/>
                  </a:lnTo>
                  <a:lnTo>
                    <a:pt x="84900" y="146712"/>
                  </a:lnTo>
                  <a:lnTo>
                    <a:pt x="85985" y="146542"/>
                  </a:lnTo>
                  <a:lnTo>
                    <a:pt x="91443" y="140230"/>
                  </a:lnTo>
                  <a:lnTo>
                    <a:pt x="98247" y="122142"/>
                  </a:lnTo>
                  <a:lnTo>
                    <a:pt x="101088" y="121008"/>
                  </a:lnTo>
                  <a:lnTo>
                    <a:pt x="103518" y="121848"/>
                  </a:lnTo>
                  <a:lnTo>
                    <a:pt x="104677" y="120546"/>
                  </a:lnTo>
                  <a:lnTo>
                    <a:pt x="108640" y="119245"/>
                  </a:lnTo>
                  <a:lnTo>
                    <a:pt x="109200" y="117944"/>
                  </a:lnTo>
                  <a:lnTo>
                    <a:pt x="109200" y="115722"/>
                  </a:lnTo>
                  <a:lnTo>
                    <a:pt x="103555" y="106266"/>
                  </a:lnTo>
                  <a:lnTo>
                    <a:pt x="103854" y="103512"/>
                  </a:lnTo>
                  <a:lnTo>
                    <a:pt x="107219" y="98927"/>
                  </a:lnTo>
                  <a:lnTo>
                    <a:pt x="103518" y="81987"/>
                  </a:lnTo>
                  <a:lnTo>
                    <a:pt x="105500" y="76074"/>
                  </a:lnTo>
                  <a:lnTo>
                    <a:pt x="107855" y="74463"/>
                  </a:lnTo>
                  <a:lnTo>
                    <a:pt x="106135" y="70627"/>
                  </a:lnTo>
                  <a:lnTo>
                    <a:pt x="104153" y="68649"/>
                  </a:lnTo>
                  <a:lnTo>
                    <a:pt x="104153" y="66590"/>
                  </a:lnTo>
                  <a:lnTo>
                    <a:pt x="105275" y="63874"/>
                  </a:lnTo>
                  <a:lnTo>
                    <a:pt x="110621" y="58451"/>
                  </a:lnTo>
                  <a:lnTo>
                    <a:pt x="129202" y="50293"/>
                  </a:lnTo>
                  <a:lnTo>
                    <a:pt x="136417" y="26931"/>
                  </a:lnTo>
                  <a:lnTo>
                    <a:pt x="132566" y="22872"/>
                  </a:lnTo>
                  <a:lnTo>
                    <a:pt x="135445" y="19021"/>
                  </a:lnTo>
                  <a:lnTo>
                    <a:pt x="135893" y="16794"/>
                  </a:lnTo>
                  <a:lnTo>
                    <a:pt x="140753" y="13598"/>
                  </a:lnTo>
                  <a:lnTo>
                    <a:pt x="142585" y="9234"/>
                  </a:lnTo>
                  <a:lnTo>
                    <a:pt x="149763" y="6933"/>
                  </a:lnTo>
                  <a:lnTo>
                    <a:pt x="152791" y="0"/>
                  </a:lnTo>
                  <a:lnTo>
                    <a:pt x="155333" y="724"/>
                  </a:lnTo>
                  <a:lnTo>
                    <a:pt x="162137" y="6650"/>
                  </a:lnTo>
                  <a:lnTo>
                    <a:pt x="176941" y="6691"/>
                  </a:lnTo>
                  <a:lnTo>
                    <a:pt x="186325" y="9517"/>
                  </a:lnTo>
                  <a:lnTo>
                    <a:pt x="192157" y="22994"/>
                  </a:lnTo>
                  <a:lnTo>
                    <a:pt x="193353" y="17928"/>
                  </a:lnTo>
                  <a:lnTo>
                    <a:pt x="200531" y="5037"/>
                  </a:lnTo>
                  <a:lnTo>
                    <a:pt x="223111" y="4391"/>
                  </a:lnTo>
                  <a:lnTo>
                    <a:pt x="227448" y="10930"/>
                  </a:lnTo>
                  <a:lnTo>
                    <a:pt x="232719" y="14245"/>
                  </a:lnTo>
                  <a:lnTo>
                    <a:pt x="236009" y="18131"/>
                  </a:lnTo>
                  <a:lnTo>
                    <a:pt x="241954" y="28231"/>
                  </a:lnTo>
                  <a:lnTo>
                    <a:pt x="250701" y="35757"/>
                  </a:lnTo>
                  <a:lnTo>
                    <a:pt x="256870" y="39466"/>
                  </a:lnTo>
                  <a:lnTo>
                    <a:pt x="259449" y="41710"/>
                  </a:lnTo>
                  <a:lnTo>
                    <a:pt x="260533" y="43997"/>
                  </a:lnTo>
                  <a:lnTo>
                    <a:pt x="271487" y="48697"/>
                  </a:lnTo>
                  <a:lnTo>
                    <a:pt x="279675" y="49720"/>
                  </a:lnTo>
                  <a:lnTo>
                    <a:pt x="284198" y="51644"/>
                  </a:lnTo>
                  <a:lnTo>
                    <a:pt x="298853" y="62353"/>
                  </a:lnTo>
                  <a:lnTo>
                    <a:pt x="312722" y="68772"/>
                  </a:lnTo>
                  <a:lnTo>
                    <a:pt x="315937" y="71410"/>
                  </a:lnTo>
                  <a:lnTo>
                    <a:pt x="320685" y="71823"/>
                  </a:lnTo>
                  <a:lnTo>
                    <a:pt x="324349" y="73472"/>
                  </a:lnTo>
                  <a:lnTo>
                    <a:pt x="330929" y="79876"/>
                  </a:lnTo>
                  <a:lnTo>
                    <a:pt x="332088" y="81656"/>
                  </a:lnTo>
                  <a:lnTo>
                    <a:pt x="332424" y="84637"/>
                  </a:lnTo>
                  <a:lnTo>
                    <a:pt x="328611" y="88368"/>
                  </a:lnTo>
                  <a:lnTo>
                    <a:pt x="325807" y="95514"/>
                  </a:lnTo>
                  <a:lnTo>
                    <a:pt x="321209" y="99551"/>
                  </a:lnTo>
                  <a:lnTo>
                    <a:pt x="319302" y="104179"/>
                  </a:lnTo>
                  <a:lnTo>
                    <a:pt x="319526" y="109945"/>
                  </a:lnTo>
                  <a:lnTo>
                    <a:pt x="316909" y="113837"/>
                  </a:lnTo>
                  <a:lnTo>
                    <a:pt x="316835" y="115260"/>
                  </a:lnTo>
                  <a:lnTo>
                    <a:pt x="314442" y="116770"/>
                  </a:lnTo>
                  <a:lnTo>
                    <a:pt x="310666" y="121638"/>
                  </a:lnTo>
                  <a:lnTo>
                    <a:pt x="310180" y="123151"/>
                  </a:lnTo>
                  <a:lnTo>
                    <a:pt x="310966" y="125926"/>
                  </a:lnTo>
                  <a:lnTo>
                    <a:pt x="320012" y="124958"/>
                  </a:lnTo>
                  <a:lnTo>
                    <a:pt x="341957" y="129547"/>
                  </a:lnTo>
                  <a:lnTo>
                    <a:pt x="344836" y="128747"/>
                  </a:lnTo>
                  <a:lnTo>
                    <a:pt x="350182" y="130095"/>
                  </a:lnTo>
                  <a:lnTo>
                    <a:pt x="352537" y="129505"/>
                  </a:lnTo>
                  <a:lnTo>
                    <a:pt x="355976" y="131528"/>
                  </a:lnTo>
                  <a:lnTo>
                    <a:pt x="357360" y="131149"/>
                  </a:lnTo>
                  <a:lnTo>
                    <a:pt x="361659" y="126095"/>
                  </a:lnTo>
                  <a:lnTo>
                    <a:pt x="366070" y="126178"/>
                  </a:lnTo>
                  <a:lnTo>
                    <a:pt x="369435" y="128284"/>
                  </a:lnTo>
                  <a:lnTo>
                    <a:pt x="370967" y="128242"/>
                  </a:lnTo>
                  <a:lnTo>
                    <a:pt x="372687" y="126894"/>
                  </a:lnTo>
                  <a:lnTo>
                    <a:pt x="374108" y="122059"/>
                  </a:lnTo>
                  <a:lnTo>
                    <a:pt x="376949" y="118783"/>
                  </a:lnTo>
                  <a:lnTo>
                    <a:pt x="383005" y="116980"/>
                  </a:lnTo>
                  <a:lnTo>
                    <a:pt x="387193" y="111659"/>
                  </a:lnTo>
                  <a:lnTo>
                    <a:pt x="389436" y="110488"/>
                  </a:lnTo>
                  <a:lnTo>
                    <a:pt x="390931" y="107728"/>
                  </a:lnTo>
                  <a:lnTo>
                    <a:pt x="393473" y="95514"/>
                  </a:lnTo>
                  <a:lnTo>
                    <a:pt x="393809" y="85590"/>
                  </a:lnTo>
                  <a:lnTo>
                    <a:pt x="397361" y="86709"/>
                  </a:lnTo>
                  <a:lnTo>
                    <a:pt x="403380" y="84347"/>
                  </a:lnTo>
                  <a:lnTo>
                    <a:pt x="408838" y="87704"/>
                  </a:lnTo>
                  <a:lnTo>
                    <a:pt x="410259" y="94432"/>
                  </a:lnTo>
                  <a:lnTo>
                    <a:pt x="413437" y="100551"/>
                  </a:lnTo>
                  <a:lnTo>
                    <a:pt x="411717" y="112706"/>
                  </a:lnTo>
                  <a:lnTo>
                    <a:pt x="412465" y="115847"/>
                  </a:lnTo>
                  <a:lnTo>
                    <a:pt x="409960" y="121386"/>
                  </a:lnTo>
                  <a:lnTo>
                    <a:pt x="404240" y="125001"/>
                  </a:lnTo>
                  <a:lnTo>
                    <a:pt x="403343" y="124496"/>
                  </a:lnTo>
                  <a:lnTo>
                    <a:pt x="399791" y="128452"/>
                  </a:lnTo>
                  <a:lnTo>
                    <a:pt x="389361" y="131444"/>
                  </a:lnTo>
                  <a:lnTo>
                    <a:pt x="387679" y="135158"/>
                  </a:lnTo>
                  <a:lnTo>
                    <a:pt x="384987" y="136551"/>
                  </a:lnTo>
                  <a:lnTo>
                    <a:pt x="383716" y="138876"/>
                  </a:lnTo>
                  <a:lnTo>
                    <a:pt x="380763" y="139595"/>
                  </a:lnTo>
                  <a:lnTo>
                    <a:pt x="375940" y="144084"/>
                  </a:lnTo>
                  <a:lnTo>
                    <a:pt x="370743" y="146797"/>
                  </a:lnTo>
                  <a:lnTo>
                    <a:pt x="370332" y="147985"/>
                  </a:lnTo>
                  <a:lnTo>
                    <a:pt x="371865" y="150108"/>
                  </a:lnTo>
                  <a:lnTo>
                    <a:pt x="371566" y="151000"/>
                  </a:lnTo>
                  <a:lnTo>
                    <a:pt x="367341" y="150702"/>
                  </a:lnTo>
                  <a:lnTo>
                    <a:pt x="367042" y="152445"/>
                  </a:lnTo>
                  <a:lnTo>
                    <a:pt x="360388" y="159385"/>
                  </a:lnTo>
                  <a:lnTo>
                    <a:pt x="356874" y="165574"/>
                  </a:lnTo>
                  <a:lnTo>
                    <a:pt x="351864" y="170452"/>
                  </a:lnTo>
                  <a:lnTo>
                    <a:pt x="345546" y="179807"/>
                  </a:lnTo>
                  <a:lnTo>
                    <a:pt x="339639" y="184283"/>
                  </a:lnTo>
                  <a:lnTo>
                    <a:pt x="335863" y="190277"/>
                  </a:lnTo>
                  <a:lnTo>
                    <a:pt x="332574" y="1928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oPE_MapPart_ARG_2_12" descr="Argentinien">
              <a:extLst>
                <a:ext uri="{FF2B5EF4-FFF2-40B4-BE49-F238E27FC236}">
                  <a16:creationId xmlns:a16="http://schemas.microsoft.com/office/drawing/2014/main" id="{9B23AE02-FCE3-73E2-47A7-AB90E3450E5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4670113" y="5682815"/>
              <a:ext cx="72153" cy="83794"/>
            </a:xfrm>
            <a:custGeom>
              <a:avLst/>
              <a:gdLst/>
              <a:ahLst/>
              <a:cxnLst/>
              <a:rect l="0" t="0" r="0" b="0"/>
              <a:pathLst>
                <a:path w="72153" h="83794">
                  <a:moveTo>
                    <a:pt x="0" y="77349"/>
                  </a:moveTo>
                  <a:lnTo>
                    <a:pt x="486" y="0"/>
                  </a:lnTo>
                  <a:lnTo>
                    <a:pt x="6542" y="8528"/>
                  </a:lnTo>
                  <a:lnTo>
                    <a:pt x="8598" y="14802"/>
                  </a:lnTo>
                  <a:lnTo>
                    <a:pt x="6654" y="12624"/>
                  </a:lnTo>
                  <a:lnTo>
                    <a:pt x="4636" y="13868"/>
                  </a:lnTo>
                  <a:lnTo>
                    <a:pt x="2767" y="18104"/>
                  </a:lnTo>
                  <a:lnTo>
                    <a:pt x="3439" y="20976"/>
                  </a:lnTo>
                  <a:lnTo>
                    <a:pt x="10244" y="22601"/>
                  </a:lnTo>
                  <a:lnTo>
                    <a:pt x="13421" y="31576"/>
                  </a:lnTo>
                  <a:lnTo>
                    <a:pt x="28225" y="48669"/>
                  </a:lnTo>
                  <a:lnTo>
                    <a:pt x="50207" y="65836"/>
                  </a:lnTo>
                  <a:lnTo>
                    <a:pt x="60376" y="70159"/>
                  </a:lnTo>
                  <a:lnTo>
                    <a:pt x="68227" y="69384"/>
                  </a:lnTo>
                  <a:lnTo>
                    <a:pt x="72152" y="71063"/>
                  </a:lnTo>
                  <a:lnTo>
                    <a:pt x="68713" y="78259"/>
                  </a:lnTo>
                  <a:lnTo>
                    <a:pt x="66096" y="79559"/>
                  </a:lnTo>
                  <a:lnTo>
                    <a:pt x="56077" y="79754"/>
                  </a:lnTo>
                  <a:lnTo>
                    <a:pt x="44488" y="83793"/>
                  </a:lnTo>
                  <a:lnTo>
                    <a:pt x="31702" y="79169"/>
                  </a:lnTo>
                  <a:lnTo>
                    <a:pt x="9010" y="76051"/>
                  </a:lnTo>
                  <a:lnTo>
                    <a:pt x="748" y="766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oPE_MapPart_ARG_3_13" descr="Argentinien">
              <a:extLst>
                <a:ext uri="{FF2B5EF4-FFF2-40B4-BE49-F238E27FC236}">
                  <a16:creationId xmlns:a16="http://schemas.microsoft.com/office/drawing/2014/main" id="{E3264941-2911-DFE7-9DF0-FCE9790A32C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4751051" y="5755237"/>
              <a:ext cx="19553" cy="6683"/>
            </a:xfrm>
            <a:custGeom>
              <a:avLst/>
              <a:gdLst/>
              <a:ahLst/>
              <a:cxnLst/>
              <a:rect l="0" t="0" r="0" b="0"/>
              <a:pathLst>
                <a:path w="19553" h="6683">
                  <a:moveTo>
                    <a:pt x="4299" y="0"/>
                  </a:moveTo>
                  <a:lnTo>
                    <a:pt x="19552" y="324"/>
                  </a:lnTo>
                  <a:lnTo>
                    <a:pt x="19178" y="1878"/>
                  </a:lnTo>
                  <a:lnTo>
                    <a:pt x="16299" y="3370"/>
                  </a:lnTo>
                  <a:lnTo>
                    <a:pt x="9010" y="2851"/>
                  </a:lnTo>
                  <a:lnTo>
                    <a:pt x="2467" y="6682"/>
                  </a:lnTo>
                  <a:lnTo>
                    <a:pt x="0" y="3953"/>
                  </a:lnTo>
                  <a:lnTo>
                    <a:pt x="3626" y="12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oPE_MapPart_ARG_4_14" descr="Argentinien">
              <a:extLst>
                <a:ext uri="{FF2B5EF4-FFF2-40B4-BE49-F238E27FC236}">
                  <a16:creationId xmlns:a16="http://schemas.microsoft.com/office/drawing/2014/main" id="{C05FDE40-27E8-BB4B-F0F8-FDBA05DF4B4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4806380" y="5275207"/>
              <a:ext cx="4711" cy="3955"/>
            </a:xfrm>
            <a:custGeom>
              <a:avLst/>
              <a:gdLst/>
              <a:ahLst/>
              <a:cxnLst/>
              <a:rect l="0" t="0" r="0" b="0"/>
              <a:pathLst>
                <a:path w="4711" h="3955">
                  <a:moveTo>
                    <a:pt x="4523" y="2265"/>
                  </a:moveTo>
                  <a:lnTo>
                    <a:pt x="4710" y="3954"/>
                  </a:lnTo>
                  <a:lnTo>
                    <a:pt x="1047" y="2120"/>
                  </a:lnTo>
                  <a:lnTo>
                    <a:pt x="0" y="0"/>
                  </a:lnTo>
                  <a:lnTo>
                    <a:pt x="3850" y="13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oPE_MapPart_ARM_1_15" descr="Armenien">
              <a:extLst>
                <a:ext uri="{FF2B5EF4-FFF2-40B4-BE49-F238E27FC236}">
                  <a16:creationId xmlns:a16="http://schemas.microsoft.com/office/drawing/2014/main" id="{BF2E9C5D-00E7-917D-3CDC-06DAB8EDE60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998203" y="3448770"/>
              <a:ext cx="65313" cy="65489"/>
            </a:xfrm>
            <a:custGeom>
              <a:avLst/>
              <a:gdLst/>
              <a:ahLst/>
              <a:cxnLst/>
              <a:rect l="0" t="0" r="0" b="0"/>
              <a:pathLst>
                <a:path w="65313" h="65489">
                  <a:moveTo>
                    <a:pt x="27590" y="43316"/>
                  </a:moveTo>
                  <a:lnTo>
                    <a:pt x="23291" y="38353"/>
                  </a:lnTo>
                  <a:lnTo>
                    <a:pt x="17646" y="34207"/>
                  </a:lnTo>
                  <a:lnTo>
                    <a:pt x="11739" y="34939"/>
                  </a:lnTo>
                  <a:lnTo>
                    <a:pt x="4711" y="31910"/>
                  </a:lnTo>
                  <a:lnTo>
                    <a:pt x="5608" y="30785"/>
                  </a:lnTo>
                  <a:lnTo>
                    <a:pt x="2692" y="22204"/>
                  </a:lnTo>
                  <a:lnTo>
                    <a:pt x="4748" y="19696"/>
                  </a:lnTo>
                  <a:lnTo>
                    <a:pt x="5869" y="15705"/>
                  </a:lnTo>
                  <a:lnTo>
                    <a:pt x="4001" y="9974"/>
                  </a:lnTo>
                  <a:lnTo>
                    <a:pt x="337" y="6209"/>
                  </a:lnTo>
                  <a:lnTo>
                    <a:pt x="0" y="5069"/>
                  </a:lnTo>
                  <a:lnTo>
                    <a:pt x="1085" y="4820"/>
                  </a:lnTo>
                  <a:lnTo>
                    <a:pt x="16375" y="2139"/>
                  </a:lnTo>
                  <a:lnTo>
                    <a:pt x="29123" y="2188"/>
                  </a:lnTo>
                  <a:lnTo>
                    <a:pt x="28487" y="846"/>
                  </a:lnTo>
                  <a:lnTo>
                    <a:pt x="32450" y="0"/>
                  </a:lnTo>
                  <a:lnTo>
                    <a:pt x="36338" y="3927"/>
                  </a:lnTo>
                  <a:lnTo>
                    <a:pt x="33871" y="5912"/>
                  </a:lnTo>
                  <a:lnTo>
                    <a:pt x="41123" y="8390"/>
                  </a:lnTo>
                  <a:lnTo>
                    <a:pt x="44600" y="12199"/>
                  </a:lnTo>
                  <a:lnTo>
                    <a:pt x="44451" y="13385"/>
                  </a:lnTo>
                  <a:lnTo>
                    <a:pt x="40750" y="16050"/>
                  </a:lnTo>
                  <a:lnTo>
                    <a:pt x="40226" y="17923"/>
                  </a:lnTo>
                  <a:lnTo>
                    <a:pt x="44226" y="23972"/>
                  </a:lnTo>
                  <a:lnTo>
                    <a:pt x="52450" y="28974"/>
                  </a:lnTo>
                  <a:lnTo>
                    <a:pt x="52526" y="30590"/>
                  </a:lnTo>
                  <a:lnTo>
                    <a:pt x="50245" y="35037"/>
                  </a:lnTo>
                  <a:lnTo>
                    <a:pt x="45497" y="34939"/>
                  </a:lnTo>
                  <a:lnTo>
                    <a:pt x="44451" y="35915"/>
                  </a:lnTo>
                  <a:lnTo>
                    <a:pt x="48824" y="38547"/>
                  </a:lnTo>
                  <a:lnTo>
                    <a:pt x="57386" y="46278"/>
                  </a:lnTo>
                  <a:lnTo>
                    <a:pt x="59853" y="45647"/>
                  </a:lnTo>
                  <a:lnTo>
                    <a:pt x="63180" y="47345"/>
                  </a:lnTo>
                  <a:lnTo>
                    <a:pt x="63106" y="49477"/>
                  </a:lnTo>
                  <a:lnTo>
                    <a:pt x="60751" y="51461"/>
                  </a:lnTo>
                  <a:lnTo>
                    <a:pt x="65312" y="56245"/>
                  </a:lnTo>
                  <a:lnTo>
                    <a:pt x="61498" y="57114"/>
                  </a:lnTo>
                  <a:lnTo>
                    <a:pt x="63368" y="60391"/>
                  </a:lnTo>
                  <a:lnTo>
                    <a:pt x="63368" y="64719"/>
                  </a:lnTo>
                  <a:lnTo>
                    <a:pt x="55554" y="65488"/>
                  </a:lnTo>
                  <a:lnTo>
                    <a:pt x="52189" y="57451"/>
                  </a:lnTo>
                  <a:lnTo>
                    <a:pt x="52712" y="55714"/>
                  </a:lnTo>
                  <a:lnTo>
                    <a:pt x="48338" y="52090"/>
                  </a:lnTo>
                  <a:lnTo>
                    <a:pt x="48713" y="47587"/>
                  </a:lnTo>
                  <a:lnTo>
                    <a:pt x="46693" y="47102"/>
                  </a:lnTo>
                  <a:lnTo>
                    <a:pt x="41908" y="48992"/>
                  </a:lnTo>
                  <a:lnTo>
                    <a:pt x="37647" y="46278"/>
                  </a:lnTo>
                  <a:lnTo>
                    <a:pt x="35590" y="46617"/>
                  </a:lnTo>
                  <a:lnTo>
                    <a:pt x="34993" y="43510"/>
                  </a:lnTo>
                  <a:lnTo>
                    <a:pt x="33086" y="41663"/>
                  </a:lnTo>
                  <a:lnTo>
                    <a:pt x="29646" y="429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oPE_MapPart_ARM_2_16" descr="Armenien">
              <a:extLst>
                <a:ext uri="{FF2B5EF4-FFF2-40B4-BE49-F238E27FC236}">
                  <a16:creationId xmlns:a16="http://schemas.microsoft.com/office/drawing/2014/main" id="{C81DE5FD-9E75-B5AC-F4F3-AED0C763B9B1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7040560" y="3466397"/>
              <a:ext cx="1720" cy="1183"/>
            </a:xfrm>
            <a:custGeom>
              <a:avLst/>
              <a:gdLst/>
              <a:ahLst/>
              <a:cxnLst/>
              <a:rect l="0" t="0" r="0" b="0"/>
              <a:pathLst>
                <a:path w="1720" h="1183">
                  <a:moveTo>
                    <a:pt x="1533" y="936"/>
                  </a:moveTo>
                  <a:lnTo>
                    <a:pt x="0" y="1182"/>
                  </a:lnTo>
                  <a:lnTo>
                    <a:pt x="0" y="50"/>
                  </a:lnTo>
                  <a:lnTo>
                    <a:pt x="171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oPE_MapPart_ABW_1_17" descr="Aruba">
              <a:extLst>
                <a:ext uri="{FF2B5EF4-FFF2-40B4-BE49-F238E27FC236}">
                  <a16:creationId xmlns:a16="http://schemas.microsoft.com/office/drawing/2014/main" id="{9F899F9A-FFD3-22EF-4401-B709D6382E70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4631308" y="4118339"/>
              <a:ext cx="22431" cy="22978"/>
            </a:xfrm>
            <a:custGeom>
              <a:avLst/>
              <a:gdLst/>
              <a:ahLst/>
              <a:cxnLst/>
              <a:rect l="0" t="0" r="0" b="0"/>
              <a:pathLst>
                <a:path w="22431" h="22978">
                  <a:moveTo>
                    <a:pt x="0" y="0"/>
                  </a:moveTo>
                  <a:lnTo>
                    <a:pt x="22430" y="0"/>
                  </a:lnTo>
                  <a:lnTo>
                    <a:pt x="22430" y="22977"/>
                  </a:lnTo>
                  <a:lnTo>
                    <a:pt x="0" y="2297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oPE_MapPart_ATC_1_18" descr="Ashmore- und Cartierinseln">
              <a:extLst>
                <a:ext uri="{FF2B5EF4-FFF2-40B4-BE49-F238E27FC236}">
                  <a16:creationId xmlns:a16="http://schemas.microsoft.com/office/drawing/2014/main" id="{13A7C62E-3C44-1591-0AF3-0D9AF1C6B91B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8651539" y="4640698"/>
              <a:ext cx="22431" cy="22970"/>
            </a:xfrm>
            <a:custGeom>
              <a:avLst/>
              <a:gdLst/>
              <a:ahLst/>
              <a:cxnLst/>
              <a:rect l="0" t="0" r="0" b="0"/>
              <a:pathLst>
                <a:path w="22431" h="22970">
                  <a:moveTo>
                    <a:pt x="0" y="0"/>
                  </a:moveTo>
                  <a:lnTo>
                    <a:pt x="22430" y="0"/>
                  </a:lnTo>
                  <a:lnTo>
                    <a:pt x="22430" y="22969"/>
                  </a:lnTo>
                  <a:lnTo>
                    <a:pt x="0" y="2296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oPE_MapPart_AUS_1_19" descr="Australien">
              <a:extLst>
                <a:ext uri="{FF2B5EF4-FFF2-40B4-BE49-F238E27FC236}">
                  <a16:creationId xmlns:a16="http://schemas.microsoft.com/office/drawing/2014/main" id="{75406B76-903C-F3D5-8511-D5EEA5541844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8446745" y="4615651"/>
              <a:ext cx="839772" cy="661147"/>
            </a:xfrm>
            <a:custGeom>
              <a:avLst/>
              <a:gdLst/>
              <a:ahLst/>
              <a:cxnLst/>
              <a:rect l="0" t="0" r="0" b="0"/>
              <a:pathLst>
                <a:path w="839772" h="661147">
                  <a:moveTo>
                    <a:pt x="622977" y="26384"/>
                  </a:moveTo>
                  <a:lnTo>
                    <a:pt x="621445" y="30972"/>
                  </a:lnTo>
                  <a:lnTo>
                    <a:pt x="621557" y="33802"/>
                  </a:lnTo>
                  <a:lnTo>
                    <a:pt x="624548" y="35831"/>
                  </a:lnTo>
                  <a:lnTo>
                    <a:pt x="627614" y="40962"/>
                  </a:lnTo>
                  <a:lnTo>
                    <a:pt x="631426" y="58116"/>
                  </a:lnTo>
                  <a:lnTo>
                    <a:pt x="630641" y="64463"/>
                  </a:lnTo>
                  <a:lnTo>
                    <a:pt x="634978" y="77488"/>
                  </a:lnTo>
                  <a:lnTo>
                    <a:pt x="639240" y="79920"/>
                  </a:lnTo>
                  <a:lnTo>
                    <a:pt x="644399" y="76484"/>
                  </a:lnTo>
                  <a:lnTo>
                    <a:pt x="649857" y="74981"/>
                  </a:lnTo>
                  <a:lnTo>
                    <a:pt x="653483" y="80538"/>
                  </a:lnTo>
                  <a:lnTo>
                    <a:pt x="666755" y="90239"/>
                  </a:lnTo>
                  <a:lnTo>
                    <a:pt x="666007" y="93529"/>
                  </a:lnTo>
                  <a:lnTo>
                    <a:pt x="666868" y="98488"/>
                  </a:lnTo>
                  <a:lnTo>
                    <a:pt x="666419" y="101707"/>
                  </a:lnTo>
                  <a:lnTo>
                    <a:pt x="670306" y="114215"/>
                  </a:lnTo>
                  <a:lnTo>
                    <a:pt x="669633" y="121808"/>
                  </a:lnTo>
                  <a:lnTo>
                    <a:pt x="676475" y="132031"/>
                  </a:lnTo>
                  <a:lnTo>
                    <a:pt x="679727" y="132773"/>
                  </a:lnTo>
                  <a:lnTo>
                    <a:pt x="679541" y="136174"/>
                  </a:lnTo>
                  <a:lnTo>
                    <a:pt x="684176" y="148473"/>
                  </a:lnTo>
                  <a:lnTo>
                    <a:pt x="682233" y="162424"/>
                  </a:lnTo>
                  <a:lnTo>
                    <a:pt x="686195" y="167585"/>
                  </a:lnTo>
                  <a:lnTo>
                    <a:pt x="688476" y="168571"/>
                  </a:lnTo>
                  <a:lnTo>
                    <a:pt x="687728" y="174846"/>
                  </a:lnTo>
                  <a:lnTo>
                    <a:pt x="689522" y="177849"/>
                  </a:lnTo>
                  <a:lnTo>
                    <a:pt x="691541" y="180064"/>
                  </a:lnTo>
                  <a:lnTo>
                    <a:pt x="695953" y="182478"/>
                  </a:lnTo>
                  <a:lnTo>
                    <a:pt x="702383" y="183982"/>
                  </a:lnTo>
                  <a:lnTo>
                    <a:pt x="705224" y="186993"/>
                  </a:lnTo>
                  <a:lnTo>
                    <a:pt x="708102" y="187468"/>
                  </a:lnTo>
                  <a:lnTo>
                    <a:pt x="711019" y="186675"/>
                  </a:lnTo>
                  <a:lnTo>
                    <a:pt x="714495" y="192069"/>
                  </a:lnTo>
                  <a:lnTo>
                    <a:pt x="717748" y="195286"/>
                  </a:lnTo>
                  <a:lnTo>
                    <a:pt x="720065" y="195842"/>
                  </a:lnTo>
                  <a:lnTo>
                    <a:pt x="721336" y="197471"/>
                  </a:lnTo>
                  <a:lnTo>
                    <a:pt x="724776" y="198147"/>
                  </a:lnTo>
                  <a:lnTo>
                    <a:pt x="730720" y="202325"/>
                  </a:lnTo>
                  <a:lnTo>
                    <a:pt x="735580" y="203598"/>
                  </a:lnTo>
                  <a:lnTo>
                    <a:pt x="738870" y="206786"/>
                  </a:lnTo>
                  <a:lnTo>
                    <a:pt x="741486" y="211013"/>
                  </a:lnTo>
                  <a:lnTo>
                    <a:pt x="738272" y="210733"/>
                  </a:lnTo>
                  <a:lnTo>
                    <a:pt x="737300" y="213209"/>
                  </a:lnTo>
                  <a:lnTo>
                    <a:pt x="739505" y="216684"/>
                  </a:lnTo>
                  <a:lnTo>
                    <a:pt x="748141" y="225330"/>
                  </a:lnTo>
                  <a:lnTo>
                    <a:pt x="750721" y="233155"/>
                  </a:lnTo>
                  <a:lnTo>
                    <a:pt x="753300" y="235445"/>
                  </a:lnTo>
                  <a:lnTo>
                    <a:pt x="754758" y="245391"/>
                  </a:lnTo>
                  <a:lnTo>
                    <a:pt x="758497" y="254761"/>
                  </a:lnTo>
                  <a:lnTo>
                    <a:pt x="760964" y="253629"/>
                  </a:lnTo>
                  <a:lnTo>
                    <a:pt x="764104" y="257229"/>
                  </a:lnTo>
                  <a:lnTo>
                    <a:pt x="764740" y="256581"/>
                  </a:lnTo>
                  <a:lnTo>
                    <a:pt x="763432" y="251769"/>
                  </a:lnTo>
                  <a:lnTo>
                    <a:pt x="765076" y="248659"/>
                  </a:lnTo>
                  <a:lnTo>
                    <a:pt x="766235" y="248578"/>
                  </a:lnTo>
                  <a:lnTo>
                    <a:pt x="769526" y="253224"/>
                  </a:lnTo>
                  <a:lnTo>
                    <a:pt x="775880" y="257431"/>
                  </a:lnTo>
                  <a:lnTo>
                    <a:pt x="776666" y="257351"/>
                  </a:lnTo>
                  <a:lnTo>
                    <a:pt x="776442" y="253507"/>
                  </a:lnTo>
                  <a:lnTo>
                    <a:pt x="777563" y="253103"/>
                  </a:lnTo>
                  <a:lnTo>
                    <a:pt x="780517" y="257796"/>
                  </a:lnTo>
                  <a:lnTo>
                    <a:pt x="780890" y="271348"/>
                  </a:lnTo>
                  <a:lnTo>
                    <a:pt x="782161" y="277699"/>
                  </a:lnTo>
                  <a:lnTo>
                    <a:pt x="788591" y="285084"/>
                  </a:lnTo>
                  <a:lnTo>
                    <a:pt x="795807" y="290277"/>
                  </a:lnTo>
                  <a:lnTo>
                    <a:pt x="799770" y="290891"/>
                  </a:lnTo>
                  <a:lnTo>
                    <a:pt x="802686" y="292815"/>
                  </a:lnTo>
                  <a:lnTo>
                    <a:pt x="808892" y="303609"/>
                  </a:lnTo>
                  <a:lnTo>
                    <a:pt x="815658" y="308300"/>
                  </a:lnTo>
                  <a:lnTo>
                    <a:pt x="816593" y="312009"/>
                  </a:lnTo>
                  <a:lnTo>
                    <a:pt x="819771" y="317457"/>
                  </a:lnTo>
                  <a:lnTo>
                    <a:pt x="822574" y="319111"/>
                  </a:lnTo>
                  <a:lnTo>
                    <a:pt x="825153" y="322751"/>
                  </a:lnTo>
                  <a:lnTo>
                    <a:pt x="825303" y="328636"/>
                  </a:lnTo>
                  <a:lnTo>
                    <a:pt x="827546" y="332828"/>
                  </a:lnTo>
                  <a:lnTo>
                    <a:pt x="830387" y="335031"/>
                  </a:lnTo>
                  <a:lnTo>
                    <a:pt x="828705" y="342860"/>
                  </a:lnTo>
                  <a:lnTo>
                    <a:pt x="830313" y="358629"/>
                  </a:lnTo>
                  <a:lnTo>
                    <a:pt x="829378" y="363584"/>
                  </a:lnTo>
                  <a:lnTo>
                    <a:pt x="834948" y="377026"/>
                  </a:lnTo>
                  <a:lnTo>
                    <a:pt x="836406" y="383583"/>
                  </a:lnTo>
                  <a:lnTo>
                    <a:pt x="838911" y="388120"/>
                  </a:lnTo>
                  <a:lnTo>
                    <a:pt x="838762" y="395047"/>
                  </a:lnTo>
                  <a:lnTo>
                    <a:pt x="839771" y="398325"/>
                  </a:lnTo>
                  <a:lnTo>
                    <a:pt x="839510" y="402633"/>
                  </a:lnTo>
                  <a:lnTo>
                    <a:pt x="834164" y="412984"/>
                  </a:lnTo>
                  <a:lnTo>
                    <a:pt x="832593" y="427386"/>
                  </a:lnTo>
                  <a:lnTo>
                    <a:pt x="827583" y="443525"/>
                  </a:lnTo>
                  <a:lnTo>
                    <a:pt x="827958" y="451833"/>
                  </a:lnTo>
                  <a:lnTo>
                    <a:pt x="825789" y="464635"/>
                  </a:lnTo>
                  <a:lnTo>
                    <a:pt x="822499" y="473195"/>
                  </a:lnTo>
                  <a:lnTo>
                    <a:pt x="817789" y="479537"/>
                  </a:lnTo>
                  <a:lnTo>
                    <a:pt x="817490" y="484394"/>
                  </a:lnTo>
                  <a:lnTo>
                    <a:pt x="815957" y="489217"/>
                  </a:lnTo>
                  <a:lnTo>
                    <a:pt x="811321" y="493385"/>
                  </a:lnTo>
                  <a:lnTo>
                    <a:pt x="810648" y="495116"/>
                  </a:lnTo>
                  <a:lnTo>
                    <a:pt x="809003" y="495116"/>
                  </a:lnTo>
                  <a:lnTo>
                    <a:pt x="810088" y="496183"/>
                  </a:lnTo>
                  <a:lnTo>
                    <a:pt x="809602" y="497072"/>
                  </a:lnTo>
                  <a:lnTo>
                    <a:pt x="802274" y="500586"/>
                  </a:lnTo>
                  <a:lnTo>
                    <a:pt x="795471" y="511657"/>
                  </a:lnTo>
                  <a:lnTo>
                    <a:pt x="794386" y="516002"/>
                  </a:lnTo>
                  <a:lnTo>
                    <a:pt x="791470" y="517483"/>
                  </a:lnTo>
                  <a:lnTo>
                    <a:pt x="792106" y="520446"/>
                  </a:lnTo>
                  <a:lnTo>
                    <a:pt x="791246" y="526116"/>
                  </a:lnTo>
                  <a:lnTo>
                    <a:pt x="790498" y="527603"/>
                  </a:lnTo>
                  <a:lnTo>
                    <a:pt x="789601" y="527062"/>
                  </a:lnTo>
                  <a:lnTo>
                    <a:pt x="787994" y="528099"/>
                  </a:lnTo>
                  <a:lnTo>
                    <a:pt x="790237" y="528685"/>
                  </a:lnTo>
                  <a:lnTo>
                    <a:pt x="784592" y="535418"/>
                  </a:lnTo>
                  <a:lnTo>
                    <a:pt x="782723" y="540492"/>
                  </a:lnTo>
                  <a:lnTo>
                    <a:pt x="780853" y="550449"/>
                  </a:lnTo>
                  <a:lnTo>
                    <a:pt x="781339" y="553506"/>
                  </a:lnTo>
                  <a:lnTo>
                    <a:pt x="779134" y="554237"/>
                  </a:lnTo>
                  <a:lnTo>
                    <a:pt x="779657" y="556566"/>
                  </a:lnTo>
                  <a:lnTo>
                    <a:pt x="778983" y="557664"/>
                  </a:lnTo>
                  <a:lnTo>
                    <a:pt x="776442" y="558579"/>
                  </a:lnTo>
                  <a:lnTo>
                    <a:pt x="768703" y="574426"/>
                  </a:lnTo>
                  <a:lnTo>
                    <a:pt x="765937" y="592863"/>
                  </a:lnTo>
                  <a:lnTo>
                    <a:pt x="763805" y="600510"/>
                  </a:lnTo>
                  <a:lnTo>
                    <a:pt x="764366" y="611237"/>
                  </a:lnTo>
                  <a:lnTo>
                    <a:pt x="763245" y="618295"/>
                  </a:lnTo>
                  <a:lnTo>
                    <a:pt x="760665" y="618814"/>
                  </a:lnTo>
                  <a:lnTo>
                    <a:pt x="753862" y="624669"/>
                  </a:lnTo>
                  <a:lnTo>
                    <a:pt x="728552" y="626231"/>
                  </a:lnTo>
                  <a:lnTo>
                    <a:pt x="720551" y="628978"/>
                  </a:lnTo>
                  <a:lnTo>
                    <a:pt x="710532" y="636482"/>
                  </a:lnTo>
                  <a:lnTo>
                    <a:pt x="699355" y="648271"/>
                  </a:lnTo>
                  <a:lnTo>
                    <a:pt x="686083" y="649948"/>
                  </a:lnTo>
                  <a:lnTo>
                    <a:pt x="686046" y="651434"/>
                  </a:lnTo>
                  <a:lnTo>
                    <a:pt x="688550" y="654409"/>
                  </a:lnTo>
                  <a:lnTo>
                    <a:pt x="690420" y="652393"/>
                  </a:lnTo>
                  <a:lnTo>
                    <a:pt x="691241" y="652969"/>
                  </a:lnTo>
                  <a:lnTo>
                    <a:pt x="691616" y="658978"/>
                  </a:lnTo>
                  <a:lnTo>
                    <a:pt x="689859" y="661146"/>
                  </a:lnTo>
                  <a:lnTo>
                    <a:pt x="688625" y="660520"/>
                  </a:lnTo>
                  <a:lnTo>
                    <a:pt x="684850" y="653641"/>
                  </a:lnTo>
                  <a:lnTo>
                    <a:pt x="683017" y="652777"/>
                  </a:lnTo>
                  <a:lnTo>
                    <a:pt x="680213" y="654602"/>
                  </a:lnTo>
                  <a:lnTo>
                    <a:pt x="677223" y="648367"/>
                  </a:lnTo>
                  <a:lnTo>
                    <a:pt x="673372" y="648080"/>
                  </a:lnTo>
                  <a:lnTo>
                    <a:pt x="669036" y="644875"/>
                  </a:lnTo>
                  <a:lnTo>
                    <a:pt x="670419" y="641675"/>
                  </a:lnTo>
                  <a:lnTo>
                    <a:pt x="672064" y="641103"/>
                  </a:lnTo>
                  <a:lnTo>
                    <a:pt x="670681" y="637149"/>
                  </a:lnTo>
                  <a:lnTo>
                    <a:pt x="666868" y="636957"/>
                  </a:lnTo>
                  <a:lnTo>
                    <a:pt x="664773" y="640817"/>
                  </a:lnTo>
                  <a:lnTo>
                    <a:pt x="659951" y="643919"/>
                  </a:lnTo>
                  <a:lnTo>
                    <a:pt x="654941" y="639672"/>
                  </a:lnTo>
                  <a:lnTo>
                    <a:pt x="658942" y="639768"/>
                  </a:lnTo>
                  <a:lnTo>
                    <a:pt x="662194" y="636101"/>
                  </a:lnTo>
                  <a:lnTo>
                    <a:pt x="663279" y="633106"/>
                  </a:lnTo>
                  <a:lnTo>
                    <a:pt x="658530" y="628030"/>
                  </a:lnTo>
                  <a:lnTo>
                    <a:pt x="648249" y="634294"/>
                  </a:lnTo>
                  <a:lnTo>
                    <a:pt x="652250" y="634865"/>
                  </a:lnTo>
                  <a:lnTo>
                    <a:pt x="653857" y="636244"/>
                  </a:lnTo>
                  <a:lnTo>
                    <a:pt x="642119" y="642916"/>
                  </a:lnTo>
                  <a:lnTo>
                    <a:pt x="636100" y="649181"/>
                  </a:lnTo>
                  <a:lnTo>
                    <a:pt x="630454" y="652441"/>
                  </a:lnTo>
                  <a:lnTo>
                    <a:pt x="623949" y="650379"/>
                  </a:lnTo>
                  <a:lnTo>
                    <a:pt x="620959" y="647793"/>
                  </a:lnTo>
                  <a:lnTo>
                    <a:pt x="615949" y="646070"/>
                  </a:lnTo>
                  <a:lnTo>
                    <a:pt x="607949" y="640912"/>
                  </a:lnTo>
                  <a:lnTo>
                    <a:pt x="602379" y="641246"/>
                  </a:lnTo>
                  <a:lnTo>
                    <a:pt x="596921" y="638196"/>
                  </a:lnTo>
                  <a:lnTo>
                    <a:pt x="592771" y="637862"/>
                  </a:lnTo>
                  <a:lnTo>
                    <a:pt x="590042" y="640960"/>
                  </a:lnTo>
                  <a:lnTo>
                    <a:pt x="586528" y="640293"/>
                  </a:lnTo>
                  <a:lnTo>
                    <a:pt x="582153" y="635245"/>
                  </a:lnTo>
                  <a:lnTo>
                    <a:pt x="577929" y="632726"/>
                  </a:lnTo>
                  <a:lnTo>
                    <a:pt x="569967" y="631444"/>
                  </a:lnTo>
                  <a:lnTo>
                    <a:pt x="565069" y="627982"/>
                  </a:lnTo>
                  <a:lnTo>
                    <a:pt x="561368" y="621267"/>
                  </a:lnTo>
                  <a:lnTo>
                    <a:pt x="552470" y="610908"/>
                  </a:lnTo>
                  <a:lnTo>
                    <a:pt x="551498" y="606077"/>
                  </a:lnTo>
                  <a:lnTo>
                    <a:pt x="554003" y="595750"/>
                  </a:lnTo>
                  <a:lnTo>
                    <a:pt x="551311" y="588215"/>
                  </a:lnTo>
                  <a:lnTo>
                    <a:pt x="545853" y="578951"/>
                  </a:lnTo>
                  <a:lnTo>
                    <a:pt x="536955" y="570694"/>
                  </a:lnTo>
                  <a:lnTo>
                    <a:pt x="535535" y="567935"/>
                  </a:lnTo>
                  <a:lnTo>
                    <a:pt x="537554" y="568394"/>
                  </a:lnTo>
                  <a:lnTo>
                    <a:pt x="539872" y="566464"/>
                  </a:lnTo>
                  <a:lnTo>
                    <a:pt x="542189" y="568716"/>
                  </a:lnTo>
                  <a:lnTo>
                    <a:pt x="542937" y="563985"/>
                  </a:lnTo>
                  <a:lnTo>
                    <a:pt x="542040" y="562701"/>
                  </a:lnTo>
                  <a:lnTo>
                    <a:pt x="540171" y="561968"/>
                  </a:lnTo>
                  <a:lnTo>
                    <a:pt x="533591" y="566832"/>
                  </a:lnTo>
                  <a:lnTo>
                    <a:pt x="530563" y="567154"/>
                  </a:lnTo>
                  <a:lnTo>
                    <a:pt x="526264" y="569498"/>
                  </a:lnTo>
                  <a:lnTo>
                    <a:pt x="519235" y="568762"/>
                  </a:lnTo>
                  <a:lnTo>
                    <a:pt x="523721" y="561417"/>
                  </a:lnTo>
                  <a:lnTo>
                    <a:pt x="526039" y="553779"/>
                  </a:lnTo>
                  <a:lnTo>
                    <a:pt x="525590" y="547171"/>
                  </a:lnTo>
                  <a:lnTo>
                    <a:pt x="517254" y="532207"/>
                  </a:lnTo>
                  <a:lnTo>
                    <a:pt x="513740" y="539403"/>
                  </a:lnTo>
                  <a:lnTo>
                    <a:pt x="512805" y="546261"/>
                  </a:lnTo>
                  <a:lnTo>
                    <a:pt x="508992" y="556795"/>
                  </a:lnTo>
                  <a:lnTo>
                    <a:pt x="504169" y="556475"/>
                  </a:lnTo>
                  <a:lnTo>
                    <a:pt x="497627" y="559173"/>
                  </a:lnTo>
                  <a:lnTo>
                    <a:pt x="492206" y="559265"/>
                  </a:lnTo>
                  <a:lnTo>
                    <a:pt x="494936" y="551042"/>
                  </a:lnTo>
                  <a:lnTo>
                    <a:pt x="502749" y="550951"/>
                  </a:lnTo>
                  <a:lnTo>
                    <a:pt x="504879" y="542988"/>
                  </a:lnTo>
                  <a:lnTo>
                    <a:pt x="504169" y="537455"/>
                  </a:lnTo>
                  <a:lnTo>
                    <a:pt x="504879" y="531981"/>
                  </a:lnTo>
                  <a:lnTo>
                    <a:pt x="508132" y="524449"/>
                  </a:lnTo>
                  <a:lnTo>
                    <a:pt x="514001" y="517438"/>
                  </a:lnTo>
                  <a:lnTo>
                    <a:pt x="512356" y="508035"/>
                  </a:lnTo>
                  <a:lnTo>
                    <a:pt x="515273" y="505401"/>
                  </a:lnTo>
                  <a:lnTo>
                    <a:pt x="513590" y="497383"/>
                  </a:lnTo>
                  <a:lnTo>
                    <a:pt x="510899" y="492630"/>
                  </a:lnTo>
                  <a:lnTo>
                    <a:pt x="511085" y="498672"/>
                  </a:lnTo>
                  <a:lnTo>
                    <a:pt x="503833" y="507856"/>
                  </a:lnTo>
                  <a:lnTo>
                    <a:pt x="499571" y="518695"/>
                  </a:lnTo>
                  <a:lnTo>
                    <a:pt x="487084" y="525350"/>
                  </a:lnTo>
                  <a:lnTo>
                    <a:pt x="482822" y="528730"/>
                  </a:lnTo>
                  <a:lnTo>
                    <a:pt x="471608" y="544578"/>
                  </a:lnTo>
                  <a:lnTo>
                    <a:pt x="473851" y="551727"/>
                  </a:lnTo>
                  <a:lnTo>
                    <a:pt x="473252" y="552684"/>
                  </a:lnTo>
                  <a:lnTo>
                    <a:pt x="469551" y="549675"/>
                  </a:lnTo>
                  <a:lnTo>
                    <a:pt x="466561" y="551635"/>
                  </a:lnTo>
                  <a:lnTo>
                    <a:pt x="459831" y="544124"/>
                  </a:lnTo>
                  <a:lnTo>
                    <a:pt x="457887" y="542534"/>
                  </a:lnTo>
                  <a:lnTo>
                    <a:pt x="455644" y="542670"/>
                  </a:lnTo>
                  <a:lnTo>
                    <a:pt x="455794" y="541444"/>
                  </a:lnTo>
                  <a:lnTo>
                    <a:pt x="457588" y="540220"/>
                  </a:lnTo>
                  <a:lnTo>
                    <a:pt x="460952" y="542988"/>
                  </a:lnTo>
                  <a:lnTo>
                    <a:pt x="462448" y="542580"/>
                  </a:lnTo>
                  <a:lnTo>
                    <a:pt x="457663" y="526972"/>
                  </a:lnTo>
                  <a:lnTo>
                    <a:pt x="450784" y="518605"/>
                  </a:lnTo>
                  <a:lnTo>
                    <a:pt x="449924" y="514075"/>
                  </a:lnTo>
                  <a:lnTo>
                    <a:pt x="447270" y="509376"/>
                  </a:lnTo>
                  <a:lnTo>
                    <a:pt x="444952" y="507767"/>
                  </a:lnTo>
                  <a:lnTo>
                    <a:pt x="438596" y="507142"/>
                  </a:lnTo>
                  <a:lnTo>
                    <a:pt x="435942" y="502547"/>
                  </a:lnTo>
                  <a:lnTo>
                    <a:pt x="434410" y="496849"/>
                  </a:lnTo>
                  <a:lnTo>
                    <a:pt x="437064" y="496405"/>
                  </a:lnTo>
                  <a:lnTo>
                    <a:pt x="437214" y="491921"/>
                  </a:lnTo>
                  <a:lnTo>
                    <a:pt x="430895" y="488553"/>
                  </a:lnTo>
                  <a:lnTo>
                    <a:pt x="425400" y="483510"/>
                  </a:lnTo>
                  <a:lnTo>
                    <a:pt x="415979" y="482936"/>
                  </a:lnTo>
                  <a:lnTo>
                    <a:pt x="406521" y="477333"/>
                  </a:lnTo>
                  <a:lnTo>
                    <a:pt x="395267" y="478612"/>
                  </a:lnTo>
                  <a:lnTo>
                    <a:pt x="384987" y="470997"/>
                  </a:lnTo>
                  <a:lnTo>
                    <a:pt x="378183" y="467397"/>
                  </a:lnTo>
                  <a:lnTo>
                    <a:pt x="373024" y="466126"/>
                  </a:lnTo>
                  <a:lnTo>
                    <a:pt x="365509" y="468757"/>
                  </a:lnTo>
                  <a:lnTo>
                    <a:pt x="351939" y="468143"/>
                  </a:lnTo>
                  <a:lnTo>
                    <a:pt x="327377" y="471173"/>
                  </a:lnTo>
                  <a:lnTo>
                    <a:pt x="309134" y="480067"/>
                  </a:lnTo>
                  <a:lnTo>
                    <a:pt x="293582" y="484880"/>
                  </a:lnTo>
                  <a:lnTo>
                    <a:pt x="282366" y="486075"/>
                  </a:lnTo>
                  <a:lnTo>
                    <a:pt x="269020" y="484704"/>
                  </a:lnTo>
                  <a:lnTo>
                    <a:pt x="264460" y="485721"/>
                  </a:lnTo>
                  <a:lnTo>
                    <a:pt x="257206" y="490857"/>
                  </a:lnTo>
                  <a:lnTo>
                    <a:pt x="250963" y="493519"/>
                  </a:lnTo>
                  <a:lnTo>
                    <a:pt x="240384" y="500141"/>
                  </a:lnTo>
                  <a:lnTo>
                    <a:pt x="229691" y="503438"/>
                  </a:lnTo>
                  <a:lnTo>
                    <a:pt x="227261" y="506249"/>
                  </a:lnTo>
                  <a:lnTo>
                    <a:pt x="221915" y="517887"/>
                  </a:lnTo>
                  <a:lnTo>
                    <a:pt x="217391" y="523864"/>
                  </a:lnTo>
                  <a:lnTo>
                    <a:pt x="214401" y="525845"/>
                  </a:lnTo>
                  <a:lnTo>
                    <a:pt x="211447" y="525575"/>
                  </a:lnTo>
                  <a:lnTo>
                    <a:pt x="208195" y="527648"/>
                  </a:lnTo>
                  <a:lnTo>
                    <a:pt x="202961" y="525034"/>
                  </a:lnTo>
                  <a:lnTo>
                    <a:pt x="186251" y="527738"/>
                  </a:lnTo>
                  <a:lnTo>
                    <a:pt x="184381" y="524810"/>
                  </a:lnTo>
                  <a:lnTo>
                    <a:pt x="170735" y="523639"/>
                  </a:lnTo>
                  <a:lnTo>
                    <a:pt x="158474" y="524720"/>
                  </a:lnTo>
                  <a:lnTo>
                    <a:pt x="150250" y="527016"/>
                  </a:lnTo>
                  <a:lnTo>
                    <a:pt x="145912" y="526341"/>
                  </a:lnTo>
                  <a:lnTo>
                    <a:pt x="138548" y="527333"/>
                  </a:lnTo>
                  <a:lnTo>
                    <a:pt x="133987" y="530491"/>
                  </a:lnTo>
                  <a:lnTo>
                    <a:pt x="130136" y="537183"/>
                  </a:lnTo>
                  <a:lnTo>
                    <a:pt x="125949" y="539403"/>
                  </a:lnTo>
                  <a:lnTo>
                    <a:pt x="118622" y="539993"/>
                  </a:lnTo>
                  <a:lnTo>
                    <a:pt x="102845" y="552821"/>
                  </a:lnTo>
                  <a:lnTo>
                    <a:pt x="91331" y="555652"/>
                  </a:lnTo>
                  <a:lnTo>
                    <a:pt x="69237" y="552867"/>
                  </a:lnTo>
                  <a:lnTo>
                    <a:pt x="58208" y="547990"/>
                  </a:lnTo>
                  <a:lnTo>
                    <a:pt x="52787" y="541172"/>
                  </a:lnTo>
                  <a:lnTo>
                    <a:pt x="49460" y="538633"/>
                  </a:lnTo>
                  <a:lnTo>
                    <a:pt x="43479" y="535598"/>
                  </a:lnTo>
                  <a:lnTo>
                    <a:pt x="40376" y="536549"/>
                  </a:lnTo>
                  <a:lnTo>
                    <a:pt x="37908" y="534377"/>
                  </a:lnTo>
                  <a:lnTo>
                    <a:pt x="37160" y="529226"/>
                  </a:lnTo>
                  <a:lnTo>
                    <a:pt x="37571" y="515868"/>
                  </a:lnTo>
                  <a:lnTo>
                    <a:pt x="41497" y="519053"/>
                  </a:lnTo>
                  <a:lnTo>
                    <a:pt x="45161" y="518964"/>
                  </a:lnTo>
                  <a:lnTo>
                    <a:pt x="48413" y="516271"/>
                  </a:lnTo>
                  <a:lnTo>
                    <a:pt x="51890" y="507811"/>
                  </a:lnTo>
                  <a:lnTo>
                    <a:pt x="50581" y="494806"/>
                  </a:lnTo>
                  <a:lnTo>
                    <a:pt x="52414" y="492364"/>
                  </a:lnTo>
                  <a:lnTo>
                    <a:pt x="52787" y="488287"/>
                  </a:lnTo>
                  <a:lnTo>
                    <a:pt x="53049" y="475659"/>
                  </a:lnTo>
                  <a:lnTo>
                    <a:pt x="52227" y="470953"/>
                  </a:lnTo>
                  <a:lnTo>
                    <a:pt x="41385" y="449438"/>
                  </a:lnTo>
                  <a:lnTo>
                    <a:pt x="39329" y="443439"/>
                  </a:lnTo>
                  <a:lnTo>
                    <a:pt x="37086" y="430968"/>
                  </a:lnTo>
                  <a:lnTo>
                    <a:pt x="36861" y="416415"/>
                  </a:lnTo>
                  <a:lnTo>
                    <a:pt x="34731" y="409514"/>
                  </a:lnTo>
                  <a:lnTo>
                    <a:pt x="29983" y="403060"/>
                  </a:lnTo>
                  <a:lnTo>
                    <a:pt x="28113" y="395259"/>
                  </a:lnTo>
                  <a:lnTo>
                    <a:pt x="20375" y="384346"/>
                  </a:lnTo>
                  <a:lnTo>
                    <a:pt x="18992" y="371750"/>
                  </a:lnTo>
                  <a:lnTo>
                    <a:pt x="17534" y="367159"/>
                  </a:lnTo>
                  <a:lnTo>
                    <a:pt x="10916" y="355484"/>
                  </a:lnTo>
                  <a:lnTo>
                    <a:pt x="3104" y="345489"/>
                  </a:lnTo>
                  <a:lnTo>
                    <a:pt x="0" y="340068"/>
                  </a:lnTo>
                  <a:lnTo>
                    <a:pt x="2879" y="341484"/>
                  </a:lnTo>
                  <a:lnTo>
                    <a:pt x="3589" y="337695"/>
                  </a:lnTo>
                  <a:lnTo>
                    <a:pt x="8263" y="348789"/>
                  </a:lnTo>
                  <a:lnTo>
                    <a:pt x="11402" y="349625"/>
                  </a:lnTo>
                  <a:lnTo>
                    <a:pt x="13533" y="347451"/>
                  </a:lnTo>
                  <a:lnTo>
                    <a:pt x="13908" y="343528"/>
                  </a:lnTo>
                  <a:lnTo>
                    <a:pt x="8412" y="338111"/>
                  </a:lnTo>
                  <a:lnTo>
                    <a:pt x="4374" y="329217"/>
                  </a:lnTo>
                  <a:lnTo>
                    <a:pt x="5570" y="326604"/>
                  </a:lnTo>
                  <a:lnTo>
                    <a:pt x="7365" y="327184"/>
                  </a:lnTo>
                  <a:lnTo>
                    <a:pt x="10991" y="331914"/>
                  </a:lnTo>
                  <a:lnTo>
                    <a:pt x="10393" y="337029"/>
                  </a:lnTo>
                  <a:lnTo>
                    <a:pt x="11216" y="338860"/>
                  </a:lnTo>
                  <a:lnTo>
                    <a:pt x="12075" y="339526"/>
                  </a:lnTo>
                  <a:lnTo>
                    <a:pt x="13908" y="336154"/>
                  </a:lnTo>
                  <a:lnTo>
                    <a:pt x="16786" y="343277"/>
                  </a:lnTo>
                  <a:lnTo>
                    <a:pt x="18842" y="344946"/>
                  </a:lnTo>
                  <a:lnTo>
                    <a:pt x="21422" y="342527"/>
                  </a:lnTo>
                  <a:lnTo>
                    <a:pt x="21385" y="332414"/>
                  </a:lnTo>
                  <a:lnTo>
                    <a:pt x="10094" y="312298"/>
                  </a:lnTo>
                  <a:lnTo>
                    <a:pt x="8001" y="305789"/>
                  </a:lnTo>
                  <a:lnTo>
                    <a:pt x="4860" y="299911"/>
                  </a:lnTo>
                  <a:lnTo>
                    <a:pt x="4935" y="293021"/>
                  </a:lnTo>
                  <a:lnTo>
                    <a:pt x="6355" y="287046"/>
                  </a:lnTo>
                  <a:lnTo>
                    <a:pt x="11888" y="276802"/>
                  </a:lnTo>
                  <a:lnTo>
                    <a:pt x="12711" y="265416"/>
                  </a:lnTo>
                  <a:lnTo>
                    <a:pt x="10356" y="259213"/>
                  </a:lnTo>
                  <a:lnTo>
                    <a:pt x="16076" y="243496"/>
                  </a:lnTo>
                  <a:lnTo>
                    <a:pt x="17422" y="242207"/>
                  </a:lnTo>
                  <a:lnTo>
                    <a:pt x="19515" y="241039"/>
                  </a:lnTo>
                  <a:lnTo>
                    <a:pt x="19926" y="242852"/>
                  </a:lnTo>
                  <a:lnTo>
                    <a:pt x="18879" y="248942"/>
                  </a:lnTo>
                  <a:lnTo>
                    <a:pt x="20337" y="252132"/>
                  </a:lnTo>
                  <a:lnTo>
                    <a:pt x="19889" y="255732"/>
                  </a:lnTo>
                  <a:lnTo>
                    <a:pt x="23254" y="254437"/>
                  </a:lnTo>
                  <a:lnTo>
                    <a:pt x="24786" y="252537"/>
                  </a:lnTo>
                  <a:lnTo>
                    <a:pt x="31665" y="240918"/>
                  </a:lnTo>
                  <a:lnTo>
                    <a:pt x="47180" y="233516"/>
                  </a:lnTo>
                  <a:lnTo>
                    <a:pt x="58731" y="223247"/>
                  </a:lnTo>
                  <a:lnTo>
                    <a:pt x="73162" y="214846"/>
                  </a:lnTo>
                  <a:lnTo>
                    <a:pt x="82134" y="214567"/>
                  </a:lnTo>
                  <a:lnTo>
                    <a:pt x="87705" y="216365"/>
                  </a:lnTo>
                  <a:lnTo>
                    <a:pt x="93462" y="214607"/>
                  </a:lnTo>
                  <a:lnTo>
                    <a:pt x="104153" y="208699"/>
                  </a:lnTo>
                  <a:lnTo>
                    <a:pt x="115631" y="206188"/>
                  </a:lnTo>
                  <a:lnTo>
                    <a:pt x="122958" y="200295"/>
                  </a:lnTo>
                  <a:lnTo>
                    <a:pt x="132977" y="201210"/>
                  </a:lnTo>
                  <a:lnTo>
                    <a:pt x="136753" y="199460"/>
                  </a:lnTo>
                  <a:lnTo>
                    <a:pt x="150586" y="196875"/>
                  </a:lnTo>
                  <a:lnTo>
                    <a:pt x="162287" y="191633"/>
                  </a:lnTo>
                  <a:lnTo>
                    <a:pt x="169352" y="185368"/>
                  </a:lnTo>
                  <a:lnTo>
                    <a:pt x="179633" y="166876"/>
                  </a:lnTo>
                  <a:lnTo>
                    <a:pt x="183222" y="165063"/>
                  </a:lnTo>
                  <a:lnTo>
                    <a:pt x="190287" y="158882"/>
                  </a:lnTo>
                  <a:lnTo>
                    <a:pt x="190587" y="157269"/>
                  </a:lnTo>
                  <a:lnTo>
                    <a:pt x="188045" y="155776"/>
                  </a:lnTo>
                  <a:lnTo>
                    <a:pt x="186175" y="146590"/>
                  </a:lnTo>
                  <a:lnTo>
                    <a:pt x="186437" y="141497"/>
                  </a:lnTo>
                  <a:lnTo>
                    <a:pt x="188531" y="137622"/>
                  </a:lnTo>
                  <a:lnTo>
                    <a:pt x="192083" y="134024"/>
                  </a:lnTo>
                  <a:lnTo>
                    <a:pt x="198064" y="130039"/>
                  </a:lnTo>
                  <a:lnTo>
                    <a:pt x="202139" y="122354"/>
                  </a:lnTo>
                  <a:lnTo>
                    <a:pt x="203260" y="122471"/>
                  </a:lnTo>
                  <a:lnTo>
                    <a:pt x="206812" y="131679"/>
                  </a:lnTo>
                  <a:lnTo>
                    <a:pt x="211821" y="141026"/>
                  </a:lnTo>
                  <a:lnTo>
                    <a:pt x="215560" y="146002"/>
                  </a:lnTo>
                  <a:lnTo>
                    <a:pt x="216196" y="135314"/>
                  </a:lnTo>
                  <a:lnTo>
                    <a:pt x="217653" y="135157"/>
                  </a:lnTo>
                  <a:lnTo>
                    <a:pt x="221131" y="137308"/>
                  </a:lnTo>
                  <a:lnTo>
                    <a:pt x="221093" y="134610"/>
                  </a:lnTo>
                  <a:lnTo>
                    <a:pt x="222027" y="132891"/>
                  </a:lnTo>
                  <a:lnTo>
                    <a:pt x="221653" y="131719"/>
                  </a:lnTo>
                  <a:lnTo>
                    <a:pt x="220046" y="131796"/>
                  </a:lnTo>
                  <a:lnTo>
                    <a:pt x="214064" y="123640"/>
                  </a:lnTo>
                  <a:lnTo>
                    <a:pt x="216869" y="122002"/>
                  </a:lnTo>
                  <a:lnTo>
                    <a:pt x="216494" y="117834"/>
                  </a:lnTo>
                  <a:lnTo>
                    <a:pt x="217317" y="116900"/>
                  </a:lnTo>
                  <a:lnTo>
                    <a:pt x="218999" y="117173"/>
                  </a:lnTo>
                  <a:lnTo>
                    <a:pt x="221729" y="121262"/>
                  </a:lnTo>
                  <a:lnTo>
                    <a:pt x="225578" y="118731"/>
                  </a:lnTo>
                  <a:lnTo>
                    <a:pt x="230888" y="121418"/>
                  </a:lnTo>
                  <a:lnTo>
                    <a:pt x="240683" y="121730"/>
                  </a:lnTo>
                  <a:lnTo>
                    <a:pt x="238551" y="120327"/>
                  </a:lnTo>
                  <a:lnTo>
                    <a:pt x="234065" y="120249"/>
                  </a:lnTo>
                  <a:lnTo>
                    <a:pt x="233056" y="119470"/>
                  </a:lnTo>
                  <a:lnTo>
                    <a:pt x="233280" y="115888"/>
                  </a:lnTo>
                  <a:lnTo>
                    <a:pt x="236607" y="115460"/>
                  </a:lnTo>
                  <a:lnTo>
                    <a:pt x="238103" y="110210"/>
                  </a:lnTo>
                  <a:lnTo>
                    <a:pt x="238103" y="108811"/>
                  </a:lnTo>
                  <a:lnTo>
                    <a:pt x="237243" y="109161"/>
                  </a:lnTo>
                  <a:lnTo>
                    <a:pt x="235112" y="112426"/>
                  </a:lnTo>
                  <a:lnTo>
                    <a:pt x="232570" y="107801"/>
                  </a:lnTo>
                  <a:lnTo>
                    <a:pt x="233766" y="102094"/>
                  </a:lnTo>
                  <a:lnTo>
                    <a:pt x="236309" y="102134"/>
                  </a:lnTo>
                  <a:lnTo>
                    <a:pt x="239000" y="99186"/>
                  </a:lnTo>
                  <a:lnTo>
                    <a:pt x="239037" y="97326"/>
                  </a:lnTo>
                  <a:lnTo>
                    <a:pt x="244832" y="100155"/>
                  </a:lnTo>
                  <a:lnTo>
                    <a:pt x="245766" y="101513"/>
                  </a:lnTo>
                  <a:lnTo>
                    <a:pt x="246701" y="100970"/>
                  </a:lnTo>
                  <a:lnTo>
                    <a:pt x="246926" y="98062"/>
                  </a:lnTo>
                  <a:lnTo>
                    <a:pt x="243524" y="98140"/>
                  </a:lnTo>
                  <a:lnTo>
                    <a:pt x="242066" y="94923"/>
                  </a:lnTo>
                  <a:lnTo>
                    <a:pt x="244982" y="93762"/>
                  </a:lnTo>
                  <a:lnTo>
                    <a:pt x="246215" y="91555"/>
                  </a:lnTo>
                  <a:lnTo>
                    <a:pt x="252795" y="94033"/>
                  </a:lnTo>
                  <a:lnTo>
                    <a:pt x="253394" y="91787"/>
                  </a:lnTo>
                  <a:lnTo>
                    <a:pt x="250477" y="90277"/>
                  </a:lnTo>
                  <a:lnTo>
                    <a:pt x="249132" y="85328"/>
                  </a:lnTo>
                  <a:lnTo>
                    <a:pt x="251337" y="82507"/>
                  </a:lnTo>
                  <a:lnTo>
                    <a:pt x="257468" y="80344"/>
                  </a:lnTo>
                  <a:lnTo>
                    <a:pt x="258440" y="75481"/>
                  </a:lnTo>
                  <a:lnTo>
                    <a:pt x="260048" y="76253"/>
                  </a:lnTo>
                  <a:lnTo>
                    <a:pt x="259150" y="81348"/>
                  </a:lnTo>
                  <a:lnTo>
                    <a:pt x="260758" y="79534"/>
                  </a:lnTo>
                  <a:lnTo>
                    <a:pt x="262440" y="80035"/>
                  </a:lnTo>
                  <a:lnTo>
                    <a:pt x="263075" y="82816"/>
                  </a:lnTo>
                  <a:lnTo>
                    <a:pt x="263899" y="83241"/>
                  </a:lnTo>
                  <a:lnTo>
                    <a:pt x="265057" y="81155"/>
                  </a:lnTo>
                  <a:lnTo>
                    <a:pt x="266627" y="80614"/>
                  </a:lnTo>
                  <a:lnTo>
                    <a:pt x="266515" y="77951"/>
                  </a:lnTo>
                  <a:lnTo>
                    <a:pt x="268497" y="72436"/>
                  </a:lnTo>
                  <a:lnTo>
                    <a:pt x="267300" y="69506"/>
                  </a:lnTo>
                  <a:lnTo>
                    <a:pt x="268646" y="69082"/>
                  </a:lnTo>
                  <a:lnTo>
                    <a:pt x="269992" y="70046"/>
                  </a:lnTo>
                  <a:lnTo>
                    <a:pt x="271562" y="73515"/>
                  </a:lnTo>
                  <a:lnTo>
                    <a:pt x="272870" y="71317"/>
                  </a:lnTo>
                  <a:lnTo>
                    <a:pt x="274553" y="70392"/>
                  </a:lnTo>
                  <a:lnTo>
                    <a:pt x="278029" y="73438"/>
                  </a:lnTo>
                  <a:lnTo>
                    <a:pt x="282404" y="69044"/>
                  </a:lnTo>
                  <a:lnTo>
                    <a:pt x="282291" y="65463"/>
                  </a:lnTo>
                  <a:lnTo>
                    <a:pt x="284945" y="64539"/>
                  </a:lnTo>
                  <a:lnTo>
                    <a:pt x="296460" y="70662"/>
                  </a:lnTo>
                  <a:lnTo>
                    <a:pt x="300909" y="74170"/>
                  </a:lnTo>
                  <a:lnTo>
                    <a:pt x="305395" y="80383"/>
                  </a:lnTo>
                  <a:lnTo>
                    <a:pt x="311863" y="86101"/>
                  </a:lnTo>
                  <a:lnTo>
                    <a:pt x="309395" y="93336"/>
                  </a:lnTo>
                  <a:lnTo>
                    <a:pt x="309172" y="98527"/>
                  </a:lnTo>
                  <a:lnTo>
                    <a:pt x="310928" y="96318"/>
                  </a:lnTo>
                  <a:lnTo>
                    <a:pt x="313022" y="97868"/>
                  </a:lnTo>
                  <a:lnTo>
                    <a:pt x="311339" y="92368"/>
                  </a:lnTo>
                  <a:lnTo>
                    <a:pt x="316236" y="87763"/>
                  </a:lnTo>
                  <a:lnTo>
                    <a:pt x="319676" y="86604"/>
                  </a:lnTo>
                  <a:lnTo>
                    <a:pt x="329695" y="88963"/>
                  </a:lnTo>
                  <a:lnTo>
                    <a:pt x="331901" y="91168"/>
                  </a:lnTo>
                  <a:lnTo>
                    <a:pt x="332985" y="94885"/>
                  </a:lnTo>
                  <a:lnTo>
                    <a:pt x="333321" y="89427"/>
                  </a:lnTo>
                  <a:lnTo>
                    <a:pt x="334032" y="88691"/>
                  </a:lnTo>
                  <a:lnTo>
                    <a:pt x="338032" y="90008"/>
                  </a:lnTo>
                  <a:lnTo>
                    <a:pt x="341658" y="94459"/>
                  </a:lnTo>
                  <a:lnTo>
                    <a:pt x="341733" y="88267"/>
                  </a:lnTo>
                  <a:lnTo>
                    <a:pt x="346107" y="87763"/>
                  </a:lnTo>
                  <a:lnTo>
                    <a:pt x="341060" y="83859"/>
                  </a:lnTo>
                  <a:lnTo>
                    <a:pt x="342967" y="81927"/>
                  </a:lnTo>
                  <a:lnTo>
                    <a:pt x="341097" y="82005"/>
                  </a:lnTo>
                  <a:lnTo>
                    <a:pt x="336350" y="78414"/>
                  </a:lnTo>
                  <a:lnTo>
                    <a:pt x="338032" y="74556"/>
                  </a:lnTo>
                  <a:lnTo>
                    <a:pt x="343229" y="69584"/>
                  </a:lnTo>
                  <a:lnTo>
                    <a:pt x="345920" y="60884"/>
                  </a:lnTo>
                  <a:lnTo>
                    <a:pt x="347976" y="59346"/>
                  </a:lnTo>
                  <a:lnTo>
                    <a:pt x="352088" y="58193"/>
                  </a:lnTo>
                  <a:lnTo>
                    <a:pt x="354668" y="55080"/>
                  </a:lnTo>
                  <a:lnTo>
                    <a:pt x="352051" y="51739"/>
                  </a:lnTo>
                  <a:lnTo>
                    <a:pt x="352761" y="47748"/>
                  </a:lnTo>
                  <a:lnTo>
                    <a:pt x="355864" y="46137"/>
                  </a:lnTo>
                  <a:lnTo>
                    <a:pt x="357547" y="41997"/>
                  </a:lnTo>
                  <a:lnTo>
                    <a:pt x="362070" y="41116"/>
                  </a:lnTo>
                  <a:lnTo>
                    <a:pt x="362182" y="36520"/>
                  </a:lnTo>
                  <a:lnTo>
                    <a:pt x="364537" y="36443"/>
                  </a:lnTo>
                  <a:lnTo>
                    <a:pt x="367267" y="39239"/>
                  </a:lnTo>
                  <a:lnTo>
                    <a:pt x="367903" y="38511"/>
                  </a:lnTo>
                  <a:lnTo>
                    <a:pt x="367416" y="35181"/>
                  </a:lnTo>
                  <a:lnTo>
                    <a:pt x="370520" y="34644"/>
                  </a:lnTo>
                  <a:lnTo>
                    <a:pt x="370445" y="31890"/>
                  </a:lnTo>
                  <a:lnTo>
                    <a:pt x="374594" y="31163"/>
                  </a:lnTo>
                  <a:lnTo>
                    <a:pt x="376090" y="28793"/>
                  </a:lnTo>
                  <a:lnTo>
                    <a:pt x="377137" y="31813"/>
                  </a:lnTo>
                  <a:lnTo>
                    <a:pt x="379118" y="33267"/>
                  </a:lnTo>
                  <a:lnTo>
                    <a:pt x="385099" y="33267"/>
                  </a:lnTo>
                  <a:lnTo>
                    <a:pt x="388464" y="32310"/>
                  </a:lnTo>
                  <a:lnTo>
                    <a:pt x="392128" y="33344"/>
                  </a:lnTo>
                  <a:lnTo>
                    <a:pt x="396053" y="31316"/>
                  </a:lnTo>
                  <a:lnTo>
                    <a:pt x="399343" y="33650"/>
                  </a:lnTo>
                  <a:lnTo>
                    <a:pt x="399979" y="31125"/>
                  </a:lnTo>
                  <a:lnTo>
                    <a:pt x="401399" y="30245"/>
                  </a:lnTo>
                  <a:lnTo>
                    <a:pt x="405586" y="29978"/>
                  </a:lnTo>
                  <a:lnTo>
                    <a:pt x="403904" y="28104"/>
                  </a:lnTo>
                  <a:lnTo>
                    <a:pt x="404801" y="19930"/>
                  </a:lnTo>
                  <a:lnTo>
                    <a:pt x="400651" y="16572"/>
                  </a:lnTo>
                  <a:lnTo>
                    <a:pt x="392314" y="16228"/>
                  </a:lnTo>
                  <a:lnTo>
                    <a:pt x="389660" y="13559"/>
                  </a:lnTo>
                  <a:lnTo>
                    <a:pt x="387118" y="12567"/>
                  </a:lnTo>
                  <a:lnTo>
                    <a:pt x="386894" y="11919"/>
                  </a:lnTo>
                  <a:lnTo>
                    <a:pt x="389996" y="10014"/>
                  </a:lnTo>
                  <a:lnTo>
                    <a:pt x="394035" y="12758"/>
                  </a:lnTo>
                  <a:lnTo>
                    <a:pt x="396239" y="10471"/>
                  </a:lnTo>
                  <a:lnTo>
                    <a:pt x="397735" y="10891"/>
                  </a:lnTo>
                  <a:lnTo>
                    <a:pt x="402371" y="13940"/>
                  </a:lnTo>
                  <a:lnTo>
                    <a:pt x="404988" y="16877"/>
                  </a:lnTo>
                  <a:lnTo>
                    <a:pt x="408614" y="14436"/>
                  </a:lnTo>
                  <a:lnTo>
                    <a:pt x="410745" y="14779"/>
                  </a:lnTo>
                  <a:lnTo>
                    <a:pt x="415418" y="21113"/>
                  </a:lnTo>
                  <a:lnTo>
                    <a:pt x="418970" y="21610"/>
                  </a:lnTo>
                  <a:lnTo>
                    <a:pt x="422634" y="23481"/>
                  </a:lnTo>
                  <a:lnTo>
                    <a:pt x="430335" y="23787"/>
                  </a:lnTo>
                  <a:lnTo>
                    <a:pt x="437251" y="27531"/>
                  </a:lnTo>
                  <a:lnTo>
                    <a:pt x="440989" y="28486"/>
                  </a:lnTo>
                  <a:lnTo>
                    <a:pt x="443494" y="28639"/>
                  </a:lnTo>
                  <a:lnTo>
                    <a:pt x="447494" y="27034"/>
                  </a:lnTo>
                  <a:lnTo>
                    <a:pt x="453700" y="31469"/>
                  </a:lnTo>
                  <a:lnTo>
                    <a:pt x="457625" y="32081"/>
                  </a:lnTo>
                  <a:lnTo>
                    <a:pt x="472243" y="23672"/>
                  </a:lnTo>
                  <a:lnTo>
                    <a:pt x="470411" y="26308"/>
                  </a:lnTo>
                  <a:lnTo>
                    <a:pt x="471570" y="27225"/>
                  </a:lnTo>
                  <a:lnTo>
                    <a:pt x="467682" y="30589"/>
                  </a:lnTo>
                  <a:lnTo>
                    <a:pt x="467719" y="31813"/>
                  </a:lnTo>
                  <a:lnTo>
                    <a:pt x="468542" y="32502"/>
                  </a:lnTo>
                  <a:lnTo>
                    <a:pt x="472580" y="30589"/>
                  </a:lnTo>
                  <a:lnTo>
                    <a:pt x="474037" y="31430"/>
                  </a:lnTo>
                  <a:lnTo>
                    <a:pt x="475570" y="36329"/>
                  </a:lnTo>
                  <a:lnTo>
                    <a:pt x="479271" y="36597"/>
                  </a:lnTo>
                  <a:lnTo>
                    <a:pt x="480691" y="33841"/>
                  </a:lnTo>
                  <a:lnTo>
                    <a:pt x="479047" y="31048"/>
                  </a:lnTo>
                  <a:lnTo>
                    <a:pt x="479495" y="30169"/>
                  </a:lnTo>
                  <a:lnTo>
                    <a:pt x="483084" y="26346"/>
                  </a:lnTo>
                  <a:lnTo>
                    <a:pt x="485103" y="26461"/>
                  </a:lnTo>
                  <a:lnTo>
                    <a:pt x="486524" y="30207"/>
                  </a:lnTo>
                  <a:lnTo>
                    <a:pt x="488804" y="32158"/>
                  </a:lnTo>
                  <a:lnTo>
                    <a:pt x="492505" y="32540"/>
                  </a:lnTo>
                  <a:lnTo>
                    <a:pt x="493552" y="34798"/>
                  </a:lnTo>
                  <a:lnTo>
                    <a:pt x="485028" y="44028"/>
                  </a:lnTo>
                  <a:lnTo>
                    <a:pt x="484617" y="45064"/>
                  </a:lnTo>
                  <a:lnTo>
                    <a:pt x="486224" y="48708"/>
                  </a:lnTo>
                  <a:lnTo>
                    <a:pt x="483458" y="53429"/>
                  </a:lnTo>
                  <a:lnTo>
                    <a:pt x="482412" y="53659"/>
                  </a:lnTo>
                  <a:lnTo>
                    <a:pt x="479981" y="51586"/>
                  </a:lnTo>
                  <a:lnTo>
                    <a:pt x="472355" y="55119"/>
                  </a:lnTo>
                  <a:lnTo>
                    <a:pt x="472392" y="61922"/>
                  </a:lnTo>
                  <a:lnTo>
                    <a:pt x="473663" y="65925"/>
                  </a:lnTo>
                  <a:lnTo>
                    <a:pt x="472916" y="68620"/>
                  </a:lnTo>
                  <a:lnTo>
                    <a:pt x="471458" y="73284"/>
                  </a:lnTo>
                  <a:lnTo>
                    <a:pt x="461514" y="86256"/>
                  </a:lnTo>
                  <a:lnTo>
                    <a:pt x="462523" y="89814"/>
                  </a:lnTo>
                  <a:lnTo>
                    <a:pt x="478150" y="100116"/>
                  </a:lnTo>
                  <a:lnTo>
                    <a:pt x="479906" y="103725"/>
                  </a:lnTo>
                  <a:lnTo>
                    <a:pt x="486000" y="106675"/>
                  </a:lnTo>
                  <a:lnTo>
                    <a:pt x="488505" y="106209"/>
                  </a:lnTo>
                  <a:lnTo>
                    <a:pt x="488356" y="109433"/>
                  </a:lnTo>
                  <a:lnTo>
                    <a:pt x="490150" y="110716"/>
                  </a:lnTo>
                  <a:lnTo>
                    <a:pt x="494674" y="110366"/>
                  </a:lnTo>
                  <a:lnTo>
                    <a:pt x="500842" y="114449"/>
                  </a:lnTo>
                  <a:lnTo>
                    <a:pt x="509253" y="118029"/>
                  </a:lnTo>
                  <a:lnTo>
                    <a:pt x="513590" y="123328"/>
                  </a:lnTo>
                  <a:lnTo>
                    <a:pt x="520507" y="128556"/>
                  </a:lnTo>
                  <a:lnTo>
                    <a:pt x="525927" y="130117"/>
                  </a:lnTo>
                  <a:lnTo>
                    <a:pt x="528395" y="129844"/>
                  </a:lnTo>
                  <a:lnTo>
                    <a:pt x="536395" y="132499"/>
                  </a:lnTo>
                  <a:lnTo>
                    <a:pt x="538489" y="134962"/>
                  </a:lnTo>
                  <a:lnTo>
                    <a:pt x="541330" y="141810"/>
                  </a:lnTo>
                  <a:lnTo>
                    <a:pt x="545329" y="142945"/>
                  </a:lnTo>
                  <a:lnTo>
                    <a:pt x="557704" y="149964"/>
                  </a:lnTo>
                  <a:lnTo>
                    <a:pt x="561293" y="150003"/>
                  </a:lnTo>
                  <a:lnTo>
                    <a:pt x="567574" y="148237"/>
                  </a:lnTo>
                  <a:lnTo>
                    <a:pt x="574190" y="143690"/>
                  </a:lnTo>
                  <a:lnTo>
                    <a:pt x="576994" y="135002"/>
                  </a:lnTo>
                  <a:lnTo>
                    <a:pt x="582266" y="126994"/>
                  </a:lnTo>
                  <a:lnTo>
                    <a:pt x="586266" y="114526"/>
                  </a:lnTo>
                  <a:lnTo>
                    <a:pt x="585892" y="110949"/>
                  </a:lnTo>
                  <a:lnTo>
                    <a:pt x="587089" y="104500"/>
                  </a:lnTo>
                  <a:lnTo>
                    <a:pt x="590715" y="92678"/>
                  </a:lnTo>
                  <a:lnTo>
                    <a:pt x="588583" y="80074"/>
                  </a:lnTo>
                  <a:lnTo>
                    <a:pt x="590079" y="73284"/>
                  </a:lnTo>
                  <a:lnTo>
                    <a:pt x="587686" y="68428"/>
                  </a:lnTo>
                  <a:lnTo>
                    <a:pt x="587537" y="65656"/>
                  </a:lnTo>
                  <a:lnTo>
                    <a:pt x="591126" y="54159"/>
                  </a:lnTo>
                  <a:lnTo>
                    <a:pt x="590453" y="47441"/>
                  </a:lnTo>
                  <a:lnTo>
                    <a:pt x="593968" y="43913"/>
                  </a:lnTo>
                  <a:lnTo>
                    <a:pt x="596846" y="44450"/>
                  </a:lnTo>
                  <a:lnTo>
                    <a:pt x="595425" y="39660"/>
                  </a:lnTo>
                  <a:lnTo>
                    <a:pt x="591799" y="37822"/>
                  </a:lnTo>
                  <a:lnTo>
                    <a:pt x="592023" y="34836"/>
                  </a:lnTo>
                  <a:lnTo>
                    <a:pt x="595799" y="26843"/>
                  </a:lnTo>
                  <a:lnTo>
                    <a:pt x="597668" y="28525"/>
                  </a:lnTo>
                  <a:lnTo>
                    <a:pt x="597481" y="25162"/>
                  </a:lnTo>
                  <a:lnTo>
                    <a:pt x="601369" y="11958"/>
                  </a:lnTo>
                  <a:lnTo>
                    <a:pt x="601967" y="5024"/>
                  </a:lnTo>
                  <a:lnTo>
                    <a:pt x="605258" y="3729"/>
                  </a:lnTo>
                  <a:lnTo>
                    <a:pt x="607949" y="0"/>
                  </a:lnTo>
                  <a:lnTo>
                    <a:pt x="611052" y="836"/>
                  </a:lnTo>
                  <a:lnTo>
                    <a:pt x="609968" y="3501"/>
                  </a:lnTo>
                  <a:lnTo>
                    <a:pt x="613519" y="6395"/>
                  </a:lnTo>
                  <a:lnTo>
                    <a:pt x="615875" y="12682"/>
                  </a:lnTo>
                  <a:lnTo>
                    <a:pt x="616623" y="23557"/>
                  </a:lnTo>
                  <a:lnTo>
                    <a:pt x="619015" y="25659"/>
                  </a:lnTo>
                  <a:lnTo>
                    <a:pt x="620622" y="2577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oPE_MapPart_AUS_2_20" descr="Australien">
              <a:extLst>
                <a:ext uri="{FF2B5EF4-FFF2-40B4-BE49-F238E27FC236}">
                  <a16:creationId xmlns:a16="http://schemas.microsoft.com/office/drawing/2014/main" id="{20C75BEF-78CA-432F-784A-9F7ACB2C135C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100191" y="5318130"/>
              <a:ext cx="76789" cy="82359"/>
            </a:xfrm>
            <a:custGeom>
              <a:avLst/>
              <a:gdLst/>
              <a:ahLst/>
              <a:cxnLst/>
              <a:rect l="0" t="0" r="0" b="0"/>
              <a:pathLst>
                <a:path w="76789" h="82359">
                  <a:moveTo>
                    <a:pt x="8224" y="3108"/>
                  </a:moveTo>
                  <a:lnTo>
                    <a:pt x="13234" y="2663"/>
                  </a:lnTo>
                  <a:lnTo>
                    <a:pt x="24413" y="9637"/>
                  </a:lnTo>
                  <a:lnTo>
                    <a:pt x="34693" y="13507"/>
                  </a:lnTo>
                  <a:lnTo>
                    <a:pt x="40039" y="12910"/>
                  </a:lnTo>
                  <a:lnTo>
                    <a:pt x="43142" y="11125"/>
                  </a:lnTo>
                  <a:lnTo>
                    <a:pt x="45721" y="13606"/>
                  </a:lnTo>
                  <a:lnTo>
                    <a:pt x="45909" y="10579"/>
                  </a:lnTo>
                  <a:lnTo>
                    <a:pt x="48675" y="8794"/>
                  </a:lnTo>
                  <a:lnTo>
                    <a:pt x="55553" y="7805"/>
                  </a:lnTo>
                  <a:lnTo>
                    <a:pt x="58321" y="9043"/>
                  </a:lnTo>
                  <a:lnTo>
                    <a:pt x="61797" y="4738"/>
                  </a:lnTo>
                  <a:lnTo>
                    <a:pt x="67031" y="5479"/>
                  </a:lnTo>
                  <a:lnTo>
                    <a:pt x="69012" y="2910"/>
                  </a:lnTo>
                  <a:lnTo>
                    <a:pt x="74134" y="4985"/>
                  </a:lnTo>
                  <a:lnTo>
                    <a:pt x="75741" y="7507"/>
                  </a:lnTo>
                  <a:lnTo>
                    <a:pt x="75630" y="31574"/>
                  </a:lnTo>
                  <a:lnTo>
                    <a:pt x="76788" y="42744"/>
                  </a:lnTo>
                  <a:lnTo>
                    <a:pt x="76526" y="44057"/>
                  </a:lnTo>
                  <a:lnTo>
                    <a:pt x="75704" y="43855"/>
                  </a:lnTo>
                  <a:lnTo>
                    <a:pt x="75405" y="40524"/>
                  </a:lnTo>
                  <a:lnTo>
                    <a:pt x="73461" y="38509"/>
                  </a:lnTo>
                  <a:lnTo>
                    <a:pt x="74658" y="37301"/>
                  </a:lnTo>
                  <a:lnTo>
                    <a:pt x="74096" y="35892"/>
                  </a:lnTo>
                  <a:lnTo>
                    <a:pt x="70134" y="43956"/>
                  </a:lnTo>
                  <a:lnTo>
                    <a:pt x="69835" y="48963"/>
                  </a:lnTo>
                  <a:lnTo>
                    <a:pt x="67816" y="55206"/>
                  </a:lnTo>
                  <a:lnTo>
                    <a:pt x="69273" y="69343"/>
                  </a:lnTo>
                  <a:lnTo>
                    <a:pt x="65199" y="71138"/>
                  </a:lnTo>
                  <a:lnTo>
                    <a:pt x="62357" y="65453"/>
                  </a:lnTo>
                  <a:lnTo>
                    <a:pt x="63180" y="64328"/>
                  </a:lnTo>
                  <a:lnTo>
                    <a:pt x="64975" y="64993"/>
                  </a:lnTo>
                  <a:lnTo>
                    <a:pt x="65498" y="62847"/>
                  </a:lnTo>
                  <a:lnTo>
                    <a:pt x="60787" y="60500"/>
                  </a:lnTo>
                  <a:lnTo>
                    <a:pt x="60003" y="61418"/>
                  </a:lnTo>
                  <a:lnTo>
                    <a:pt x="60040" y="64789"/>
                  </a:lnTo>
                  <a:lnTo>
                    <a:pt x="58283" y="65811"/>
                  </a:lnTo>
                  <a:lnTo>
                    <a:pt x="57348" y="61877"/>
                  </a:lnTo>
                  <a:lnTo>
                    <a:pt x="55068" y="58971"/>
                  </a:lnTo>
                  <a:lnTo>
                    <a:pt x="56114" y="62796"/>
                  </a:lnTo>
                  <a:lnTo>
                    <a:pt x="54283" y="66885"/>
                  </a:lnTo>
                  <a:lnTo>
                    <a:pt x="53984" y="71036"/>
                  </a:lnTo>
                  <a:lnTo>
                    <a:pt x="52488" y="72164"/>
                  </a:lnTo>
                  <a:lnTo>
                    <a:pt x="48824" y="69343"/>
                  </a:lnTo>
                  <a:lnTo>
                    <a:pt x="48637" y="71087"/>
                  </a:lnTo>
                  <a:lnTo>
                    <a:pt x="50507" y="72729"/>
                  </a:lnTo>
                  <a:lnTo>
                    <a:pt x="46282" y="82358"/>
                  </a:lnTo>
                  <a:lnTo>
                    <a:pt x="42656" y="82048"/>
                  </a:lnTo>
                  <a:lnTo>
                    <a:pt x="39515" y="79417"/>
                  </a:lnTo>
                  <a:lnTo>
                    <a:pt x="29011" y="80500"/>
                  </a:lnTo>
                  <a:lnTo>
                    <a:pt x="28001" y="75607"/>
                  </a:lnTo>
                  <a:lnTo>
                    <a:pt x="32824" y="74990"/>
                  </a:lnTo>
                  <a:lnTo>
                    <a:pt x="32450" y="73911"/>
                  </a:lnTo>
                  <a:lnTo>
                    <a:pt x="25496" y="73191"/>
                  </a:lnTo>
                  <a:lnTo>
                    <a:pt x="20001" y="64840"/>
                  </a:lnTo>
                  <a:lnTo>
                    <a:pt x="17459" y="62796"/>
                  </a:lnTo>
                  <a:lnTo>
                    <a:pt x="12935" y="52006"/>
                  </a:lnTo>
                  <a:lnTo>
                    <a:pt x="11478" y="43199"/>
                  </a:lnTo>
                  <a:lnTo>
                    <a:pt x="15103" y="46180"/>
                  </a:lnTo>
                  <a:lnTo>
                    <a:pt x="17085" y="50535"/>
                  </a:lnTo>
                  <a:lnTo>
                    <a:pt x="18094" y="46635"/>
                  </a:lnTo>
                  <a:lnTo>
                    <a:pt x="14842" y="43097"/>
                  </a:lnTo>
                  <a:lnTo>
                    <a:pt x="14206" y="40827"/>
                  </a:lnTo>
                  <a:lnTo>
                    <a:pt x="12225" y="42239"/>
                  </a:lnTo>
                  <a:lnTo>
                    <a:pt x="12299" y="37251"/>
                  </a:lnTo>
                  <a:lnTo>
                    <a:pt x="8486" y="31874"/>
                  </a:lnTo>
                  <a:lnTo>
                    <a:pt x="2729" y="20522"/>
                  </a:lnTo>
                  <a:lnTo>
                    <a:pt x="0" y="8448"/>
                  </a:lnTo>
                  <a:lnTo>
                    <a:pt x="1495" y="0"/>
                  </a:lnTo>
                  <a:lnTo>
                    <a:pt x="3589" y="133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oPE_MapPart_AUS_3_21" descr="Australien">
              <a:extLst>
                <a:ext uri="{FF2B5EF4-FFF2-40B4-BE49-F238E27FC236}">
                  <a16:creationId xmlns:a16="http://schemas.microsoft.com/office/drawing/2014/main" id="{88D07FD5-3082-0371-45F2-972FAE20E86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8803656" y="4625703"/>
              <a:ext cx="24301" cy="15760"/>
            </a:xfrm>
            <a:custGeom>
              <a:avLst/>
              <a:gdLst/>
              <a:ahLst/>
              <a:cxnLst/>
              <a:rect l="0" t="0" r="0" b="0"/>
              <a:pathLst>
                <a:path w="24301" h="15760">
                  <a:moveTo>
                    <a:pt x="5197" y="4079"/>
                  </a:moveTo>
                  <a:lnTo>
                    <a:pt x="7963" y="4269"/>
                  </a:lnTo>
                  <a:lnTo>
                    <a:pt x="11290" y="2668"/>
                  </a:lnTo>
                  <a:lnTo>
                    <a:pt x="13609" y="3202"/>
                  </a:lnTo>
                  <a:lnTo>
                    <a:pt x="18692" y="152"/>
                  </a:lnTo>
                  <a:lnTo>
                    <a:pt x="22207" y="2745"/>
                  </a:lnTo>
                  <a:lnTo>
                    <a:pt x="24300" y="5376"/>
                  </a:lnTo>
                  <a:lnTo>
                    <a:pt x="22842" y="6902"/>
                  </a:lnTo>
                  <a:lnTo>
                    <a:pt x="22655" y="8580"/>
                  </a:lnTo>
                  <a:lnTo>
                    <a:pt x="21048" y="8466"/>
                  </a:lnTo>
                  <a:lnTo>
                    <a:pt x="19179" y="11176"/>
                  </a:lnTo>
                  <a:lnTo>
                    <a:pt x="12113" y="15759"/>
                  </a:lnTo>
                  <a:lnTo>
                    <a:pt x="2991" y="9191"/>
                  </a:lnTo>
                  <a:lnTo>
                    <a:pt x="0" y="686"/>
                  </a:lnTo>
                  <a:lnTo>
                    <a:pt x="1196" y="0"/>
                  </a:lnTo>
                  <a:lnTo>
                    <a:pt x="3963" y="25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oPE_MapPart_AUS_4_22" descr="Australien">
              <a:extLst>
                <a:ext uri="{FF2B5EF4-FFF2-40B4-BE49-F238E27FC236}">
                  <a16:creationId xmlns:a16="http://schemas.microsoft.com/office/drawing/2014/main" id="{44C63C73-4116-01C6-56D1-3CB8E852716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8931848" y="5183908"/>
              <a:ext cx="32862" cy="12359"/>
            </a:xfrm>
            <a:custGeom>
              <a:avLst/>
              <a:gdLst/>
              <a:ahLst/>
              <a:cxnLst/>
              <a:rect l="0" t="0" r="0" b="0"/>
              <a:pathLst>
                <a:path w="32862" h="12359">
                  <a:moveTo>
                    <a:pt x="21908" y="3727"/>
                  </a:moveTo>
                  <a:lnTo>
                    <a:pt x="26917" y="4326"/>
                  </a:lnTo>
                  <a:lnTo>
                    <a:pt x="28824" y="3404"/>
                  </a:lnTo>
                  <a:lnTo>
                    <a:pt x="31291" y="4141"/>
                  </a:lnTo>
                  <a:lnTo>
                    <a:pt x="32861" y="6630"/>
                  </a:lnTo>
                  <a:lnTo>
                    <a:pt x="30543" y="8060"/>
                  </a:lnTo>
                  <a:lnTo>
                    <a:pt x="26880" y="7046"/>
                  </a:lnTo>
                  <a:lnTo>
                    <a:pt x="23477" y="7784"/>
                  </a:lnTo>
                  <a:lnTo>
                    <a:pt x="21795" y="11109"/>
                  </a:lnTo>
                  <a:lnTo>
                    <a:pt x="18842" y="12358"/>
                  </a:lnTo>
                  <a:lnTo>
                    <a:pt x="13908" y="9954"/>
                  </a:lnTo>
                  <a:lnTo>
                    <a:pt x="12599" y="11433"/>
                  </a:lnTo>
                  <a:lnTo>
                    <a:pt x="4449" y="11248"/>
                  </a:lnTo>
                  <a:lnTo>
                    <a:pt x="0" y="7599"/>
                  </a:lnTo>
                  <a:lnTo>
                    <a:pt x="2019" y="3957"/>
                  </a:lnTo>
                  <a:lnTo>
                    <a:pt x="16486" y="0"/>
                  </a:lnTo>
                  <a:lnTo>
                    <a:pt x="21683" y="689"/>
                  </a:lnTo>
                  <a:lnTo>
                    <a:pt x="22730" y="1609"/>
                  </a:lnTo>
                  <a:lnTo>
                    <a:pt x="21945" y="331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oPE_MapPart_AUS_5_23" descr="Australien">
              <a:extLst>
                <a:ext uri="{FF2B5EF4-FFF2-40B4-BE49-F238E27FC236}">
                  <a16:creationId xmlns:a16="http://schemas.microsoft.com/office/drawing/2014/main" id="{AC0B5F49-112B-81B2-98F0-485C6C40DEE0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927586" y="4678728"/>
              <a:ext cx="12787" cy="13216"/>
            </a:xfrm>
            <a:custGeom>
              <a:avLst/>
              <a:gdLst/>
              <a:ahLst/>
              <a:cxnLst/>
              <a:rect l="0" t="0" r="0" b="0"/>
              <a:pathLst>
                <a:path w="12787" h="13216">
                  <a:moveTo>
                    <a:pt x="7888" y="2733"/>
                  </a:moveTo>
                  <a:lnTo>
                    <a:pt x="9720" y="3541"/>
                  </a:lnTo>
                  <a:lnTo>
                    <a:pt x="10580" y="1578"/>
                  </a:lnTo>
                  <a:lnTo>
                    <a:pt x="11851" y="3233"/>
                  </a:lnTo>
                  <a:lnTo>
                    <a:pt x="9384" y="5774"/>
                  </a:lnTo>
                  <a:lnTo>
                    <a:pt x="8524" y="8472"/>
                  </a:lnTo>
                  <a:lnTo>
                    <a:pt x="9384" y="10283"/>
                  </a:lnTo>
                  <a:lnTo>
                    <a:pt x="12786" y="10862"/>
                  </a:lnTo>
                  <a:lnTo>
                    <a:pt x="11589" y="13215"/>
                  </a:lnTo>
                  <a:lnTo>
                    <a:pt x="0" y="11440"/>
                  </a:lnTo>
                  <a:lnTo>
                    <a:pt x="1907" y="9628"/>
                  </a:lnTo>
                  <a:lnTo>
                    <a:pt x="1870" y="4041"/>
                  </a:lnTo>
                  <a:lnTo>
                    <a:pt x="6655" y="0"/>
                  </a:lnTo>
                  <a:lnTo>
                    <a:pt x="7627" y="115"/>
                  </a:lnTo>
                  <a:lnTo>
                    <a:pt x="7477" y="107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oPE_MapPart_AUS_6_24" descr="Australien">
              <a:extLst>
                <a:ext uri="{FF2B5EF4-FFF2-40B4-BE49-F238E27FC236}">
                  <a16:creationId xmlns:a16="http://schemas.microsoft.com/office/drawing/2014/main" id="{FFFEDBA6-5519-0EAF-2E17-23139C452737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9273207" y="4922469"/>
              <a:ext cx="7964" cy="23894"/>
            </a:xfrm>
            <a:custGeom>
              <a:avLst/>
              <a:gdLst/>
              <a:ahLst/>
              <a:cxnLst/>
              <a:rect l="0" t="0" r="0" b="0"/>
              <a:pathLst>
                <a:path w="7964" h="23894">
                  <a:moveTo>
                    <a:pt x="2094" y="23270"/>
                  </a:moveTo>
                  <a:lnTo>
                    <a:pt x="1570" y="23893"/>
                  </a:lnTo>
                  <a:lnTo>
                    <a:pt x="635" y="22772"/>
                  </a:lnTo>
                  <a:lnTo>
                    <a:pt x="0" y="18667"/>
                  </a:lnTo>
                  <a:lnTo>
                    <a:pt x="1757" y="12955"/>
                  </a:lnTo>
                  <a:lnTo>
                    <a:pt x="1271" y="10433"/>
                  </a:lnTo>
                  <a:lnTo>
                    <a:pt x="5196" y="6139"/>
                  </a:lnTo>
                  <a:lnTo>
                    <a:pt x="5496" y="4243"/>
                  </a:lnTo>
                  <a:lnTo>
                    <a:pt x="3477" y="1771"/>
                  </a:lnTo>
                  <a:lnTo>
                    <a:pt x="5122" y="41"/>
                  </a:lnTo>
                  <a:lnTo>
                    <a:pt x="6355" y="0"/>
                  </a:lnTo>
                  <a:lnTo>
                    <a:pt x="6692" y="4078"/>
                  </a:lnTo>
                  <a:lnTo>
                    <a:pt x="7963" y="5521"/>
                  </a:lnTo>
                  <a:lnTo>
                    <a:pt x="2243" y="216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oPE_MapPart_AUS_7_25" descr="Australien">
              <a:extLst>
                <a:ext uri="{FF2B5EF4-FFF2-40B4-BE49-F238E27FC236}">
                  <a16:creationId xmlns:a16="http://schemas.microsoft.com/office/drawing/2014/main" id="{EB77E6E7-D70C-B38F-317F-60FD352AE1D9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9165016" y="5292384"/>
              <a:ext cx="11553" cy="14543"/>
            </a:xfrm>
            <a:custGeom>
              <a:avLst/>
              <a:gdLst/>
              <a:ahLst/>
              <a:cxnLst/>
              <a:rect l="0" t="0" r="0" b="0"/>
              <a:pathLst>
                <a:path w="11553" h="14543">
                  <a:moveTo>
                    <a:pt x="4823" y="875"/>
                  </a:moveTo>
                  <a:lnTo>
                    <a:pt x="8524" y="5745"/>
                  </a:lnTo>
                  <a:lnTo>
                    <a:pt x="10991" y="7013"/>
                  </a:lnTo>
                  <a:lnTo>
                    <a:pt x="10057" y="10138"/>
                  </a:lnTo>
                  <a:lnTo>
                    <a:pt x="11552" y="11311"/>
                  </a:lnTo>
                  <a:lnTo>
                    <a:pt x="11327" y="12143"/>
                  </a:lnTo>
                  <a:lnTo>
                    <a:pt x="7029" y="14542"/>
                  </a:lnTo>
                  <a:lnTo>
                    <a:pt x="2542" y="7793"/>
                  </a:lnTo>
                  <a:lnTo>
                    <a:pt x="2243" y="4867"/>
                  </a:lnTo>
                  <a:lnTo>
                    <a:pt x="0" y="3893"/>
                  </a:lnTo>
                  <a:lnTo>
                    <a:pt x="343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oPE_MapPart_AUS_8_26" descr="Australien">
              <a:extLst>
                <a:ext uri="{FF2B5EF4-FFF2-40B4-BE49-F238E27FC236}">
                  <a16:creationId xmlns:a16="http://schemas.microsoft.com/office/drawing/2014/main" id="{D0F625FF-5E8F-88CC-9922-8173A74EA744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8796889" y="4628943"/>
              <a:ext cx="11703" cy="10572"/>
            </a:xfrm>
            <a:custGeom>
              <a:avLst/>
              <a:gdLst/>
              <a:ahLst/>
              <a:cxnLst/>
              <a:rect l="0" t="0" r="0" b="0"/>
              <a:pathLst>
                <a:path w="11703" h="10572">
                  <a:moveTo>
                    <a:pt x="8636" y="7249"/>
                  </a:moveTo>
                  <a:lnTo>
                    <a:pt x="11141" y="8509"/>
                  </a:lnTo>
                  <a:lnTo>
                    <a:pt x="11702" y="10189"/>
                  </a:lnTo>
                  <a:lnTo>
                    <a:pt x="9534" y="10571"/>
                  </a:lnTo>
                  <a:lnTo>
                    <a:pt x="5720" y="9234"/>
                  </a:lnTo>
                  <a:lnTo>
                    <a:pt x="711" y="10380"/>
                  </a:lnTo>
                  <a:lnTo>
                    <a:pt x="0" y="9578"/>
                  </a:lnTo>
                  <a:lnTo>
                    <a:pt x="599" y="7287"/>
                  </a:lnTo>
                  <a:lnTo>
                    <a:pt x="1982" y="7631"/>
                  </a:lnTo>
                  <a:lnTo>
                    <a:pt x="3216" y="6829"/>
                  </a:lnTo>
                  <a:lnTo>
                    <a:pt x="2281" y="2975"/>
                  </a:lnTo>
                  <a:lnTo>
                    <a:pt x="5234" y="0"/>
                  </a:lnTo>
                  <a:lnTo>
                    <a:pt x="6169" y="0"/>
                  </a:lnTo>
                  <a:lnTo>
                    <a:pt x="8113" y="54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oPE_MapPart_AUS_9_27" descr="Australien">
              <a:extLst>
                <a:ext uri="{FF2B5EF4-FFF2-40B4-BE49-F238E27FC236}">
                  <a16:creationId xmlns:a16="http://schemas.microsoft.com/office/drawing/2014/main" id="{9817BC03-1454-01C9-83AD-8C4449343680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9083405" y="5288548"/>
              <a:ext cx="6282" cy="14512"/>
            </a:xfrm>
            <a:custGeom>
              <a:avLst/>
              <a:gdLst/>
              <a:ahLst/>
              <a:cxnLst/>
              <a:rect l="0" t="0" r="0" b="0"/>
              <a:pathLst>
                <a:path w="6282" h="14512">
                  <a:moveTo>
                    <a:pt x="1870" y="14414"/>
                  </a:moveTo>
                  <a:lnTo>
                    <a:pt x="1271" y="14511"/>
                  </a:lnTo>
                  <a:lnTo>
                    <a:pt x="0" y="8654"/>
                  </a:lnTo>
                  <a:lnTo>
                    <a:pt x="486" y="4176"/>
                  </a:lnTo>
                  <a:lnTo>
                    <a:pt x="2094" y="1990"/>
                  </a:lnTo>
                  <a:lnTo>
                    <a:pt x="2319" y="0"/>
                  </a:lnTo>
                  <a:lnTo>
                    <a:pt x="5272" y="1455"/>
                  </a:lnTo>
                  <a:lnTo>
                    <a:pt x="5870" y="5440"/>
                  </a:lnTo>
                  <a:lnTo>
                    <a:pt x="6281" y="10019"/>
                  </a:lnTo>
                  <a:lnTo>
                    <a:pt x="4075" y="133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oPE_MapPart_AUS_10_28" descr="Australien">
              <a:extLst>
                <a:ext uri="{FF2B5EF4-FFF2-40B4-BE49-F238E27FC236}">
                  <a16:creationId xmlns:a16="http://schemas.microsoft.com/office/drawing/2014/main" id="{3B63B407-4B9C-25F7-0E05-341FB57797DF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986243" y="4737186"/>
              <a:ext cx="11179" cy="7529"/>
            </a:xfrm>
            <a:custGeom>
              <a:avLst/>
              <a:gdLst/>
              <a:ahLst/>
              <a:cxnLst/>
              <a:rect l="0" t="0" r="0" b="0"/>
              <a:pathLst>
                <a:path w="11179" h="7529">
                  <a:moveTo>
                    <a:pt x="7215" y="3859"/>
                  </a:moveTo>
                  <a:lnTo>
                    <a:pt x="5607" y="5772"/>
                  </a:lnTo>
                  <a:lnTo>
                    <a:pt x="0" y="7528"/>
                  </a:lnTo>
                  <a:lnTo>
                    <a:pt x="74" y="5030"/>
                  </a:lnTo>
                  <a:lnTo>
                    <a:pt x="2766" y="1559"/>
                  </a:lnTo>
                  <a:lnTo>
                    <a:pt x="8897" y="0"/>
                  </a:lnTo>
                  <a:lnTo>
                    <a:pt x="11178" y="2612"/>
                  </a:lnTo>
                  <a:lnTo>
                    <a:pt x="8299" y="292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oPE_MapPart_AUS_11_29" descr="Australien">
              <a:extLst>
                <a:ext uri="{FF2B5EF4-FFF2-40B4-BE49-F238E27FC236}">
                  <a16:creationId xmlns:a16="http://schemas.microsoft.com/office/drawing/2014/main" id="{F495E7E9-9F16-EE0A-B6AB-9EF517FE4354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8441026" y="4940431"/>
              <a:ext cx="5683" cy="13248"/>
            </a:xfrm>
            <a:custGeom>
              <a:avLst/>
              <a:gdLst/>
              <a:ahLst/>
              <a:cxnLst/>
              <a:rect l="0" t="0" r="0" b="0"/>
              <a:pathLst>
                <a:path w="5683" h="13248">
                  <a:moveTo>
                    <a:pt x="5682" y="12290"/>
                  </a:moveTo>
                  <a:lnTo>
                    <a:pt x="5158" y="13247"/>
                  </a:lnTo>
                  <a:lnTo>
                    <a:pt x="1158" y="6055"/>
                  </a:lnTo>
                  <a:lnTo>
                    <a:pt x="0" y="1119"/>
                  </a:lnTo>
                  <a:lnTo>
                    <a:pt x="1532" y="0"/>
                  </a:lnTo>
                  <a:lnTo>
                    <a:pt x="4972" y="104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oPE_MapPart_AUS_12_30" descr="Australien">
              <a:extLst>
                <a:ext uri="{FF2B5EF4-FFF2-40B4-BE49-F238E27FC236}">
                  <a16:creationId xmlns:a16="http://schemas.microsoft.com/office/drawing/2014/main" id="{B6B7D232-F27D-854C-2F67-86B5497B2F1D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170250" y="5308151"/>
              <a:ext cx="9459" cy="5155"/>
            </a:xfrm>
            <a:custGeom>
              <a:avLst/>
              <a:gdLst/>
              <a:ahLst/>
              <a:cxnLst/>
              <a:rect l="0" t="0" r="0" b="0"/>
              <a:pathLst>
                <a:path w="9459" h="5155">
                  <a:moveTo>
                    <a:pt x="6356" y="0"/>
                  </a:moveTo>
                  <a:lnTo>
                    <a:pt x="9458" y="3385"/>
                  </a:lnTo>
                  <a:lnTo>
                    <a:pt x="8001" y="4909"/>
                  </a:lnTo>
                  <a:lnTo>
                    <a:pt x="6916" y="5154"/>
                  </a:lnTo>
                  <a:lnTo>
                    <a:pt x="6243" y="3484"/>
                  </a:lnTo>
                  <a:lnTo>
                    <a:pt x="1720" y="3926"/>
                  </a:lnTo>
                  <a:lnTo>
                    <a:pt x="0" y="2649"/>
                  </a:lnTo>
                  <a:lnTo>
                    <a:pt x="823" y="1324"/>
                  </a:lnTo>
                  <a:lnTo>
                    <a:pt x="3701" y="137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oPE_MapPart_AUS_13_31" descr="Australien">
              <a:extLst>
                <a:ext uri="{FF2B5EF4-FFF2-40B4-BE49-F238E27FC236}">
                  <a16:creationId xmlns:a16="http://schemas.microsoft.com/office/drawing/2014/main" id="{37E63484-6BE4-0919-26D5-3D0CEC45C504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9232832" y="4893432"/>
              <a:ext cx="5459" cy="7140"/>
            </a:xfrm>
            <a:custGeom>
              <a:avLst/>
              <a:gdLst/>
              <a:ahLst/>
              <a:cxnLst/>
              <a:rect l="0" t="0" r="0" b="0"/>
              <a:pathLst>
                <a:path w="5459" h="7140">
                  <a:moveTo>
                    <a:pt x="2355" y="651"/>
                  </a:moveTo>
                  <a:lnTo>
                    <a:pt x="4299" y="1548"/>
                  </a:lnTo>
                  <a:lnTo>
                    <a:pt x="4075" y="3016"/>
                  </a:lnTo>
                  <a:lnTo>
                    <a:pt x="5458" y="5874"/>
                  </a:lnTo>
                  <a:lnTo>
                    <a:pt x="4262" y="7139"/>
                  </a:lnTo>
                  <a:lnTo>
                    <a:pt x="0" y="1548"/>
                  </a:lnTo>
                  <a:lnTo>
                    <a:pt x="56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oPE_MapPart_AUS_14_32" descr="Australien">
              <a:extLst>
                <a:ext uri="{FF2B5EF4-FFF2-40B4-BE49-F238E27FC236}">
                  <a16:creationId xmlns:a16="http://schemas.microsoft.com/office/drawing/2014/main" id="{B86F76E4-0553-1C22-C06D-F23BF92930D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9151258" y="5390962"/>
              <a:ext cx="5198" cy="6328"/>
            </a:xfrm>
            <a:custGeom>
              <a:avLst/>
              <a:gdLst/>
              <a:ahLst/>
              <a:cxnLst/>
              <a:rect l="0" t="0" r="0" b="0"/>
              <a:pathLst>
                <a:path w="5198" h="6328">
                  <a:moveTo>
                    <a:pt x="5197" y="3341"/>
                  </a:moveTo>
                  <a:lnTo>
                    <a:pt x="4225" y="6327"/>
                  </a:lnTo>
                  <a:lnTo>
                    <a:pt x="1010" y="6327"/>
                  </a:lnTo>
                  <a:lnTo>
                    <a:pt x="0" y="4319"/>
                  </a:lnTo>
                  <a:lnTo>
                    <a:pt x="1197" y="4319"/>
                  </a:lnTo>
                  <a:lnTo>
                    <a:pt x="3702" y="0"/>
                  </a:lnTo>
                  <a:lnTo>
                    <a:pt x="4935" y="19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oPE_MapPart_AUS_15_33" descr="Australien">
              <a:extLst>
                <a:ext uri="{FF2B5EF4-FFF2-40B4-BE49-F238E27FC236}">
                  <a16:creationId xmlns:a16="http://schemas.microsoft.com/office/drawing/2014/main" id="{8D95DC13-3999-ED02-7C8E-61DEF886591E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130361" y="4777012"/>
              <a:ext cx="5048" cy="5673"/>
            </a:xfrm>
            <a:custGeom>
              <a:avLst/>
              <a:gdLst/>
              <a:ahLst/>
              <a:cxnLst/>
              <a:rect l="0" t="0" r="0" b="0"/>
              <a:pathLst>
                <a:path w="5048" h="5673">
                  <a:moveTo>
                    <a:pt x="3738" y="118"/>
                  </a:moveTo>
                  <a:lnTo>
                    <a:pt x="5047" y="3819"/>
                  </a:lnTo>
                  <a:lnTo>
                    <a:pt x="4149" y="5672"/>
                  </a:lnTo>
                  <a:lnTo>
                    <a:pt x="0" y="590"/>
                  </a:lnTo>
                  <a:lnTo>
                    <a:pt x="314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oPE_MapPart_AUS_16_34" descr="Australien">
              <a:extLst>
                <a:ext uri="{FF2B5EF4-FFF2-40B4-BE49-F238E27FC236}">
                  <a16:creationId xmlns:a16="http://schemas.microsoft.com/office/drawing/2014/main" id="{F3DB42A5-7732-D416-84EF-14FE45C7C939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8847583" y="4621170"/>
              <a:ext cx="3030" cy="7049"/>
            </a:xfrm>
            <a:custGeom>
              <a:avLst/>
              <a:gdLst/>
              <a:ahLst/>
              <a:cxnLst/>
              <a:rect l="0" t="0" r="0" b="0"/>
              <a:pathLst>
                <a:path w="3030" h="7049">
                  <a:moveTo>
                    <a:pt x="2281" y="7048"/>
                  </a:moveTo>
                  <a:lnTo>
                    <a:pt x="224" y="4114"/>
                  </a:lnTo>
                  <a:lnTo>
                    <a:pt x="0" y="1447"/>
                  </a:lnTo>
                  <a:lnTo>
                    <a:pt x="1981" y="0"/>
                  </a:lnTo>
                  <a:lnTo>
                    <a:pt x="3029" y="42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oPE_MapPart_IOA_1_35" descr="Australische Territorien im Indischen Ozean">
              <a:extLst>
                <a:ext uri="{FF2B5EF4-FFF2-40B4-BE49-F238E27FC236}">
                  <a16:creationId xmlns:a16="http://schemas.microsoft.com/office/drawing/2014/main" id="{81612989-CA61-4394-6583-3ABF0D56C9FB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8288908" y="4609794"/>
              <a:ext cx="2916" cy="2815"/>
            </a:xfrm>
            <a:custGeom>
              <a:avLst/>
              <a:gdLst/>
              <a:ahLst/>
              <a:cxnLst/>
              <a:rect l="0" t="0" r="0" b="0"/>
              <a:pathLst>
                <a:path w="2916" h="2815">
                  <a:moveTo>
                    <a:pt x="2915" y="1292"/>
                  </a:moveTo>
                  <a:lnTo>
                    <a:pt x="2318" y="2814"/>
                  </a:lnTo>
                  <a:lnTo>
                    <a:pt x="0" y="1711"/>
                  </a:lnTo>
                  <a:lnTo>
                    <a:pt x="223" y="608"/>
                  </a:lnTo>
                  <a:lnTo>
                    <a:pt x="250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oPE_MapPart_IOA_2_36" descr="Australische Territorien im Indischen Ozean">
              <a:extLst>
                <a:ext uri="{FF2B5EF4-FFF2-40B4-BE49-F238E27FC236}">
                  <a16:creationId xmlns:a16="http://schemas.microsoft.com/office/drawing/2014/main" id="{45691657-B320-4A63-A963-90CDB54A9FAF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8107144" y="4645705"/>
              <a:ext cx="860" cy="1301"/>
            </a:xfrm>
            <a:custGeom>
              <a:avLst/>
              <a:gdLst/>
              <a:ahLst/>
              <a:cxnLst/>
              <a:rect l="0" t="0" r="0" b="0"/>
              <a:pathLst>
                <a:path w="860" h="1301">
                  <a:moveTo>
                    <a:pt x="149" y="1186"/>
                  </a:moveTo>
                  <a:lnTo>
                    <a:pt x="859" y="1300"/>
                  </a:lnTo>
                  <a:lnTo>
                    <a:pt x="36" y="1109"/>
                  </a:lnTo>
                  <a:lnTo>
                    <a:pt x="0" y="0"/>
                  </a:lnTo>
                  <a:lnTo>
                    <a:pt x="74" y="9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oPE_MapPart_IOA_3_37" descr="Australische Territorien im Indischen Ozean">
              <a:extLst>
                <a:ext uri="{FF2B5EF4-FFF2-40B4-BE49-F238E27FC236}">
                  <a16:creationId xmlns:a16="http://schemas.microsoft.com/office/drawing/2014/main" id="{730DC7B9-8617-B7BC-37A4-71B34DA39A0D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8108489" y="4647158"/>
              <a:ext cx="412" cy="116"/>
            </a:xfrm>
            <a:custGeom>
              <a:avLst/>
              <a:gdLst/>
              <a:ahLst/>
              <a:cxnLst/>
              <a:rect l="0" t="0" r="0" b="0"/>
              <a:pathLst>
                <a:path w="412" h="116">
                  <a:moveTo>
                    <a:pt x="411" y="0"/>
                  </a:moveTo>
                  <a:lnTo>
                    <a:pt x="187" y="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oPE_MapPart_AUT_1_38" descr="Österreich">
              <a:extLst>
                <a:ext uri="{FF2B5EF4-FFF2-40B4-BE49-F238E27FC236}">
                  <a16:creationId xmlns:a16="http://schemas.microsoft.com/office/drawing/2014/main" id="{229D69B7-DF9C-3D80-55E7-26A40911C2DC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6293802" y="3221178"/>
              <a:ext cx="158325" cy="80293"/>
            </a:xfrm>
            <a:custGeom>
              <a:avLst/>
              <a:gdLst/>
              <a:ahLst/>
              <a:cxnLst/>
              <a:rect l="0" t="0" r="0" b="0"/>
              <a:pathLst>
                <a:path w="158325" h="80293">
                  <a:moveTo>
                    <a:pt x="75" y="53841"/>
                  </a:moveTo>
                  <a:lnTo>
                    <a:pt x="2131" y="47824"/>
                  </a:lnTo>
                  <a:lnTo>
                    <a:pt x="0" y="46109"/>
                  </a:lnTo>
                  <a:lnTo>
                    <a:pt x="4673" y="44503"/>
                  </a:lnTo>
                  <a:lnTo>
                    <a:pt x="9309" y="46662"/>
                  </a:lnTo>
                  <a:lnTo>
                    <a:pt x="11141" y="48377"/>
                  </a:lnTo>
                  <a:lnTo>
                    <a:pt x="11253" y="50090"/>
                  </a:lnTo>
                  <a:lnTo>
                    <a:pt x="14056" y="51028"/>
                  </a:lnTo>
                  <a:lnTo>
                    <a:pt x="13683" y="53621"/>
                  </a:lnTo>
                  <a:lnTo>
                    <a:pt x="17571" y="50973"/>
                  </a:lnTo>
                  <a:lnTo>
                    <a:pt x="19029" y="45223"/>
                  </a:lnTo>
                  <a:lnTo>
                    <a:pt x="28038" y="46219"/>
                  </a:lnTo>
                  <a:lnTo>
                    <a:pt x="30244" y="49980"/>
                  </a:lnTo>
                  <a:lnTo>
                    <a:pt x="31515" y="50090"/>
                  </a:lnTo>
                  <a:lnTo>
                    <a:pt x="36861" y="49151"/>
                  </a:lnTo>
                  <a:lnTo>
                    <a:pt x="45534" y="44281"/>
                  </a:lnTo>
                  <a:lnTo>
                    <a:pt x="55292" y="43172"/>
                  </a:lnTo>
                  <a:lnTo>
                    <a:pt x="55778" y="40119"/>
                  </a:lnTo>
                  <a:lnTo>
                    <a:pt x="61460" y="42617"/>
                  </a:lnTo>
                  <a:lnTo>
                    <a:pt x="65685" y="41618"/>
                  </a:lnTo>
                  <a:lnTo>
                    <a:pt x="67442" y="42562"/>
                  </a:lnTo>
                  <a:lnTo>
                    <a:pt x="68227" y="45555"/>
                  </a:lnTo>
                  <a:lnTo>
                    <a:pt x="72489" y="47492"/>
                  </a:lnTo>
                  <a:lnTo>
                    <a:pt x="73311" y="42062"/>
                  </a:lnTo>
                  <a:lnTo>
                    <a:pt x="72900" y="40730"/>
                  </a:lnTo>
                  <a:lnTo>
                    <a:pt x="70059" y="40008"/>
                  </a:lnTo>
                  <a:lnTo>
                    <a:pt x="71255" y="37338"/>
                  </a:lnTo>
                  <a:lnTo>
                    <a:pt x="71218" y="34776"/>
                  </a:lnTo>
                  <a:lnTo>
                    <a:pt x="67217" y="29023"/>
                  </a:lnTo>
                  <a:lnTo>
                    <a:pt x="68339" y="26391"/>
                  </a:lnTo>
                  <a:lnTo>
                    <a:pt x="79966" y="20157"/>
                  </a:lnTo>
                  <a:lnTo>
                    <a:pt x="82321" y="13222"/>
                  </a:lnTo>
                  <a:lnTo>
                    <a:pt x="86209" y="15086"/>
                  </a:lnTo>
                  <a:lnTo>
                    <a:pt x="87218" y="14465"/>
                  </a:lnTo>
                  <a:lnTo>
                    <a:pt x="88527" y="13052"/>
                  </a:lnTo>
                  <a:lnTo>
                    <a:pt x="89125" y="7390"/>
                  </a:lnTo>
                  <a:lnTo>
                    <a:pt x="92752" y="9771"/>
                  </a:lnTo>
                  <a:lnTo>
                    <a:pt x="93985" y="12600"/>
                  </a:lnTo>
                  <a:lnTo>
                    <a:pt x="107331" y="12657"/>
                  </a:lnTo>
                  <a:lnTo>
                    <a:pt x="107630" y="10394"/>
                  </a:lnTo>
                  <a:lnTo>
                    <a:pt x="110023" y="7164"/>
                  </a:lnTo>
                  <a:lnTo>
                    <a:pt x="112117" y="7277"/>
                  </a:lnTo>
                  <a:lnTo>
                    <a:pt x="113612" y="0"/>
                  </a:lnTo>
                  <a:lnTo>
                    <a:pt x="117088" y="1765"/>
                  </a:lnTo>
                  <a:lnTo>
                    <a:pt x="120192" y="854"/>
                  </a:lnTo>
                  <a:lnTo>
                    <a:pt x="128304" y="4438"/>
                  </a:lnTo>
                  <a:lnTo>
                    <a:pt x="130883" y="4325"/>
                  </a:lnTo>
                  <a:lnTo>
                    <a:pt x="135706" y="7788"/>
                  </a:lnTo>
                  <a:lnTo>
                    <a:pt x="142136" y="8298"/>
                  </a:lnTo>
                  <a:lnTo>
                    <a:pt x="145800" y="6483"/>
                  </a:lnTo>
                  <a:lnTo>
                    <a:pt x="152866" y="9374"/>
                  </a:lnTo>
                  <a:lnTo>
                    <a:pt x="154286" y="12713"/>
                  </a:lnTo>
                  <a:lnTo>
                    <a:pt x="152492" y="19313"/>
                  </a:lnTo>
                  <a:lnTo>
                    <a:pt x="157053" y="30141"/>
                  </a:lnTo>
                  <a:lnTo>
                    <a:pt x="158324" y="31203"/>
                  </a:lnTo>
                  <a:lnTo>
                    <a:pt x="155894" y="36447"/>
                  </a:lnTo>
                  <a:lnTo>
                    <a:pt x="156641" y="40452"/>
                  </a:lnTo>
                  <a:lnTo>
                    <a:pt x="150847" y="41341"/>
                  </a:lnTo>
                  <a:lnTo>
                    <a:pt x="146772" y="39118"/>
                  </a:lnTo>
                  <a:lnTo>
                    <a:pt x="143258" y="41452"/>
                  </a:lnTo>
                  <a:lnTo>
                    <a:pt x="147782" y="43505"/>
                  </a:lnTo>
                  <a:lnTo>
                    <a:pt x="148567" y="45721"/>
                  </a:lnTo>
                  <a:lnTo>
                    <a:pt x="147445" y="48433"/>
                  </a:lnTo>
                  <a:lnTo>
                    <a:pt x="143706" y="49925"/>
                  </a:lnTo>
                  <a:lnTo>
                    <a:pt x="144118" y="53786"/>
                  </a:lnTo>
                  <a:lnTo>
                    <a:pt x="143146" y="55328"/>
                  </a:lnTo>
                  <a:lnTo>
                    <a:pt x="143595" y="57693"/>
                  </a:lnTo>
                  <a:lnTo>
                    <a:pt x="144753" y="58407"/>
                  </a:lnTo>
                  <a:lnTo>
                    <a:pt x="143931" y="61920"/>
                  </a:lnTo>
                  <a:lnTo>
                    <a:pt x="139744" y="62961"/>
                  </a:lnTo>
                  <a:lnTo>
                    <a:pt x="135295" y="66847"/>
                  </a:lnTo>
                  <a:lnTo>
                    <a:pt x="134024" y="68158"/>
                  </a:lnTo>
                  <a:lnTo>
                    <a:pt x="133613" y="71922"/>
                  </a:lnTo>
                  <a:lnTo>
                    <a:pt x="129650" y="70886"/>
                  </a:lnTo>
                  <a:lnTo>
                    <a:pt x="122846" y="73393"/>
                  </a:lnTo>
                  <a:lnTo>
                    <a:pt x="111518" y="74100"/>
                  </a:lnTo>
                  <a:lnTo>
                    <a:pt x="104378" y="80292"/>
                  </a:lnTo>
                  <a:lnTo>
                    <a:pt x="61386" y="72085"/>
                  </a:lnTo>
                  <a:lnTo>
                    <a:pt x="59479" y="71159"/>
                  </a:lnTo>
                  <a:lnTo>
                    <a:pt x="54619" y="64111"/>
                  </a:lnTo>
                  <a:lnTo>
                    <a:pt x="54133" y="62578"/>
                  </a:lnTo>
                  <a:lnTo>
                    <a:pt x="55591" y="60274"/>
                  </a:lnTo>
                  <a:lnTo>
                    <a:pt x="54955" y="59616"/>
                  </a:lnTo>
                  <a:lnTo>
                    <a:pt x="46768" y="62578"/>
                  </a:lnTo>
                  <a:lnTo>
                    <a:pt x="35740" y="62852"/>
                  </a:lnTo>
                  <a:lnTo>
                    <a:pt x="33422" y="64057"/>
                  </a:lnTo>
                  <a:lnTo>
                    <a:pt x="30506" y="68922"/>
                  </a:lnTo>
                  <a:lnTo>
                    <a:pt x="19851" y="66519"/>
                  </a:lnTo>
                  <a:lnTo>
                    <a:pt x="18505" y="63235"/>
                  </a:lnTo>
                  <a:lnTo>
                    <a:pt x="17160" y="62578"/>
                  </a:lnTo>
                  <a:lnTo>
                    <a:pt x="12674" y="66628"/>
                  </a:lnTo>
                  <a:lnTo>
                    <a:pt x="7365" y="64057"/>
                  </a:lnTo>
                  <a:lnTo>
                    <a:pt x="6692" y="61920"/>
                  </a:lnTo>
                  <a:lnTo>
                    <a:pt x="1159" y="60384"/>
                  </a:lnTo>
                  <a:lnTo>
                    <a:pt x="1795" y="58847"/>
                  </a:lnTo>
                  <a:lnTo>
                    <a:pt x="261" y="543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oPE_MapPart_AZE_1_39" descr="Aserbaidschan">
              <a:extLst>
                <a:ext uri="{FF2B5EF4-FFF2-40B4-BE49-F238E27FC236}">
                  <a16:creationId xmlns:a16="http://schemas.microsoft.com/office/drawing/2014/main" id="{90A8CE8C-8D01-7D3A-6A20-BD7FF5E7D18A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025793" y="3490433"/>
              <a:ext cx="27965" cy="23826"/>
            </a:xfrm>
            <a:custGeom>
              <a:avLst/>
              <a:gdLst/>
              <a:ahLst/>
              <a:cxnLst/>
              <a:rect l="0" t="0" r="0" b="0"/>
              <a:pathLst>
                <a:path w="27965" h="23826">
                  <a:moveTo>
                    <a:pt x="1009" y="3110"/>
                  </a:moveTo>
                  <a:lnTo>
                    <a:pt x="0" y="1653"/>
                  </a:lnTo>
                  <a:lnTo>
                    <a:pt x="5496" y="0"/>
                  </a:lnTo>
                  <a:lnTo>
                    <a:pt x="7403" y="1847"/>
                  </a:lnTo>
                  <a:lnTo>
                    <a:pt x="8412" y="5245"/>
                  </a:lnTo>
                  <a:lnTo>
                    <a:pt x="10057" y="4615"/>
                  </a:lnTo>
                  <a:lnTo>
                    <a:pt x="14318" y="7329"/>
                  </a:lnTo>
                  <a:lnTo>
                    <a:pt x="19103" y="5439"/>
                  </a:lnTo>
                  <a:lnTo>
                    <a:pt x="21123" y="5924"/>
                  </a:lnTo>
                  <a:lnTo>
                    <a:pt x="20748" y="10427"/>
                  </a:lnTo>
                  <a:lnTo>
                    <a:pt x="25122" y="14051"/>
                  </a:lnTo>
                  <a:lnTo>
                    <a:pt x="24599" y="15788"/>
                  </a:lnTo>
                  <a:lnTo>
                    <a:pt x="27964" y="23825"/>
                  </a:lnTo>
                  <a:lnTo>
                    <a:pt x="14767" y="20412"/>
                  </a:lnTo>
                  <a:lnTo>
                    <a:pt x="7739" y="13762"/>
                  </a:lnTo>
                  <a:lnTo>
                    <a:pt x="1458" y="36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oPE_MapPart_AZE_2_40" descr="Aserbaidschan">
              <a:extLst>
                <a:ext uri="{FF2B5EF4-FFF2-40B4-BE49-F238E27FC236}">
                  <a16:creationId xmlns:a16="http://schemas.microsoft.com/office/drawing/2014/main" id="{B3184A64-7F85-76D9-0AF7-330FD7D5152B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030653" y="3432075"/>
              <a:ext cx="111407" cy="94629"/>
            </a:xfrm>
            <a:custGeom>
              <a:avLst/>
              <a:gdLst/>
              <a:ahLst/>
              <a:cxnLst/>
              <a:rect l="0" t="0" r="0" b="0"/>
              <a:pathLst>
                <a:path w="111407" h="94629">
                  <a:moveTo>
                    <a:pt x="80302" y="93960"/>
                  </a:moveTo>
                  <a:lnTo>
                    <a:pt x="74583" y="94628"/>
                  </a:lnTo>
                  <a:lnTo>
                    <a:pt x="70956" y="89947"/>
                  </a:lnTo>
                  <a:lnTo>
                    <a:pt x="68600" y="89229"/>
                  </a:lnTo>
                  <a:lnTo>
                    <a:pt x="62208" y="82855"/>
                  </a:lnTo>
                  <a:lnTo>
                    <a:pt x="63292" y="80645"/>
                  </a:lnTo>
                  <a:lnTo>
                    <a:pt x="68339" y="78434"/>
                  </a:lnTo>
                  <a:lnTo>
                    <a:pt x="67965" y="76267"/>
                  </a:lnTo>
                  <a:lnTo>
                    <a:pt x="64863" y="74339"/>
                  </a:lnTo>
                  <a:lnTo>
                    <a:pt x="64450" y="72458"/>
                  </a:lnTo>
                  <a:lnTo>
                    <a:pt x="65087" y="70574"/>
                  </a:lnTo>
                  <a:lnTo>
                    <a:pt x="68975" y="68253"/>
                  </a:lnTo>
                  <a:lnTo>
                    <a:pt x="62170" y="60545"/>
                  </a:lnTo>
                  <a:lnTo>
                    <a:pt x="57535" y="61516"/>
                  </a:lnTo>
                  <a:lnTo>
                    <a:pt x="51404" y="65542"/>
                  </a:lnTo>
                  <a:lnTo>
                    <a:pt x="41273" y="74098"/>
                  </a:lnTo>
                  <a:lnTo>
                    <a:pt x="38432" y="74966"/>
                  </a:lnTo>
                  <a:lnTo>
                    <a:pt x="32263" y="81462"/>
                  </a:lnTo>
                  <a:lnTo>
                    <a:pt x="30918" y="81414"/>
                  </a:lnTo>
                  <a:lnTo>
                    <a:pt x="30918" y="77086"/>
                  </a:lnTo>
                  <a:lnTo>
                    <a:pt x="29048" y="73809"/>
                  </a:lnTo>
                  <a:lnTo>
                    <a:pt x="32862" y="72940"/>
                  </a:lnTo>
                  <a:lnTo>
                    <a:pt x="28301" y="68156"/>
                  </a:lnTo>
                  <a:lnTo>
                    <a:pt x="30656" y="66172"/>
                  </a:lnTo>
                  <a:lnTo>
                    <a:pt x="30730" y="64040"/>
                  </a:lnTo>
                  <a:lnTo>
                    <a:pt x="27403" y="62342"/>
                  </a:lnTo>
                  <a:lnTo>
                    <a:pt x="24936" y="62973"/>
                  </a:lnTo>
                  <a:lnTo>
                    <a:pt x="16374" y="55242"/>
                  </a:lnTo>
                  <a:lnTo>
                    <a:pt x="12001" y="52610"/>
                  </a:lnTo>
                  <a:lnTo>
                    <a:pt x="13047" y="51634"/>
                  </a:lnTo>
                  <a:lnTo>
                    <a:pt x="18355" y="51341"/>
                  </a:lnTo>
                  <a:lnTo>
                    <a:pt x="20000" y="45669"/>
                  </a:lnTo>
                  <a:lnTo>
                    <a:pt x="11776" y="40667"/>
                  </a:lnTo>
                  <a:lnTo>
                    <a:pt x="9384" y="37523"/>
                  </a:lnTo>
                  <a:lnTo>
                    <a:pt x="7851" y="33682"/>
                  </a:lnTo>
                  <a:lnTo>
                    <a:pt x="12001" y="30080"/>
                  </a:lnTo>
                  <a:lnTo>
                    <a:pt x="12150" y="28894"/>
                  </a:lnTo>
                  <a:lnTo>
                    <a:pt x="8673" y="25085"/>
                  </a:lnTo>
                  <a:lnTo>
                    <a:pt x="1421" y="22607"/>
                  </a:lnTo>
                  <a:lnTo>
                    <a:pt x="3888" y="20622"/>
                  </a:lnTo>
                  <a:lnTo>
                    <a:pt x="0" y="16695"/>
                  </a:lnTo>
                  <a:lnTo>
                    <a:pt x="5795" y="12262"/>
                  </a:lnTo>
                  <a:lnTo>
                    <a:pt x="14842" y="15401"/>
                  </a:lnTo>
                  <a:lnTo>
                    <a:pt x="14430" y="16745"/>
                  </a:lnTo>
                  <a:lnTo>
                    <a:pt x="16411" y="18536"/>
                  </a:lnTo>
                  <a:lnTo>
                    <a:pt x="21384" y="20076"/>
                  </a:lnTo>
                  <a:lnTo>
                    <a:pt x="24262" y="19231"/>
                  </a:lnTo>
                  <a:lnTo>
                    <a:pt x="29683" y="22557"/>
                  </a:lnTo>
                  <a:lnTo>
                    <a:pt x="31814" y="22260"/>
                  </a:lnTo>
                  <a:lnTo>
                    <a:pt x="33758" y="20324"/>
                  </a:lnTo>
                  <a:lnTo>
                    <a:pt x="34692" y="16795"/>
                  </a:lnTo>
                  <a:lnTo>
                    <a:pt x="27067" y="10665"/>
                  </a:lnTo>
                  <a:lnTo>
                    <a:pt x="24524" y="6517"/>
                  </a:lnTo>
                  <a:lnTo>
                    <a:pt x="24936" y="4314"/>
                  </a:lnTo>
                  <a:lnTo>
                    <a:pt x="27029" y="3763"/>
                  </a:lnTo>
                  <a:lnTo>
                    <a:pt x="29646" y="0"/>
                  </a:lnTo>
                  <a:lnTo>
                    <a:pt x="31890" y="603"/>
                  </a:lnTo>
                  <a:lnTo>
                    <a:pt x="32600" y="2560"/>
                  </a:lnTo>
                  <a:lnTo>
                    <a:pt x="36300" y="2208"/>
                  </a:lnTo>
                  <a:lnTo>
                    <a:pt x="44450" y="10465"/>
                  </a:lnTo>
                  <a:lnTo>
                    <a:pt x="48113" y="16894"/>
                  </a:lnTo>
                  <a:lnTo>
                    <a:pt x="57946" y="19231"/>
                  </a:lnTo>
                  <a:lnTo>
                    <a:pt x="59404" y="18834"/>
                  </a:lnTo>
                  <a:lnTo>
                    <a:pt x="63442" y="12012"/>
                  </a:lnTo>
                  <a:lnTo>
                    <a:pt x="70395" y="8067"/>
                  </a:lnTo>
                  <a:lnTo>
                    <a:pt x="74171" y="1305"/>
                  </a:lnTo>
                  <a:lnTo>
                    <a:pt x="76078" y="2911"/>
                  </a:lnTo>
                  <a:lnTo>
                    <a:pt x="84079" y="14356"/>
                  </a:lnTo>
                  <a:lnTo>
                    <a:pt x="87742" y="23995"/>
                  </a:lnTo>
                  <a:lnTo>
                    <a:pt x="92527" y="30179"/>
                  </a:lnTo>
                  <a:lnTo>
                    <a:pt x="97948" y="35455"/>
                  </a:lnTo>
                  <a:lnTo>
                    <a:pt x="103630" y="36292"/>
                  </a:lnTo>
                  <a:lnTo>
                    <a:pt x="107593" y="38260"/>
                  </a:lnTo>
                  <a:lnTo>
                    <a:pt x="110172" y="40815"/>
                  </a:lnTo>
                  <a:lnTo>
                    <a:pt x="111406" y="44445"/>
                  </a:lnTo>
                  <a:lnTo>
                    <a:pt x="102135" y="43415"/>
                  </a:lnTo>
                  <a:lnTo>
                    <a:pt x="94471" y="46746"/>
                  </a:lnTo>
                  <a:lnTo>
                    <a:pt x="92939" y="49631"/>
                  </a:lnTo>
                  <a:lnTo>
                    <a:pt x="89760" y="62585"/>
                  </a:lnTo>
                  <a:lnTo>
                    <a:pt x="90583" y="69559"/>
                  </a:lnTo>
                  <a:lnTo>
                    <a:pt x="88640" y="71299"/>
                  </a:lnTo>
                  <a:lnTo>
                    <a:pt x="86471" y="78145"/>
                  </a:lnTo>
                  <a:lnTo>
                    <a:pt x="85536" y="78818"/>
                  </a:lnTo>
                  <a:lnTo>
                    <a:pt x="85349" y="76652"/>
                  </a:lnTo>
                  <a:lnTo>
                    <a:pt x="83330" y="75351"/>
                  </a:lnTo>
                  <a:lnTo>
                    <a:pt x="79928" y="838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oPE_MapPart_AZE_3_41" descr="Aserbaidschan">
              <a:extLst>
                <a:ext uri="{FF2B5EF4-FFF2-40B4-BE49-F238E27FC236}">
                  <a16:creationId xmlns:a16="http://schemas.microsoft.com/office/drawing/2014/main" id="{61D04F9E-3544-08DE-459A-6784608C157C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029830" y="3454583"/>
              <a:ext cx="1385" cy="1438"/>
            </a:xfrm>
            <a:custGeom>
              <a:avLst/>
              <a:gdLst/>
              <a:ahLst/>
              <a:cxnLst/>
              <a:rect l="0" t="0" r="0" b="0"/>
              <a:pathLst>
                <a:path w="1385" h="1438">
                  <a:moveTo>
                    <a:pt x="1272" y="1437"/>
                  </a:moveTo>
                  <a:lnTo>
                    <a:pt x="150" y="1437"/>
                  </a:lnTo>
                  <a:lnTo>
                    <a:pt x="0" y="0"/>
                  </a:lnTo>
                  <a:lnTo>
                    <a:pt x="1384" y="6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oPE_MapPart_BHR_1_42" descr="Bahrain">
              <a:extLst>
                <a:ext uri="{FF2B5EF4-FFF2-40B4-BE49-F238E27FC236}">
                  <a16:creationId xmlns:a16="http://schemas.microsoft.com/office/drawing/2014/main" id="{56E8359C-8B73-9C5D-AE76-197BCB89E905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134358" y="3819321"/>
              <a:ext cx="22433" cy="24964"/>
            </a:xfrm>
            <a:custGeom>
              <a:avLst/>
              <a:gdLst/>
              <a:ahLst/>
              <a:cxnLst/>
              <a:rect l="0" t="0" r="0" b="0"/>
              <a:pathLst>
                <a:path w="22433" h="24964">
                  <a:moveTo>
                    <a:pt x="0" y="0"/>
                  </a:moveTo>
                  <a:lnTo>
                    <a:pt x="22432" y="0"/>
                  </a:lnTo>
                  <a:lnTo>
                    <a:pt x="22432" y="24963"/>
                  </a:lnTo>
                  <a:lnTo>
                    <a:pt x="0" y="249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oPE_MapPart_BGD_1_43" descr="Bangladesch">
              <a:extLst>
                <a:ext uri="{FF2B5EF4-FFF2-40B4-BE49-F238E27FC236}">
                  <a16:creationId xmlns:a16="http://schemas.microsoft.com/office/drawing/2014/main" id="{D2F22E8B-42F4-A660-EFBC-CEDE335333C2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924183" y="3819154"/>
              <a:ext cx="95705" cy="131158"/>
            </a:xfrm>
            <a:custGeom>
              <a:avLst/>
              <a:gdLst/>
              <a:ahLst/>
              <a:cxnLst/>
              <a:rect l="0" t="0" r="0" b="0"/>
              <a:pathLst>
                <a:path w="95705" h="131158">
                  <a:moveTo>
                    <a:pt x="21346" y="102118"/>
                  </a:moveTo>
                  <a:lnTo>
                    <a:pt x="21309" y="98039"/>
                  </a:lnTo>
                  <a:lnTo>
                    <a:pt x="18617" y="90031"/>
                  </a:lnTo>
                  <a:lnTo>
                    <a:pt x="17159" y="80822"/>
                  </a:lnTo>
                  <a:lnTo>
                    <a:pt x="18805" y="77530"/>
                  </a:lnTo>
                  <a:lnTo>
                    <a:pt x="14543" y="75984"/>
                  </a:lnTo>
                  <a:lnTo>
                    <a:pt x="14880" y="71872"/>
                  </a:lnTo>
                  <a:lnTo>
                    <a:pt x="11291" y="66488"/>
                  </a:lnTo>
                  <a:lnTo>
                    <a:pt x="14056" y="59009"/>
                  </a:lnTo>
                  <a:lnTo>
                    <a:pt x="14543" y="52823"/>
                  </a:lnTo>
                  <a:lnTo>
                    <a:pt x="7739" y="50197"/>
                  </a:lnTo>
                  <a:lnTo>
                    <a:pt x="5458" y="48144"/>
                  </a:lnTo>
                  <a:lnTo>
                    <a:pt x="2542" y="48021"/>
                  </a:lnTo>
                  <a:lnTo>
                    <a:pt x="0" y="44774"/>
                  </a:lnTo>
                  <a:lnTo>
                    <a:pt x="2617" y="38227"/>
                  </a:lnTo>
                  <a:lnTo>
                    <a:pt x="6019" y="38969"/>
                  </a:lnTo>
                  <a:lnTo>
                    <a:pt x="8972" y="31913"/>
                  </a:lnTo>
                  <a:lnTo>
                    <a:pt x="16487" y="32202"/>
                  </a:lnTo>
                  <a:lnTo>
                    <a:pt x="19290" y="30301"/>
                  </a:lnTo>
                  <a:lnTo>
                    <a:pt x="16562" y="27862"/>
                  </a:lnTo>
                  <a:lnTo>
                    <a:pt x="15477" y="25005"/>
                  </a:lnTo>
                  <a:lnTo>
                    <a:pt x="9944" y="23928"/>
                  </a:lnTo>
                  <a:lnTo>
                    <a:pt x="7066" y="20197"/>
                  </a:lnTo>
                  <a:lnTo>
                    <a:pt x="4749" y="18080"/>
                  </a:lnTo>
                  <a:lnTo>
                    <a:pt x="2580" y="17582"/>
                  </a:lnTo>
                  <a:lnTo>
                    <a:pt x="1271" y="15837"/>
                  </a:lnTo>
                  <a:lnTo>
                    <a:pt x="2654" y="11221"/>
                  </a:lnTo>
                  <a:lnTo>
                    <a:pt x="8674" y="4678"/>
                  </a:lnTo>
                  <a:lnTo>
                    <a:pt x="8598" y="3133"/>
                  </a:lnTo>
                  <a:lnTo>
                    <a:pt x="6804" y="2048"/>
                  </a:lnTo>
                  <a:lnTo>
                    <a:pt x="7178" y="167"/>
                  </a:lnTo>
                  <a:lnTo>
                    <a:pt x="8187" y="0"/>
                  </a:lnTo>
                  <a:lnTo>
                    <a:pt x="12374" y="3258"/>
                  </a:lnTo>
                  <a:lnTo>
                    <a:pt x="13683" y="6512"/>
                  </a:lnTo>
                  <a:lnTo>
                    <a:pt x="16711" y="7388"/>
                  </a:lnTo>
                  <a:lnTo>
                    <a:pt x="19664" y="7430"/>
                  </a:lnTo>
                  <a:lnTo>
                    <a:pt x="18692" y="4552"/>
                  </a:lnTo>
                  <a:lnTo>
                    <a:pt x="20673" y="3760"/>
                  </a:lnTo>
                  <a:lnTo>
                    <a:pt x="24150" y="10804"/>
                  </a:lnTo>
                  <a:lnTo>
                    <a:pt x="27964" y="13093"/>
                  </a:lnTo>
                  <a:lnTo>
                    <a:pt x="31702" y="13135"/>
                  </a:lnTo>
                  <a:lnTo>
                    <a:pt x="32562" y="11554"/>
                  </a:lnTo>
                  <a:lnTo>
                    <a:pt x="32449" y="8930"/>
                  </a:lnTo>
                  <a:lnTo>
                    <a:pt x="34207" y="8305"/>
                  </a:lnTo>
                  <a:lnTo>
                    <a:pt x="37385" y="14590"/>
                  </a:lnTo>
                  <a:lnTo>
                    <a:pt x="36824" y="27613"/>
                  </a:lnTo>
                  <a:lnTo>
                    <a:pt x="37571" y="29516"/>
                  </a:lnTo>
                  <a:lnTo>
                    <a:pt x="50171" y="32616"/>
                  </a:lnTo>
                  <a:lnTo>
                    <a:pt x="83629" y="32367"/>
                  </a:lnTo>
                  <a:lnTo>
                    <a:pt x="90359" y="35918"/>
                  </a:lnTo>
                  <a:lnTo>
                    <a:pt x="92676" y="38474"/>
                  </a:lnTo>
                  <a:lnTo>
                    <a:pt x="91779" y="39710"/>
                  </a:lnTo>
                  <a:lnTo>
                    <a:pt x="87330" y="38969"/>
                  </a:lnTo>
                  <a:lnTo>
                    <a:pt x="84713" y="49786"/>
                  </a:lnTo>
                  <a:lnTo>
                    <a:pt x="81573" y="50935"/>
                  </a:lnTo>
                  <a:lnTo>
                    <a:pt x="80040" y="54627"/>
                  </a:lnTo>
                  <a:lnTo>
                    <a:pt x="76901" y="54422"/>
                  </a:lnTo>
                  <a:lnTo>
                    <a:pt x="72751" y="57003"/>
                  </a:lnTo>
                  <a:lnTo>
                    <a:pt x="69424" y="56962"/>
                  </a:lnTo>
                  <a:lnTo>
                    <a:pt x="66619" y="60891"/>
                  </a:lnTo>
                  <a:lnTo>
                    <a:pt x="65162" y="66774"/>
                  </a:lnTo>
                  <a:lnTo>
                    <a:pt x="68376" y="79359"/>
                  </a:lnTo>
                  <a:lnTo>
                    <a:pt x="69461" y="80051"/>
                  </a:lnTo>
                  <a:lnTo>
                    <a:pt x="69498" y="77245"/>
                  </a:lnTo>
                  <a:lnTo>
                    <a:pt x="70881" y="77205"/>
                  </a:lnTo>
                  <a:lnTo>
                    <a:pt x="72451" y="80985"/>
                  </a:lnTo>
                  <a:lnTo>
                    <a:pt x="74695" y="82203"/>
                  </a:lnTo>
                  <a:lnTo>
                    <a:pt x="77423" y="80497"/>
                  </a:lnTo>
                  <a:lnTo>
                    <a:pt x="77498" y="75252"/>
                  </a:lnTo>
                  <a:lnTo>
                    <a:pt x="81311" y="70323"/>
                  </a:lnTo>
                  <a:lnTo>
                    <a:pt x="81124" y="66203"/>
                  </a:lnTo>
                  <a:lnTo>
                    <a:pt x="83517" y="66407"/>
                  </a:lnTo>
                  <a:lnTo>
                    <a:pt x="85761" y="65386"/>
                  </a:lnTo>
                  <a:lnTo>
                    <a:pt x="86471" y="66448"/>
                  </a:lnTo>
                  <a:lnTo>
                    <a:pt x="87705" y="66243"/>
                  </a:lnTo>
                  <a:lnTo>
                    <a:pt x="89536" y="74397"/>
                  </a:lnTo>
                  <a:lnTo>
                    <a:pt x="90097" y="83340"/>
                  </a:lnTo>
                  <a:lnTo>
                    <a:pt x="92788" y="88815"/>
                  </a:lnTo>
                  <a:lnTo>
                    <a:pt x="95704" y="119701"/>
                  </a:lnTo>
                  <a:lnTo>
                    <a:pt x="94396" y="120664"/>
                  </a:lnTo>
                  <a:lnTo>
                    <a:pt x="93797" y="119420"/>
                  </a:lnTo>
                  <a:lnTo>
                    <a:pt x="89461" y="116730"/>
                  </a:lnTo>
                  <a:lnTo>
                    <a:pt x="86919" y="118577"/>
                  </a:lnTo>
                  <a:lnTo>
                    <a:pt x="86582" y="122027"/>
                  </a:lnTo>
                  <a:lnTo>
                    <a:pt x="89312" y="131157"/>
                  </a:lnTo>
                  <a:lnTo>
                    <a:pt x="83741" y="122629"/>
                  </a:lnTo>
                  <a:lnTo>
                    <a:pt x="82770" y="111263"/>
                  </a:lnTo>
                  <a:lnTo>
                    <a:pt x="80788" y="106834"/>
                  </a:lnTo>
                  <a:lnTo>
                    <a:pt x="78956" y="99090"/>
                  </a:lnTo>
                  <a:lnTo>
                    <a:pt x="79741" y="96343"/>
                  </a:lnTo>
                  <a:lnTo>
                    <a:pt x="78358" y="97555"/>
                  </a:lnTo>
                  <a:lnTo>
                    <a:pt x="71816" y="86302"/>
                  </a:lnTo>
                  <a:lnTo>
                    <a:pt x="71779" y="84314"/>
                  </a:lnTo>
                  <a:lnTo>
                    <a:pt x="66320" y="89787"/>
                  </a:lnTo>
                  <a:lnTo>
                    <a:pt x="60675" y="90800"/>
                  </a:lnTo>
                  <a:lnTo>
                    <a:pt x="58208" y="88004"/>
                  </a:lnTo>
                  <a:lnTo>
                    <a:pt x="54694" y="81147"/>
                  </a:lnTo>
                  <a:lnTo>
                    <a:pt x="53609" y="68365"/>
                  </a:lnTo>
                  <a:lnTo>
                    <a:pt x="52600" y="72198"/>
                  </a:lnTo>
                  <a:lnTo>
                    <a:pt x="46656" y="71423"/>
                  </a:lnTo>
                  <a:lnTo>
                    <a:pt x="49199" y="73419"/>
                  </a:lnTo>
                  <a:lnTo>
                    <a:pt x="51890" y="73908"/>
                  </a:lnTo>
                  <a:lnTo>
                    <a:pt x="53311" y="75699"/>
                  </a:lnTo>
                  <a:lnTo>
                    <a:pt x="53422" y="78709"/>
                  </a:lnTo>
                  <a:lnTo>
                    <a:pt x="50730" y="80497"/>
                  </a:lnTo>
                  <a:lnTo>
                    <a:pt x="52525" y="83867"/>
                  </a:lnTo>
                  <a:lnTo>
                    <a:pt x="50619" y="84395"/>
                  </a:lnTo>
                  <a:lnTo>
                    <a:pt x="50095" y="87315"/>
                  </a:lnTo>
                  <a:lnTo>
                    <a:pt x="53834" y="96100"/>
                  </a:lnTo>
                  <a:lnTo>
                    <a:pt x="53273" y="98403"/>
                  </a:lnTo>
                  <a:lnTo>
                    <a:pt x="48450" y="103126"/>
                  </a:lnTo>
                  <a:lnTo>
                    <a:pt x="45833" y="108002"/>
                  </a:lnTo>
                  <a:lnTo>
                    <a:pt x="44338" y="108325"/>
                  </a:lnTo>
                  <a:lnTo>
                    <a:pt x="42543" y="106714"/>
                  </a:lnTo>
                  <a:lnTo>
                    <a:pt x="42880" y="103812"/>
                  </a:lnTo>
                  <a:lnTo>
                    <a:pt x="45385" y="100705"/>
                  </a:lnTo>
                  <a:lnTo>
                    <a:pt x="40114" y="103691"/>
                  </a:lnTo>
                  <a:lnTo>
                    <a:pt x="39329" y="101593"/>
                  </a:lnTo>
                  <a:lnTo>
                    <a:pt x="38843" y="97272"/>
                  </a:lnTo>
                  <a:lnTo>
                    <a:pt x="40749" y="93754"/>
                  </a:lnTo>
                  <a:lnTo>
                    <a:pt x="38581" y="95493"/>
                  </a:lnTo>
                  <a:lnTo>
                    <a:pt x="37161" y="104578"/>
                  </a:lnTo>
                  <a:lnTo>
                    <a:pt x="32076" y="109412"/>
                  </a:lnTo>
                  <a:lnTo>
                    <a:pt x="30319" y="98039"/>
                  </a:lnTo>
                  <a:lnTo>
                    <a:pt x="30693" y="106109"/>
                  </a:lnTo>
                  <a:lnTo>
                    <a:pt x="27628" y="110458"/>
                  </a:lnTo>
                  <a:lnTo>
                    <a:pt x="26057" y="110781"/>
                  </a:lnTo>
                  <a:lnTo>
                    <a:pt x="23740" y="109050"/>
                  </a:lnTo>
                  <a:lnTo>
                    <a:pt x="22244" y="107036"/>
                  </a:lnTo>
                  <a:lnTo>
                    <a:pt x="21982" y="10385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oPE_MapPart_BGD_2_44" descr="Bangladesch">
              <a:extLst>
                <a:ext uri="{FF2B5EF4-FFF2-40B4-BE49-F238E27FC236}">
                  <a16:creationId xmlns:a16="http://schemas.microsoft.com/office/drawing/2014/main" id="{9209A388-1884-478D-299A-F4EA58254869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986914" y="3911695"/>
              <a:ext cx="2806" cy="9295"/>
            </a:xfrm>
            <a:custGeom>
              <a:avLst/>
              <a:gdLst/>
              <a:ahLst/>
              <a:cxnLst/>
              <a:rect l="0" t="0" r="0" b="0"/>
              <a:pathLst>
                <a:path w="2806" h="9295">
                  <a:moveTo>
                    <a:pt x="2206" y="7720"/>
                  </a:moveTo>
                  <a:lnTo>
                    <a:pt x="0" y="9294"/>
                  </a:lnTo>
                  <a:lnTo>
                    <a:pt x="748" y="0"/>
                  </a:lnTo>
                  <a:lnTo>
                    <a:pt x="2805" y="53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oPE_MapPart_BGD_3_45" descr="Bangladesch">
              <a:extLst>
                <a:ext uri="{FF2B5EF4-FFF2-40B4-BE49-F238E27FC236}">
                  <a16:creationId xmlns:a16="http://schemas.microsoft.com/office/drawing/2014/main" id="{147E7392-9C93-F187-E7EB-28E520A02CF1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994541" y="3909509"/>
              <a:ext cx="3029" cy="5948"/>
            </a:xfrm>
            <a:custGeom>
              <a:avLst/>
              <a:gdLst/>
              <a:ahLst/>
              <a:cxnLst/>
              <a:rect l="0" t="0" r="0" b="0"/>
              <a:pathLst>
                <a:path w="3029" h="5948">
                  <a:moveTo>
                    <a:pt x="3028" y="5260"/>
                  </a:moveTo>
                  <a:lnTo>
                    <a:pt x="2056" y="5947"/>
                  </a:lnTo>
                  <a:lnTo>
                    <a:pt x="1159" y="5381"/>
                  </a:lnTo>
                  <a:lnTo>
                    <a:pt x="0" y="3197"/>
                  </a:lnTo>
                  <a:lnTo>
                    <a:pt x="935" y="0"/>
                  </a:lnTo>
                  <a:lnTo>
                    <a:pt x="2841" y="42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oPE_MapPart_BGD_4_46" descr="Bangladesch">
              <a:extLst>
                <a:ext uri="{FF2B5EF4-FFF2-40B4-BE49-F238E27FC236}">
                  <a16:creationId xmlns:a16="http://schemas.microsoft.com/office/drawing/2014/main" id="{013D77FA-D0DA-6BB4-3EC6-2EC959BD0FD5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7975662" y="3903955"/>
              <a:ext cx="7590" cy="17963"/>
            </a:xfrm>
            <a:custGeom>
              <a:avLst/>
              <a:gdLst/>
              <a:ahLst/>
              <a:cxnLst/>
              <a:rect l="0" t="0" r="0" b="0"/>
              <a:pathLst>
                <a:path w="7590" h="17963">
                  <a:moveTo>
                    <a:pt x="5719" y="17397"/>
                  </a:moveTo>
                  <a:lnTo>
                    <a:pt x="261" y="17962"/>
                  </a:lnTo>
                  <a:lnTo>
                    <a:pt x="3701" y="12067"/>
                  </a:lnTo>
                  <a:lnTo>
                    <a:pt x="3065" y="7254"/>
                  </a:lnTo>
                  <a:lnTo>
                    <a:pt x="1308" y="5554"/>
                  </a:lnTo>
                  <a:lnTo>
                    <a:pt x="0" y="649"/>
                  </a:lnTo>
                  <a:lnTo>
                    <a:pt x="1943" y="0"/>
                  </a:lnTo>
                  <a:lnTo>
                    <a:pt x="3514" y="1136"/>
                  </a:lnTo>
                  <a:lnTo>
                    <a:pt x="4859" y="5068"/>
                  </a:lnTo>
                  <a:lnTo>
                    <a:pt x="7589" y="8509"/>
                  </a:lnTo>
                  <a:lnTo>
                    <a:pt x="6803" y="158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oPE_MapPart_BGD_5_47" descr="Bangladesch">
              <a:extLst>
                <a:ext uri="{FF2B5EF4-FFF2-40B4-BE49-F238E27FC236}">
                  <a16:creationId xmlns:a16="http://schemas.microsoft.com/office/drawing/2014/main" id="{D6F56B3E-7078-32B3-5ADA-30DFA113EE15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003027" y="3924981"/>
              <a:ext cx="1309" cy="3988"/>
            </a:xfrm>
            <a:custGeom>
              <a:avLst/>
              <a:gdLst/>
              <a:ahLst/>
              <a:cxnLst/>
              <a:rect l="0" t="0" r="0" b="0"/>
              <a:pathLst>
                <a:path w="1309" h="3988">
                  <a:moveTo>
                    <a:pt x="1122" y="2135"/>
                  </a:moveTo>
                  <a:lnTo>
                    <a:pt x="374" y="3987"/>
                  </a:lnTo>
                  <a:lnTo>
                    <a:pt x="0" y="2619"/>
                  </a:lnTo>
                  <a:lnTo>
                    <a:pt x="636" y="0"/>
                  </a:lnTo>
                  <a:lnTo>
                    <a:pt x="1308" y="9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oPE_MapPart_BGD_6_48" descr="Bangladesch">
              <a:extLst>
                <a:ext uri="{FF2B5EF4-FFF2-40B4-BE49-F238E27FC236}">
                  <a16:creationId xmlns:a16="http://schemas.microsoft.com/office/drawing/2014/main" id="{49C3F580-26F6-FBF1-0933-F25250135BDB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8003812" y="3929572"/>
              <a:ext cx="2170" cy="4787"/>
            </a:xfrm>
            <a:custGeom>
              <a:avLst/>
              <a:gdLst/>
              <a:ahLst/>
              <a:cxnLst/>
              <a:rect l="0" t="0" r="0" b="0"/>
              <a:pathLst>
                <a:path w="2170" h="4787">
                  <a:moveTo>
                    <a:pt x="1907" y="4786"/>
                  </a:moveTo>
                  <a:lnTo>
                    <a:pt x="37" y="4223"/>
                  </a:lnTo>
                  <a:lnTo>
                    <a:pt x="0" y="322"/>
                  </a:lnTo>
                  <a:lnTo>
                    <a:pt x="1571" y="0"/>
                  </a:lnTo>
                  <a:lnTo>
                    <a:pt x="2169" y="25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oPE_MapPart_BGD_7_49" descr="Bangladesch">
              <a:extLst>
                <a:ext uri="{FF2B5EF4-FFF2-40B4-BE49-F238E27FC236}">
                  <a16:creationId xmlns:a16="http://schemas.microsoft.com/office/drawing/2014/main" id="{294E7412-7A0C-5146-6325-013F2E3461AB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7976372" y="3900098"/>
              <a:ext cx="2543" cy="2600"/>
            </a:xfrm>
            <a:custGeom>
              <a:avLst/>
              <a:gdLst/>
              <a:ahLst/>
              <a:cxnLst/>
              <a:rect l="0" t="0" r="0" b="0"/>
              <a:pathLst>
                <a:path w="2543" h="2600">
                  <a:moveTo>
                    <a:pt x="2205" y="1625"/>
                  </a:moveTo>
                  <a:lnTo>
                    <a:pt x="2542" y="2599"/>
                  </a:lnTo>
                  <a:lnTo>
                    <a:pt x="522" y="1341"/>
                  </a:lnTo>
                  <a:lnTo>
                    <a:pt x="0" y="44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oPE_MapPart_BRB_1_50" descr="Barbados">
              <a:extLst>
                <a:ext uri="{FF2B5EF4-FFF2-40B4-BE49-F238E27FC236}">
                  <a16:creationId xmlns:a16="http://schemas.microsoft.com/office/drawing/2014/main" id="{18A10D33-FAA8-0554-0843-1DEE71EFE84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4848251" y="4103773"/>
              <a:ext cx="22432" cy="23041"/>
            </a:xfrm>
            <a:custGeom>
              <a:avLst/>
              <a:gdLst/>
              <a:ahLst/>
              <a:cxnLst/>
              <a:rect l="0" t="0" r="0" b="0"/>
              <a:pathLst>
                <a:path w="22432" h="23041">
                  <a:moveTo>
                    <a:pt x="0" y="0"/>
                  </a:moveTo>
                  <a:lnTo>
                    <a:pt x="22431" y="0"/>
                  </a:lnTo>
                  <a:lnTo>
                    <a:pt x="22431" y="23040"/>
                  </a:lnTo>
                  <a:lnTo>
                    <a:pt x="0" y="230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oPE_MapPart_BLR_1_51" descr="Belarus">
              <a:extLst>
                <a:ext uri="{FF2B5EF4-FFF2-40B4-BE49-F238E27FC236}">
                  <a16:creationId xmlns:a16="http://schemas.microsoft.com/office/drawing/2014/main" id="{489FF75F-47EA-1D5F-A2CB-802CA26A910B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6577327" y="2976327"/>
              <a:ext cx="197953" cy="171464"/>
            </a:xfrm>
            <a:custGeom>
              <a:avLst/>
              <a:gdLst/>
              <a:ahLst/>
              <a:cxnLst/>
              <a:rect l="0" t="0" r="0" b="0"/>
              <a:pathLst>
                <a:path w="197953" h="171464">
                  <a:moveTo>
                    <a:pt x="178362" y="143484"/>
                  </a:moveTo>
                  <a:lnTo>
                    <a:pt x="169689" y="143362"/>
                  </a:lnTo>
                  <a:lnTo>
                    <a:pt x="167035" y="145187"/>
                  </a:lnTo>
                  <a:lnTo>
                    <a:pt x="164156" y="144275"/>
                  </a:lnTo>
                  <a:lnTo>
                    <a:pt x="157427" y="150406"/>
                  </a:lnTo>
                  <a:lnTo>
                    <a:pt x="152828" y="160429"/>
                  </a:lnTo>
                  <a:lnTo>
                    <a:pt x="154885" y="168472"/>
                  </a:lnTo>
                  <a:lnTo>
                    <a:pt x="153053" y="171463"/>
                  </a:lnTo>
                  <a:lnTo>
                    <a:pt x="148679" y="169490"/>
                  </a:lnTo>
                  <a:lnTo>
                    <a:pt x="148156" y="167035"/>
                  </a:lnTo>
                  <a:lnTo>
                    <a:pt x="145090" y="164396"/>
                  </a:lnTo>
                  <a:lnTo>
                    <a:pt x="132454" y="165836"/>
                  </a:lnTo>
                  <a:lnTo>
                    <a:pt x="128192" y="167574"/>
                  </a:lnTo>
                  <a:lnTo>
                    <a:pt x="123107" y="159406"/>
                  </a:lnTo>
                  <a:lnTo>
                    <a:pt x="116678" y="163315"/>
                  </a:lnTo>
                  <a:lnTo>
                    <a:pt x="115407" y="165896"/>
                  </a:lnTo>
                  <a:lnTo>
                    <a:pt x="113649" y="165116"/>
                  </a:lnTo>
                  <a:lnTo>
                    <a:pt x="112640" y="162234"/>
                  </a:lnTo>
                  <a:lnTo>
                    <a:pt x="104042" y="160068"/>
                  </a:lnTo>
                  <a:lnTo>
                    <a:pt x="100453" y="161693"/>
                  </a:lnTo>
                  <a:lnTo>
                    <a:pt x="97275" y="160610"/>
                  </a:lnTo>
                  <a:lnTo>
                    <a:pt x="93985" y="164396"/>
                  </a:lnTo>
                  <a:lnTo>
                    <a:pt x="93760" y="161272"/>
                  </a:lnTo>
                  <a:lnTo>
                    <a:pt x="85610" y="160429"/>
                  </a:lnTo>
                  <a:lnTo>
                    <a:pt x="82395" y="155245"/>
                  </a:lnTo>
                  <a:lnTo>
                    <a:pt x="54208" y="149436"/>
                  </a:lnTo>
                  <a:lnTo>
                    <a:pt x="39292" y="149255"/>
                  </a:lnTo>
                  <a:lnTo>
                    <a:pt x="24636" y="151375"/>
                  </a:lnTo>
                  <a:lnTo>
                    <a:pt x="22954" y="154459"/>
                  </a:lnTo>
                  <a:lnTo>
                    <a:pt x="16674" y="160610"/>
                  </a:lnTo>
                  <a:lnTo>
                    <a:pt x="11029" y="158924"/>
                  </a:lnTo>
                  <a:lnTo>
                    <a:pt x="9010" y="160008"/>
                  </a:lnTo>
                  <a:lnTo>
                    <a:pt x="8935" y="163075"/>
                  </a:lnTo>
                  <a:lnTo>
                    <a:pt x="7589" y="159707"/>
                  </a:lnTo>
                  <a:lnTo>
                    <a:pt x="7664" y="156633"/>
                  </a:lnTo>
                  <a:lnTo>
                    <a:pt x="9346" y="153311"/>
                  </a:lnTo>
                  <a:lnTo>
                    <a:pt x="9907" y="145552"/>
                  </a:lnTo>
                  <a:lnTo>
                    <a:pt x="8786" y="143423"/>
                  </a:lnTo>
                  <a:lnTo>
                    <a:pt x="0" y="137202"/>
                  </a:lnTo>
                  <a:lnTo>
                    <a:pt x="4898" y="129359"/>
                  </a:lnTo>
                  <a:lnTo>
                    <a:pt x="13907" y="124313"/>
                  </a:lnTo>
                  <a:lnTo>
                    <a:pt x="15365" y="120672"/>
                  </a:lnTo>
                  <a:lnTo>
                    <a:pt x="14206" y="108885"/>
                  </a:lnTo>
                  <a:lnTo>
                    <a:pt x="8823" y="91973"/>
                  </a:lnTo>
                  <a:lnTo>
                    <a:pt x="6431" y="79954"/>
                  </a:lnTo>
                  <a:lnTo>
                    <a:pt x="11589" y="80970"/>
                  </a:lnTo>
                  <a:lnTo>
                    <a:pt x="21123" y="79637"/>
                  </a:lnTo>
                  <a:lnTo>
                    <a:pt x="23740" y="81605"/>
                  </a:lnTo>
                  <a:lnTo>
                    <a:pt x="30020" y="78556"/>
                  </a:lnTo>
                  <a:lnTo>
                    <a:pt x="33085" y="78747"/>
                  </a:lnTo>
                  <a:lnTo>
                    <a:pt x="35179" y="72696"/>
                  </a:lnTo>
                  <a:lnTo>
                    <a:pt x="38843" y="73143"/>
                  </a:lnTo>
                  <a:lnTo>
                    <a:pt x="41647" y="70269"/>
                  </a:lnTo>
                  <a:lnTo>
                    <a:pt x="47479" y="67453"/>
                  </a:lnTo>
                  <a:lnTo>
                    <a:pt x="48862" y="70205"/>
                  </a:lnTo>
                  <a:lnTo>
                    <a:pt x="48488" y="72185"/>
                  </a:lnTo>
                  <a:lnTo>
                    <a:pt x="53460" y="72313"/>
                  </a:lnTo>
                  <a:lnTo>
                    <a:pt x="53460" y="68670"/>
                  </a:lnTo>
                  <a:lnTo>
                    <a:pt x="49273" y="66107"/>
                  </a:lnTo>
                  <a:lnTo>
                    <a:pt x="52974" y="57813"/>
                  </a:lnTo>
                  <a:lnTo>
                    <a:pt x="52899" y="52258"/>
                  </a:lnTo>
                  <a:lnTo>
                    <a:pt x="55740" y="44990"/>
                  </a:lnTo>
                  <a:lnTo>
                    <a:pt x="62320" y="41995"/>
                  </a:lnTo>
                  <a:lnTo>
                    <a:pt x="64750" y="37033"/>
                  </a:lnTo>
                  <a:lnTo>
                    <a:pt x="71143" y="37360"/>
                  </a:lnTo>
                  <a:lnTo>
                    <a:pt x="72676" y="33890"/>
                  </a:lnTo>
                  <a:lnTo>
                    <a:pt x="74769" y="32185"/>
                  </a:lnTo>
                  <a:lnTo>
                    <a:pt x="68190" y="29623"/>
                  </a:lnTo>
                  <a:lnTo>
                    <a:pt x="70994" y="17741"/>
                  </a:lnTo>
                  <a:lnTo>
                    <a:pt x="75741" y="16149"/>
                  </a:lnTo>
                  <a:lnTo>
                    <a:pt x="78470" y="12362"/>
                  </a:lnTo>
                  <a:lnTo>
                    <a:pt x="80527" y="11696"/>
                  </a:lnTo>
                  <a:lnTo>
                    <a:pt x="91405" y="12894"/>
                  </a:lnTo>
                  <a:lnTo>
                    <a:pt x="92788" y="8698"/>
                  </a:lnTo>
                  <a:lnTo>
                    <a:pt x="98059" y="2615"/>
                  </a:lnTo>
                  <a:lnTo>
                    <a:pt x="102658" y="0"/>
                  </a:lnTo>
                  <a:lnTo>
                    <a:pt x="106098" y="3352"/>
                  </a:lnTo>
                  <a:lnTo>
                    <a:pt x="111930" y="2012"/>
                  </a:lnTo>
                  <a:lnTo>
                    <a:pt x="116716" y="7564"/>
                  </a:lnTo>
                  <a:lnTo>
                    <a:pt x="122808" y="4623"/>
                  </a:lnTo>
                  <a:lnTo>
                    <a:pt x="128753" y="7697"/>
                  </a:lnTo>
                  <a:lnTo>
                    <a:pt x="129239" y="9831"/>
                  </a:lnTo>
                  <a:lnTo>
                    <a:pt x="128304" y="13426"/>
                  </a:lnTo>
                  <a:lnTo>
                    <a:pt x="130995" y="17078"/>
                  </a:lnTo>
                  <a:lnTo>
                    <a:pt x="140454" y="11164"/>
                  </a:lnTo>
                  <a:lnTo>
                    <a:pt x="146585" y="11164"/>
                  </a:lnTo>
                  <a:lnTo>
                    <a:pt x="151220" y="13293"/>
                  </a:lnTo>
                  <a:lnTo>
                    <a:pt x="156753" y="19397"/>
                  </a:lnTo>
                  <a:lnTo>
                    <a:pt x="160080" y="20324"/>
                  </a:lnTo>
                  <a:lnTo>
                    <a:pt x="160455" y="27649"/>
                  </a:lnTo>
                  <a:lnTo>
                    <a:pt x="158660" y="31988"/>
                  </a:lnTo>
                  <a:lnTo>
                    <a:pt x="161651" y="37098"/>
                  </a:lnTo>
                  <a:lnTo>
                    <a:pt x="162062" y="40234"/>
                  </a:lnTo>
                  <a:lnTo>
                    <a:pt x="158997" y="45185"/>
                  </a:lnTo>
                  <a:lnTo>
                    <a:pt x="158324" y="49926"/>
                  </a:lnTo>
                  <a:lnTo>
                    <a:pt x="165689" y="55619"/>
                  </a:lnTo>
                  <a:lnTo>
                    <a:pt x="164081" y="60390"/>
                  </a:lnTo>
                  <a:lnTo>
                    <a:pt x="166361" y="61741"/>
                  </a:lnTo>
                  <a:lnTo>
                    <a:pt x="170886" y="70908"/>
                  </a:lnTo>
                  <a:lnTo>
                    <a:pt x="179671" y="76775"/>
                  </a:lnTo>
                  <a:lnTo>
                    <a:pt x="179671" y="80145"/>
                  </a:lnTo>
                  <a:lnTo>
                    <a:pt x="178175" y="84520"/>
                  </a:lnTo>
                  <a:lnTo>
                    <a:pt x="187446" y="85596"/>
                  </a:lnTo>
                  <a:lnTo>
                    <a:pt x="192643" y="88693"/>
                  </a:lnTo>
                  <a:lnTo>
                    <a:pt x="192120" y="91343"/>
                  </a:lnTo>
                  <a:lnTo>
                    <a:pt x="193054" y="93798"/>
                  </a:lnTo>
                  <a:lnTo>
                    <a:pt x="197952" y="98259"/>
                  </a:lnTo>
                  <a:lnTo>
                    <a:pt x="197914" y="101142"/>
                  </a:lnTo>
                  <a:lnTo>
                    <a:pt x="193054" y="103394"/>
                  </a:lnTo>
                  <a:lnTo>
                    <a:pt x="192157" y="105518"/>
                  </a:lnTo>
                  <a:lnTo>
                    <a:pt x="186251" y="109632"/>
                  </a:lnTo>
                  <a:lnTo>
                    <a:pt x="180157" y="109134"/>
                  </a:lnTo>
                  <a:lnTo>
                    <a:pt x="176381" y="105830"/>
                  </a:lnTo>
                  <a:lnTo>
                    <a:pt x="171184" y="106017"/>
                  </a:lnTo>
                  <a:lnTo>
                    <a:pt x="167895" y="112182"/>
                  </a:lnTo>
                  <a:lnTo>
                    <a:pt x="174250" y="121042"/>
                  </a:lnTo>
                  <a:lnTo>
                    <a:pt x="173315" y="123141"/>
                  </a:lnTo>
                  <a:lnTo>
                    <a:pt x="173465" y="125360"/>
                  </a:lnTo>
                  <a:lnTo>
                    <a:pt x="175296" y="128376"/>
                  </a:lnTo>
                  <a:lnTo>
                    <a:pt x="174512" y="136346"/>
                  </a:lnTo>
                  <a:lnTo>
                    <a:pt x="178287" y="14263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oPE_MapPart_BEL_1_52" descr="Belgien">
              <a:extLst>
                <a:ext uri="{FF2B5EF4-FFF2-40B4-BE49-F238E27FC236}">
                  <a16:creationId xmlns:a16="http://schemas.microsoft.com/office/drawing/2014/main" id="{118CB1F0-0684-CE05-05A7-A9EF246B9CC5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6148451" y="3140303"/>
              <a:ext cx="79742" cy="64666"/>
            </a:xfrm>
            <a:custGeom>
              <a:avLst/>
              <a:gdLst/>
              <a:ahLst/>
              <a:cxnLst/>
              <a:rect l="0" t="0" r="0" b="0"/>
              <a:pathLst>
                <a:path w="79742" h="64666">
                  <a:moveTo>
                    <a:pt x="35328" y="3478"/>
                  </a:moveTo>
                  <a:lnTo>
                    <a:pt x="38393" y="4496"/>
                  </a:lnTo>
                  <a:lnTo>
                    <a:pt x="39029" y="4137"/>
                  </a:lnTo>
                  <a:lnTo>
                    <a:pt x="38618" y="2100"/>
                  </a:lnTo>
                  <a:lnTo>
                    <a:pt x="41085" y="540"/>
                  </a:lnTo>
                  <a:lnTo>
                    <a:pt x="43777" y="2280"/>
                  </a:lnTo>
                  <a:lnTo>
                    <a:pt x="46319" y="0"/>
                  </a:lnTo>
                  <a:lnTo>
                    <a:pt x="48226" y="2939"/>
                  </a:lnTo>
                  <a:lnTo>
                    <a:pt x="50245" y="2759"/>
                  </a:lnTo>
                  <a:lnTo>
                    <a:pt x="52039" y="720"/>
                  </a:lnTo>
                  <a:lnTo>
                    <a:pt x="53460" y="4796"/>
                  </a:lnTo>
                  <a:lnTo>
                    <a:pt x="55852" y="7068"/>
                  </a:lnTo>
                  <a:lnTo>
                    <a:pt x="61310" y="6829"/>
                  </a:lnTo>
                  <a:lnTo>
                    <a:pt x="64040" y="9696"/>
                  </a:lnTo>
                  <a:lnTo>
                    <a:pt x="67927" y="11246"/>
                  </a:lnTo>
                  <a:lnTo>
                    <a:pt x="68376" y="13450"/>
                  </a:lnTo>
                  <a:lnTo>
                    <a:pt x="64675" y="21463"/>
                  </a:lnTo>
                  <a:lnTo>
                    <a:pt x="66918" y="24184"/>
                  </a:lnTo>
                  <a:lnTo>
                    <a:pt x="72040" y="24480"/>
                  </a:lnTo>
                  <a:lnTo>
                    <a:pt x="77049" y="29553"/>
                  </a:lnTo>
                  <a:lnTo>
                    <a:pt x="75890" y="31966"/>
                  </a:lnTo>
                  <a:lnTo>
                    <a:pt x="79255" y="34257"/>
                  </a:lnTo>
                  <a:lnTo>
                    <a:pt x="79741" y="38713"/>
                  </a:lnTo>
                  <a:lnTo>
                    <a:pt x="75816" y="41404"/>
                  </a:lnTo>
                  <a:lnTo>
                    <a:pt x="74582" y="45023"/>
                  </a:lnTo>
                  <a:lnTo>
                    <a:pt x="71666" y="43507"/>
                  </a:lnTo>
                  <a:lnTo>
                    <a:pt x="66843" y="51540"/>
                  </a:lnTo>
                  <a:lnTo>
                    <a:pt x="66470" y="55135"/>
                  </a:lnTo>
                  <a:lnTo>
                    <a:pt x="69685" y="60398"/>
                  </a:lnTo>
                  <a:lnTo>
                    <a:pt x="67816" y="63801"/>
                  </a:lnTo>
                  <a:lnTo>
                    <a:pt x="61946" y="64665"/>
                  </a:lnTo>
                  <a:lnTo>
                    <a:pt x="57198" y="59301"/>
                  </a:lnTo>
                  <a:lnTo>
                    <a:pt x="51553" y="56062"/>
                  </a:lnTo>
                  <a:lnTo>
                    <a:pt x="48637" y="55773"/>
                  </a:lnTo>
                  <a:lnTo>
                    <a:pt x="48114" y="51714"/>
                  </a:lnTo>
                  <a:lnTo>
                    <a:pt x="47029" y="50262"/>
                  </a:lnTo>
                  <a:lnTo>
                    <a:pt x="48487" y="44557"/>
                  </a:lnTo>
                  <a:lnTo>
                    <a:pt x="47628" y="43973"/>
                  </a:lnTo>
                  <a:lnTo>
                    <a:pt x="45310" y="45781"/>
                  </a:lnTo>
                  <a:lnTo>
                    <a:pt x="44263" y="48867"/>
                  </a:lnTo>
                  <a:lnTo>
                    <a:pt x="41945" y="50204"/>
                  </a:lnTo>
                  <a:lnTo>
                    <a:pt x="33720" y="49855"/>
                  </a:lnTo>
                  <a:lnTo>
                    <a:pt x="34618" y="45897"/>
                  </a:lnTo>
                  <a:lnTo>
                    <a:pt x="33421" y="44265"/>
                  </a:lnTo>
                  <a:lnTo>
                    <a:pt x="34244" y="40936"/>
                  </a:lnTo>
                  <a:lnTo>
                    <a:pt x="29571" y="38069"/>
                  </a:lnTo>
                  <a:lnTo>
                    <a:pt x="25384" y="37776"/>
                  </a:lnTo>
                  <a:lnTo>
                    <a:pt x="24187" y="39006"/>
                  </a:lnTo>
                  <a:lnTo>
                    <a:pt x="22206" y="33435"/>
                  </a:lnTo>
                  <a:lnTo>
                    <a:pt x="15552" y="31672"/>
                  </a:lnTo>
                  <a:lnTo>
                    <a:pt x="14729" y="27372"/>
                  </a:lnTo>
                  <a:lnTo>
                    <a:pt x="12075" y="23534"/>
                  </a:lnTo>
                  <a:lnTo>
                    <a:pt x="6542" y="25779"/>
                  </a:lnTo>
                  <a:lnTo>
                    <a:pt x="4859" y="24480"/>
                  </a:lnTo>
                  <a:lnTo>
                    <a:pt x="1495" y="20397"/>
                  </a:lnTo>
                  <a:lnTo>
                    <a:pt x="1570" y="17788"/>
                  </a:lnTo>
                  <a:lnTo>
                    <a:pt x="0" y="13093"/>
                  </a:lnTo>
                  <a:lnTo>
                    <a:pt x="17122" y="3778"/>
                  </a:lnTo>
                  <a:lnTo>
                    <a:pt x="18842" y="8144"/>
                  </a:lnTo>
                  <a:lnTo>
                    <a:pt x="21907" y="6829"/>
                  </a:lnTo>
                  <a:lnTo>
                    <a:pt x="28599" y="9398"/>
                  </a:lnTo>
                  <a:lnTo>
                    <a:pt x="35029" y="47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oPE_MapPart_BLZ_1_53" descr="Belize">
              <a:extLst>
                <a:ext uri="{FF2B5EF4-FFF2-40B4-BE49-F238E27FC236}">
                  <a16:creationId xmlns:a16="http://schemas.microsoft.com/office/drawing/2014/main" id="{171329D9-4A9C-0C3A-2EEE-56F0CE44FD1E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4242620" y="4001360"/>
              <a:ext cx="23927" cy="56238"/>
            </a:xfrm>
            <a:custGeom>
              <a:avLst/>
              <a:gdLst/>
              <a:ahLst/>
              <a:cxnLst/>
              <a:rect l="0" t="0" r="0" b="0"/>
              <a:pathLst>
                <a:path w="23927" h="56238">
                  <a:moveTo>
                    <a:pt x="1570" y="14478"/>
                  </a:moveTo>
                  <a:lnTo>
                    <a:pt x="2131" y="11060"/>
                  </a:lnTo>
                  <a:lnTo>
                    <a:pt x="3888" y="10431"/>
                  </a:lnTo>
                  <a:lnTo>
                    <a:pt x="7028" y="12278"/>
                  </a:lnTo>
                  <a:lnTo>
                    <a:pt x="8935" y="11178"/>
                  </a:lnTo>
                  <a:lnTo>
                    <a:pt x="14841" y="670"/>
                  </a:lnTo>
                  <a:lnTo>
                    <a:pt x="16112" y="0"/>
                  </a:lnTo>
                  <a:lnTo>
                    <a:pt x="19552" y="118"/>
                  </a:lnTo>
                  <a:lnTo>
                    <a:pt x="18430" y="2601"/>
                  </a:lnTo>
                  <a:lnTo>
                    <a:pt x="22991" y="2758"/>
                  </a:lnTo>
                  <a:lnTo>
                    <a:pt x="23926" y="5475"/>
                  </a:lnTo>
                  <a:lnTo>
                    <a:pt x="20038" y="18952"/>
                  </a:lnTo>
                  <a:lnTo>
                    <a:pt x="21458" y="20991"/>
                  </a:lnTo>
                  <a:lnTo>
                    <a:pt x="19701" y="25418"/>
                  </a:lnTo>
                  <a:lnTo>
                    <a:pt x="20262" y="33008"/>
                  </a:lnTo>
                  <a:lnTo>
                    <a:pt x="19178" y="40193"/>
                  </a:lnTo>
                  <a:lnTo>
                    <a:pt x="14019" y="47600"/>
                  </a:lnTo>
                  <a:lnTo>
                    <a:pt x="11253" y="48535"/>
                  </a:lnTo>
                  <a:lnTo>
                    <a:pt x="7439" y="53516"/>
                  </a:lnTo>
                  <a:lnTo>
                    <a:pt x="7103" y="56237"/>
                  </a:lnTo>
                  <a:lnTo>
                    <a:pt x="0" y="56160"/>
                  </a:lnTo>
                  <a:lnTo>
                    <a:pt x="1383" y="197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oPE_MapPart_BLZ_2_54" descr="Belize">
              <a:extLst>
                <a:ext uri="{FF2B5EF4-FFF2-40B4-BE49-F238E27FC236}">
                  <a16:creationId xmlns:a16="http://schemas.microsoft.com/office/drawing/2014/main" id="{3B6757E0-D1AD-0E6D-D6B4-BCC45CF699BE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4268340" y="4008409"/>
              <a:ext cx="3104" cy="5427"/>
            </a:xfrm>
            <a:custGeom>
              <a:avLst/>
              <a:gdLst/>
              <a:ahLst/>
              <a:cxnLst/>
              <a:rect l="0" t="0" r="0" b="0"/>
              <a:pathLst>
                <a:path w="3104" h="5427">
                  <a:moveTo>
                    <a:pt x="1009" y="5033"/>
                  </a:moveTo>
                  <a:lnTo>
                    <a:pt x="0" y="5426"/>
                  </a:lnTo>
                  <a:lnTo>
                    <a:pt x="2094" y="0"/>
                  </a:lnTo>
                  <a:lnTo>
                    <a:pt x="3103" y="31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oPE_MapPart_BLZ_3_55" descr="Belize">
              <a:extLst>
                <a:ext uri="{FF2B5EF4-FFF2-40B4-BE49-F238E27FC236}">
                  <a16:creationId xmlns:a16="http://schemas.microsoft.com/office/drawing/2014/main" id="{3CB26B08-5E68-5E4A-A68E-0FA2A77259A0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4269649" y="4021684"/>
              <a:ext cx="2842" cy="5722"/>
            </a:xfrm>
            <a:custGeom>
              <a:avLst/>
              <a:gdLst/>
              <a:ahLst/>
              <a:cxnLst/>
              <a:rect l="0" t="0" r="0" b="0"/>
              <a:pathLst>
                <a:path w="2842" h="5722">
                  <a:moveTo>
                    <a:pt x="1720" y="2705"/>
                  </a:moveTo>
                  <a:lnTo>
                    <a:pt x="112" y="5721"/>
                  </a:lnTo>
                  <a:lnTo>
                    <a:pt x="0" y="4859"/>
                  </a:lnTo>
                  <a:lnTo>
                    <a:pt x="2280" y="0"/>
                  </a:lnTo>
                  <a:lnTo>
                    <a:pt x="2841" y="14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oPE_MapPart_BEN_1_56" descr="Benin">
              <a:extLst>
                <a:ext uri="{FF2B5EF4-FFF2-40B4-BE49-F238E27FC236}">
                  <a16:creationId xmlns:a16="http://schemas.microsoft.com/office/drawing/2014/main" id="{30E30468-1ED8-6C54-1E77-42AC406F36E6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6112188" y="4132711"/>
              <a:ext cx="63442" cy="129852"/>
            </a:xfrm>
            <a:custGeom>
              <a:avLst/>
              <a:gdLst/>
              <a:ahLst/>
              <a:cxnLst/>
              <a:rect l="0" t="0" r="0" b="0"/>
              <a:pathLst>
                <a:path w="63442" h="129852">
                  <a:moveTo>
                    <a:pt x="17495" y="129851"/>
                  </a:moveTo>
                  <a:lnTo>
                    <a:pt x="17271" y="129137"/>
                  </a:lnTo>
                  <a:lnTo>
                    <a:pt x="20748" y="128234"/>
                  </a:lnTo>
                  <a:lnTo>
                    <a:pt x="20000" y="125488"/>
                  </a:lnTo>
                  <a:lnTo>
                    <a:pt x="17010" y="121650"/>
                  </a:lnTo>
                  <a:lnTo>
                    <a:pt x="16673" y="116041"/>
                  </a:lnTo>
                  <a:lnTo>
                    <a:pt x="15626" y="113631"/>
                  </a:lnTo>
                  <a:lnTo>
                    <a:pt x="17570" y="113555"/>
                  </a:lnTo>
                  <a:lnTo>
                    <a:pt x="17047" y="70476"/>
                  </a:lnTo>
                  <a:lnTo>
                    <a:pt x="12598" y="63924"/>
                  </a:lnTo>
                  <a:lnTo>
                    <a:pt x="11439" y="50536"/>
                  </a:lnTo>
                  <a:lnTo>
                    <a:pt x="0" y="42902"/>
                  </a:lnTo>
                  <a:lnTo>
                    <a:pt x="187" y="35487"/>
                  </a:lnTo>
                  <a:lnTo>
                    <a:pt x="2504" y="29511"/>
                  </a:lnTo>
                  <a:lnTo>
                    <a:pt x="4262" y="27682"/>
                  </a:lnTo>
                  <a:lnTo>
                    <a:pt x="6355" y="27720"/>
                  </a:lnTo>
                  <a:lnTo>
                    <a:pt x="7626" y="24024"/>
                  </a:lnTo>
                  <a:lnTo>
                    <a:pt x="11178" y="23109"/>
                  </a:lnTo>
                  <a:lnTo>
                    <a:pt x="13458" y="19868"/>
                  </a:lnTo>
                  <a:lnTo>
                    <a:pt x="16224" y="19830"/>
                  </a:lnTo>
                  <a:lnTo>
                    <a:pt x="17047" y="20860"/>
                  </a:lnTo>
                  <a:lnTo>
                    <a:pt x="22393" y="19982"/>
                  </a:lnTo>
                  <a:lnTo>
                    <a:pt x="24935" y="20478"/>
                  </a:lnTo>
                  <a:lnTo>
                    <a:pt x="31328" y="14716"/>
                  </a:lnTo>
                  <a:lnTo>
                    <a:pt x="32898" y="11547"/>
                  </a:lnTo>
                  <a:lnTo>
                    <a:pt x="33907" y="8184"/>
                  </a:lnTo>
                  <a:lnTo>
                    <a:pt x="32935" y="3444"/>
                  </a:lnTo>
                  <a:lnTo>
                    <a:pt x="42057" y="0"/>
                  </a:lnTo>
                  <a:lnTo>
                    <a:pt x="43590" y="344"/>
                  </a:lnTo>
                  <a:lnTo>
                    <a:pt x="52338" y="9713"/>
                  </a:lnTo>
                  <a:lnTo>
                    <a:pt x="57160" y="12655"/>
                  </a:lnTo>
                  <a:lnTo>
                    <a:pt x="58469" y="14602"/>
                  </a:lnTo>
                  <a:lnTo>
                    <a:pt x="56301" y="18800"/>
                  </a:lnTo>
                  <a:lnTo>
                    <a:pt x="56263" y="20974"/>
                  </a:lnTo>
                  <a:lnTo>
                    <a:pt x="61012" y="27682"/>
                  </a:lnTo>
                  <a:lnTo>
                    <a:pt x="61834" y="34231"/>
                  </a:lnTo>
                  <a:lnTo>
                    <a:pt x="63441" y="37655"/>
                  </a:lnTo>
                  <a:lnTo>
                    <a:pt x="62133" y="41647"/>
                  </a:lnTo>
                  <a:lnTo>
                    <a:pt x="59553" y="41838"/>
                  </a:lnTo>
                  <a:lnTo>
                    <a:pt x="58133" y="44308"/>
                  </a:lnTo>
                  <a:lnTo>
                    <a:pt x="59516" y="47081"/>
                  </a:lnTo>
                  <a:lnTo>
                    <a:pt x="57684" y="52434"/>
                  </a:lnTo>
                  <a:lnTo>
                    <a:pt x="53497" y="54407"/>
                  </a:lnTo>
                  <a:lnTo>
                    <a:pt x="52973" y="57480"/>
                  </a:lnTo>
                  <a:lnTo>
                    <a:pt x="48936" y="62029"/>
                  </a:lnTo>
                  <a:lnTo>
                    <a:pt x="49198" y="64795"/>
                  </a:lnTo>
                  <a:lnTo>
                    <a:pt x="47067" y="69757"/>
                  </a:lnTo>
                  <a:lnTo>
                    <a:pt x="41459" y="70514"/>
                  </a:lnTo>
                  <a:lnTo>
                    <a:pt x="39590" y="95194"/>
                  </a:lnTo>
                  <a:lnTo>
                    <a:pt x="40300" y="100590"/>
                  </a:lnTo>
                  <a:lnTo>
                    <a:pt x="41646" y="103494"/>
                  </a:lnTo>
                  <a:lnTo>
                    <a:pt x="40338" y="113895"/>
                  </a:lnTo>
                  <a:lnTo>
                    <a:pt x="41422" y="119505"/>
                  </a:lnTo>
                  <a:lnTo>
                    <a:pt x="40039" y="126693"/>
                  </a:lnTo>
                  <a:lnTo>
                    <a:pt x="21571" y="128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oPE_MapPart_BMU_1_57" descr="Bermuda">
              <a:extLst>
                <a:ext uri="{FF2B5EF4-FFF2-40B4-BE49-F238E27FC236}">
                  <a16:creationId xmlns:a16="http://schemas.microsoft.com/office/drawing/2014/main" id="{D059450E-9DB6-2F92-B470-994C9C9EF279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4739648" y="3668450"/>
              <a:ext cx="22432" cy="26547"/>
            </a:xfrm>
            <a:custGeom>
              <a:avLst/>
              <a:gdLst/>
              <a:ahLst/>
              <a:cxnLst/>
              <a:rect l="0" t="0" r="0" b="0"/>
              <a:pathLst>
                <a:path w="22432" h="26547">
                  <a:moveTo>
                    <a:pt x="0" y="0"/>
                  </a:moveTo>
                  <a:lnTo>
                    <a:pt x="22431" y="0"/>
                  </a:lnTo>
                  <a:lnTo>
                    <a:pt x="22431" y="26546"/>
                  </a:lnTo>
                  <a:lnTo>
                    <a:pt x="0" y="265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oPE_MapPart_BTN_1_58" descr="Bhutan">
              <a:extLst>
                <a:ext uri="{FF2B5EF4-FFF2-40B4-BE49-F238E27FC236}">
                  <a16:creationId xmlns:a16="http://schemas.microsoft.com/office/drawing/2014/main" id="{787807E3-DFEC-0434-39D9-4722714949F4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939025" y="3778672"/>
              <a:ext cx="69461" cy="37472"/>
            </a:xfrm>
            <a:custGeom>
              <a:avLst/>
              <a:gdLst/>
              <a:ahLst/>
              <a:cxnLst/>
              <a:rect l="0" t="0" r="0" b="0"/>
              <a:pathLst>
                <a:path w="69461" h="37472">
                  <a:moveTo>
                    <a:pt x="60115" y="12749"/>
                  </a:moveTo>
                  <a:lnTo>
                    <a:pt x="59329" y="17475"/>
                  </a:lnTo>
                  <a:lnTo>
                    <a:pt x="62395" y="20173"/>
                  </a:lnTo>
                  <a:lnTo>
                    <a:pt x="67554" y="20005"/>
                  </a:lnTo>
                  <a:lnTo>
                    <a:pt x="69460" y="23751"/>
                  </a:lnTo>
                  <a:lnTo>
                    <a:pt x="67591" y="28164"/>
                  </a:lnTo>
                  <a:lnTo>
                    <a:pt x="69274" y="32486"/>
                  </a:lnTo>
                  <a:lnTo>
                    <a:pt x="67703" y="33912"/>
                  </a:lnTo>
                  <a:lnTo>
                    <a:pt x="60936" y="35126"/>
                  </a:lnTo>
                  <a:lnTo>
                    <a:pt x="57721" y="35001"/>
                  </a:lnTo>
                  <a:lnTo>
                    <a:pt x="55853" y="33618"/>
                  </a:lnTo>
                  <a:lnTo>
                    <a:pt x="52937" y="35419"/>
                  </a:lnTo>
                  <a:lnTo>
                    <a:pt x="41572" y="35838"/>
                  </a:lnTo>
                  <a:lnTo>
                    <a:pt x="37833" y="35252"/>
                  </a:lnTo>
                  <a:lnTo>
                    <a:pt x="33384" y="33073"/>
                  </a:lnTo>
                  <a:lnTo>
                    <a:pt x="30468" y="34079"/>
                  </a:lnTo>
                  <a:lnTo>
                    <a:pt x="28748" y="36215"/>
                  </a:lnTo>
                  <a:lnTo>
                    <a:pt x="21309" y="37471"/>
                  </a:lnTo>
                  <a:lnTo>
                    <a:pt x="18094" y="37052"/>
                  </a:lnTo>
                  <a:lnTo>
                    <a:pt x="17607" y="35671"/>
                  </a:lnTo>
                  <a:lnTo>
                    <a:pt x="12336" y="34037"/>
                  </a:lnTo>
                  <a:lnTo>
                    <a:pt x="8523" y="34791"/>
                  </a:lnTo>
                  <a:lnTo>
                    <a:pt x="6281" y="33660"/>
                  </a:lnTo>
                  <a:lnTo>
                    <a:pt x="2467" y="31396"/>
                  </a:lnTo>
                  <a:lnTo>
                    <a:pt x="2019" y="29004"/>
                  </a:lnTo>
                  <a:lnTo>
                    <a:pt x="0" y="26400"/>
                  </a:lnTo>
                  <a:lnTo>
                    <a:pt x="2991" y="23583"/>
                  </a:lnTo>
                  <a:lnTo>
                    <a:pt x="4337" y="19667"/>
                  </a:lnTo>
                  <a:lnTo>
                    <a:pt x="7552" y="16674"/>
                  </a:lnTo>
                  <a:lnTo>
                    <a:pt x="8784" y="13889"/>
                  </a:lnTo>
                  <a:lnTo>
                    <a:pt x="15403" y="5683"/>
                  </a:lnTo>
                  <a:lnTo>
                    <a:pt x="24075" y="170"/>
                  </a:lnTo>
                  <a:lnTo>
                    <a:pt x="28374" y="0"/>
                  </a:lnTo>
                  <a:lnTo>
                    <a:pt x="33422" y="1359"/>
                  </a:lnTo>
                  <a:lnTo>
                    <a:pt x="33533" y="5217"/>
                  </a:lnTo>
                  <a:lnTo>
                    <a:pt x="41086" y="5429"/>
                  </a:lnTo>
                  <a:lnTo>
                    <a:pt x="47403" y="7801"/>
                  </a:lnTo>
                  <a:lnTo>
                    <a:pt x="52637" y="5260"/>
                  </a:lnTo>
                  <a:lnTo>
                    <a:pt x="59553" y="8224"/>
                  </a:lnTo>
                  <a:lnTo>
                    <a:pt x="60301" y="8901"/>
                  </a:lnTo>
                  <a:lnTo>
                    <a:pt x="60039" y="1177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" name="oPE_MapPart_BOL_1_59" descr="Bolivien">
              <a:extLst>
                <a:ext uri="{FF2B5EF4-FFF2-40B4-BE49-F238E27FC236}">
                  <a16:creationId xmlns:a16="http://schemas.microsoft.com/office/drawing/2014/main" id="{D0B9DB15-12E5-7C72-B024-F1CBA7F81670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4649514" y="4594644"/>
              <a:ext cx="252347" cy="285856"/>
            </a:xfrm>
            <a:custGeom>
              <a:avLst/>
              <a:gdLst/>
              <a:ahLst/>
              <a:cxnLst/>
              <a:rect l="0" t="0" r="0" b="0"/>
              <a:pathLst>
                <a:path w="252347" h="285856">
                  <a:moveTo>
                    <a:pt x="2804" y="166696"/>
                  </a:moveTo>
                  <a:lnTo>
                    <a:pt x="2580" y="164148"/>
                  </a:lnTo>
                  <a:lnTo>
                    <a:pt x="0" y="161094"/>
                  </a:lnTo>
                  <a:lnTo>
                    <a:pt x="449" y="160037"/>
                  </a:lnTo>
                  <a:lnTo>
                    <a:pt x="4299" y="157612"/>
                  </a:lnTo>
                  <a:lnTo>
                    <a:pt x="9271" y="150655"/>
                  </a:lnTo>
                  <a:lnTo>
                    <a:pt x="12973" y="147923"/>
                  </a:lnTo>
                  <a:lnTo>
                    <a:pt x="12711" y="144296"/>
                  </a:lnTo>
                  <a:lnTo>
                    <a:pt x="16674" y="141334"/>
                  </a:lnTo>
                  <a:lnTo>
                    <a:pt x="15216" y="139659"/>
                  </a:lnTo>
                  <a:lnTo>
                    <a:pt x="10617" y="138803"/>
                  </a:lnTo>
                  <a:lnTo>
                    <a:pt x="8898" y="137245"/>
                  </a:lnTo>
                  <a:lnTo>
                    <a:pt x="4673" y="126245"/>
                  </a:lnTo>
                  <a:lnTo>
                    <a:pt x="9833" y="117558"/>
                  </a:lnTo>
                  <a:lnTo>
                    <a:pt x="5608" y="111672"/>
                  </a:lnTo>
                  <a:lnTo>
                    <a:pt x="5944" y="108074"/>
                  </a:lnTo>
                  <a:lnTo>
                    <a:pt x="7664" y="106992"/>
                  </a:lnTo>
                  <a:lnTo>
                    <a:pt x="8524" y="103785"/>
                  </a:lnTo>
                  <a:lnTo>
                    <a:pt x="13122" y="99073"/>
                  </a:lnTo>
                  <a:lnTo>
                    <a:pt x="13309" y="96681"/>
                  </a:lnTo>
                  <a:lnTo>
                    <a:pt x="16076" y="94637"/>
                  </a:lnTo>
                  <a:lnTo>
                    <a:pt x="11851" y="84238"/>
                  </a:lnTo>
                  <a:lnTo>
                    <a:pt x="13758" y="80238"/>
                  </a:lnTo>
                  <a:lnTo>
                    <a:pt x="13870" y="67106"/>
                  </a:lnTo>
                  <a:lnTo>
                    <a:pt x="18431" y="62966"/>
                  </a:lnTo>
                  <a:lnTo>
                    <a:pt x="18319" y="61280"/>
                  </a:lnTo>
                  <a:lnTo>
                    <a:pt x="19964" y="59059"/>
                  </a:lnTo>
                  <a:lnTo>
                    <a:pt x="1384" y="26145"/>
                  </a:lnTo>
                  <a:lnTo>
                    <a:pt x="16562" y="27402"/>
                  </a:lnTo>
                  <a:lnTo>
                    <a:pt x="19066" y="29764"/>
                  </a:lnTo>
                  <a:lnTo>
                    <a:pt x="21234" y="29496"/>
                  </a:lnTo>
                  <a:lnTo>
                    <a:pt x="27702" y="26640"/>
                  </a:lnTo>
                  <a:lnTo>
                    <a:pt x="32674" y="20892"/>
                  </a:lnTo>
                  <a:lnTo>
                    <a:pt x="39964" y="20474"/>
                  </a:lnTo>
                  <a:lnTo>
                    <a:pt x="42843" y="16747"/>
                  </a:lnTo>
                  <a:lnTo>
                    <a:pt x="46282" y="14275"/>
                  </a:lnTo>
                  <a:lnTo>
                    <a:pt x="52638" y="11730"/>
                  </a:lnTo>
                  <a:lnTo>
                    <a:pt x="63778" y="3946"/>
                  </a:lnTo>
                  <a:lnTo>
                    <a:pt x="77274" y="1517"/>
                  </a:lnTo>
                  <a:lnTo>
                    <a:pt x="84901" y="1782"/>
                  </a:lnTo>
                  <a:lnTo>
                    <a:pt x="88265" y="0"/>
                  </a:lnTo>
                  <a:lnTo>
                    <a:pt x="90059" y="3376"/>
                  </a:lnTo>
                  <a:lnTo>
                    <a:pt x="90284" y="9146"/>
                  </a:lnTo>
                  <a:lnTo>
                    <a:pt x="89985" y="11387"/>
                  </a:lnTo>
                  <a:lnTo>
                    <a:pt x="87181" y="16747"/>
                  </a:lnTo>
                  <a:lnTo>
                    <a:pt x="89761" y="27706"/>
                  </a:lnTo>
                  <a:lnTo>
                    <a:pt x="88377" y="32393"/>
                  </a:lnTo>
                  <a:lnTo>
                    <a:pt x="89798" y="36473"/>
                  </a:lnTo>
                  <a:lnTo>
                    <a:pt x="92826" y="40861"/>
                  </a:lnTo>
                  <a:lnTo>
                    <a:pt x="92639" y="43075"/>
                  </a:lnTo>
                  <a:lnTo>
                    <a:pt x="94620" y="42884"/>
                  </a:lnTo>
                  <a:lnTo>
                    <a:pt x="96640" y="47850"/>
                  </a:lnTo>
                  <a:lnTo>
                    <a:pt x="100004" y="48997"/>
                  </a:lnTo>
                  <a:lnTo>
                    <a:pt x="106584" y="53700"/>
                  </a:lnTo>
                  <a:lnTo>
                    <a:pt x="108527" y="57719"/>
                  </a:lnTo>
                  <a:lnTo>
                    <a:pt x="118547" y="59633"/>
                  </a:lnTo>
                  <a:lnTo>
                    <a:pt x="121650" y="58331"/>
                  </a:lnTo>
                  <a:lnTo>
                    <a:pt x="123706" y="58522"/>
                  </a:lnTo>
                  <a:lnTo>
                    <a:pt x="130809" y="62813"/>
                  </a:lnTo>
                  <a:lnTo>
                    <a:pt x="132827" y="63426"/>
                  </a:lnTo>
                  <a:lnTo>
                    <a:pt x="136641" y="62583"/>
                  </a:lnTo>
                  <a:lnTo>
                    <a:pt x="137725" y="65496"/>
                  </a:lnTo>
                  <a:lnTo>
                    <a:pt x="142884" y="69599"/>
                  </a:lnTo>
                  <a:lnTo>
                    <a:pt x="144529" y="69522"/>
                  </a:lnTo>
                  <a:lnTo>
                    <a:pt x="151482" y="72477"/>
                  </a:lnTo>
                  <a:lnTo>
                    <a:pt x="156343" y="73053"/>
                  </a:lnTo>
                  <a:lnTo>
                    <a:pt x="156829" y="74820"/>
                  </a:lnTo>
                  <a:lnTo>
                    <a:pt x="163147" y="80853"/>
                  </a:lnTo>
                  <a:lnTo>
                    <a:pt x="168941" y="81199"/>
                  </a:lnTo>
                  <a:lnTo>
                    <a:pt x="177951" y="80084"/>
                  </a:lnTo>
                  <a:lnTo>
                    <a:pt x="189802" y="86508"/>
                  </a:lnTo>
                  <a:lnTo>
                    <a:pt x="191933" y="91399"/>
                  </a:lnTo>
                  <a:lnTo>
                    <a:pt x="190475" y="94946"/>
                  </a:lnTo>
                  <a:lnTo>
                    <a:pt x="194138" y="104248"/>
                  </a:lnTo>
                  <a:lnTo>
                    <a:pt x="194662" y="114382"/>
                  </a:lnTo>
                  <a:lnTo>
                    <a:pt x="188232" y="114575"/>
                  </a:lnTo>
                  <a:lnTo>
                    <a:pt x="195297" y="122791"/>
                  </a:lnTo>
                  <a:lnTo>
                    <a:pt x="196681" y="139854"/>
                  </a:lnTo>
                  <a:lnTo>
                    <a:pt x="230701" y="141100"/>
                  </a:lnTo>
                  <a:lnTo>
                    <a:pt x="234701" y="140165"/>
                  </a:lnTo>
                  <a:lnTo>
                    <a:pt x="234589" y="144647"/>
                  </a:lnTo>
                  <a:lnTo>
                    <a:pt x="231935" y="149172"/>
                  </a:lnTo>
                  <a:lnTo>
                    <a:pt x="233654" y="160780"/>
                  </a:lnTo>
                  <a:lnTo>
                    <a:pt x="242066" y="166813"/>
                  </a:lnTo>
                  <a:lnTo>
                    <a:pt x="245355" y="166813"/>
                  </a:lnTo>
                  <a:lnTo>
                    <a:pt x="250477" y="180125"/>
                  </a:lnTo>
                  <a:lnTo>
                    <a:pt x="252346" y="182132"/>
                  </a:lnTo>
                  <a:lnTo>
                    <a:pt x="250702" y="183549"/>
                  </a:lnTo>
                  <a:lnTo>
                    <a:pt x="246365" y="197473"/>
                  </a:lnTo>
                  <a:lnTo>
                    <a:pt x="247449" y="197552"/>
                  </a:lnTo>
                  <a:lnTo>
                    <a:pt x="247748" y="200319"/>
                  </a:lnTo>
                  <a:lnTo>
                    <a:pt x="246028" y="201149"/>
                  </a:lnTo>
                  <a:lnTo>
                    <a:pt x="239150" y="215737"/>
                  </a:lnTo>
                  <a:lnTo>
                    <a:pt x="244757" y="220944"/>
                  </a:lnTo>
                  <a:lnTo>
                    <a:pt x="241430" y="222615"/>
                  </a:lnTo>
                  <a:lnTo>
                    <a:pt x="239934" y="224725"/>
                  </a:lnTo>
                  <a:lnTo>
                    <a:pt x="238551" y="225044"/>
                  </a:lnTo>
                  <a:lnTo>
                    <a:pt x="238963" y="221342"/>
                  </a:lnTo>
                  <a:lnTo>
                    <a:pt x="238140" y="217365"/>
                  </a:lnTo>
                  <a:lnTo>
                    <a:pt x="219224" y="205662"/>
                  </a:lnTo>
                  <a:lnTo>
                    <a:pt x="200195" y="205900"/>
                  </a:lnTo>
                  <a:lnTo>
                    <a:pt x="163857" y="213552"/>
                  </a:lnTo>
                  <a:lnTo>
                    <a:pt x="160530" y="222615"/>
                  </a:lnTo>
                  <a:lnTo>
                    <a:pt x="153053" y="233856"/>
                  </a:lnTo>
                  <a:lnTo>
                    <a:pt x="153053" y="245015"/>
                  </a:lnTo>
                  <a:lnTo>
                    <a:pt x="145277" y="271119"/>
                  </a:lnTo>
                  <a:lnTo>
                    <a:pt x="141277" y="265833"/>
                  </a:lnTo>
                  <a:lnTo>
                    <a:pt x="118883" y="266519"/>
                  </a:lnTo>
                  <a:lnTo>
                    <a:pt x="111705" y="279410"/>
                  </a:lnTo>
                  <a:lnTo>
                    <a:pt x="110509" y="284476"/>
                  </a:lnTo>
                  <a:lnTo>
                    <a:pt x="104677" y="270999"/>
                  </a:lnTo>
                  <a:lnTo>
                    <a:pt x="95293" y="268173"/>
                  </a:lnTo>
                  <a:lnTo>
                    <a:pt x="80489" y="268132"/>
                  </a:lnTo>
                  <a:lnTo>
                    <a:pt x="73685" y="262206"/>
                  </a:lnTo>
                  <a:lnTo>
                    <a:pt x="71143" y="261482"/>
                  </a:lnTo>
                  <a:lnTo>
                    <a:pt x="68115" y="268415"/>
                  </a:lnTo>
                  <a:lnTo>
                    <a:pt x="60937" y="270716"/>
                  </a:lnTo>
                  <a:lnTo>
                    <a:pt x="59105" y="275080"/>
                  </a:lnTo>
                  <a:lnTo>
                    <a:pt x="54245" y="278276"/>
                  </a:lnTo>
                  <a:lnTo>
                    <a:pt x="53797" y="280503"/>
                  </a:lnTo>
                  <a:lnTo>
                    <a:pt x="50918" y="284354"/>
                  </a:lnTo>
                  <a:lnTo>
                    <a:pt x="40263" y="285855"/>
                  </a:lnTo>
                  <a:lnTo>
                    <a:pt x="36674" y="284354"/>
                  </a:lnTo>
                  <a:lnTo>
                    <a:pt x="36637" y="276941"/>
                  </a:lnTo>
                  <a:lnTo>
                    <a:pt x="35216" y="273382"/>
                  </a:lnTo>
                  <a:lnTo>
                    <a:pt x="34431" y="267165"/>
                  </a:lnTo>
                  <a:lnTo>
                    <a:pt x="32599" y="265511"/>
                  </a:lnTo>
                  <a:lnTo>
                    <a:pt x="31851" y="260354"/>
                  </a:lnTo>
                  <a:lnTo>
                    <a:pt x="30319" y="257337"/>
                  </a:lnTo>
                  <a:lnTo>
                    <a:pt x="30095" y="250227"/>
                  </a:lnTo>
                  <a:lnTo>
                    <a:pt x="25122" y="242412"/>
                  </a:lnTo>
                  <a:lnTo>
                    <a:pt x="22581" y="241372"/>
                  </a:lnTo>
                  <a:lnTo>
                    <a:pt x="22468" y="237332"/>
                  </a:lnTo>
                  <a:lnTo>
                    <a:pt x="24113" y="235295"/>
                  </a:lnTo>
                  <a:lnTo>
                    <a:pt x="18393" y="230584"/>
                  </a:lnTo>
                  <a:lnTo>
                    <a:pt x="19889" y="228231"/>
                  </a:lnTo>
                  <a:lnTo>
                    <a:pt x="18468" y="223412"/>
                  </a:lnTo>
                  <a:lnTo>
                    <a:pt x="21720" y="222377"/>
                  </a:lnTo>
                  <a:lnTo>
                    <a:pt x="22543" y="220665"/>
                  </a:lnTo>
                  <a:lnTo>
                    <a:pt x="22169" y="218200"/>
                  </a:lnTo>
                  <a:lnTo>
                    <a:pt x="19665" y="215221"/>
                  </a:lnTo>
                  <a:lnTo>
                    <a:pt x="24412" y="208357"/>
                  </a:lnTo>
                  <a:lnTo>
                    <a:pt x="14057" y="198659"/>
                  </a:lnTo>
                  <a:lnTo>
                    <a:pt x="10393" y="180597"/>
                  </a:lnTo>
                  <a:lnTo>
                    <a:pt x="11440" y="178552"/>
                  </a:lnTo>
                  <a:lnTo>
                    <a:pt x="6916" y="176193"/>
                  </a:lnTo>
                  <a:lnTo>
                    <a:pt x="5982" y="172462"/>
                  </a:lnTo>
                  <a:lnTo>
                    <a:pt x="3140" y="16916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oPE_MapPart_BIH_1_60" descr="Bosnien und Herzegowina">
              <a:extLst>
                <a:ext uri="{FF2B5EF4-FFF2-40B4-BE49-F238E27FC236}">
                  <a16:creationId xmlns:a16="http://schemas.microsoft.com/office/drawing/2014/main" id="{995D6EAC-A5D2-FCF2-9951-8E3FB835F86F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6422854" y="3334956"/>
              <a:ext cx="79892" cy="78390"/>
            </a:xfrm>
            <a:custGeom>
              <a:avLst/>
              <a:gdLst/>
              <a:ahLst/>
              <a:cxnLst/>
              <a:rect l="0" t="0" r="0" b="0"/>
              <a:pathLst>
                <a:path w="79892" h="78390">
                  <a:moveTo>
                    <a:pt x="74993" y="11647"/>
                  </a:moveTo>
                  <a:lnTo>
                    <a:pt x="73834" y="17021"/>
                  </a:lnTo>
                  <a:lnTo>
                    <a:pt x="70507" y="23268"/>
                  </a:lnTo>
                  <a:lnTo>
                    <a:pt x="70208" y="26879"/>
                  </a:lnTo>
                  <a:lnTo>
                    <a:pt x="70919" y="28500"/>
                  </a:lnTo>
                  <a:lnTo>
                    <a:pt x="74806" y="30744"/>
                  </a:lnTo>
                  <a:lnTo>
                    <a:pt x="79891" y="36005"/>
                  </a:lnTo>
                  <a:lnTo>
                    <a:pt x="79181" y="37669"/>
                  </a:lnTo>
                  <a:lnTo>
                    <a:pt x="72862" y="38292"/>
                  </a:lnTo>
                  <a:lnTo>
                    <a:pt x="77910" y="45807"/>
                  </a:lnTo>
                  <a:lnTo>
                    <a:pt x="77722" y="48907"/>
                  </a:lnTo>
                  <a:lnTo>
                    <a:pt x="77124" y="49888"/>
                  </a:lnTo>
                  <a:lnTo>
                    <a:pt x="74021" y="49010"/>
                  </a:lnTo>
                  <a:lnTo>
                    <a:pt x="71815" y="50713"/>
                  </a:lnTo>
                  <a:lnTo>
                    <a:pt x="66732" y="50919"/>
                  </a:lnTo>
                  <a:lnTo>
                    <a:pt x="68526" y="55759"/>
                  </a:lnTo>
                  <a:lnTo>
                    <a:pt x="68302" y="57609"/>
                  </a:lnTo>
                  <a:lnTo>
                    <a:pt x="64675" y="56068"/>
                  </a:lnTo>
                  <a:lnTo>
                    <a:pt x="61011" y="59355"/>
                  </a:lnTo>
                  <a:lnTo>
                    <a:pt x="59927" y="65143"/>
                  </a:lnTo>
                  <a:lnTo>
                    <a:pt x="57123" y="65552"/>
                  </a:lnTo>
                  <a:lnTo>
                    <a:pt x="56226" y="66829"/>
                  </a:lnTo>
                  <a:lnTo>
                    <a:pt x="58095" y="76662"/>
                  </a:lnTo>
                  <a:lnTo>
                    <a:pt x="56039" y="78389"/>
                  </a:lnTo>
                  <a:lnTo>
                    <a:pt x="53310" y="77272"/>
                  </a:lnTo>
                  <a:lnTo>
                    <a:pt x="43702" y="70300"/>
                  </a:lnTo>
                  <a:lnTo>
                    <a:pt x="42880" y="68668"/>
                  </a:lnTo>
                  <a:lnTo>
                    <a:pt x="40076" y="68821"/>
                  </a:lnTo>
                  <a:lnTo>
                    <a:pt x="38394" y="67647"/>
                  </a:lnTo>
                  <a:lnTo>
                    <a:pt x="39740" y="65705"/>
                  </a:lnTo>
                  <a:lnTo>
                    <a:pt x="32300" y="57198"/>
                  </a:lnTo>
                  <a:lnTo>
                    <a:pt x="31926" y="53186"/>
                  </a:lnTo>
                  <a:lnTo>
                    <a:pt x="27963" y="51177"/>
                  </a:lnTo>
                  <a:lnTo>
                    <a:pt x="11701" y="33663"/>
                  </a:lnTo>
                  <a:lnTo>
                    <a:pt x="9907" y="31057"/>
                  </a:lnTo>
                  <a:lnTo>
                    <a:pt x="7589" y="22167"/>
                  </a:lnTo>
                  <a:lnTo>
                    <a:pt x="0" y="15021"/>
                  </a:lnTo>
                  <a:lnTo>
                    <a:pt x="1047" y="2919"/>
                  </a:lnTo>
                  <a:lnTo>
                    <a:pt x="3140" y="1805"/>
                  </a:lnTo>
                  <a:lnTo>
                    <a:pt x="6056" y="2602"/>
                  </a:lnTo>
                  <a:lnTo>
                    <a:pt x="11552" y="7897"/>
                  </a:lnTo>
                  <a:lnTo>
                    <a:pt x="16487" y="1805"/>
                  </a:lnTo>
                  <a:lnTo>
                    <a:pt x="21870" y="2389"/>
                  </a:lnTo>
                  <a:lnTo>
                    <a:pt x="24524" y="0"/>
                  </a:lnTo>
                  <a:lnTo>
                    <a:pt x="28823" y="3132"/>
                  </a:lnTo>
                  <a:lnTo>
                    <a:pt x="36674" y="4616"/>
                  </a:lnTo>
                  <a:lnTo>
                    <a:pt x="39815" y="3344"/>
                  </a:lnTo>
                  <a:lnTo>
                    <a:pt x="43104" y="5887"/>
                  </a:lnTo>
                  <a:lnTo>
                    <a:pt x="46917" y="3980"/>
                  </a:lnTo>
                  <a:lnTo>
                    <a:pt x="60750" y="5887"/>
                  </a:lnTo>
                  <a:lnTo>
                    <a:pt x="62470" y="7369"/>
                  </a:lnTo>
                  <a:lnTo>
                    <a:pt x="63367" y="10645"/>
                  </a:lnTo>
                  <a:lnTo>
                    <a:pt x="66544" y="12123"/>
                  </a:lnTo>
                  <a:lnTo>
                    <a:pt x="74246" y="1117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oPE_MapPart_BWA_1_61" descr="Botswana">
              <a:extLst>
                <a:ext uri="{FF2B5EF4-FFF2-40B4-BE49-F238E27FC236}">
                  <a16:creationId xmlns:a16="http://schemas.microsoft.com/office/drawing/2014/main" id="{53DE1F96-B454-3BC7-666F-FA1C2A1E3EEB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6510932" y="4767459"/>
              <a:ext cx="194962" cy="203803"/>
            </a:xfrm>
            <a:custGeom>
              <a:avLst/>
              <a:gdLst/>
              <a:ahLst/>
              <a:cxnLst/>
              <a:rect l="0" t="0" r="0" b="0"/>
              <a:pathLst>
                <a:path w="194962" h="203803">
                  <a:moveTo>
                    <a:pt x="109686" y="118"/>
                  </a:moveTo>
                  <a:lnTo>
                    <a:pt x="109312" y="3968"/>
                  </a:lnTo>
                  <a:lnTo>
                    <a:pt x="123818" y="25172"/>
                  </a:lnTo>
                  <a:lnTo>
                    <a:pt x="124043" y="28334"/>
                  </a:lnTo>
                  <a:lnTo>
                    <a:pt x="128566" y="38396"/>
                  </a:lnTo>
                  <a:lnTo>
                    <a:pt x="139146" y="46220"/>
                  </a:lnTo>
                  <a:lnTo>
                    <a:pt x="149539" y="50795"/>
                  </a:lnTo>
                  <a:lnTo>
                    <a:pt x="151184" y="53703"/>
                  </a:lnTo>
                  <a:lnTo>
                    <a:pt x="151669" y="59165"/>
                  </a:lnTo>
                  <a:lnTo>
                    <a:pt x="158810" y="59285"/>
                  </a:lnTo>
                  <a:lnTo>
                    <a:pt x="160380" y="60323"/>
                  </a:lnTo>
                  <a:lnTo>
                    <a:pt x="159745" y="72160"/>
                  </a:lnTo>
                  <a:lnTo>
                    <a:pt x="163371" y="76569"/>
                  </a:lnTo>
                  <a:lnTo>
                    <a:pt x="166885" y="83115"/>
                  </a:lnTo>
                  <a:lnTo>
                    <a:pt x="177652" y="85246"/>
                  </a:lnTo>
                  <a:lnTo>
                    <a:pt x="187895" y="88506"/>
                  </a:lnTo>
                  <a:lnTo>
                    <a:pt x="188268" y="93462"/>
                  </a:lnTo>
                  <a:lnTo>
                    <a:pt x="189578" y="94550"/>
                  </a:lnTo>
                  <a:lnTo>
                    <a:pt x="192307" y="94833"/>
                  </a:lnTo>
                  <a:lnTo>
                    <a:pt x="194961" y="97416"/>
                  </a:lnTo>
                  <a:lnTo>
                    <a:pt x="190064" y="97860"/>
                  </a:lnTo>
                  <a:lnTo>
                    <a:pt x="187671" y="99314"/>
                  </a:lnTo>
                  <a:lnTo>
                    <a:pt x="184045" y="103843"/>
                  </a:lnTo>
                  <a:lnTo>
                    <a:pt x="174549" y="106392"/>
                  </a:lnTo>
                  <a:lnTo>
                    <a:pt x="170960" y="108660"/>
                  </a:lnTo>
                  <a:lnTo>
                    <a:pt x="161576" y="119988"/>
                  </a:lnTo>
                  <a:lnTo>
                    <a:pt x="159221" y="120476"/>
                  </a:lnTo>
                  <a:lnTo>
                    <a:pt x="156193" y="123854"/>
                  </a:lnTo>
                  <a:lnTo>
                    <a:pt x="148865" y="127399"/>
                  </a:lnTo>
                  <a:lnTo>
                    <a:pt x="145576" y="131479"/>
                  </a:lnTo>
                  <a:lnTo>
                    <a:pt x="142398" y="143671"/>
                  </a:lnTo>
                  <a:lnTo>
                    <a:pt x="133314" y="152171"/>
                  </a:lnTo>
                  <a:lnTo>
                    <a:pt x="123257" y="155257"/>
                  </a:lnTo>
                  <a:lnTo>
                    <a:pt x="116415" y="174962"/>
                  </a:lnTo>
                  <a:lnTo>
                    <a:pt x="113499" y="177450"/>
                  </a:lnTo>
                  <a:lnTo>
                    <a:pt x="99069" y="179816"/>
                  </a:lnTo>
                  <a:lnTo>
                    <a:pt x="90396" y="178114"/>
                  </a:lnTo>
                  <a:lnTo>
                    <a:pt x="87555" y="175583"/>
                  </a:lnTo>
                  <a:lnTo>
                    <a:pt x="81312" y="174837"/>
                  </a:lnTo>
                  <a:lnTo>
                    <a:pt x="70844" y="167716"/>
                  </a:lnTo>
                  <a:lnTo>
                    <a:pt x="65834" y="167634"/>
                  </a:lnTo>
                  <a:lnTo>
                    <a:pt x="63217" y="168460"/>
                  </a:lnTo>
                  <a:lnTo>
                    <a:pt x="60227" y="171522"/>
                  </a:lnTo>
                  <a:lnTo>
                    <a:pt x="54394" y="187094"/>
                  </a:lnTo>
                  <a:lnTo>
                    <a:pt x="46507" y="193013"/>
                  </a:lnTo>
                  <a:lnTo>
                    <a:pt x="43890" y="197482"/>
                  </a:lnTo>
                  <a:lnTo>
                    <a:pt x="37609" y="200494"/>
                  </a:lnTo>
                  <a:lnTo>
                    <a:pt x="35665" y="203551"/>
                  </a:lnTo>
                  <a:lnTo>
                    <a:pt x="22692" y="203802"/>
                  </a:lnTo>
                  <a:lnTo>
                    <a:pt x="18542" y="202797"/>
                  </a:lnTo>
                  <a:lnTo>
                    <a:pt x="15814" y="203718"/>
                  </a:lnTo>
                  <a:lnTo>
                    <a:pt x="13758" y="201247"/>
                  </a:lnTo>
                  <a:lnTo>
                    <a:pt x="13459" y="194307"/>
                  </a:lnTo>
                  <a:lnTo>
                    <a:pt x="17384" y="187843"/>
                  </a:lnTo>
                  <a:lnTo>
                    <a:pt x="16935" y="182102"/>
                  </a:lnTo>
                  <a:lnTo>
                    <a:pt x="13122" y="172309"/>
                  </a:lnTo>
                  <a:lnTo>
                    <a:pt x="7627" y="161686"/>
                  </a:lnTo>
                  <a:lnTo>
                    <a:pt x="37" y="155916"/>
                  </a:lnTo>
                  <a:lnTo>
                    <a:pt x="0" y="93058"/>
                  </a:lnTo>
                  <a:lnTo>
                    <a:pt x="20637" y="93058"/>
                  </a:lnTo>
                  <a:lnTo>
                    <a:pt x="20674" y="11600"/>
                  </a:lnTo>
                  <a:lnTo>
                    <a:pt x="67330" y="4637"/>
                  </a:lnTo>
                  <a:lnTo>
                    <a:pt x="68975" y="5226"/>
                  </a:lnTo>
                  <a:lnTo>
                    <a:pt x="75218" y="14713"/>
                  </a:lnTo>
                  <a:lnTo>
                    <a:pt x="88602" y="5147"/>
                  </a:lnTo>
                  <a:lnTo>
                    <a:pt x="90994" y="4164"/>
                  </a:lnTo>
                  <a:lnTo>
                    <a:pt x="94545" y="5776"/>
                  </a:lnTo>
                  <a:lnTo>
                    <a:pt x="99967" y="1689"/>
                  </a:lnTo>
                  <a:lnTo>
                    <a:pt x="10879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oPE_MapPart_BRA_1_62" descr="Brasilien">
              <a:extLst>
                <a:ext uri="{FF2B5EF4-FFF2-40B4-BE49-F238E27FC236}">
                  <a16:creationId xmlns:a16="http://schemas.microsoft.com/office/drawing/2014/main" id="{23E58974-7D0F-DE56-6C26-2DB871937E5D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4559043" y="4282589"/>
              <a:ext cx="814089" cy="854588"/>
            </a:xfrm>
            <a:custGeom>
              <a:avLst/>
              <a:gdLst/>
              <a:ahLst/>
              <a:cxnLst/>
              <a:rect l="0" t="0" r="0" b="0"/>
              <a:pathLst>
                <a:path w="814089" h="854588">
                  <a:moveTo>
                    <a:pt x="148006" y="83969"/>
                  </a:moveTo>
                  <a:lnTo>
                    <a:pt x="158960" y="93428"/>
                  </a:lnTo>
                  <a:lnTo>
                    <a:pt x="164942" y="93054"/>
                  </a:lnTo>
                  <a:lnTo>
                    <a:pt x="172792" y="88941"/>
                  </a:lnTo>
                  <a:lnTo>
                    <a:pt x="175184" y="90138"/>
                  </a:lnTo>
                  <a:lnTo>
                    <a:pt x="176082" y="91820"/>
                  </a:lnTo>
                  <a:lnTo>
                    <a:pt x="175409" y="95073"/>
                  </a:lnTo>
                  <a:lnTo>
                    <a:pt x="177128" y="94998"/>
                  </a:lnTo>
                  <a:lnTo>
                    <a:pt x="179446" y="91297"/>
                  </a:lnTo>
                  <a:lnTo>
                    <a:pt x="184793" y="86323"/>
                  </a:lnTo>
                  <a:lnTo>
                    <a:pt x="190737" y="83258"/>
                  </a:lnTo>
                  <a:lnTo>
                    <a:pt x="192531" y="83332"/>
                  </a:lnTo>
                  <a:lnTo>
                    <a:pt x="197615" y="79181"/>
                  </a:lnTo>
                  <a:lnTo>
                    <a:pt x="201391" y="79144"/>
                  </a:lnTo>
                  <a:lnTo>
                    <a:pt x="203485" y="77574"/>
                  </a:lnTo>
                  <a:lnTo>
                    <a:pt x="205354" y="75703"/>
                  </a:lnTo>
                  <a:lnTo>
                    <a:pt x="207560" y="69233"/>
                  </a:lnTo>
                  <a:lnTo>
                    <a:pt x="219523" y="64557"/>
                  </a:lnTo>
                  <a:lnTo>
                    <a:pt x="220420" y="59244"/>
                  </a:lnTo>
                  <a:lnTo>
                    <a:pt x="209317" y="58420"/>
                  </a:lnTo>
                  <a:lnTo>
                    <a:pt x="206775" y="57373"/>
                  </a:lnTo>
                  <a:lnTo>
                    <a:pt x="207522" y="53855"/>
                  </a:lnTo>
                  <a:lnTo>
                    <a:pt x="203186" y="42775"/>
                  </a:lnTo>
                  <a:lnTo>
                    <a:pt x="203148" y="34798"/>
                  </a:lnTo>
                  <a:lnTo>
                    <a:pt x="193840" y="25956"/>
                  </a:lnTo>
                  <a:lnTo>
                    <a:pt x="190737" y="21383"/>
                  </a:lnTo>
                  <a:lnTo>
                    <a:pt x="191335" y="20446"/>
                  </a:lnTo>
                  <a:lnTo>
                    <a:pt x="192718" y="20483"/>
                  </a:lnTo>
                  <a:lnTo>
                    <a:pt x="195746" y="23295"/>
                  </a:lnTo>
                  <a:lnTo>
                    <a:pt x="203747" y="23557"/>
                  </a:lnTo>
                  <a:lnTo>
                    <a:pt x="207298" y="27680"/>
                  </a:lnTo>
                  <a:lnTo>
                    <a:pt x="214925" y="27455"/>
                  </a:lnTo>
                  <a:lnTo>
                    <a:pt x="217541" y="28429"/>
                  </a:lnTo>
                  <a:lnTo>
                    <a:pt x="221467" y="27380"/>
                  </a:lnTo>
                  <a:lnTo>
                    <a:pt x="229131" y="34648"/>
                  </a:lnTo>
                  <a:lnTo>
                    <a:pt x="231448" y="34685"/>
                  </a:lnTo>
                  <a:lnTo>
                    <a:pt x="233392" y="33000"/>
                  </a:lnTo>
                  <a:lnTo>
                    <a:pt x="234477" y="25843"/>
                  </a:lnTo>
                  <a:lnTo>
                    <a:pt x="240720" y="22957"/>
                  </a:lnTo>
                  <a:lnTo>
                    <a:pt x="246066" y="24157"/>
                  </a:lnTo>
                  <a:lnTo>
                    <a:pt x="252982" y="22095"/>
                  </a:lnTo>
                  <a:lnTo>
                    <a:pt x="258515" y="20220"/>
                  </a:lnTo>
                  <a:lnTo>
                    <a:pt x="260085" y="17821"/>
                  </a:lnTo>
                  <a:lnTo>
                    <a:pt x="262403" y="17184"/>
                  </a:lnTo>
                  <a:lnTo>
                    <a:pt x="264235" y="15459"/>
                  </a:lnTo>
                  <a:lnTo>
                    <a:pt x="269992" y="15046"/>
                  </a:lnTo>
                  <a:lnTo>
                    <a:pt x="271973" y="11896"/>
                  </a:lnTo>
                  <a:lnTo>
                    <a:pt x="275413" y="10095"/>
                  </a:lnTo>
                  <a:lnTo>
                    <a:pt x="277768" y="7619"/>
                  </a:lnTo>
                  <a:lnTo>
                    <a:pt x="278254" y="5480"/>
                  </a:lnTo>
                  <a:lnTo>
                    <a:pt x="277618" y="3679"/>
                  </a:lnTo>
                  <a:lnTo>
                    <a:pt x="276834" y="1952"/>
                  </a:lnTo>
                  <a:lnTo>
                    <a:pt x="275375" y="1163"/>
                  </a:lnTo>
                  <a:lnTo>
                    <a:pt x="277282" y="751"/>
                  </a:lnTo>
                  <a:lnTo>
                    <a:pt x="281245" y="1464"/>
                  </a:lnTo>
                  <a:lnTo>
                    <a:pt x="285768" y="0"/>
                  </a:lnTo>
                  <a:lnTo>
                    <a:pt x="287862" y="413"/>
                  </a:lnTo>
                  <a:lnTo>
                    <a:pt x="291002" y="3641"/>
                  </a:lnTo>
                  <a:lnTo>
                    <a:pt x="290142" y="10771"/>
                  </a:lnTo>
                  <a:lnTo>
                    <a:pt x="287712" y="15122"/>
                  </a:lnTo>
                  <a:lnTo>
                    <a:pt x="294255" y="16283"/>
                  </a:lnTo>
                  <a:lnTo>
                    <a:pt x="296984" y="18271"/>
                  </a:lnTo>
                  <a:lnTo>
                    <a:pt x="296236" y="21496"/>
                  </a:lnTo>
                  <a:lnTo>
                    <a:pt x="300124" y="27604"/>
                  </a:lnTo>
                  <a:lnTo>
                    <a:pt x="297470" y="32476"/>
                  </a:lnTo>
                  <a:lnTo>
                    <a:pt x="293843" y="34798"/>
                  </a:lnTo>
                  <a:lnTo>
                    <a:pt x="294292" y="39742"/>
                  </a:lnTo>
                  <a:lnTo>
                    <a:pt x="291376" y="47230"/>
                  </a:lnTo>
                  <a:lnTo>
                    <a:pt x="290928" y="53481"/>
                  </a:lnTo>
                  <a:lnTo>
                    <a:pt x="293096" y="60254"/>
                  </a:lnTo>
                  <a:lnTo>
                    <a:pt x="295899" y="62125"/>
                  </a:lnTo>
                  <a:lnTo>
                    <a:pt x="295862" y="69869"/>
                  </a:lnTo>
                  <a:lnTo>
                    <a:pt x="297694" y="71065"/>
                  </a:lnTo>
                  <a:lnTo>
                    <a:pt x="297731" y="73085"/>
                  </a:lnTo>
                  <a:lnTo>
                    <a:pt x="300460" y="74057"/>
                  </a:lnTo>
                  <a:lnTo>
                    <a:pt x="306779" y="80790"/>
                  </a:lnTo>
                  <a:lnTo>
                    <a:pt x="312236" y="82248"/>
                  </a:lnTo>
                  <a:lnTo>
                    <a:pt x="314442" y="84342"/>
                  </a:lnTo>
                  <a:lnTo>
                    <a:pt x="318106" y="82734"/>
                  </a:lnTo>
                  <a:lnTo>
                    <a:pt x="321695" y="82659"/>
                  </a:lnTo>
                  <a:lnTo>
                    <a:pt x="321844" y="79481"/>
                  </a:lnTo>
                  <a:lnTo>
                    <a:pt x="324125" y="78584"/>
                  </a:lnTo>
                  <a:lnTo>
                    <a:pt x="325284" y="76377"/>
                  </a:lnTo>
                  <a:lnTo>
                    <a:pt x="331639" y="77760"/>
                  </a:lnTo>
                  <a:lnTo>
                    <a:pt x="332686" y="75105"/>
                  </a:lnTo>
                  <a:lnTo>
                    <a:pt x="340761" y="73946"/>
                  </a:lnTo>
                  <a:lnTo>
                    <a:pt x="345509" y="69046"/>
                  </a:lnTo>
                  <a:lnTo>
                    <a:pt x="350631" y="67512"/>
                  </a:lnTo>
                  <a:lnTo>
                    <a:pt x="352911" y="69457"/>
                  </a:lnTo>
                  <a:lnTo>
                    <a:pt x="356500" y="70280"/>
                  </a:lnTo>
                  <a:lnTo>
                    <a:pt x="363865" y="69008"/>
                  </a:lnTo>
                  <a:lnTo>
                    <a:pt x="374632" y="70766"/>
                  </a:lnTo>
                  <a:lnTo>
                    <a:pt x="375641" y="66989"/>
                  </a:lnTo>
                  <a:lnTo>
                    <a:pt x="372351" y="62874"/>
                  </a:lnTo>
                  <a:lnTo>
                    <a:pt x="371005" y="62424"/>
                  </a:lnTo>
                  <a:lnTo>
                    <a:pt x="374781" y="56999"/>
                  </a:lnTo>
                  <a:lnTo>
                    <a:pt x="379492" y="59356"/>
                  </a:lnTo>
                  <a:lnTo>
                    <a:pt x="386632" y="58645"/>
                  </a:lnTo>
                  <a:lnTo>
                    <a:pt x="387492" y="57635"/>
                  </a:lnTo>
                  <a:lnTo>
                    <a:pt x="395081" y="55390"/>
                  </a:lnTo>
                  <a:lnTo>
                    <a:pt x="397212" y="58458"/>
                  </a:lnTo>
                  <a:lnTo>
                    <a:pt x="400427" y="58645"/>
                  </a:lnTo>
                  <a:lnTo>
                    <a:pt x="401660" y="61002"/>
                  </a:lnTo>
                  <a:lnTo>
                    <a:pt x="406409" y="63509"/>
                  </a:lnTo>
                  <a:lnTo>
                    <a:pt x="412726" y="65305"/>
                  </a:lnTo>
                  <a:lnTo>
                    <a:pt x="420241" y="60441"/>
                  </a:lnTo>
                  <a:lnTo>
                    <a:pt x="420914" y="61377"/>
                  </a:lnTo>
                  <a:lnTo>
                    <a:pt x="425624" y="62536"/>
                  </a:lnTo>
                  <a:lnTo>
                    <a:pt x="429251" y="60740"/>
                  </a:lnTo>
                  <a:lnTo>
                    <a:pt x="431419" y="63546"/>
                  </a:lnTo>
                  <a:lnTo>
                    <a:pt x="436914" y="63996"/>
                  </a:lnTo>
                  <a:lnTo>
                    <a:pt x="443382" y="58944"/>
                  </a:lnTo>
                  <a:lnTo>
                    <a:pt x="448279" y="49027"/>
                  </a:lnTo>
                  <a:lnTo>
                    <a:pt x="450149" y="43224"/>
                  </a:lnTo>
                  <a:lnTo>
                    <a:pt x="453588" y="39442"/>
                  </a:lnTo>
                  <a:lnTo>
                    <a:pt x="457140" y="32400"/>
                  </a:lnTo>
                  <a:lnTo>
                    <a:pt x="461813" y="26368"/>
                  </a:lnTo>
                  <a:lnTo>
                    <a:pt x="464168" y="24943"/>
                  </a:lnTo>
                  <a:lnTo>
                    <a:pt x="466374" y="19734"/>
                  </a:lnTo>
                  <a:lnTo>
                    <a:pt x="468131" y="19658"/>
                  </a:lnTo>
                  <a:lnTo>
                    <a:pt x="473140" y="24269"/>
                  </a:lnTo>
                  <a:lnTo>
                    <a:pt x="476131" y="33038"/>
                  </a:lnTo>
                  <a:lnTo>
                    <a:pt x="476654" y="41165"/>
                  </a:lnTo>
                  <a:lnTo>
                    <a:pt x="477851" y="45396"/>
                  </a:lnTo>
                  <a:lnTo>
                    <a:pt x="484393" y="63434"/>
                  </a:lnTo>
                  <a:lnTo>
                    <a:pt x="483645" y="65006"/>
                  </a:lnTo>
                  <a:lnTo>
                    <a:pt x="485851" y="65642"/>
                  </a:lnTo>
                  <a:lnTo>
                    <a:pt x="488954" y="71365"/>
                  </a:lnTo>
                  <a:lnTo>
                    <a:pt x="494599" y="72263"/>
                  </a:lnTo>
                  <a:lnTo>
                    <a:pt x="499384" y="74881"/>
                  </a:lnTo>
                  <a:lnTo>
                    <a:pt x="500954" y="79855"/>
                  </a:lnTo>
                  <a:lnTo>
                    <a:pt x="500580" y="85202"/>
                  </a:lnTo>
                  <a:lnTo>
                    <a:pt x="492393" y="92007"/>
                  </a:lnTo>
                  <a:lnTo>
                    <a:pt x="482823" y="104718"/>
                  </a:lnTo>
                  <a:lnTo>
                    <a:pt x="478412" y="106662"/>
                  </a:lnTo>
                  <a:lnTo>
                    <a:pt x="475607" y="109990"/>
                  </a:lnTo>
                  <a:lnTo>
                    <a:pt x="471831" y="111111"/>
                  </a:lnTo>
                  <a:lnTo>
                    <a:pt x="469327" y="117504"/>
                  </a:lnTo>
                  <a:lnTo>
                    <a:pt x="463121" y="125206"/>
                  </a:lnTo>
                  <a:lnTo>
                    <a:pt x="462747" y="130515"/>
                  </a:lnTo>
                  <a:lnTo>
                    <a:pt x="458597" y="133880"/>
                  </a:lnTo>
                  <a:lnTo>
                    <a:pt x="458336" y="136797"/>
                  </a:lnTo>
                  <a:lnTo>
                    <a:pt x="457364" y="137769"/>
                  </a:lnTo>
                  <a:lnTo>
                    <a:pt x="456542" y="138405"/>
                  </a:lnTo>
                  <a:lnTo>
                    <a:pt x="452205" y="137657"/>
                  </a:lnTo>
                  <a:lnTo>
                    <a:pt x="443158" y="141584"/>
                  </a:lnTo>
                  <a:lnTo>
                    <a:pt x="450523" y="141733"/>
                  </a:lnTo>
                  <a:lnTo>
                    <a:pt x="452877" y="143416"/>
                  </a:lnTo>
                  <a:lnTo>
                    <a:pt x="458037" y="142332"/>
                  </a:lnTo>
                  <a:lnTo>
                    <a:pt x="471532" y="134778"/>
                  </a:lnTo>
                  <a:lnTo>
                    <a:pt x="479907" y="128832"/>
                  </a:lnTo>
                  <a:lnTo>
                    <a:pt x="481103" y="130926"/>
                  </a:lnTo>
                  <a:lnTo>
                    <a:pt x="479421" y="132535"/>
                  </a:lnTo>
                  <a:lnTo>
                    <a:pt x="480954" y="134815"/>
                  </a:lnTo>
                  <a:lnTo>
                    <a:pt x="482150" y="140312"/>
                  </a:lnTo>
                  <a:lnTo>
                    <a:pt x="484393" y="143491"/>
                  </a:lnTo>
                  <a:lnTo>
                    <a:pt x="484169" y="145959"/>
                  </a:lnTo>
                  <a:lnTo>
                    <a:pt x="490113" y="151233"/>
                  </a:lnTo>
                  <a:lnTo>
                    <a:pt x="498524" y="147418"/>
                  </a:lnTo>
                  <a:lnTo>
                    <a:pt x="504319" y="149364"/>
                  </a:lnTo>
                  <a:lnTo>
                    <a:pt x="512768" y="145324"/>
                  </a:lnTo>
                  <a:lnTo>
                    <a:pt x="507758" y="161709"/>
                  </a:lnTo>
                  <a:lnTo>
                    <a:pt x="506039" y="164554"/>
                  </a:lnTo>
                  <a:lnTo>
                    <a:pt x="508394" y="163319"/>
                  </a:lnTo>
                  <a:lnTo>
                    <a:pt x="509777" y="161373"/>
                  </a:lnTo>
                  <a:lnTo>
                    <a:pt x="514899" y="149176"/>
                  </a:lnTo>
                  <a:lnTo>
                    <a:pt x="519459" y="147381"/>
                  </a:lnTo>
                  <a:lnTo>
                    <a:pt x="525292" y="140237"/>
                  </a:lnTo>
                  <a:lnTo>
                    <a:pt x="527572" y="140275"/>
                  </a:lnTo>
                  <a:lnTo>
                    <a:pt x="530413" y="142893"/>
                  </a:lnTo>
                  <a:lnTo>
                    <a:pt x="530787" y="140948"/>
                  </a:lnTo>
                  <a:lnTo>
                    <a:pt x="532769" y="140125"/>
                  </a:lnTo>
                  <a:lnTo>
                    <a:pt x="530301" y="138293"/>
                  </a:lnTo>
                  <a:lnTo>
                    <a:pt x="530114" y="136834"/>
                  </a:lnTo>
                  <a:lnTo>
                    <a:pt x="531535" y="134890"/>
                  </a:lnTo>
                  <a:lnTo>
                    <a:pt x="530675" y="133132"/>
                  </a:lnTo>
                  <a:lnTo>
                    <a:pt x="533666" y="130963"/>
                  </a:lnTo>
                  <a:lnTo>
                    <a:pt x="533442" y="129318"/>
                  </a:lnTo>
                  <a:lnTo>
                    <a:pt x="537367" y="125878"/>
                  </a:lnTo>
                  <a:lnTo>
                    <a:pt x="537628" y="124682"/>
                  </a:lnTo>
                  <a:lnTo>
                    <a:pt x="539348" y="124009"/>
                  </a:lnTo>
                  <a:lnTo>
                    <a:pt x="540844" y="125355"/>
                  </a:lnTo>
                  <a:lnTo>
                    <a:pt x="544021" y="123150"/>
                  </a:lnTo>
                  <a:lnTo>
                    <a:pt x="546526" y="124421"/>
                  </a:lnTo>
                  <a:lnTo>
                    <a:pt x="549218" y="123261"/>
                  </a:lnTo>
                  <a:lnTo>
                    <a:pt x="552096" y="125281"/>
                  </a:lnTo>
                  <a:lnTo>
                    <a:pt x="551685" y="122813"/>
                  </a:lnTo>
                  <a:lnTo>
                    <a:pt x="555237" y="122775"/>
                  </a:lnTo>
                  <a:lnTo>
                    <a:pt x="558152" y="124832"/>
                  </a:lnTo>
                  <a:lnTo>
                    <a:pt x="564733" y="125542"/>
                  </a:lnTo>
                  <a:lnTo>
                    <a:pt x="568770" y="129505"/>
                  </a:lnTo>
                  <a:lnTo>
                    <a:pt x="572807" y="130739"/>
                  </a:lnTo>
                  <a:lnTo>
                    <a:pt x="577032" y="130776"/>
                  </a:lnTo>
                  <a:lnTo>
                    <a:pt x="577107" y="132197"/>
                  </a:lnTo>
                  <a:lnTo>
                    <a:pt x="580658" y="132273"/>
                  </a:lnTo>
                  <a:lnTo>
                    <a:pt x="582154" y="134030"/>
                  </a:lnTo>
                  <a:lnTo>
                    <a:pt x="586154" y="135338"/>
                  </a:lnTo>
                  <a:lnTo>
                    <a:pt x="588958" y="137357"/>
                  </a:lnTo>
                  <a:lnTo>
                    <a:pt x="592808" y="137507"/>
                  </a:lnTo>
                  <a:lnTo>
                    <a:pt x="595014" y="141920"/>
                  </a:lnTo>
                  <a:lnTo>
                    <a:pt x="595500" y="145024"/>
                  </a:lnTo>
                  <a:lnTo>
                    <a:pt x="598565" y="140649"/>
                  </a:lnTo>
                  <a:lnTo>
                    <a:pt x="600772" y="139826"/>
                  </a:lnTo>
                  <a:lnTo>
                    <a:pt x="606715" y="145174"/>
                  </a:lnTo>
                  <a:lnTo>
                    <a:pt x="608136" y="145361"/>
                  </a:lnTo>
                  <a:lnTo>
                    <a:pt x="606940" y="146707"/>
                  </a:lnTo>
                  <a:lnTo>
                    <a:pt x="609594" y="145623"/>
                  </a:lnTo>
                  <a:lnTo>
                    <a:pt x="611762" y="149775"/>
                  </a:lnTo>
                  <a:lnTo>
                    <a:pt x="611949" y="151982"/>
                  </a:lnTo>
                  <a:lnTo>
                    <a:pt x="609445" y="155648"/>
                  </a:lnTo>
                  <a:lnTo>
                    <a:pt x="607388" y="156434"/>
                  </a:lnTo>
                  <a:lnTo>
                    <a:pt x="609369" y="158641"/>
                  </a:lnTo>
                  <a:lnTo>
                    <a:pt x="611089" y="155686"/>
                  </a:lnTo>
                  <a:lnTo>
                    <a:pt x="614080" y="154376"/>
                  </a:lnTo>
                  <a:lnTo>
                    <a:pt x="615164" y="158492"/>
                  </a:lnTo>
                  <a:lnTo>
                    <a:pt x="612323" y="159315"/>
                  </a:lnTo>
                  <a:lnTo>
                    <a:pt x="612286" y="160886"/>
                  </a:lnTo>
                  <a:lnTo>
                    <a:pt x="610865" y="162832"/>
                  </a:lnTo>
                  <a:lnTo>
                    <a:pt x="608099" y="175933"/>
                  </a:lnTo>
                  <a:lnTo>
                    <a:pt x="614006" y="170542"/>
                  </a:lnTo>
                  <a:lnTo>
                    <a:pt x="616697" y="162009"/>
                  </a:lnTo>
                  <a:lnTo>
                    <a:pt x="618379" y="160699"/>
                  </a:lnTo>
                  <a:lnTo>
                    <a:pt x="620921" y="161148"/>
                  </a:lnTo>
                  <a:lnTo>
                    <a:pt x="620772" y="163356"/>
                  </a:lnTo>
                  <a:lnTo>
                    <a:pt x="618417" y="166612"/>
                  </a:lnTo>
                  <a:lnTo>
                    <a:pt x="619127" y="167735"/>
                  </a:lnTo>
                  <a:lnTo>
                    <a:pt x="624510" y="163019"/>
                  </a:lnTo>
                  <a:lnTo>
                    <a:pt x="625931" y="163281"/>
                  </a:lnTo>
                  <a:lnTo>
                    <a:pt x="628735" y="161672"/>
                  </a:lnTo>
                  <a:lnTo>
                    <a:pt x="634418" y="161335"/>
                  </a:lnTo>
                  <a:lnTo>
                    <a:pt x="635988" y="158716"/>
                  </a:lnTo>
                  <a:lnTo>
                    <a:pt x="645184" y="160549"/>
                  </a:lnTo>
                  <a:lnTo>
                    <a:pt x="652325" y="164629"/>
                  </a:lnTo>
                  <a:lnTo>
                    <a:pt x="659465" y="167360"/>
                  </a:lnTo>
                  <a:lnTo>
                    <a:pt x="664661" y="167660"/>
                  </a:lnTo>
                  <a:lnTo>
                    <a:pt x="667204" y="166425"/>
                  </a:lnTo>
                  <a:lnTo>
                    <a:pt x="672138" y="169157"/>
                  </a:lnTo>
                  <a:lnTo>
                    <a:pt x="675465" y="169943"/>
                  </a:lnTo>
                  <a:lnTo>
                    <a:pt x="678793" y="170355"/>
                  </a:lnTo>
                  <a:lnTo>
                    <a:pt x="681372" y="169307"/>
                  </a:lnTo>
                  <a:lnTo>
                    <a:pt x="696326" y="167435"/>
                  </a:lnTo>
                  <a:lnTo>
                    <a:pt x="706906" y="168821"/>
                  </a:lnTo>
                  <a:lnTo>
                    <a:pt x="726645" y="179791"/>
                  </a:lnTo>
                  <a:lnTo>
                    <a:pt x="733487" y="185296"/>
                  </a:lnTo>
                  <a:lnTo>
                    <a:pt x="737861" y="186607"/>
                  </a:lnTo>
                  <a:lnTo>
                    <a:pt x="746721" y="196988"/>
                  </a:lnTo>
                  <a:lnTo>
                    <a:pt x="755469" y="204825"/>
                  </a:lnTo>
                  <a:lnTo>
                    <a:pt x="762235" y="207338"/>
                  </a:lnTo>
                  <a:lnTo>
                    <a:pt x="764852" y="211502"/>
                  </a:lnTo>
                  <a:lnTo>
                    <a:pt x="771394" y="212628"/>
                  </a:lnTo>
                  <a:lnTo>
                    <a:pt x="777003" y="215367"/>
                  </a:lnTo>
                  <a:lnTo>
                    <a:pt x="789675" y="214467"/>
                  </a:lnTo>
                  <a:lnTo>
                    <a:pt x="798611" y="216043"/>
                  </a:lnTo>
                  <a:lnTo>
                    <a:pt x="801863" y="218558"/>
                  </a:lnTo>
                  <a:lnTo>
                    <a:pt x="805153" y="225167"/>
                  </a:lnTo>
                  <a:lnTo>
                    <a:pt x="808069" y="238058"/>
                  </a:lnTo>
                  <a:lnTo>
                    <a:pt x="810275" y="242421"/>
                  </a:lnTo>
                  <a:lnTo>
                    <a:pt x="814088" y="261134"/>
                  </a:lnTo>
                  <a:lnTo>
                    <a:pt x="812555" y="270750"/>
                  </a:lnTo>
                  <a:lnTo>
                    <a:pt x="813452" y="275468"/>
                  </a:lnTo>
                  <a:lnTo>
                    <a:pt x="810723" y="284608"/>
                  </a:lnTo>
                  <a:lnTo>
                    <a:pt x="806760" y="295575"/>
                  </a:lnTo>
                  <a:lnTo>
                    <a:pt x="797639" y="308414"/>
                  </a:lnTo>
                  <a:lnTo>
                    <a:pt x="794162" y="311827"/>
                  </a:lnTo>
                  <a:lnTo>
                    <a:pt x="791545" y="311524"/>
                  </a:lnTo>
                  <a:lnTo>
                    <a:pt x="792442" y="313306"/>
                  </a:lnTo>
                  <a:lnTo>
                    <a:pt x="791657" y="314900"/>
                  </a:lnTo>
                  <a:lnTo>
                    <a:pt x="781002" y="328307"/>
                  </a:lnTo>
                  <a:lnTo>
                    <a:pt x="773301" y="332301"/>
                  </a:lnTo>
                  <a:lnTo>
                    <a:pt x="769787" y="335421"/>
                  </a:lnTo>
                  <a:lnTo>
                    <a:pt x="766572" y="340409"/>
                  </a:lnTo>
                  <a:lnTo>
                    <a:pt x="764703" y="340675"/>
                  </a:lnTo>
                  <a:lnTo>
                    <a:pt x="764740" y="343190"/>
                  </a:lnTo>
                  <a:lnTo>
                    <a:pt x="761936" y="347193"/>
                  </a:lnTo>
                  <a:lnTo>
                    <a:pt x="761114" y="347803"/>
                  </a:lnTo>
                  <a:lnTo>
                    <a:pt x="761824" y="343800"/>
                  </a:lnTo>
                  <a:lnTo>
                    <a:pt x="761039" y="344562"/>
                  </a:lnTo>
                  <a:lnTo>
                    <a:pt x="759394" y="347574"/>
                  </a:lnTo>
                  <a:lnTo>
                    <a:pt x="759955" y="349748"/>
                  </a:lnTo>
                  <a:lnTo>
                    <a:pt x="758759" y="353068"/>
                  </a:lnTo>
                  <a:lnTo>
                    <a:pt x="754198" y="362542"/>
                  </a:lnTo>
                  <a:lnTo>
                    <a:pt x="742758" y="378394"/>
                  </a:lnTo>
                  <a:lnTo>
                    <a:pt x="739393" y="380964"/>
                  </a:lnTo>
                  <a:lnTo>
                    <a:pt x="737375" y="380772"/>
                  </a:lnTo>
                  <a:lnTo>
                    <a:pt x="736814" y="376630"/>
                  </a:lnTo>
                  <a:lnTo>
                    <a:pt x="733374" y="373679"/>
                  </a:lnTo>
                  <a:lnTo>
                    <a:pt x="732291" y="376362"/>
                  </a:lnTo>
                  <a:lnTo>
                    <a:pt x="730047" y="377244"/>
                  </a:lnTo>
                  <a:lnTo>
                    <a:pt x="731879" y="379736"/>
                  </a:lnTo>
                  <a:lnTo>
                    <a:pt x="730421" y="382422"/>
                  </a:lnTo>
                  <a:lnTo>
                    <a:pt x="730384" y="384840"/>
                  </a:lnTo>
                  <a:lnTo>
                    <a:pt x="726309" y="389487"/>
                  </a:lnTo>
                  <a:lnTo>
                    <a:pt x="725113" y="394254"/>
                  </a:lnTo>
                  <a:lnTo>
                    <a:pt x="726234" y="393639"/>
                  </a:lnTo>
                  <a:lnTo>
                    <a:pt x="727206" y="394831"/>
                  </a:lnTo>
                  <a:lnTo>
                    <a:pt x="726085" y="397870"/>
                  </a:lnTo>
                  <a:lnTo>
                    <a:pt x="725972" y="403994"/>
                  </a:lnTo>
                  <a:lnTo>
                    <a:pt x="726795" y="405228"/>
                  </a:lnTo>
                  <a:lnTo>
                    <a:pt x="727654" y="403147"/>
                  </a:lnTo>
                  <a:lnTo>
                    <a:pt x="728140" y="403724"/>
                  </a:lnTo>
                  <a:lnTo>
                    <a:pt x="725710" y="417114"/>
                  </a:lnTo>
                  <a:lnTo>
                    <a:pt x="729449" y="443116"/>
                  </a:lnTo>
                  <a:lnTo>
                    <a:pt x="722757" y="471583"/>
                  </a:lnTo>
                  <a:lnTo>
                    <a:pt x="723767" y="483065"/>
                  </a:lnTo>
                  <a:lnTo>
                    <a:pt x="721187" y="486206"/>
                  </a:lnTo>
                  <a:lnTo>
                    <a:pt x="716850" y="489310"/>
                  </a:lnTo>
                  <a:lnTo>
                    <a:pt x="713448" y="495013"/>
                  </a:lnTo>
                  <a:lnTo>
                    <a:pt x="711579" y="503486"/>
                  </a:lnTo>
                  <a:lnTo>
                    <a:pt x="712439" y="517519"/>
                  </a:lnTo>
                  <a:lnTo>
                    <a:pt x="710682" y="523980"/>
                  </a:lnTo>
                  <a:lnTo>
                    <a:pt x="706158" y="527751"/>
                  </a:lnTo>
                  <a:lnTo>
                    <a:pt x="703242" y="532720"/>
                  </a:lnTo>
                  <a:lnTo>
                    <a:pt x="701972" y="538014"/>
                  </a:lnTo>
                  <a:lnTo>
                    <a:pt x="699990" y="539927"/>
                  </a:lnTo>
                  <a:lnTo>
                    <a:pt x="697971" y="546031"/>
                  </a:lnTo>
                  <a:lnTo>
                    <a:pt x="693784" y="550826"/>
                  </a:lnTo>
                  <a:lnTo>
                    <a:pt x="689784" y="553507"/>
                  </a:lnTo>
                  <a:lnTo>
                    <a:pt x="686345" y="560918"/>
                  </a:lnTo>
                  <a:lnTo>
                    <a:pt x="684438" y="566900"/>
                  </a:lnTo>
                  <a:lnTo>
                    <a:pt x="685410" y="577928"/>
                  </a:lnTo>
                  <a:lnTo>
                    <a:pt x="682868" y="579824"/>
                  </a:lnTo>
                  <a:lnTo>
                    <a:pt x="670755" y="584871"/>
                  </a:lnTo>
                  <a:lnTo>
                    <a:pt x="665073" y="590979"/>
                  </a:lnTo>
                  <a:lnTo>
                    <a:pt x="664923" y="594463"/>
                  </a:lnTo>
                  <a:lnTo>
                    <a:pt x="665858" y="595639"/>
                  </a:lnTo>
                  <a:lnTo>
                    <a:pt x="663765" y="599209"/>
                  </a:lnTo>
                  <a:lnTo>
                    <a:pt x="644735" y="599656"/>
                  </a:lnTo>
                  <a:lnTo>
                    <a:pt x="642193" y="598235"/>
                  </a:lnTo>
                  <a:lnTo>
                    <a:pt x="642530" y="595233"/>
                  </a:lnTo>
                  <a:lnTo>
                    <a:pt x="642081" y="594179"/>
                  </a:lnTo>
                  <a:lnTo>
                    <a:pt x="640661" y="594220"/>
                  </a:lnTo>
                  <a:lnTo>
                    <a:pt x="639128" y="594747"/>
                  </a:lnTo>
                  <a:lnTo>
                    <a:pt x="638866" y="595801"/>
                  </a:lnTo>
                  <a:lnTo>
                    <a:pt x="639875" y="599046"/>
                  </a:lnTo>
                  <a:lnTo>
                    <a:pt x="639240" y="600225"/>
                  </a:lnTo>
                  <a:lnTo>
                    <a:pt x="625221" y="602703"/>
                  </a:lnTo>
                  <a:lnTo>
                    <a:pt x="623651" y="601728"/>
                  </a:lnTo>
                  <a:lnTo>
                    <a:pt x="629857" y="600631"/>
                  </a:lnTo>
                  <a:lnTo>
                    <a:pt x="625894" y="598398"/>
                  </a:lnTo>
                  <a:lnTo>
                    <a:pt x="622117" y="599169"/>
                  </a:lnTo>
                  <a:lnTo>
                    <a:pt x="620024" y="600671"/>
                  </a:lnTo>
                  <a:lnTo>
                    <a:pt x="609893" y="601687"/>
                  </a:lnTo>
                  <a:lnTo>
                    <a:pt x="608959" y="602824"/>
                  </a:lnTo>
                  <a:lnTo>
                    <a:pt x="609108" y="605101"/>
                  </a:lnTo>
                  <a:lnTo>
                    <a:pt x="611276" y="606607"/>
                  </a:lnTo>
                  <a:lnTo>
                    <a:pt x="609258" y="607991"/>
                  </a:lnTo>
                  <a:lnTo>
                    <a:pt x="603351" y="609050"/>
                  </a:lnTo>
                  <a:lnTo>
                    <a:pt x="597855" y="613452"/>
                  </a:lnTo>
                  <a:lnTo>
                    <a:pt x="595575" y="613982"/>
                  </a:lnTo>
                  <a:lnTo>
                    <a:pt x="593556" y="615941"/>
                  </a:lnTo>
                  <a:lnTo>
                    <a:pt x="592696" y="618596"/>
                  </a:lnTo>
                  <a:lnTo>
                    <a:pt x="588547" y="617737"/>
                  </a:lnTo>
                  <a:lnTo>
                    <a:pt x="582154" y="618432"/>
                  </a:lnTo>
                  <a:lnTo>
                    <a:pt x="563573" y="628459"/>
                  </a:lnTo>
                  <a:lnTo>
                    <a:pt x="557966" y="634287"/>
                  </a:lnTo>
                  <a:lnTo>
                    <a:pt x="542601" y="645813"/>
                  </a:lnTo>
                  <a:lnTo>
                    <a:pt x="540245" y="646721"/>
                  </a:lnTo>
                  <a:lnTo>
                    <a:pt x="541928" y="647464"/>
                  </a:lnTo>
                  <a:lnTo>
                    <a:pt x="541517" y="649735"/>
                  </a:lnTo>
                  <a:lnTo>
                    <a:pt x="535834" y="655441"/>
                  </a:lnTo>
                  <a:lnTo>
                    <a:pt x="535012" y="655151"/>
                  </a:lnTo>
                  <a:lnTo>
                    <a:pt x="536171" y="653000"/>
                  </a:lnTo>
                  <a:lnTo>
                    <a:pt x="531684" y="652131"/>
                  </a:lnTo>
                  <a:lnTo>
                    <a:pt x="530525" y="653041"/>
                  </a:lnTo>
                  <a:lnTo>
                    <a:pt x="531161" y="655151"/>
                  </a:lnTo>
                  <a:lnTo>
                    <a:pt x="530152" y="656061"/>
                  </a:lnTo>
                  <a:lnTo>
                    <a:pt x="526675" y="655896"/>
                  </a:lnTo>
                  <a:lnTo>
                    <a:pt x="524843" y="654365"/>
                  </a:lnTo>
                  <a:lnTo>
                    <a:pt x="525665" y="657179"/>
                  </a:lnTo>
                  <a:lnTo>
                    <a:pt x="529516" y="657842"/>
                  </a:lnTo>
                  <a:lnTo>
                    <a:pt x="531684" y="659624"/>
                  </a:lnTo>
                  <a:lnTo>
                    <a:pt x="528694" y="664645"/>
                  </a:lnTo>
                  <a:lnTo>
                    <a:pt x="526189" y="665309"/>
                  </a:lnTo>
                  <a:lnTo>
                    <a:pt x="525927" y="666015"/>
                  </a:lnTo>
                  <a:lnTo>
                    <a:pt x="527310" y="666015"/>
                  </a:lnTo>
                  <a:lnTo>
                    <a:pt x="528058" y="667429"/>
                  </a:lnTo>
                  <a:lnTo>
                    <a:pt x="527161" y="673046"/>
                  </a:lnTo>
                  <a:lnTo>
                    <a:pt x="524506" y="675130"/>
                  </a:lnTo>
                  <a:lnTo>
                    <a:pt x="526488" y="678300"/>
                  </a:lnTo>
                  <a:lnTo>
                    <a:pt x="525964" y="685196"/>
                  </a:lnTo>
                  <a:lnTo>
                    <a:pt x="528507" y="696688"/>
                  </a:lnTo>
                  <a:lnTo>
                    <a:pt x="526675" y="705150"/>
                  </a:lnTo>
                  <a:lnTo>
                    <a:pt x="527123" y="717324"/>
                  </a:lnTo>
                  <a:lnTo>
                    <a:pt x="525628" y="722837"/>
                  </a:lnTo>
                  <a:lnTo>
                    <a:pt x="523460" y="725939"/>
                  </a:lnTo>
                  <a:lnTo>
                    <a:pt x="523422" y="729087"/>
                  </a:lnTo>
                  <a:lnTo>
                    <a:pt x="513628" y="736122"/>
                  </a:lnTo>
                  <a:lnTo>
                    <a:pt x="503758" y="747804"/>
                  </a:lnTo>
                  <a:lnTo>
                    <a:pt x="497814" y="758251"/>
                  </a:lnTo>
                  <a:lnTo>
                    <a:pt x="492281" y="773247"/>
                  </a:lnTo>
                  <a:lnTo>
                    <a:pt x="479346" y="793407"/>
                  </a:lnTo>
                  <a:lnTo>
                    <a:pt x="474561" y="798792"/>
                  </a:lnTo>
                  <a:lnTo>
                    <a:pt x="461140" y="809030"/>
                  </a:lnTo>
                  <a:lnTo>
                    <a:pt x="456130" y="814320"/>
                  </a:lnTo>
                  <a:lnTo>
                    <a:pt x="455644" y="807357"/>
                  </a:lnTo>
                  <a:lnTo>
                    <a:pt x="457065" y="806961"/>
                  </a:lnTo>
                  <a:lnTo>
                    <a:pt x="459158" y="808237"/>
                  </a:lnTo>
                  <a:lnTo>
                    <a:pt x="461027" y="806521"/>
                  </a:lnTo>
                  <a:lnTo>
                    <a:pt x="463607" y="805993"/>
                  </a:lnTo>
                  <a:lnTo>
                    <a:pt x="468467" y="800678"/>
                  </a:lnTo>
                  <a:lnTo>
                    <a:pt x="472056" y="798705"/>
                  </a:lnTo>
                  <a:lnTo>
                    <a:pt x="474112" y="795376"/>
                  </a:lnTo>
                  <a:lnTo>
                    <a:pt x="474374" y="789998"/>
                  </a:lnTo>
                  <a:lnTo>
                    <a:pt x="475533" y="789081"/>
                  </a:lnTo>
                  <a:lnTo>
                    <a:pt x="478150" y="789431"/>
                  </a:lnTo>
                  <a:lnTo>
                    <a:pt x="478972" y="784808"/>
                  </a:lnTo>
                  <a:lnTo>
                    <a:pt x="482486" y="782631"/>
                  </a:lnTo>
                  <a:lnTo>
                    <a:pt x="484169" y="779976"/>
                  </a:lnTo>
                  <a:lnTo>
                    <a:pt x="483608" y="773247"/>
                  </a:lnTo>
                  <a:lnTo>
                    <a:pt x="486412" y="773550"/>
                  </a:lnTo>
                  <a:lnTo>
                    <a:pt x="486785" y="769131"/>
                  </a:lnTo>
                  <a:lnTo>
                    <a:pt x="485066" y="768699"/>
                  </a:lnTo>
                  <a:lnTo>
                    <a:pt x="479159" y="772033"/>
                  </a:lnTo>
                  <a:lnTo>
                    <a:pt x="477215" y="771860"/>
                  </a:lnTo>
                  <a:lnTo>
                    <a:pt x="476879" y="769262"/>
                  </a:lnTo>
                  <a:lnTo>
                    <a:pt x="474000" y="768093"/>
                  </a:lnTo>
                  <a:lnTo>
                    <a:pt x="471532" y="763857"/>
                  </a:lnTo>
                  <a:lnTo>
                    <a:pt x="471869" y="768872"/>
                  </a:lnTo>
                  <a:lnTo>
                    <a:pt x="474448" y="771773"/>
                  </a:lnTo>
                  <a:lnTo>
                    <a:pt x="471757" y="777239"/>
                  </a:lnTo>
                  <a:lnTo>
                    <a:pt x="471831" y="781107"/>
                  </a:lnTo>
                  <a:lnTo>
                    <a:pt x="470262" y="779238"/>
                  </a:lnTo>
                  <a:lnTo>
                    <a:pt x="469925" y="783413"/>
                  </a:lnTo>
                  <a:lnTo>
                    <a:pt x="468205" y="785026"/>
                  </a:lnTo>
                  <a:lnTo>
                    <a:pt x="468093" y="788384"/>
                  </a:lnTo>
                  <a:lnTo>
                    <a:pt x="467196" y="789649"/>
                  </a:lnTo>
                  <a:lnTo>
                    <a:pt x="457514" y="796427"/>
                  </a:lnTo>
                  <a:lnTo>
                    <a:pt x="456392" y="801687"/>
                  </a:lnTo>
                  <a:lnTo>
                    <a:pt x="454485" y="804015"/>
                  </a:lnTo>
                  <a:lnTo>
                    <a:pt x="452952" y="808677"/>
                  </a:lnTo>
                  <a:lnTo>
                    <a:pt x="454298" y="815601"/>
                  </a:lnTo>
                  <a:lnTo>
                    <a:pt x="449849" y="822279"/>
                  </a:lnTo>
                  <a:lnTo>
                    <a:pt x="443419" y="839534"/>
                  </a:lnTo>
                  <a:lnTo>
                    <a:pt x="437849" y="846106"/>
                  </a:lnTo>
                  <a:lnTo>
                    <a:pt x="428503" y="854587"/>
                  </a:lnTo>
                  <a:lnTo>
                    <a:pt x="425138" y="852385"/>
                  </a:lnTo>
                  <a:lnTo>
                    <a:pt x="425138" y="840337"/>
                  </a:lnTo>
                  <a:lnTo>
                    <a:pt x="426148" y="837793"/>
                  </a:lnTo>
                  <a:lnTo>
                    <a:pt x="433587" y="829601"/>
                  </a:lnTo>
                  <a:lnTo>
                    <a:pt x="431381" y="826846"/>
                  </a:lnTo>
                  <a:lnTo>
                    <a:pt x="428653" y="825781"/>
                  </a:lnTo>
                  <a:lnTo>
                    <a:pt x="423680" y="821393"/>
                  </a:lnTo>
                  <a:lnTo>
                    <a:pt x="420353" y="812864"/>
                  </a:lnTo>
                  <a:lnTo>
                    <a:pt x="417063" y="810307"/>
                  </a:lnTo>
                  <a:lnTo>
                    <a:pt x="410820" y="807929"/>
                  </a:lnTo>
                  <a:lnTo>
                    <a:pt x="407717" y="805245"/>
                  </a:lnTo>
                  <a:lnTo>
                    <a:pt x="403231" y="798924"/>
                  </a:lnTo>
                  <a:lnTo>
                    <a:pt x="396801" y="796646"/>
                  </a:lnTo>
                  <a:lnTo>
                    <a:pt x="393885" y="793888"/>
                  </a:lnTo>
                  <a:lnTo>
                    <a:pt x="392763" y="794763"/>
                  </a:lnTo>
                  <a:lnTo>
                    <a:pt x="391044" y="793932"/>
                  </a:lnTo>
                  <a:lnTo>
                    <a:pt x="385324" y="786246"/>
                  </a:lnTo>
                  <a:lnTo>
                    <a:pt x="382108" y="783501"/>
                  </a:lnTo>
                  <a:lnTo>
                    <a:pt x="377884" y="788034"/>
                  </a:lnTo>
                  <a:lnTo>
                    <a:pt x="373772" y="789038"/>
                  </a:lnTo>
                  <a:lnTo>
                    <a:pt x="373884" y="783196"/>
                  </a:lnTo>
                  <a:lnTo>
                    <a:pt x="372949" y="781760"/>
                  </a:lnTo>
                  <a:lnTo>
                    <a:pt x="370220" y="778151"/>
                  </a:lnTo>
                  <a:lnTo>
                    <a:pt x="356575" y="765586"/>
                  </a:lnTo>
                  <a:lnTo>
                    <a:pt x="350593" y="766493"/>
                  </a:lnTo>
                  <a:lnTo>
                    <a:pt x="348649" y="769824"/>
                  </a:lnTo>
                  <a:lnTo>
                    <a:pt x="341659" y="769305"/>
                  </a:lnTo>
                  <a:lnTo>
                    <a:pt x="340462" y="767531"/>
                  </a:lnTo>
                  <a:lnTo>
                    <a:pt x="344686" y="763814"/>
                  </a:lnTo>
                  <a:lnTo>
                    <a:pt x="348462" y="757820"/>
                  </a:lnTo>
                  <a:lnTo>
                    <a:pt x="354369" y="753344"/>
                  </a:lnTo>
                  <a:lnTo>
                    <a:pt x="360687" y="743989"/>
                  </a:lnTo>
                  <a:lnTo>
                    <a:pt x="365697" y="739111"/>
                  </a:lnTo>
                  <a:lnTo>
                    <a:pt x="369211" y="732922"/>
                  </a:lnTo>
                  <a:lnTo>
                    <a:pt x="375865" y="725982"/>
                  </a:lnTo>
                  <a:lnTo>
                    <a:pt x="376164" y="724239"/>
                  </a:lnTo>
                  <a:lnTo>
                    <a:pt x="380389" y="724537"/>
                  </a:lnTo>
                  <a:lnTo>
                    <a:pt x="380688" y="723645"/>
                  </a:lnTo>
                  <a:lnTo>
                    <a:pt x="379155" y="721522"/>
                  </a:lnTo>
                  <a:lnTo>
                    <a:pt x="379566" y="720334"/>
                  </a:lnTo>
                  <a:lnTo>
                    <a:pt x="384763" y="717621"/>
                  </a:lnTo>
                  <a:lnTo>
                    <a:pt x="389586" y="713132"/>
                  </a:lnTo>
                  <a:lnTo>
                    <a:pt x="392539" y="712413"/>
                  </a:lnTo>
                  <a:lnTo>
                    <a:pt x="393810" y="710088"/>
                  </a:lnTo>
                  <a:lnTo>
                    <a:pt x="396502" y="708695"/>
                  </a:lnTo>
                  <a:lnTo>
                    <a:pt x="398184" y="704981"/>
                  </a:lnTo>
                  <a:lnTo>
                    <a:pt x="408614" y="701989"/>
                  </a:lnTo>
                  <a:lnTo>
                    <a:pt x="412166" y="698033"/>
                  </a:lnTo>
                  <a:lnTo>
                    <a:pt x="413063" y="698538"/>
                  </a:lnTo>
                  <a:lnTo>
                    <a:pt x="418783" y="694923"/>
                  </a:lnTo>
                  <a:lnTo>
                    <a:pt x="421288" y="689384"/>
                  </a:lnTo>
                  <a:lnTo>
                    <a:pt x="420540" y="686243"/>
                  </a:lnTo>
                  <a:lnTo>
                    <a:pt x="422260" y="674088"/>
                  </a:lnTo>
                  <a:lnTo>
                    <a:pt x="419082" y="667969"/>
                  </a:lnTo>
                  <a:lnTo>
                    <a:pt x="417661" y="661241"/>
                  </a:lnTo>
                  <a:lnTo>
                    <a:pt x="415156" y="659168"/>
                  </a:lnTo>
                  <a:lnTo>
                    <a:pt x="412203" y="657884"/>
                  </a:lnTo>
                  <a:lnTo>
                    <a:pt x="406184" y="660246"/>
                  </a:lnTo>
                  <a:lnTo>
                    <a:pt x="402632" y="659127"/>
                  </a:lnTo>
                  <a:lnTo>
                    <a:pt x="402745" y="655813"/>
                  </a:lnTo>
                  <a:lnTo>
                    <a:pt x="406371" y="648660"/>
                  </a:lnTo>
                  <a:lnTo>
                    <a:pt x="405997" y="647381"/>
                  </a:lnTo>
                  <a:lnTo>
                    <a:pt x="409586" y="630018"/>
                  </a:lnTo>
                  <a:lnTo>
                    <a:pt x="408801" y="626001"/>
                  </a:lnTo>
                  <a:lnTo>
                    <a:pt x="410409" y="624158"/>
                  </a:lnTo>
                  <a:lnTo>
                    <a:pt x="402446" y="618800"/>
                  </a:lnTo>
                  <a:lnTo>
                    <a:pt x="392950" y="623012"/>
                  </a:lnTo>
                  <a:lnTo>
                    <a:pt x="388688" y="623176"/>
                  </a:lnTo>
                  <a:lnTo>
                    <a:pt x="385997" y="621948"/>
                  </a:lnTo>
                  <a:lnTo>
                    <a:pt x="385137" y="615941"/>
                  </a:lnTo>
                  <a:lnTo>
                    <a:pt x="383455" y="613574"/>
                  </a:lnTo>
                  <a:lnTo>
                    <a:pt x="383865" y="609823"/>
                  </a:lnTo>
                  <a:lnTo>
                    <a:pt x="383006" y="603882"/>
                  </a:lnTo>
                  <a:lnTo>
                    <a:pt x="381136" y="597870"/>
                  </a:lnTo>
                  <a:lnTo>
                    <a:pt x="381810" y="593004"/>
                  </a:lnTo>
                  <a:lnTo>
                    <a:pt x="380052" y="591222"/>
                  </a:lnTo>
                  <a:lnTo>
                    <a:pt x="379006" y="587135"/>
                  </a:lnTo>
                  <a:lnTo>
                    <a:pt x="377024" y="584831"/>
                  </a:lnTo>
                  <a:lnTo>
                    <a:pt x="368762" y="583861"/>
                  </a:lnTo>
                  <a:lnTo>
                    <a:pt x="364575" y="579663"/>
                  </a:lnTo>
                  <a:lnTo>
                    <a:pt x="363005" y="580228"/>
                  </a:lnTo>
                  <a:lnTo>
                    <a:pt x="360725" y="583215"/>
                  </a:lnTo>
                  <a:lnTo>
                    <a:pt x="354407" y="584023"/>
                  </a:lnTo>
                  <a:lnTo>
                    <a:pt x="348163" y="582326"/>
                  </a:lnTo>
                  <a:lnTo>
                    <a:pt x="341284" y="582004"/>
                  </a:lnTo>
                  <a:lnTo>
                    <a:pt x="338144" y="580148"/>
                  </a:lnTo>
                  <a:lnTo>
                    <a:pt x="336088" y="581116"/>
                  </a:lnTo>
                  <a:lnTo>
                    <a:pt x="333247" y="580389"/>
                  </a:lnTo>
                  <a:lnTo>
                    <a:pt x="332649" y="578977"/>
                  </a:lnTo>
                  <a:lnTo>
                    <a:pt x="334069" y="571202"/>
                  </a:lnTo>
                  <a:lnTo>
                    <a:pt x="333471" y="566619"/>
                  </a:lnTo>
                  <a:lnTo>
                    <a:pt x="334967" y="563526"/>
                  </a:lnTo>
                  <a:lnTo>
                    <a:pt x="335864" y="555589"/>
                  </a:lnTo>
                  <a:lnTo>
                    <a:pt x="334406" y="552786"/>
                  </a:lnTo>
                  <a:lnTo>
                    <a:pt x="334107" y="548747"/>
                  </a:lnTo>
                  <a:lnTo>
                    <a:pt x="332761" y="547988"/>
                  </a:lnTo>
                  <a:lnTo>
                    <a:pt x="332312" y="543756"/>
                  </a:lnTo>
                  <a:lnTo>
                    <a:pt x="329770" y="539927"/>
                  </a:lnTo>
                  <a:lnTo>
                    <a:pt x="329022" y="537099"/>
                  </a:lnTo>
                  <a:lnTo>
                    <a:pt x="335228" y="532999"/>
                  </a:lnTo>
                  <a:lnTo>
                    <a:pt x="329621" y="527792"/>
                  </a:lnTo>
                  <a:lnTo>
                    <a:pt x="336499" y="513204"/>
                  </a:lnTo>
                  <a:lnTo>
                    <a:pt x="338219" y="512374"/>
                  </a:lnTo>
                  <a:lnTo>
                    <a:pt x="337920" y="509607"/>
                  </a:lnTo>
                  <a:lnTo>
                    <a:pt x="336836" y="509528"/>
                  </a:lnTo>
                  <a:lnTo>
                    <a:pt x="341173" y="495604"/>
                  </a:lnTo>
                  <a:lnTo>
                    <a:pt x="342817" y="494187"/>
                  </a:lnTo>
                  <a:lnTo>
                    <a:pt x="340948" y="492180"/>
                  </a:lnTo>
                  <a:lnTo>
                    <a:pt x="335826" y="478868"/>
                  </a:lnTo>
                  <a:lnTo>
                    <a:pt x="332537" y="478868"/>
                  </a:lnTo>
                  <a:lnTo>
                    <a:pt x="324125" y="472835"/>
                  </a:lnTo>
                  <a:lnTo>
                    <a:pt x="322406" y="461227"/>
                  </a:lnTo>
                  <a:lnTo>
                    <a:pt x="325060" y="456702"/>
                  </a:lnTo>
                  <a:lnTo>
                    <a:pt x="325172" y="452220"/>
                  </a:lnTo>
                  <a:lnTo>
                    <a:pt x="321172" y="453155"/>
                  </a:lnTo>
                  <a:lnTo>
                    <a:pt x="287152" y="451909"/>
                  </a:lnTo>
                  <a:lnTo>
                    <a:pt x="285768" y="434846"/>
                  </a:lnTo>
                  <a:lnTo>
                    <a:pt x="278703" y="426630"/>
                  </a:lnTo>
                  <a:lnTo>
                    <a:pt x="285133" y="426437"/>
                  </a:lnTo>
                  <a:lnTo>
                    <a:pt x="284609" y="416303"/>
                  </a:lnTo>
                  <a:lnTo>
                    <a:pt x="280946" y="407001"/>
                  </a:lnTo>
                  <a:lnTo>
                    <a:pt x="282404" y="403454"/>
                  </a:lnTo>
                  <a:lnTo>
                    <a:pt x="280273" y="398563"/>
                  </a:lnTo>
                  <a:lnTo>
                    <a:pt x="268422" y="392139"/>
                  </a:lnTo>
                  <a:lnTo>
                    <a:pt x="259412" y="393254"/>
                  </a:lnTo>
                  <a:lnTo>
                    <a:pt x="253618" y="392908"/>
                  </a:lnTo>
                  <a:lnTo>
                    <a:pt x="247300" y="386875"/>
                  </a:lnTo>
                  <a:lnTo>
                    <a:pt x="246814" y="385108"/>
                  </a:lnTo>
                  <a:lnTo>
                    <a:pt x="241953" y="384532"/>
                  </a:lnTo>
                  <a:lnTo>
                    <a:pt x="235000" y="381577"/>
                  </a:lnTo>
                  <a:lnTo>
                    <a:pt x="233355" y="381654"/>
                  </a:lnTo>
                  <a:lnTo>
                    <a:pt x="228196" y="377551"/>
                  </a:lnTo>
                  <a:lnTo>
                    <a:pt x="227112" y="374638"/>
                  </a:lnTo>
                  <a:lnTo>
                    <a:pt x="223298" y="375481"/>
                  </a:lnTo>
                  <a:lnTo>
                    <a:pt x="221280" y="374868"/>
                  </a:lnTo>
                  <a:lnTo>
                    <a:pt x="214177" y="370577"/>
                  </a:lnTo>
                  <a:lnTo>
                    <a:pt x="212121" y="370386"/>
                  </a:lnTo>
                  <a:lnTo>
                    <a:pt x="209018" y="371688"/>
                  </a:lnTo>
                  <a:lnTo>
                    <a:pt x="198998" y="369774"/>
                  </a:lnTo>
                  <a:lnTo>
                    <a:pt x="197055" y="365755"/>
                  </a:lnTo>
                  <a:lnTo>
                    <a:pt x="190475" y="361052"/>
                  </a:lnTo>
                  <a:lnTo>
                    <a:pt x="187111" y="359905"/>
                  </a:lnTo>
                  <a:lnTo>
                    <a:pt x="185091" y="354939"/>
                  </a:lnTo>
                  <a:lnTo>
                    <a:pt x="183110" y="355130"/>
                  </a:lnTo>
                  <a:lnTo>
                    <a:pt x="183297" y="352916"/>
                  </a:lnTo>
                  <a:lnTo>
                    <a:pt x="180269" y="348528"/>
                  </a:lnTo>
                  <a:lnTo>
                    <a:pt x="178848" y="344448"/>
                  </a:lnTo>
                  <a:lnTo>
                    <a:pt x="180232" y="339761"/>
                  </a:lnTo>
                  <a:lnTo>
                    <a:pt x="177652" y="328802"/>
                  </a:lnTo>
                  <a:lnTo>
                    <a:pt x="180456" y="323442"/>
                  </a:lnTo>
                  <a:lnTo>
                    <a:pt x="180755" y="321201"/>
                  </a:lnTo>
                  <a:lnTo>
                    <a:pt x="180530" y="315431"/>
                  </a:lnTo>
                  <a:lnTo>
                    <a:pt x="178736" y="312055"/>
                  </a:lnTo>
                  <a:lnTo>
                    <a:pt x="175372" y="313837"/>
                  </a:lnTo>
                  <a:lnTo>
                    <a:pt x="167745" y="313572"/>
                  </a:lnTo>
                  <a:lnTo>
                    <a:pt x="154249" y="316001"/>
                  </a:lnTo>
                  <a:lnTo>
                    <a:pt x="143109" y="323785"/>
                  </a:lnTo>
                  <a:lnTo>
                    <a:pt x="136753" y="326330"/>
                  </a:lnTo>
                  <a:lnTo>
                    <a:pt x="133314" y="328802"/>
                  </a:lnTo>
                  <a:lnTo>
                    <a:pt x="130435" y="332529"/>
                  </a:lnTo>
                  <a:lnTo>
                    <a:pt x="123145" y="332947"/>
                  </a:lnTo>
                  <a:lnTo>
                    <a:pt x="118173" y="338695"/>
                  </a:lnTo>
                  <a:lnTo>
                    <a:pt x="111705" y="341551"/>
                  </a:lnTo>
                  <a:lnTo>
                    <a:pt x="109537" y="341819"/>
                  </a:lnTo>
                  <a:lnTo>
                    <a:pt x="107033" y="339457"/>
                  </a:lnTo>
                  <a:lnTo>
                    <a:pt x="99144" y="338276"/>
                  </a:lnTo>
                  <a:lnTo>
                    <a:pt x="83929" y="337743"/>
                  </a:lnTo>
                  <a:lnTo>
                    <a:pt x="77087" y="340599"/>
                  </a:lnTo>
                  <a:lnTo>
                    <a:pt x="74956" y="340485"/>
                  </a:lnTo>
                  <a:lnTo>
                    <a:pt x="72040" y="338124"/>
                  </a:lnTo>
                  <a:lnTo>
                    <a:pt x="69760" y="339457"/>
                  </a:lnTo>
                  <a:lnTo>
                    <a:pt x="69872" y="314406"/>
                  </a:lnTo>
                  <a:lnTo>
                    <a:pt x="71330" y="311865"/>
                  </a:lnTo>
                  <a:lnTo>
                    <a:pt x="70807" y="308490"/>
                  </a:lnTo>
                  <a:lnTo>
                    <a:pt x="71853" y="306254"/>
                  </a:lnTo>
                  <a:lnTo>
                    <a:pt x="57386" y="317405"/>
                  </a:lnTo>
                  <a:lnTo>
                    <a:pt x="37796" y="318202"/>
                  </a:lnTo>
                  <a:lnTo>
                    <a:pt x="37983" y="314824"/>
                  </a:lnTo>
                  <a:lnTo>
                    <a:pt x="36189" y="313344"/>
                  </a:lnTo>
                  <a:lnTo>
                    <a:pt x="34955" y="308756"/>
                  </a:lnTo>
                  <a:lnTo>
                    <a:pt x="33684" y="307770"/>
                  </a:lnTo>
                  <a:lnTo>
                    <a:pt x="24674" y="305686"/>
                  </a:lnTo>
                  <a:lnTo>
                    <a:pt x="16450" y="305724"/>
                  </a:lnTo>
                  <a:lnTo>
                    <a:pt x="21422" y="299587"/>
                  </a:lnTo>
                  <a:lnTo>
                    <a:pt x="21347" y="296900"/>
                  </a:lnTo>
                  <a:lnTo>
                    <a:pt x="16599" y="291148"/>
                  </a:lnTo>
                  <a:lnTo>
                    <a:pt x="14506" y="289787"/>
                  </a:lnTo>
                  <a:lnTo>
                    <a:pt x="13309" y="286120"/>
                  </a:lnTo>
                  <a:lnTo>
                    <a:pt x="9384" y="283323"/>
                  </a:lnTo>
                  <a:lnTo>
                    <a:pt x="7402" y="277581"/>
                  </a:lnTo>
                  <a:lnTo>
                    <a:pt x="4711" y="274713"/>
                  </a:lnTo>
                  <a:lnTo>
                    <a:pt x="5832" y="271505"/>
                  </a:lnTo>
                  <a:lnTo>
                    <a:pt x="3739" y="270562"/>
                  </a:lnTo>
                  <a:lnTo>
                    <a:pt x="0" y="266752"/>
                  </a:lnTo>
                  <a:lnTo>
                    <a:pt x="897" y="265696"/>
                  </a:lnTo>
                  <a:lnTo>
                    <a:pt x="785" y="263019"/>
                  </a:lnTo>
                  <a:lnTo>
                    <a:pt x="5832" y="261586"/>
                  </a:lnTo>
                  <a:lnTo>
                    <a:pt x="4075" y="256763"/>
                  </a:lnTo>
                  <a:lnTo>
                    <a:pt x="5047" y="253147"/>
                  </a:lnTo>
                  <a:lnTo>
                    <a:pt x="10431" y="248404"/>
                  </a:lnTo>
                  <a:lnTo>
                    <a:pt x="15814" y="245995"/>
                  </a:lnTo>
                  <a:lnTo>
                    <a:pt x="17945" y="243925"/>
                  </a:lnTo>
                  <a:lnTo>
                    <a:pt x="17982" y="241405"/>
                  </a:lnTo>
                  <a:lnTo>
                    <a:pt x="15926" y="236253"/>
                  </a:lnTo>
                  <a:lnTo>
                    <a:pt x="21235" y="226557"/>
                  </a:lnTo>
                  <a:lnTo>
                    <a:pt x="23142" y="215893"/>
                  </a:lnTo>
                  <a:lnTo>
                    <a:pt x="27067" y="214730"/>
                  </a:lnTo>
                  <a:lnTo>
                    <a:pt x="34244" y="208876"/>
                  </a:lnTo>
                  <a:lnTo>
                    <a:pt x="44787" y="202987"/>
                  </a:lnTo>
                  <a:lnTo>
                    <a:pt x="62881" y="199799"/>
                  </a:lnTo>
                  <a:lnTo>
                    <a:pt x="66508" y="196126"/>
                  </a:lnTo>
                  <a:lnTo>
                    <a:pt x="74695" y="195638"/>
                  </a:lnTo>
                  <a:lnTo>
                    <a:pt x="78134" y="198787"/>
                  </a:lnTo>
                  <a:lnTo>
                    <a:pt x="80452" y="198450"/>
                  </a:lnTo>
                  <a:lnTo>
                    <a:pt x="81985" y="199425"/>
                  </a:lnTo>
                  <a:lnTo>
                    <a:pt x="83705" y="198787"/>
                  </a:lnTo>
                  <a:lnTo>
                    <a:pt x="95555" y="134179"/>
                  </a:lnTo>
                  <a:lnTo>
                    <a:pt x="94546" y="130104"/>
                  </a:lnTo>
                  <a:lnTo>
                    <a:pt x="92602" y="128421"/>
                  </a:lnTo>
                  <a:lnTo>
                    <a:pt x="91181" y="125206"/>
                  </a:lnTo>
                  <a:lnTo>
                    <a:pt x="91593" y="122626"/>
                  </a:lnTo>
                  <a:lnTo>
                    <a:pt x="90695" y="119935"/>
                  </a:lnTo>
                  <a:lnTo>
                    <a:pt x="84714" y="115934"/>
                  </a:lnTo>
                  <a:lnTo>
                    <a:pt x="81648" y="112233"/>
                  </a:lnTo>
                  <a:lnTo>
                    <a:pt x="81985" y="97354"/>
                  </a:lnTo>
                  <a:lnTo>
                    <a:pt x="87107" y="96755"/>
                  </a:lnTo>
                  <a:lnTo>
                    <a:pt x="94060" y="94176"/>
                  </a:lnTo>
                  <a:lnTo>
                    <a:pt x="97986" y="96344"/>
                  </a:lnTo>
                  <a:lnTo>
                    <a:pt x="100677" y="95671"/>
                  </a:lnTo>
                  <a:lnTo>
                    <a:pt x="100490" y="91409"/>
                  </a:lnTo>
                  <a:lnTo>
                    <a:pt x="97387" y="87520"/>
                  </a:lnTo>
                  <a:lnTo>
                    <a:pt x="86172" y="87333"/>
                  </a:lnTo>
                  <a:lnTo>
                    <a:pt x="86246" y="73871"/>
                  </a:lnTo>
                  <a:lnTo>
                    <a:pt x="92602" y="72524"/>
                  </a:lnTo>
                  <a:lnTo>
                    <a:pt x="97238" y="73609"/>
                  </a:lnTo>
                  <a:lnTo>
                    <a:pt x="120977" y="73647"/>
                  </a:lnTo>
                  <a:lnTo>
                    <a:pt x="119332" y="71028"/>
                  </a:lnTo>
                  <a:lnTo>
                    <a:pt x="120640" y="68073"/>
                  </a:lnTo>
                  <a:lnTo>
                    <a:pt x="121949" y="68709"/>
                  </a:lnTo>
                  <a:lnTo>
                    <a:pt x="123968" y="72225"/>
                  </a:lnTo>
                  <a:lnTo>
                    <a:pt x="125987" y="73048"/>
                  </a:lnTo>
                  <a:lnTo>
                    <a:pt x="128491" y="72188"/>
                  </a:lnTo>
                  <a:lnTo>
                    <a:pt x="133874" y="66278"/>
                  </a:lnTo>
                  <a:lnTo>
                    <a:pt x="137090" y="65380"/>
                  </a:lnTo>
                  <a:lnTo>
                    <a:pt x="142959" y="73983"/>
                  </a:lnTo>
                  <a:lnTo>
                    <a:pt x="144081" y="8486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" name="oPE_MapPart_BRA_2_63" descr="Brasilien">
              <a:extLst>
                <a:ext uri="{FF2B5EF4-FFF2-40B4-BE49-F238E27FC236}">
                  <a16:creationId xmlns:a16="http://schemas.microsoft.com/office/drawing/2014/main" id="{6870D4B1-15FD-212B-48D9-8514DA7DD279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5041267" y="4394373"/>
              <a:ext cx="49910" cy="34962"/>
            </a:xfrm>
            <a:custGeom>
              <a:avLst/>
              <a:gdLst/>
              <a:ahLst/>
              <a:cxnLst/>
              <a:rect l="0" t="0" r="0" b="0"/>
              <a:pathLst>
                <a:path w="49910" h="34962">
                  <a:moveTo>
                    <a:pt x="24001" y="2318"/>
                  </a:moveTo>
                  <a:lnTo>
                    <a:pt x="34619" y="972"/>
                  </a:lnTo>
                  <a:lnTo>
                    <a:pt x="45610" y="2393"/>
                  </a:lnTo>
                  <a:lnTo>
                    <a:pt x="49647" y="3738"/>
                  </a:lnTo>
                  <a:lnTo>
                    <a:pt x="49909" y="4897"/>
                  </a:lnTo>
                  <a:lnTo>
                    <a:pt x="47479" y="11366"/>
                  </a:lnTo>
                  <a:lnTo>
                    <a:pt x="46058" y="11777"/>
                  </a:lnTo>
                  <a:lnTo>
                    <a:pt x="46619" y="14207"/>
                  </a:lnTo>
                  <a:lnTo>
                    <a:pt x="45947" y="16114"/>
                  </a:lnTo>
                  <a:lnTo>
                    <a:pt x="43180" y="20563"/>
                  </a:lnTo>
                  <a:lnTo>
                    <a:pt x="40376" y="23031"/>
                  </a:lnTo>
                  <a:lnTo>
                    <a:pt x="41124" y="25125"/>
                  </a:lnTo>
                  <a:lnTo>
                    <a:pt x="38507" y="28379"/>
                  </a:lnTo>
                  <a:lnTo>
                    <a:pt x="35254" y="28828"/>
                  </a:lnTo>
                  <a:lnTo>
                    <a:pt x="33460" y="26920"/>
                  </a:lnTo>
                  <a:lnTo>
                    <a:pt x="32189" y="30810"/>
                  </a:lnTo>
                  <a:lnTo>
                    <a:pt x="29871" y="30697"/>
                  </a:lnTo>
                  <a:lnTo>
                    <a:pt x="26507" y="28977"/>
                  </a:lnTo>
                  <a:lnTo>
                    <a:pt x="26132" y="31445"/>
                  </a:lnTo>
                  <a:lnTo>
                    <a:pt x="24824" y="33128"/>
                  </a:lnTo>
                  <a:lnTo>
                    <a:pt x="20300" y="34774"/>
                  </a:lnTo>
                  <a:lnTo>
                    <a:pt x="14917" y="32978"/>
                  </a:lnTo>
                  <a:lnTo>
                    <a:pt x="14020" y="33876"/>
                  </a:lnTo>
                  <a:lnTo>
                    <a:pt x="7066" y="34961"/>
                  </a:lnTo>
                  <a:lnTo>
                    <a:pt x="3776" y="32829"/>
                  </a:lnTo>
                  <a:lnTo>
                    <a:pt x="1235" y="26060"/>
                  </a:lnTo>
                  <a:lnTo>
                    <a:pt x="486" y="23330"/>
                  </a:lnTo>
                  <a:lnTo>
                    <a:pt x="1122" y="20975"/>
                  </a:lnTo>
                  <a:lnTo>
                    <a:pt x="3889" y="21386"/>
                  </a:lnTo>
                  <a:lnTo>
                    <a:pt x="4300" y="20489"/>
                  </a:lnTo>
                  <a:lnTo>
                    <a:pt x="3963" y="19853"/>
                  </a:lnTo>
                  <a:lnTo>
                    <a:pt x="1533" y="19965"/>
                  </a:lnTo>
                  <a:lnTo>
                    <a:pt x="0" y="18544"/>
                  </a:lnTo>
                  <a:lnTo>
                    <a:pt x="38" y="11889"/>
                  </a:lnTo>
                  <a:lnTo>
                    <a:pt x="2879" y="3252"/>
                  </a:lnTo>
                  <a:lnTo>
                    <a:pt x="6692" y="823"/>
                  </a:lnTo>
                  <a:lnTo>
                    <a:pt x="1110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oPE_MapPart_BRA_3_64" descr="Brasilien">
              <a:extLst>
                <a:ext uri="{FF2B5EF4-FFF2-40B4-BE49-F238E27FC236}">
                  <a16:creationId xmlns:a16="http://schemas.microsoft.com/office/drawing/2014/main" id="{CF2033C0-32DA-02D2-8E53-7ED79F90A3D0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5017267" y="4403196"/>
              <a:ext cx="16151" cy="18921"/>
            </a:xfrm>
            <a:custGeom>
              <a:avLst/>
              <a:gdLst/>
              <a:ahLst/>
              <a:cxnLst/>
              <a:rect l="0" t="0" r="0" b="0"/>
              <a:pathLst>
                <a:path w="16151" h="18921">
                  <a:moveTo>
                    <a:pt x="2205" y="18546"/>
                  </a:moveTo>
                  <a:lnTo>
                    <a:pt x="0" y="18920"/>
                  </a:lnTo>
                  <a:lnTo>
                    <a:pt x="2841" y="13722"/>
                  </a:lnTo>
                  <a:lnTo>
                    <a:pt x="5383" y="11291"/>
                  </a:lnTo>
                  <a:lnTo>
                    <a:pt x="5420" y="6505"/>
                  </a:lnTo>
                  <a:lnTo>
                    <a:pt x="8150" y="2244"/>
                  </a:lnTo>
                  <a:lnTo>
                    <a:pt x="10692" y="486"/>
                  </a:lnTo>
                  <a:lnTo>
                    <a:pt x="14243" y="0"/>
                  </a:lnTo>
                  <a:lnTo>
                    <a:pt x="16150" y="2580"/>
                  </a:lnTo>
                  <a:lnTo>
                    <a:pt x="13757" y="9983"/>
                  </a:lnTo>
                  <a:lnTo>
                    <a:pt x="6243" y="166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" name="oPE_MapPart_BRA_4_65" descr="Brasilien">
              <a:extLst>
                <a:ext uri="{FF2B5EF4-FFF2-40B4-BE49-F238E27FC236}">
                  <a16:creationId xmlns:a16="http://schemas.microsoft.com/office/drawing/2014/main" id="{207954A7-5725-A45C-3EAD-08A2D0A0CA9C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5050352" y="4385625"/>
              <a:ext cx="13459" cy="6917"/>
            </a:xfrm>
            <a:custGeom>
              <a:avLst/>
              <a:gdLst/>
              <a:ahLst/>
              <a:cxnLst/>
              <a:rect l="0" t="0" r="0" b="0"/>
              <a:pathLst>
                <a:path w="13459" h="6917">
                  <a:moveTo>
                    <a:pt x="12636" y="748"/>
                  </a:moveTo>
                  <a:lnTo>
                    <a:pt x="13458" y="1832"/>
                  </a:lnTo>
                  <a:lnTo>
                    <a:pt x="10542" y="6168"/>
                  </a:lnTo>
                  <a:lnTo>
                    <a:pt x="7140" y="6916"/>
                  </a:lnTo>
                  <a:lnTo>
                    <a:pt x="4822" y="5645"/>
                  </a:lnTo>
                  <a:lnTo>
                    <a:pt x="1271" y="5720"/>
                  </a:lnTo>
                  <a:lnTo>
                    <a:pt x="150" y="5421"/>
                  </a:lnTo>
                  <a:lnTo>
                    <a:pt x="0" y="3514"/>
                  </a:lnTo>
                  <a:lnTo>
                    <a:pt x="1533" y="1496"/>
                  </a:lnTo>
                  <a:lnTo>
                    <a:pt x="4524" y="1608"/>
                  </a:lnTo>
                  <a:lnTo>
                    <a:pt x="968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oPE_MapPart_BRA_5_66" descr="Brasilien">
              <a:extLst>
                <a:ext uri="{FF2B5EF4-FFF2-40B4-BE49-F238E27FC236}">
                  <a16:creationId xmlns:a16="http://schemas.microsoft.com/office/drawing/2014/main" id="{DB756B74-2020-D0DF-5839-5578F52A36F0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5044595" y="4379868"/>
              <a:ext cx="6057" cy="12226"/>
            </a:xfrm>
            <a:custGeom>
              <a:avLst/>
              <a:gdLst/>
              <a:ahLst/>
              <a:cxnLst/>
              <a:rect l="0" t="0" r="0" b="0"/>
              <a:pathLst>
                <a:path w="6057" h="12226">
                  <a:moveTo>
                    <a:pt x="4075" y="9197"/>
                  </a:moveTo>
                  <a:lnTo>
                    <a:pt x="3738" y="12225"/>
                  </a:lnTo>
                  <a:lnTo>
                    <a:pt x="0" y="10954"/>
                  </a:lnTo>
                  <a:lnTo>
                    <a:pt x="261" y="7813"/>
                  </a:lnTo>
                  <a:lnTo>
                    <a:pt x="3551" y="5271"/>
                  </a:lnTo>
                  <a:lnTo>
                    <a:pt x="4112" y="486"/>
                  </a:lnTo>
                  <a:lnTo>
                    <a:pt x="5645" y="0"/>
                  </a:lnTo>
                  <a:lnTo>
                    <a:pt x="6056" y="66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" name="oPE_MapPart_BRA_6_67" descr="Brasilien">
              <a:extLst>
                <a:ext uri="{FF2B5EF4-FFF2-40B4-BE49-F238E27FC236}">
                  <a16:creationId xmlns:a16="http://schemas.microsoft.com/office/drawing/2014/main" id="{C894A7C6-8061-B85B-2ECD-C3E6A926701D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5035996" y="4392990"/>
              <a:ext cx="8039" cy="5758"/>
            </a:xfrm>
            <a:custGeom>
              <a:avLst/>
              <a:gdLst/>
              <a:ahLst/>
              <a:cxnLst/>
              <a:rect l="0" t="0" r="0" b="0"/>
              <a:pathLst>
                <a:path w="8039" h="5758">
                  <a:moveTo>
                    <a:pt x="8001" y="1682"/>
                  </a:moveTo>
                  <a:lnTo>
                    <a:pt x="2318" y="5757"/>
                  </a:lnTo>
                  <a:lnTo>
                    <a:pt x="0" y="3626"/>
                  </a:lnTo>
                  <a:lnTo>
                    <a:pt x="860" y="1122"/>
                  </a:lnTo>
                  <a:lnTo>
                    <a:pt x="4038" y="0"/>
                  </a:lnTo>
                  <a:lnTo>
                    <a:pt x="7702" y="150"/>
                  </a:lnTo>
                  <a:lnTo>
                    <a:pt x="8038" y="115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" name="oPE_MapPart_BRA_7_68" descr="Brasilien">
              <a:extLst>
                <a:ext uri="{FF2B5EF4-FFF2-40B4-BE49-F238E27FC236}">
                  <a16:creationId xmlns:a16="http://schemas.microsoft.com/office/drawing/2014/main" id="{1C185AF7-D13D-0478-AE45-16819B8FE2ED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5061081" y="4390223"/>
              <a:ext cx="9311" cy="4712"/>
            </a:xfrm>
            <a:custGeom>
              <a:avLst/>
              <a:gdLst/>
              <a:ahLst/>
              <a:cxnLst/>
              <a:rect l="0" t="0" r="0" b="0"/>
              <a:pathLst>
                <a:path w="9311" h="4712">
                  <a:moveTo>
                    <a:pt x="8001" y="4038"/>
                  </a:moveTo>
                  <a:lnTo>
                    <a:pt x="2505" y="4711"/>
                  </a:lnTo>
                  <a:lnTo>
                    <a:pt x="0" y="3665"/>
                  </a:lnTo>
                  <a:lnTo>
                    <a:pt x="561" y="2804"/>
                  </a:lnTo>
                  <a:lnTo>
                    <a:pt x="6767" y="0"/>
                  </a:lnTo>
                  <a:lnTo>
                    <a:pt x="8898" y="524"/>
                  </a:lnTo>
                  <a:lnTo>
                    <a:pt x="9310" y="28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oPE_MapPart_BRA_8_69" descr="Brasilien">
              <a:extLst>
                <a:ext uri="{FF2B5EF4-FFF2-40B4-BE49-F238E27FC236}">
                  <a16:creationId xmlns:a16="http://schemas.microsoft.com/office/drawing/2014/main" id="{DF029C61-42BC-FB64-BA0C-B9779909A84F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5051698" y="4378709"/>
              <a:ext cx="5011" cy="5758"/>
            </a:xfrm>
            <a:custGeom>
              <a:avLst/>
              <a:gdLst/>
              <a:ahLst/>
              <a:cxnLst/>
              <a:rect l="0" t="0" r="0" b="0"/>
              <a:pathLst>
                <a:path w="5011" h="5758">
                  <a:moveTo>
                    <a:pt x="2654" y="5085"/>
                  </a:moveTo>
                  <a:lnTo>
                    <a:pt x="411" y="5757"/>
                  </a:lnTo>
                  <a:lnTo>
                    <a:pt x="0" y="5122"/>
                  </a:lnTo>
                  <a:lnTo>
                    <a:pt x="635" y="1084"/>
                  </a:lnTo>
                  <a:lnTo>
                    <a:pt x="4636" y="0"/>
                  </a:lnTo>
                  <a:lnTo>
                    <a:pt x="5010" y="23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oPE_MapPart_BRA_9_70" descr="Brasilien">
              <a:extLst>
                <a:ext uri="{FF2B5EF4-FFF2-40B4-BE49-F238E27FC236}">
                  <a16:creationId xmlns:a16="http://schemas.microsoft.com/office/drawing/2014/main" id="{1F544D0D-FA1C-D56B-2A56-CB5F373D44D9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5046950" y="4347183"/>
              <a:ext cx="4525" cy="5089"/>
            </a:xfrm>
            <a:custGeom>
              <a:avLst/>
              <a:gdLst/>
              <a:ahLst/>
              <a:cxnLst/>
              <a:rect l="0" t="0" r="0" b="0"/>
              <a:pathLst>
                <a:path w="4525" h="5089">
                  <a:moveTo>
                    <a:pt x="4374" y="4489"/>
                  </a:moveTo>
                  <a:lnTo>
                    <a:pt x="1122" y="5088"/>
                  </a:lnTo>
                  <a:lnTo>
                    <a:pt x="0" y="2582"/>
                  </a:lnTo>
                  <a:lnTo>
                    <a:pt x="374" y="524"/>
                  </a:lnTo>
                  <a:lnTo>
                    <a:pt x="3066" y="0"/>
                  </a:lnTo>
                  <a:lnTo>
                    <a:pt x="4524" y="36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oPE_MapPart_BRA_10_71" descr="Brasilien">
              <a:extLst>
                <a:ext uri="{FF2B5EF4-FFF2-40B4-BE49-F238E27FC236}">
                  <a16:creationId xmlns:a16="http://schemas.microsoft.com/office/drawing/2014/main" id="{B0C17F8B-B296-571F-CAC8-67A8A0FBF86D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5087550" y="4984031"/>
              <a:ext cx="3664" cy="9661"/>
            </a:xfrm>
            <a:custGeom>
              <a:avLst/>
              <a:gdLst/>
              <a:ahLst/>
              <a:cxnLst/>
              <a:rect l="0" t="0" r="0" b="0"/>
              <a:pathLst>
                <a:path w="3664" h="9661">
                  <a:moveTo>
                    <a:pt x="1420" y="8605"/>
                  </a:moveTo>
                  <a:lnTo>
                    <a:pt x="0" y="9660"/>
                  </a:lnTo>
                  <a:lnTo>
                    <a:pt x="261" y="4088"/>
                  </a:lnTo>
                  <a:lnTo>
                    <a:pt x="1869" y="842"/>
                  </a:lnTo>
                  <a:lnTo>
                    <a:pt x="2916" y="0"/>
                  </a:lnTo>
                  <a:lnTo>
                    <a:pt x="3663" y="1221"/>
                  </a:lnTo>
                  <a:lnTo>
                    <a:pt x="1196" y="72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" name="oPE_MapPart_BRA_11_72" descr="Brasilien">
              <a:extLst>
                <a:ext uri="{FF2B5EF4-FFF2-40B4-BE49-F238E27FC236}">
                  <a16:creationId xmlns:a16="http://schemas.microsoft.com/office/drawing/2014/main" id="{A789C01E-08D7-2FBC-7343-FF0BE53BA224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5152001" y="4899469"/>
              <a:ext cx="4225" cy="4864"/>
            </a:xfrm>
            <a:custGeom>
              <a:avLst/>
              <a:gdLst/>
              <a:ahLst/>
              <a:cxnLst/>
              <a:rect l="0" t="0" r="0" b="0"/>
              <a:pathLst>
                <a:path w="4225" h="4864">
                  <a:moveTo>
                    <a:pt x="3963" y="3677"/>
                  </a:moveTo>
                  <a:lnTo>
                    <a:pt x="3963" y="4863"/>
                  </a:lnTo>
                  <a:lnTo>
                    <a:pt x="822" y="4700"/>
                  </a:lnTo>
                  <a:lnTo>
                    <a:pt x="0" y="3801"/>
                  </a:lnTo>
                  <a:lnTo>
                    <a:pt x="3103" y="0"/>
                  </a:lnTo>
                  <a:lnTo>
                    <a:pt x="4224" y="1266"/>
                  </a:lnTo>
                  <a:lnTo>
                    <a:pt x="4187" y="28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oPE_MapPart_BRA_12_73" descr="Brasilien">
              <a:extLst>
                <a:ext uri="{FF2B5EF4-FFF2-40B4-BE49-F238E27FC236}">
                  <a16:creationId xmlns:a16="http://schemas.microsoft.com/office/drawing/2014/main" id="{3E4DF2BA-173A-8799-FE0C-1C88103B52A9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5169721" y="4448415"/>
              <a:ext cx="2431" cy="6664"/>
            </a:xfrm>
            <a:custGeom>
              <a:avLst/>
              <a:gdLst/>
              <a:ahLst/>
              <a:cxnLst/>
              <a:rect l="0" t="0" r="0" b="0"/>
              <a:pathLst>
                <a:path w="2431" h="6664">
                  <a:moveTo>
                    <a:pt x="2056" y="4604"/>
                  </a:moveTo>
                  <a:lnTo>
                    <a:pt x="0" y="6663"/>
                  </a:lnTo>
                  <a:lnTo>
                    <a:pt x="336" y="2657"/>
                  </a:lnTo>
                  <a:lnTo>
                    <a:pt x="598" y="1385"/>
                  </a:lnTo>
                  <a:lnTo>
                    <a:pt x="2430" y="0"/>
                  </a:lnTo>
                  <a:lnTo>
                    <a:pt x="2393" y="19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" name="oPE_MapPart_BRA_13_74" descr="Brasilien">
              <a:extLst>
                <a:ext uri="{FF2B5EF4-FFF2-40B4-BE49-F238E27FC236}">
                  <a16:creationId xmlns:a16="http://schemas.microsoft.com/office/drawing/2014/main" id="{3A97CD03-DE92-1B52-2479-D4140E50535F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5085232" y="4955427"/>
              <a:ext cx="3515" cy="5381"/>
            </a:xfrm>
            <a:custGeom>
              <a:avLst/>
              <a:gdLst/>
              <a:ahLst/>
              <a:cxnLst/>
              <a:rect l="0" t="0" r="0" b="0"/>
              <a:pathLst>
                <a:path w="3515" h="5381">
                  <a:moveTo>
                    <a:pt x="1720" y="5380"/>
                  </a:moveTo>
                  <a:lnTo>
                    <a:pt x="0" y="2751"/>
                  </a:lnTo>
                  <a:lnTo>
                    <a:pt x="2617" y="0"/>
                  </a:lnTo>
                  <a:lnTo>
                    <a:pt x="3514" y="1125"/>
                  </a:lnTo>
                  <a:lnTo>
                    <a:pt x="2056" y="48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" name="oPE_MapPart_BRA_14_75" descr="Brasilien">
              <a:extLst>
                <a:ext uri="{FF2B5EF4-FFF2-40B4-BE49-F238E27FC236}">
                  <a16:creationId xmlns:a16="http://schemas.microsoft.com/office/drawing/2014/main" id="{65D62EA1-F11B-D149-78C5-7A1F2F1D4502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5174656" y="4884682"/>
              <a:ext cx="5459" cy="3132"/>
            </a:xfrm>
            <a:custGeom>
              <a:avLst/>
              <a:gdLst/>
              <a:ahLst/>
              <a:cxnLst/>
              <a:rect l="0" t="0" r="0" b="0"/>
              <a:pathLst>
                <a:path w="5459" h="3132">
                  <a:moveTo>
                    <a:pt x="4822" y="1545"/>
                  </a:moveTo>
                  <a:lnTo>
                    <a:pt x="5458" y="2155"/>
                  </a:lnTo>
                  <a:lnTo>
                    <a:pt x="860" y="3131"/>
                  </a:lnTo>
                  <a:lnTo>
                    <a:pt x="0" y="2195"/>
                  </a:lnTo>
                  <a:lnTo>
                    <a:pt x="2468" y="0"/>
                  </a:lnTo>
                  <a:lnTo>
                    <a:pt x="3514" y="8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" name="oPE_MapPart_BRA_15_76" descr="Brasilien">
              <a:extLst>
                <a:ext uri="{FF2B5EF4-FFF2-40B4-BE49-F238E27FC236}">
                  <a16:creationId xmlns:a16="http://schemas.microsoft.com/office/drawing/2014/main" id="{64DF306F-59DD-492A-2677-839E6F8D1C7C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5290436" y="4661750"/>
              <a:ext cx="3852" cy="5065"/>
            </a:xfrm>
            <a:custGeom>
              <a:avLst/>
              <a:gdLst/>
              <a:ahLst/>
              <a:cxnLst/>
              <a:rect l="0" t="0" r="0" b="0"/>
              <a:pathLst>
                <a:path w="3852" h="5065">
                  <a:moveTo>
                    <a:pt x="898" y="4604"/>
                  </a:moveTo>
                  <a:lnTo>
                    <a:pt x="75" y="5064"/>
                  </a:lnTo>
                  <a:lnTo>
                    <a:pt x="0" y="3721"/>
                  </a:lnTo>
                  <a:lnTo>
                    <a:pt x="2094" y="1995"/>
                  </a:lnTo>
                  <a:lnTo>
                    <a:pt x="2467" y="0"/>
                  </a:lnTo>
                  <a:lnTo>
                    <a:pt x="3851" y="237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" name="oPE_MapPart_BRA_16_77" descr="Brasilien">
              <a:extLst>
                <a:ext uri="{FF2B5EF4-FFF2-40B4-BE49-F238E27FC236}">
                  <a16:creationId xmlns:a16="http://schemas.microsoft.com/office/drawing/2014/main" id="{2E97C026-2744-6C37-4D04-4243D71CE49A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5285539" y="4672806"/>
              <a:ext cx="2468" cy="2846"/>
            </a:xfrm>
            <a:custGeom>
              <a:avLst/>
              <a:gdLst/>
              <a:ahLst/>
              <a:cxnLst/>
              <a:rect l="0" t="0" r="0" b="0"/>
              <a:pathLst>
                <a:path w="2468" h="2846">
                  <a:moveTo>
                    <a:pt x="2467" y="1576"/>
                  </a:moveTo>
                  <a:lnTo>
                    <a:pt x="1757" y="2845"/>
                  </a:lnTo>
                  <a:lnTo>
                    <a:pt x="934" y="2653"/>
                  </a:lnTo>
                  <a:lnTo>
                    <a:pt x="0" y="999"/>
                  </a:lnTo>
                  <a:lnTo>
                    <a:pt x="859" y="0"/>
                  </a:lnTo>
                  <a:lnTo>
                    <a:pt x="2392" y="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" name="oPE_MapPart_IOT_1_78" descr="Britisches Territorium im Indischen Ozean">
              <a:extLst>
                <a:ext uri="{FF2B5EF4-FFF2-40B4-BE49-F238E27FC236}">
                  <a16:creationId xmlns:a16="http://schemas.microsoft.com/office/drawing/2014/main" id="{734E3C83-2270-A727-D9EB-2A11CA86FD7A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7588993" y="4533364"/>
              <a:ext cx="22394" cy="22618"/>
            </a:xfrm>
            <a:custGeom>
              <a:avLst/>
              <a:gdLst/>
              <a:ahLst/>
              <a:cxnLst/>
              <a:rect l="0" t="0" r="0" b="0"/>
              <a:pathLst>
                <a:path w="22394" h="22618">
                  <a:moveTo>
                    <a:pt x="0" y="0"/>
                  </a:moveTo>
                  <a:lnTo>
                    <a:pt x="22393" y="0"/>
                  </a:lnTo>
                  <a:lnTo>
                    <a:pt x="22393" y="22617"/>
                  </a:lnTo>
                  <a:lnTo>
                    <a:pt x="0" y="226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" name="oPE_MapPart_VGB_1_79" descr="Britische Jungferninseln">
              <a:extLst>
                <a:ext uri="{FF2B5EF4-FFF2-40B4-BE49-F238E27FC236}">
                  <a16:creationId xmlns:a16="http://schemas.microsoft.com/office/drawing/2014/main" id="{EA18D881-E52A-C86D-66B3-B48785C3D266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4745480" y="3987302"/>
              <a:ext cx="22432" cy="23665"/>
            </a:xfrm>
            <a:custGeom>
              <a:avLst/>
              <a:gdLst/>
              <a:ahLst/>
              <a:cxnLst/>
              <a:rect l="0" t="0" r="0" b="0"/>
              <a:pathLst>
                <a:path w="22432" h="23665">
                  <a:moveTo>
                    <a:pt x="0" y="0"/>
                  </a:moveTo>
                  <a:lnTo>
                    <a:pt x="22431" y="0"/>
                  </a:lnTo>
                  <a:lnTo>
                    <a:pt x="22431" y="23664"/>
                  </a:lnTo>
                  <a:lnTo>
                    <a:pt x="0" y="236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" name="oPE_MapPart_BRN_1_80" descr="Brunei">
              <a:extLst>
                <a:ext uri="{FF2B5EF4-FFF2-40B4-BE49-F238E27FC236}">
                  <a16:creationId xmlns:a16="http://schemas.microsoft.com/office/drawing/2014/main" id="{F21D1D07-179D-D5E5-7B32-697FF8D7257F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8485027" y="4290058"/>
              <a:ext cx="6207" cy="11515"/>
            </a:xfrm>
            <a:custGeom>
              <a:avLst/>
              <a:gdLst/>
              <a:ahLst/>
              <a:cxnLst/>
              <a:rect l="0" t="0" r="0" b="0"/>
              <a:pathLst>
                <a:path w="6207" h="11515">
                  <a:moveTo>
                    <a:pt x="2356" y="0"/>
                  </a:moveTo>
                  <a:lnTo>
                    <a:pt x="4187" y="3114"/>
                  </a:lnTo>
                  <a:lnTo>
                    <a:pt x="6206" y="10802"/>
                  </a:lnTo>
                  <a:lnTo>
                    <a:pt x="4561" y="11514"/>
                  </a:lnTo>
                  <a:lnTo>
                    <a:pt x="1645" y="10614"/>
                  </a:lnTo>
                  <a:lnTo>
                    <a:pt x="0" y="43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" name="oPE_MapPart_BRN_2_81" descr="Brunei">
              <a:extLst>
                <a:ext uri="{FF2B5EF4-FFF2-40B4-BE49-F238E27FC236}">
                  <a16:creationId xmlns:a16="http://schemas.microsoft.com/office/drawing/2014/main" id="{83E449C3-A2F6-B812-0764-480A1C941A0B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8465026" y="4287507"/>
              <a:ext cx="20414" cy="20514"/>
            </a:xfrm>
            <a:custGeom>
              <a:avLst/>
              <a:gdLst/>
              <a:ahLst/>
              <a:cxnLst/>
              <a:rect l="0" t="0" r="0" b="0"/>
              <a:pathLst>
                <a:path w="20414" h="20514">
                  <a:moveTo>
                    <a:pt x="20001" y="2551"/>
                  </a:moveTo>
                  <a:lnTo>
                    <a:pt x="14170" y="6340"/>
                  </a:lnTo>
                  <a:lnTo>
                    <a:pt x="15066" y="11628"/>
                  </a:lnTo>
                  <a:lnTo>
                    <a:pt x="16114" y="13091"/>
                  </a:lnTo>
                  <a:lnTo>
                    <a:pt x="14805" y="17777"/>
                  </a:lnTo>
                  <a:lnTo>
                    <a:pt x="12263" y="20513"/>
                  </a:lnTo>
                  <a:lnTo>
                    <a:pt x="10543" y="20288"/>
                  </a:lnTo>
                  <a:lnTo>
                    <a:pt x="7328" y="15978"/>
                  </a:lnTo>
                  <a:lnTo>
                    <a:pt x="5384" y="15827"/>
                  </a:lnTo>
                  <a:lnTo>
                    <a:pt x="3328" y="11328"/>
                  </a:lnTo>
                  <a:lnTo>
                    <a:pt x="0" y="8966"/>
                  </a:lnTo>
                  <a:lnTo>
                    <a:pt x="4897" y="8628"/>
                  </a:lnTo>
                  <a:lnTo>
                    <a:pt x="7477" y="7541"/>
                  </a:lnTo>
                  <a:lnTo>
                    <a:pt x="19328" y="0"/>
                  </a:lnTo>
                  <a:lnTo>
                    <a:pt x="20413" y="112"/>
                  </a:lnTo>
                  <a:lnTo>
                    <a:pt x="20413" y="12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" name="oPE_MapPart_BGR_1_82" descr="Bulgarien">
              <a:extLst>
                <a:ext uri="{FF2B5EF4-FFF2-40B4-BE49-F238E27FC236}">
                  <a16:creationId xmlns:a16="http://schemas.microsoft.com/office/drawing/2014/main" id="{D4C8A3C4-56E4-9C17-066C-E13BB6894E19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6560055" y="3365335"/>
              <a:ext cx="129651" cy="84730"/>
            </a:xfrm>
            <a:custGeom>
              <a:avLst/>
              <a:gdLst/>
              <a:ahLst/>
              <a:cxnLst/>
              <a:rect l="0" t="0" r="0" b="0"/>
              <a:pathLst>
                <a:path w="129651" h="84730">
                  <a:moveTo>
                    <a:pt x="117799" y="64580"/>
                  </a:moveTo>
                  <a:lnTo>
                    <a:pt x="114958" y="64077"/>
                  </a:lnTo>
                  <a:lnTo>
                    <a:pt x="107817" y="65937"/>
                  </a:lnTo>
                  <a:lnTo>
                    <a:pt x="101799" y="61107"/>
                  </a:lnTo>
                  <a:lnTo>
                    <a:pt x="96976" y="62064"/>
                  </a:lnTo>
                  <a:lnTo>
                    <a:pt x="94322" y="63925"/>
                  </a:lnTo>
                  <a:lnTo>
                    <a:pt x="88714" y="64680"/>
                  </a:lnTo>
                  <a:lnTo>
                    <a:pt x="86583" y="68547"/>
                  </a:lnTo>
                  <a:lnTo>
                    <a:pt x="83443" y="69249"/>
                  </a:lnTo>
                  <a:lnTo>
                    <a:pt x="82620" y="71605"/>
                  </a:lnTo>
                  <a:lnTo>
                    <a:pt x="78172" y="71354"/>
                  </a:lnTo>
                  <a:lnTo>
                    <a:pt x="77312" y="72806"/>
                  </a:lnTo>
                  <a:lnTo>
                    <a:pt x="78920" y="77006"/>
                  </a:lnTo>
                  <a:lnTo>
                    <a:pt x="78769" y="80797"/>
                  </a:lnTo>
                  <a:lnTo>
                    <a:pt x="74359" y="82838"/>
                  </a:lnTo>
                  <a:lnTo>
                    <a:pt x="71480" y="82341"/>
                  </a:lnTo>
                  <a:lnTo>
                    <a:pt x="60377" y="84729"/>
                  </a:lnTo>
                  <a:lnTo>
                    <a:pt x="55030" y="81345"/>
                  </a:lnTo>
                  <a:lnTo>
                    <a:pt x="52002" y="80548"/>
                  </a:lnTo>
                  <a:lnTo>
                    <a:pt x="50469" y="81593"/>
                  </a:lnTo>
                  <a:lnTo>
                    <a:pt x="46768" y="79202"/>
                  </a:lnTo>
                  <a:lnTo>
                    <a:pt x="44525" y="76107"/>
                  </a:lnTo>
                  <a:lnTo>
                    <a:pt x="35553" y="76856"/>
                  </a:lnTo>
                  <a:lnTo>
                    <a:pt x="34656" y="78752"/>
                  </a:lnTo>
                  <a:lnTo>
                    <a:pt x="26842" y="80747"/>
                  </a:lnTo>
                  <a:lnTo>
                    <a:pt x="18618" y="80797"/>
                  </a:lnTo>
                  <a:lnTo>
                    <a:pt x="16861" y="82540"/>
                  </a:lnTo>
                  <a:lnTo>
                    <a:pt x="14169" y="82440"/>
                  </a:lnTo>
                  <a:lnTo>
                    <a:pt x="11889" y="82141"/>
                  </a:lnTo>
                  <a:lnTo>
                    <a:pt x="13720" y="70954"/>
                  </a:lnTo>
                  <a:lnTo>
                    <a:pt x="12486" y="70002"/>
                  </a:lnTo>
                  <a:lnTo>
                    <a:pt x="10244" y="63875"/>
                  </a:lnTo>
                  <a:lnTo>
                    <a:pt x="4972" y="60754"/>
                  </a:lnTo>
                  <a:lnTo>
                    <a:pt x="0" y="54899"/>
                  </a:lnTo>
                  <a:lnTo>
                    <a:pt x="1645" y="54494"/>
                  </a:lnTo>
                  <a:lnTo>
                    <a:pt x="3739" y="51356"/>
                  </a:lnTo>
                  <a:lnTo>
                    <a:pt x="1944" y="46029"/>
                  </a:lnTo>
                  <a:lnTo>
                    <a:pt x="2580" y="40023"/>
                  </a:lnTo>
                  <a:lnTo>
                    <a:pt x="7552" y="38850"/>
                  </a:lnTo>
                  <a:lnTo>
                    <a:pt x="12449" y="32768"/>
                  </a:lnTo>
                  <a:lnTo>
                    <a:pt x="13159" y="30207"/>
                  </a:lnTo>
                  <a:lnTo>
                    <a:pt x="8823" y="25432"/>
                  </a:lnTo>
                  <a:lnTo>
                    <a:pt x="4375" y="22601"/>
                  </a:lnTo>
                  <a:lnTo>
                    <a:pt x="562" y="13203"/>
                  </a:lnTo>
                  <a:lnTo>
                    <a:pt x="1608" y="6666"/>
                  </a:lnTo>
                  <a:lnTo>
                    <a:pt x="5271" y="4742"/>
                  </a:lnTo>
                  <a:lnTo>
                    <a:pt x="5870" y="1304"/>
                  </a:lnTo>
                  <a:lnTo>
                    <a:pt x="7515" y="0"/>
                  </a:lnTo>
                  <a:lnTo>
                    <a:pt x="14244" y="4638"/>
                  </a:lnTo>
                  <a:lnTo>
                    <a:pt x="10917" y="8381"/>
                  </a:lnTo>
                  <a:lnTo>
                    <a:pt x="10880" y="10819"/>
                  </a:lnTo>
                  <a:lnTo>
                    <a:pt x="11963" y="11701"/>
                  </a:lnTo>
                  <a:lnTo>
                    <a:pt x="18319" y="10560"/>
                  </a:lnTo>
                  <a:lnTo>
                    <a:pt x="39105" y="13721"/>
                  </a:lnTo>
                  <a:lnTo>
                    <a:pt x="43367" y="12840"/>
                  </a:lnTo>
                  <a:lnTo>
                    <a:pt x="65498" y="16359"/>
                  </a:lnTo>
                  <a:lnTo>
                    <a:pt x="72190" y="13617"/>
                  </a:lnTo>
                  <a:lnTo>
                    <a:pt x="74545" y="10612"/>
                  </a:lnTo>
                  <a:lnTo>
                    <a:pt x="80415" y="6718"/>
                  </a:lnTo>
                  <a:lnTo>
                    <a:pt x="98509" y="2086"/>
                  </a:lnTo>
                  <a:lnTo>
                    <a:pt x="105537" y="6303"/>
                  </a:lnTo>
                  <a:lnTo>
                    <a:pt x="108378" y="6303"/>
                  </a:lnTo>
                  <a:lnTo>
                    <a:pt x="112042" y="8173"/>
                  </a:lnTo>
                  <a:lnTo>
                    <a:pt x="115070" y="7290"/>
                  </a:lnTo>
                  <a:lnTo>
                    <a:pt x="118509" y="12012"/>
                  </a:lnTo>
                  <a:lnTo>
                    <a:pt x="122098" y="13462"/>
                  </a:lnTo>
                  <a:lnTo>
                    <a:pt x="129650" y="14342"/>
                  </a:lnTo>
                  <a:lnTo>
                    <a:pt x="129165" y="21262"/>
                  </a:lnTo>
                  <a:lnTo>
                    <a:pt x="127145" y="24454"/>
                  </a:lnTo>
                  <a:lnTo>
                    <a:pt x="124118" y="23374"/>
                  </a:lnTo>
                  <a:lnTo>
                    <a:pt x="120266" y="24249"/>
                  </a:lnTo>
                  <a:lnTo>
                    <a:pt x="116004" y="30258"/>
                  </a:lnTo>
                  <a:lnTo>
                    <a:pt x="115183" y="42621"/>
                  </a:lnTo>
                  <a:lnTo>
                    <a:pt x="112378" y="43843"/>
                  </a:lnTo>
                  <a:lnTo>
                    <a:pt x="106771" y="50596"/>
                  </a:lnTo>
                  <a:lnTo>
                    <a:pt x="111406" y="53888"/>
                  </a:lnTo>
                  <a:lnTo>
                    <a:pt x="117127" y="6236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" name="oPE_MapPart_BFA_1_83" descr="Burkina Faso">
              <a:extLst>
                <a:ext uri="{FF2B5EF4-FFF2-40B4-BE49-F238E27FC236}">
                  <a16:creationId xmlns:a16="http://schemas.microsoft.com/office/drawing/2014/main" id="{972D19A3-1D9E-AB5F-6F28-3D7FB28FAAD2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5981267" y="4075093"/>
              <a:ext cx="164343" cy="120216"/>
            </a:xfrm>
            <a:custGeom>
              <a:avLst/>
              <a:gdLst/>
              <a:ahLst/>
              <a:cxnLst/>
              <a:rect l="0" t="0" r="0" b="0"/>
              <a:pathLst>
                <a:path w="164343" h="120216">
                  <a:moveTo>
                    <a:pt x="133425" y="87129"/>
                  </a:moveTo>
                  <a:lnTo>
                    <a:pt x="124977" y="87928"/>
                  </a:lnTo>
                  <a:lnTo>
                    <a:pt x="124789" y="87129"/>
                  </a:lnTo>
                  <a:lnTo>
                    <a:pt x="108527" y="83433"/>
                  </a:lnTo>
                  <a:lnTo>
                    <a:pt x="107555" y="85110"/>
                  </a:lnTo>
                  <a:lnTo>
                    <a:pt x="105798" y="84996"/>
                  </a:lnTo>
                  <a:lnTo>
                    <a:pt x="104527" y="86824"/>
                  </a:lnTo>
                  <a:lnTo>
                    <a:pt x="101275" y="88537"/>
                  </a:lnTo>
                  <a:lnTo>
                    <a:pt x="100153" y="87205"/>
                  </a:lnTo>
                  <a:lnTo>
                    <a:pt x="93087" y="86748"/>
                  </a:lnTo>
                  <a:lnTo>
                    <a:pt x="55964" y="87014"/>
                  </a:lnTo>
                  <a:lnTo>
                    <a:pt x="54207" y="95577"/>
                  </a:lnTo>
                  <a:lnTo>
                    <a:pt x="56862" y="99608"/>
                  </a:lnTo>
                  <a:lnTo>
                    <a:pt x="56077" y="100444"/>
                  </a:lnTo>
                  <a:lnTo>
                    <a:pt x="57273" y="103066"/>
                  </a:lnTo>
                  <a:lnTo>
                    <a:pt x="57609" y="112367"/>
                  </a:lnTo>
                  <a:lnTo>
                    <a:pt x="56974" y="113467"/>
                  </a:lnTo>
                  <a:lnTo>
                    <a:pt x="58731" y="119041"/>
                  </a:lnTo>
                  <a:lnTo>
                    <a:pt x="57273" y="120215"/>
                  </a:lnTo>
                  <a:lnTo>
                    <a:pt x="56226" y="120178"/>
                  </a:lnTo>
                  <a:lnTo>
                    <a:pt x="52674" y="114681"/>
                  </a:lnTo>
                  <a:lnTo>
                    <a:pt x="47777" y="110317"/>
                  </a:lnTo>
                  <a:lnTo>
                    <a:pt x="36001" y="109824"/>
                  </a:lnTo>
                  <a:lnTo>
                    <a:pt x="26094" y="113505"/>
                  </a:lnTo>
                  <a:lnTo>
                    <a:pt x="24748" y="115553"/>
                  </a:lnTo>
                  <a:lnTo>
                    <a:pt x="20711" y="113922"/>
                  </a:lnTo>
                  <a:lnTo>
                    <a:pt x="18655" y="114150"/>
                  </a:lnTo>
                  <a:lnTo>
                    <a:pt x="11514" y="109559"/>
                  </a:lnTo>
                  <a:lnTo>
                    <a:pt x="8822" y="102990"/>
                  </a:lnTo>
                  <a:lnTo>
                    <a:pt x="5420" y="101356"/>
                  </a:lnTo>
                  <a:lnTo>
                    <a:pt x="2953" y="101470"/>
                  </a:lnTo>
                  <a:lnTo>
                    <a:pt x="0" y="99113"/>
                  </a:lnTo>
                  <a:lnTo>
                    <a:pt x="1383" y="91811"/>
                  </a:lnTo>
                  <a:lnTo>
                    <a:pt x="710" y="86062"/>
                  </a:lnTo>
                  <a:lnTo>
                    <a:pt x="3663" y="84234"/>
                  </a:lnTo>
                  <a:lnTo>
                    <a:pt x="5682" y="79012"/>
                  </a:lnTo>
                  <a:lnTo>
                    <a:pt x="6131" y="75922"/>
                  </a:lnTo>
                  <a:lnTo>
                    <a:pt x="4860" y="72487"/>
                  </a:lnTo>
                  <a:lnTo>
                    <a:pt x="4897" y="69432"/>
                  </a:lnTo>
                  <a:lnTo>
                    <a:pt x="8673" y="66452"/>
                  </a:lnTo>
                  <a:lnTo>
                    <a:pt x="17122" y="64159"/>
                  </a:lnTo>
                  <a:lnTo>
                    <a:pt x="22767" y="58613"/>
                  </a:lnTo>
                  <a:lnTo>
                    <a:pt x="22879" y="53405"/>
                  </a:lnTo>
                  <a:lnTo>
                    <a:pt x="21682" y="51490"/>
                  </a:lnTo>
                  <a:lnTo>
                    <a:pt x="26954" y="48884"/>
                  </a:lnTo>
                  <a:lnTo>
                    <a:pt x="26991" y="47082"/>
                  </a:lnTo>
                  <a:lnTo>
                    <a:pt x="24823" y="41979"/>
                  </a:lnTo>
                  <a:lnTo>
                    <a:pt x="28524" y="37985"/>
                  </a:lnTo>
                  <a:lnTo>
                    <a:pt x="30580" y="36333"/>
                  </a:lnTo>
                  <a:lnTo>
                    <a:pt x="32748" y="35910"/>
                  </a:lnTo>
                  <a:lnTo>
                    <a:pt x="40450" y="40366"/>
                  </a:lnTo>
                  <a:lnTo>
                    <a:pt x="42655" y="40328"/>
                  </a:lnTo>
                  <a:lnTo>
                    <a:pt x="46170" y="38523"/>
                  </a:lnTo>
                  <a:lnTo>
                    <a:pt x="47254" y="30450"/>
                  </a:lnTo>
                  <a:lnTo>
                    <a:pt x="53460" y="30681"/>
                  </a:lnTo>
                  <a:lnTo>
                    <a:pt x="55030" y="24213"/>
                  </a:lnTo>
                  <a:lnTo>
                    <a:pt x="61011" y="18278"/>
                  </a:lnTo>
                  <a:lnTo>
                    <a:pt x="63703" y="17275"/>
                  </a:lnTo>
                  <a:lnTo>
                    <a:pt x="70843" y="19550"/>
                  </a:lnTo>
                  <a:lnTo>
                    <a:pt x="72002" y="18972"/>
                  </a:lnTo>
                  <a:lnTo>
                    <a:pt x="73760" y="13378"/>
                  </a:lnTo>
                  <a:lnTo>
                    <a:pt x="79517" y="12258"/>
                  </a:lnTo>
                  <a:lnTo>
                    <a:pt x="92938" y="5572"/>
                  </a:lnTo>
                  <a:lnTo>
                    <a:pt x="98957" y="658"/>
                  </a:lnTo>
                  <a:lnTo>
                    <a:pt x="103593" y="0"/>
                  </a:lnTo>
                  <a:lnTo>
                    <a:pt x="106321" y="1433"/>
                  </a:lnTo>
                  <a:lnTo>
                    <a:pt x="109836" y="426"/>
                  </a:lnTo>
                  <a:lnTo>
                    <a:pt x="119256" y="3600"/>
                  </a:lnTo>
                  <a:lnTo>
                    <a:pt x="118135" y="12489"/>
                  </a:lnTo>
                  <a:lnTo>
                    <a:pt x="122696" y="17892"/>
                  </a:lnTo>
                  <a:lnTo>
                    <a:pt x="122098" y="20167"/>
                  </a:lnTo>
                  <a:lnTo>
                    <a:pt x="123631" y="23751"/>
                  </a:lnTo>
                  <a:lnTo>
                    <a:pt x="127556" y="29488"/>
                  </a:lnTo>
                  <a:lnTo>
                    <a:pt x="133388" y="31450"/>
                  </a:lnTo>
                  <a:lnTo>
                    <a:pt x="135855" y="34527"/>
                  </a:lnTo>
                  <a:lnTo>
                    <a:pt x="139669" y="36871"/>
                  </a:lnTo>
                  <a:lnTo>
                    <a:pt x="139033" y="37486"/>
                  </a:lnTo>
                  <a:lnTo>
                    <a:pt x="135257" y="36717"/>
                  </a:lnTo>
                  <a:lnTo>
                    <a:pt x="135257" y="43629"/>
                  </a:lnTo>
                  <a:lnTo>
                    <a:pt x="137500" y="44473"/>
                  </a:lnTo>
                  <a:lnTo>
                    <a:pt x="147220" y="52257"/>
                  </a:lnTo>
                  <a:lnTo>
                    <a:pt x="151894" y="52754"/>
                  </a:lnTo>
                  <a:lnTo>
                    <a:pt x="155370" y="50724"/>
                  </a:lnTo>
                  <a:lnTo>
                    <a:pt x="157800" y="50609"/>
                  </a:lnTo>
                  <a:lnTo>
                    <a:pt x="160679" y="54325"/>
                  </a:lnTo>
                  <a:lnTo>
                    <a:pt x="160865" y="56699"/>
                  </a:lnTo>
                  <a:lnTo>
                    <a:pt x="157501" y="58153"/>
                  </a:lnTo>
                  <a:lnTo>
                    <a:pt x="164342" y="67980"/>
                  </a:lnTo>
                  <a:lnTo>
                    <a:pt x="162249" y="72334"/>
                  </a:lnTo>
                  <a:lnTo>
                    <a:pt x="155856" y="78096"/>
                  </a:lnTo>
                  <a:lnTo>
                    <a:pt x="153314" y="77600"/>
                  </a:lnTo>
                  <a:lnTo>
                    <a:pt x="147968" y="78478"/>
                  </a:lnTo>
                  <a:lnTo>
                    <a:pt x="147145" y="77448"/>
                  </a:lnTo>
                  <a:lnTo>
                    <a:pt x="144379" y="77486"/>
                  </a:lnTo>
                  <a:lnTo>
                    <a:pt x="142099" y="80727"/>
                  </a:lnTo>
                  <a:lnTo>
                    <a:pt x="138547" y="81642"/>
                  </a:lnTo>
                  <a:lnTo>
                    <a:pt x="137276" y="85338"/>
                  </a:lnTo>
                  <a:lnTo>
                    <a:pt x="135183" y="85300"/>
                  </a:lnTo>
                  <a:lnTo>
                    <a:pt x="133948" y="871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" name="oPE_MapPart_BDI_1_84" descr="Burundi">
              <a:extLst>
                <a:ext uri="{FF2B5EF4-FFF2-40B4-BE49-F238E27FC236}">
                  <a16:creationId xmlns:a16="http://schemas.microsoft.com/office/drawing/2014/main" id="{7B03DFDD-5F89-B9C4-9C28-5591AD8A505D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6698641" y="4439996"/>
              <a:ext cx="36861" cy="44568"/>
            </a:xfrm>
            <a:custGeom>
              <a:avLst/>
              <a:gdLst/>
              <a:ahLst/>
              <a:cxnLst/>
              <a:rect l="0" t="0" r="0" b="0"/>
              <a:pathLst>
                <a:path w="36861" h="44568">
                  <a:moveTo>
                    <a:pt x="31925" y="1796"/>
                  </a:moveTo>
                  <a:lnTo>
                    <a:pt x="29234" y="6847"/>
                  </a:lnTo>
                  <a:lnTo>
                    <a:pt x="30280" y="7933"/>
                  </a:lnTo>
                  <a:lnTo>
                    <a:pt x="29421" y="11676"/>
                  </a:lnTo>
                  <a:lnTo>
                    <a:pt x="36636" y="13959"/>
                  </a:lnTo>
                  <a:lnTo>
                    <a:pt x="36860" y="19987"/>
                  </a:lnTo>
                  <a:lnTo>
                    <a:pt x="33421" y="21522"/>
                  </a:lnTo>
                  <a:lnTo>
                    <a:pt x="33571" y="22983"/>
                  </a:lnTo>
                  <a:lnTo>
                    <a:pt x="29271" y="26541"/>
                  </a:lnTo>
                  <a:lnTo>
                    <a:pt x="28299" y="29500"/>
                  </a:lnTo>
                  <a:lnTo>
                    <a:pt x="23477" y="36883"/>
                  </a:lnTo>
                  <a:lnTo>
                    <a:pt x="19327" y="41493"/>
                  </a:lnTo>
                  <a:lnTo>
                    <a:pt x="14579" y="44567"/>
                  </a:lnTo>
                  <a:lnTo>
                    <a:pt x="8036" y="44455"/>
                  </a:lnTo>
                  <a:lnTo>
                    <a:pt x="6542" y="37069"/>
                  </a:lnTo>
                  <a:lnTo>
                    <a:pt x="4074" y="31636"/>
                  </a:lnTo>
                  <a:lnTo>
                    <a:pt x="4336" y="15382"/>
                  </a:lnTo>
                  <a:lnTo>
                    <a:pt x="0" y="10104"/>
                  </a:lnTo>
                  <a:lnTo>
                    <a:pt x="261" y="7296"/>
                  </a:lnTo>
                  <a:lnTo>
                    <a:pt x="1793" y="5874"/>
                  </a:lnTo>
                  <a:lnTo>
                    <a:pt x="5831" y="7484"/>
                  </a:lnTo>
                  <a:lnTo>
                    <a:pt x="7775" y="10290"/>
                  </a:lnTo>
                  <a:lnTo>
                    <a:pt x="14168" y="10028"/>
                  </a:lnTo>
                  <a:lnTo>
                    <a:pt x="17682" y="8382"/>
                  </a:lnTo>
                  <a:lnTo>
                    <a:pt x="18991" y="561"/>
                  </a:lnTo>
                  <a:lnTo>
                    <a:pt x="22879" y="2169"/>
                  </a:lnTo>
                  <a:lnTo>
                    <a:pt x="28934" y="0"/>
                  </a:lnTo>
                  <a:lnTo>
                    <a:pt x="31440" y="17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" name="oPE_MapPart_KHM_1_85" descr="Kambodscha">
              <a:extLst>
                <a:ext uri="{FF2B5EF4-FFF2-40B4-BE49-F238E27FC236}">
                  <a16:creationId xmlns:a16="http://schemas.microsoft.com/office/drawing/2014/main" id="{DC08F487-A409-B418-75CD-62DE324BBC3B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8235111" y="4153799"/>
              <a:ext cx="1048" cy="2251"/>
            </a:xfrm>
            <a:custGeom>
              <a:avLst/>
              <a:gdLst/>
              <a:ahLst/>
              <a:cxnLst/>
              <a:rect l="0" t="0" r="0" b="0"/>
              <a:pathLst>
                <a:path w="1048" h="2251">
                  <a:moveTo>
                    <a:pt x="1047" y="2250"/>
                  </a:moveTo>
                  <a:lnTo>
                    <a:pt x="0" y="2136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" name="oPE_MapPart_KHM_2_86" descr="Kambodscha">
              <a:extLst>
                <a:ext uri="{FF2B5EF4-FFF2-40B4-BE49-F238E27FC236}">
                  <a16:creationId xmlns:a16="http://schemas.microsoft.com/office/drawing/2014/main" id="{4A910CAB-7B26-1EEB-55B4-B026C09F7F69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8239858" y="4166676"/>
              <a:ext cx="1983" cy="2170"/>
            </a:xfrm>
            <a:custGeom>
              <a:avLst/>
              <a:gdLst/>
              <a:ahLst/>
              <a:cxnLst/>
              <a:rect l="0" t="0" r="0" b="0"/>
              <a:pathLst>
                <a:path w="1983" h="2170">
                  <a:moveTo>
                    <a:pt x="1982" y="1332"/>
                  </a:moveTo>
                  <a:lnTo>
                    <a:pt x="1197" y="2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" name="oPE_MapPart_KHM_3_87" descr="Kambodscha">
              <a:extLst>
                <a:ext uri="{FF2B5EF4-FFF2-40B4-BE49-F238E27FC236}">
                  <a16:creationId xmlns:a16="http://schemas.microsoft.com/office/drawing/2014/main" id="{32644366-6996-4407-5513-481CB65E1872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8221092" y="4083140"/>
              <a:ext cx="109799" cy="91372"/>
            </a:xfrm>
            <a:custGeom>
              <a:avLst/>
              <a:gdLst/>
              <a:ahLst/>
              <a:cxnLst/>
              <a:rect l="0" t="0" r="0" b="0"/>
              <a:pathLst>
                <a:path w="109799" h="91372">
                  <a:moveTo>
                    <a:pt x="108004" y="0"/>
                  </a:moveTo>
                  <a:lnTo>
                    <a:pt x="108341" y="1159"/>
                  </a:lnTo>
                  <a:lnTo>
                    <a:pt x="106545" y="5446"/>
                  </a:lnTo>
                  <a:lnTo>
                    <a:pt x="104789" y="7183"/>
                  </a:lnTo>
                  <a:lnTo>
                    <a:pt x="104116" y="12390"/>
                  </a:lnTo>
                  <a:lnTo>
                    <a:pt x="109798" y="27133"/>
                  </a:lnTo>
                  <a:lnTo>
                    <a:pt x="107107" y="35812"/>
                  </a:lnTo>
                  <a:lnTo>
                    <a:pt x="108489" y="42715"/>
                  </a:lnTo>
                  <a:lnTo>
                    <a:pt x="108378" y="48537"/>
                  </a:lnTo>
                  <a:lnTo>
                    <a:pt x="105387" y="52211"/>
                  </a:lnTo>
                  <a:lnTo>
                    <a:pt x="104079" y="50948"/>
                  </a:lnTo>
                  <a:lnTo>
                    <a:pt x="101611" y="51255"/>
                  </a:lnTo>
                  <a:lnTo>
                    <a:pt x="95779" y="56074"/>
                  </a:lnTo>
                  <a:lnTo>
                    <a:pt x="92340" y="56609"/>
                  </a:lnTo>
                  <a:lnTo>
                    <a:pt x="90994" y="58176"/>
                  </a:lnTo>
                  <a:lnTo>
                    <a:pt x="85049" y="58826"/>
                  </a:lnTo>
                  <a:lnTo>
                    <a:pt x="84751" y="64364"/>
                  </a:lnTo>
                  <a:lnTo>
                    <a:pt x="76563" y="62874"/>
                  </a:lnTo>
                  <a:lnTo>
                    <a:pt x="74918" y="65089"/>
                  </a:lnTo>
                  <a:lnTo>
                    <a:pt x="73348" y="65471"/>
                  </a:lnTo>
                  <a:lnTo>
                    <a:pt x="73461" y="72680"/>
                  </a:lnTo>
                  <a:lnTo>
                    <a:pt x="79778" y="78129"/>
                  </a:lnTo>
                  <a:lnTo>
                    <a:pt x="79180" y="80566"/>
                  </a:lnTo>
                  <a:lnTo>
                    <a:pt x="79853" y="83269"/>
                  </a:lnTo>
                  <a:lnTo>
                    <a:pt x="75180" y="81366"/>
                  </a:lnTo>
                  <a:lnTo>
                    <a:pt x="73386" y="81823"/>
                  </a:lnTo>
                  <a:lnTo>
                    <a:pt x="71367" y="79120"/>
                  </a:lnTo>
                  <a:lnTo>
                    <a:pt x="70171" y="79044"/>
                  </a:lnTo>
                  <a:lnTo>
                    <a:pt x="64114" y="79957"/>
                  </a:lnTo>
                  <a:lnTo>
                    <a:pt x="62208" y="82203"/>
                  </a:lnTo>
                  <a:lnTo>
                    <a:pt x="56638" y="80795"/>
                  </a:lnTo>
                  <a:lnTo>
                    <a:pt x="56638" y="85248"/>
                  </a:lnTo>
                  <a:lnTo>
                    <a:pt x="52563" y="88785"/>
                  </a:lnTo>
                  <a:lnTo>
                    <a:pt x="46618" y="89166"/>
                  </a:lnTo>
                  <a:lnTo>
                    <a:pt x="43777" y="91371"/>
                  </a:lnTo>
                  <a:lnTo>
                    <a:pt x="40375" y="88633"/>
                  </a:lnTo>
                  <a:lnTo>
                    <a:pt x="33609" y="87683"/>
                  </a:lnTo>
                  <a:lnTo>
                    <a:pt x="32225" y="86199"/>
                  </a:lnTo>
                  <a:lnTo>
                    <a:pt x="31590" y="87797"/>
                  </a:lnTo>
                  <a:lnTo>
                    <a:pt x="27888" y="89318"/>
                  </a:lnTo>
                  <a:lnTo>
                    <a:pt x="26318" y="88405"/>
                  </a:lnTo>
                  <a:lnTo>
                    <a:pt x="25197" y="87302"/>
                  </a:lnTo>
                  <a:lnTo>
                    <a:pt x="25347" y="85933"/>
                  </a:lnTo>
                  <a:lnTo>
                    <a:pt x="28262" y="84030"/>
                  </a:lnTo>
                  <a:lnTo>
                    <a:pt x="29122" y="81252"/>
                  </a:lnTo>
                  <a:lnTo>
                    <a:pt x="27739" y="77672"/>
                  </a:lnTo>
                  <a:lnTo>
                    <a:pt x="25197" y="75805"/>
                  </a:lnTo>
                  <a:lnTo>
                    <a:pt x="21496" y="80566"/>
                  </a:lnTo>
                  <a:lnTo>
                    <a:pt x="17309" y="80757"/>
                  </a:lnTo>
                  <a:lnTo>
                    <a:pt x="16038" y="74472"/>
                  </a:lnTo>
                  <a:lnTo>
                    <a:pt x="16748" y="69172"/>
                  </a:lnTo>
                  <a:lnTo>
                    <a:pt x="14356" y="66463"/>
                  </a:lnTo>
                  <a:lnTo>
                    <a:pt x="14243" y="63867"/>
                  </a:lnTo>
                  <a:lnTo>
                    <a:pt x="13084" y="62531"/>
                  </a:lnTo>
                  <a:lnTo>
                    <a:pt x="12748" y="63944"/>
                  </a:lnTo>
                  <a:lnTo>
                    <a:pt x="8672" y="55806"/>
                  </a:lnTo>
                  <a:lnTo>
                    <a:pt x="8037" y="52287"/>
                  </a:lnTo>
                  <a:lnTo>
                    <a:pt x="9047" y="48690"/>
                  </a:lnTo>
                  <a:lnTo>
                    <a:pt x="3738" y="43482"/>
                  </a:lnTo>
                  <a:lnTo>
                    <a:pt x="2953" y="36119"/>
                  </a:lnTo>
                  <a:lnTo>
                    <a:pt x="224" y="30322"/>
                  </a:lnTo>
                  <a:lnTo>
                    <a:pt x="0" y="24942"/>
                  </a:lnTo>
                  <a:lnTo>
                    <a:pt x="4710" y="23942"/>
                  </a:lnTo>
                  <a:lnTo>
                    <a:pt x="4673" y="22364"/>
                  </a:lnTo>
                  <a:lnTo>
                    <a:pt x="8524" y="18477"/>
                  </a:lnTo>
                  <a:lnTo>
                    <a:pt x="12261" y="12159"/>
                  </a:lnTo>
                  <a:lnTo>
                    <a:pt x="14767" y="9691"/>
                  </a:lnTo>
                  <a:lnTo>
                    <a:pt x="25496" y="6141"/>
                  </a:lnTo>
                  <a:lnTo>
                    <a:pt x="34543" y="7415"/>
                  </a:lnTo>
                  <a:lnTo>
                    <a:pt x="51105" y="5948"/>
                  </a:lnTo>
                  <a:lnTo>
                    <a:pt x="55068" y="7260"/>
                  </a:lnTo>
                  <a:lnTo>
                    <a:pt x="56376" y="10231"/>
                  </a:lnTo>
                  <a:lnTo>
                    <a:pt x="59479" y="7685"/>
                  </a:lnTo>
                  <a:lnTo>
                    <a:pt x="60787" y="10809"/>
                  </a:lnTo>
                  <a:lnTo>
                    <a:pt x="62955" y="12737"/>
                  </a:lnTo>
                  <a:lnTo>
                    <a:pt x="66731" y="11735"/>
                  </a:lnTo>
                  <a:lnTo>
                    <a:pt x="71031" y="13277"/>
                  </a:lnTo>
                  <a:lnTo>
                    <a:pt x="74470" y="16706"/>
                  </a:lnTo>
                  <a:lnTo>
                    <a:pt x="77834" y="16783"/>
                  </a:lnTo>
                  <a:lnTo>
                    <a:pt x="79031" y="14048"/>
                  </a:lnTo>
                  <a:lnTo>
                    <a:pt x="76003" y="7762"/>
                  </a:lnTo>
                  <a:lnTo>
                    <a:pt x="79890" y="7106"/>
                  </a:lnTo>
                  <a:lnTo>
                    <a:pt x="81124" y="4906"/>
                  </a:lnTo>
                  <a:lnTo>
                    <a:pt x="83816" y="5369"/>
                  </a:lnTo>
                  <a:lnTo>
                    <a:pt x="86844" y="2704"/>
                  </a:lnTo>
                  <a:lnTo>
                    <a:pt x="92714" y="7916"/>
                  </a:lnTo>
                  <a:lnTo>
                    <a:pt x="95929" y="8071"/>
                  </a:lnTo>
                  <a:lnTo>
                    <a:pt x="97835" y="5986"/>
                  </a:lnTo>
                  <a:lnTo>
                    <a:pt x="99480" y="6179"/>
                  </a:lnTo>
                  <a:lnTo>
                    <a:pt x="103294" y="2395"/>
                  </a:lnTo>
                  <a:lnTo>
                    <a:pt x="105835" y="3052"/>
                  </a:lnTo>
                  <a:lnTo>
                    <a:pt x="106883" y="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" name="oPE_MapPart_CMR_1_88" descr="Kamerun">
              <a:extLst>
                <a:ext uri="{FF2B5EF4-FFF2-40B4-BE49-F238E27FC236}">
                  <a16:creationId xmlns:a16="http://schemas.microsoft.com/office/drawing/2014/main" id="{90EB10B6-92E9-415F-CB37-178AFBD9E667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6273203" y="4117916"/>
              <a:ext cx="158923" cy="239218"/>
            </a:xfrm>
            <a:custGeom>
              <a:avLst/>
              <a:gdLst/>
              <a:ahLst/>
              <a:cxnLst/>
              <a:rect l="0" t="0" r="0" b="0"/>
              <a:pathLst>
                <a:path w="158923" h="239218">
                  <a:moveTo>
                    <a:pt x="486" y="175144"/>
                  </a:moveTo>
                  <a:lnTo>
                    <a:pt x="5570" y="165950"/>
                  </a:lnTo>
                  <a:lnTo>
                    <a:pt x="9646" y="150887"/>
                  </a:lnTo>
                  <a:lnTo>
                    <a:pt x="17459" y="142503"/>
                  </a:lnTo>
                  <a:lnTo>
                    <a:pt x="23441" y="138064"/>
                  </a:lnTo>
                  <a:lnTo>
                    <a:pt x="25907" y="133283"/>
                  </a:lnTo>
                  <a:lnTo>
                    <a:pt x="33459" y="128350"/>
                  </a:lnTo>
                  <a:lnTo>
                    <a:pt x="34768" y="130535"/>
                  </a:lnTo>
                  <a:lnTo>
                    <a:pt x="40525" y="130573"/>
                  </a:lnTo>
                  <a:lnTo>
                    <a:pt x="43067" y="126957"/>
                  </a:lnTo>
                  <a:lnTo>
                    <a:pt x="51441" y="133735"/>
                  </a:lnTo>
                  <a:lnTo>
                    <a:pt x="53460" y="139606"/>
                  </a:lnTo>
                  <a:lnTo>
                    <a:pt x="56189" y="139757"/>
                  </a:lnTo>
                  <a:lnTo>
                    <a:pt x="61162" y="136709"/>
                  </a:lnTo>
                  <a:lnTo>
                    <a:pt x="62732" y="134601"/>
                  </a:lnTo>
                  <a:lnTo>
                    <a:pt x="63292" y="130610"/>
                  </a:lnTo>
                  <a:lnTo>
                    <a:pt x="69161" y="125827"/>
                  </a:lnTo>
                  <a:lnTo>
                    <a:pt x="67180" y="122586"/>
                  </a:lnTo>
                  <a:lnTo>
                    <a:pt x="72377" y="115913"/>
                  </a:lnTo>
                  <a:lnTo>
                    <a:pt x="72564" y="113046"/>
                  </a:lnTo>
                  <a:lnTo>
                    <a:pt x="75256" y="108555"/>
                  </a:lnTo>
                  <a:lnTo>
                    <a:pt x="76863" y="101419"/>
                  </a:lnTo>
                  <a:lnTo>
                    <a:pt x="80415" y="94842"/>
                  </a:lnTo>
                  <a:lnTo>
                    <a:pt x="84116" y="94237"/>
                  </a:lnTo>
                  <a:lnTo>
                    <a:pt x="88265" y="90153"/>
                  </a:lnTo>
                  <a:lnTo>
                    <a:pt x="91331" y="77355"/>
                  </a:lnTo>
                  <a:lnTo>
                    <a:pt x="96939" y="74474"/>
                  </a:lnTo>
                  <a:lnTo>
                    <a:pt x="98396" y="64496"/>
                  </a:lnTo>
                  <a:lnTo>
                    <a:pt x="101425" y="61648"/>
                  </a:lnTo>
                  <a:lnTo>
                    <a:pt x="103929" y="52488"/>
                  </a:lnTo>
                  <a:lnTo>
                    <a:pt x="107332" y="46819"/>
                  </a:lnTo>
                  <a:lnTo>
                    <a:pt x="113163" y="39657"/>
                  </a:lnTo>
                  <a:lnTo>
                    <a:pt x="117762" y="38476"/>
                  </a:lnTo>
                  <a:lnTo>
                    <a:pt x="125201" y="33709"/>
                  </a:lnTo>
                  <a:lnTo>
                    <a:pt x="126435" y="19730"/>
                  </a:lnTo>
                  <a:lnTo>
                    <a:pt x="124341" y="16632"/>
                  </a:lnTo>
                  <a:lnTo>
                    <a:pt x="117650" y="14795"/>
                  </a:lnTo>
                  <a:lnTo>
                    <a:pt x="114883" y="0"/>
                  </a:lnTo>
                  <a:lnTo>
                    <a:pt x="118659" y="39"/>
                  </a:lnTo>
                  <a:lnTo>
                    <a:pt x="124304" y="2111"/>
                  </a:lnTo>
                  <a:lnTo>
                    <a:pt x="124865" y="5524"/>
                  </a:lnTo>
                  <a:lnTo>
                    <a:pt x="129388" y="9012"/>
                  </a:lnTo>
                  <a:lnTo>
                    <a:pt x="131145" y="12268"/>
                  </a:lnTo>
                  <a:lnTo>
                    <a:pt x="131856" y="17244"/>
                  </a:lnTo>
                  <a:lnTo>
                    <a:pt x="136005" y="26227"/>
                  </a:lnTo>
                  <a:lnTo>
                    <a:pt x="135968" y="30542"/>
                  </a:lnTo>
                  <a:lnTo>
                    <a:pt x="136865" y="32679"/>
                  </a:lnTo>
                  <a:lnTo>
                    <a:pt x="135482" y="36341"/>
                  </a:lnTo>
                  <a:lnTo>
                    <a:pt x="134959" y="41753"/>
                  </a:lnTo>
                  <a:lnTo>
                    <a:pt x="137089" y="51575"/>
                  </a:lnTo>
                  <a:lnTo>
                    <a:pt x="140080" y="57735"/>
                  </a:lnTo>
                  <a:lnTo>
                    <a:pt x="147931" y="65103"/>
                  </a:lnTo>
                  <a:lnTo>
                    <a:pt x="145576" y="66091"/>
                  </a:lnTo>
                  <a:lnTo>
                    <a:pt x="137089" y="65635"/>
                  </a:lnTo>
                  <a:lnTo>
                    <a:pt x="130921" y="66508"/>
                  </a:lnTo>
                  <a:lnTo>
                    <a:pt x="118622" y="65711"/>
                  </a:lnTo>
                  <a:lnTo>
                    <a:pt x="113089" y="71782"/>
                  </a:lnTo>
                  <a:lnTo>
                    <a:pt x="113687" y="73943"/>
                  </a:lnTo>
                  <a:lnTo>
                    <a:pt x="120453" y="82052"/>
                  </a:lnTo>
                  <a:lnTo>
                    <a:pt x="136753" y="95636"/>
                  </a:lnTo>
                  <a:lnTo>
                    <a:pt x="143520" y="110443"/>
                  </a:lnTo>
                  <a:lnTo>
                    <a:pt x="145763" y="111763"/>
                  </a:lnTo>
                  <a:lnTo>
                    <a:pt x="145912" y="112820"/>
                  </a:lnTo>
                  <a:lnTo>
                    <a:pt x="145389" y="115612"/>
                  </a:lnTo>
                  <a:lnTo>
                    <a:pt x="142211" y="120777"/>
                  </a:lnTo>
                  <a:lnTo>
                    <a:pt x="138622" y="123980"/>
                  </a:lnTo>
                  <a:lnTo>
                    <a:pt x="135071" y="132794"/>
                  </a:lnTo>
                  <a:lnTo>
                    <a:pt x="131482" y="137575"/>
                  </a:lnTo>
                  <a:lnTo>
                    <a:pt x="129426" y="142578"/>
                  </a:lnTo>
                  <a:lnTo>
                    <a:pt x="124192" y="145812"/>
                  </a:lnTo>
                  <a:lnTo>
                    <a:pt x="122510" y="148369"/>
                  </a:lnTo>
                  <a:lnTo>
                    <a:pt x="124005" y="150925"/>
                  </a:lnTo>
                  <a:lnTo>
                    <a:pt x="125537" y="150925"/>
                  </a:lnTo>
                  <a:lnTo>
                    <a:pt x="126360" y="152015"/>
                  </a:lnTo>
                  <a:lnTo>
                    <a:pt x="126360" y="159717"/>
                  </a:lnTo>
                  <a:lnTo>
                    <a:pt x="125276" y="164223"/>
                  </a:lnTo>
                  <a:lnTo>
                    <a:pt x="126883" y="166325"/>
                  </a:lnTo>
                  <a:lnTo>
                    <a:pt x="128304" y="177019"/>
                  </a:lnTo>
                  <a:lnTo>
                    <a:pt x="129575" y="179270"/>
                  </a:lnTo>
                  <a:lnTo>
                    <a:pt x="135669" y="184969"/>
                  </a:lnTo>
                  <a:lnTo>
                    <a:pt x="137164" y="190104"/>
                  </a:lnTo>
                  <a:lnTo>
                    <a:pt x="135071" y="190554"/>
                  </a:lnTo>
                  <a:lnTo>
                    <a:pt x="135632" y="191978"/>
                  </a:lnTo>
                  <a:lnTo>
                    <a:pt x="137015" y="194488"/>
                  </a:lnTo>
                  <a:lnTo>
                    <a:pt x="148380" y="206924"/>
                  </a:lnTo>
                  <a:lnTo>
                    <a:pt x="150436" y="209058"/>
                  </a:lnTo>
                  <a:lnTo>
                    <a:pt x="153127" y="209694"/>
                  </a:lnTo>
                  <a:lnTo>
                    <a:pt x="156417" y="213588"/>
                  </a:lnTo>
                  <a:lnTo>
                    <a:pt x="157315" y="222645"/>
                  </a:lnTo>
                  <a:lnTo>
                    <a:pt x="158922" y="226873"/>
                  </a:lnTo>
                  <a:lnTo>
                    <a:pt x="156567" y="232036"/>
                  </a:lnTo>
                  <a:lnTo>
                    <a:pt x="157950" y="238207"/>
                  </a:lnTo>
                  <a:lnTo>
                    <a:pt x="156343" y="239217"/>
                  </a:lnTo>
                  <a:lnTo>
                    <a:pt x="149725" y="234242"/>
                  </a:lnTo>
                  <a:lnTo>
                    <a:pt x="146810" y="233494"/>
                  </a:lnTo>
                  <a:lnTo>
                    <a:pt x="141389" y="233644"/>
                  </a:lnTo>
                  <a:lnTo>
                    <a:pt x="137651" y="231736"/>
                  </a:lnTo>
                  <a:lnTo>
                    <a:pt x="136417" y="232447"/>
                  </a:lnTo>
                  <a:lnTo>
                    <a:pt x="132304" y="232222"/>
                  </a:lnTo>
                  <a:lnTo>
                    <a:pt x="131744" y="230801"/>
                  </a:lnTo>
                  <a:lnTo>
                    <a:pt x="129426" y="230913"/>
                  </a:lnTo>
                  <a:lnTo>
                    <a:pt x="125575" y="228332"/>
                  </a:lnTo>
                  <a:lnTo>
                    <a:pt x="123631" y="229267"/>
                  </a:lnTo>
                  <a:lnTo>
                    <a:pt x="98882" y="229118"/>
                  </a:lnTo>
                  <a:lnTo>
                    <a:pt x="97387" y="227135"/>
                  </a:lnTo>
                  <a:lnTo>
                    <a:pt x="62881" y="226199"/>
                  </a:lnTo>
                  <a:lnTo>
                    <a:pt x="58507" y="226237"/>
                  </a:lnTo>
                  <a:lnTo>
                    <a:pt x="58096" y="229005"/>
                  </a:lnTo>
                  <a:lnTo>
                    <a:pt x="30057" y="229005"/>
                  </a:lnTo>
                  <a:lnTo>
                    <a:pt x="27777" y="228033"/>
                  </a:lnTo>
                  <a:lnTo>
                    <a:pt x="26356" y="226162"/>
                  </a:lnTo>
                  <a:lnTo>
                    <a:pt x="28113" y="213438"/>
                  </a:lnTo>
                  <a:lnTo>
                    <a:pt x="29422" y="210031"/>
                  </a:lnTo>
                  <a:lnTo>
                    <a:pt x="28712" y="206699"/>
                  </a:lnTo>
                  <a:lnTo>
                    <a:pt x="23665" y="200520"/>
                  </a:lnTo>
                  <a:lnTo>
                    <a:pt x="25609" y="198722"/>
                  </a:lnTo>
                  <a:lnTo>
                    <a:pt x="23067" y="198946"/>
                  </a:lnTo>
                  <a:lnTo>
                    <a:pt x="21272" y="195088"/>
                  </a:lnTo>
                  <a:lnTo>
                    <a:pt x="22767" y="193589"/>
                  </a:lnTo>
                  <a:lnTo>
                    <a:pt x="25085" y="193926"/>
                  </a:lnTo>
                  <a:lnTo>
                    <a:pt x="23029" y="191603"/>
                  </a:lnTo>
                  <a:lnTo>
                    <a:pt x="24039" y="189692"/>
                  </a:lnTo>
                  <a:lnTo>
                    <a:pt x="21160" y="190292"/>
                  </a:lnTo>
                  <a:lnTo>
                    <a:pt x="19777" y="189504"/>
                  </a:lnTo>
                  <a:lnTo>
                    <a:pt x="20113" y="190854"/>
                  </a:lnTo>
                  <a:lnTo>
                    <a:pt x="18543" y="192502"/>
                  </a:lnTo>
                  <a:lnTo>
                    <a:pt x="9720" y="188979"/>
                  </a:lnTo>
                  <a:lnTo>
                    <a:pt x="7926" y="183432"/>
                  </a:lnTo>
                  <a:lnTo>
                    <a:pt x="8038" y="179344"/>
                  </a:lnTo>
                  <a:lnTo>
                    <a:pt x="4785" y="178819"/>
                  </a:lnTo>
                  <a:lnTo>
                    <a:pt x="2655" y="176906"/>
                  </a:lnTo>
                  <a:lnTo>
                    <a:pt x="3290" y="179419"/>
                  </a:lnTo>
                  <a:lnTo>
                    <a:pt x="897" y="179907"/>
                  </a:lnTo>
                  <a:lnTo>
                    <a:pt x="0" y="178257"/>
                  </a:lnTo>
                  <a:lnTo>
                    <a:pt x="785" y="1752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9" name="oPE_MapPart_CAN_1_89" descr="Kanada">
              <a:extLst>
                <a:ext uri="{FF2B5EF4-FFF2-40B4-BE49-F238E27FC236}">
                  <a16:creationId xmlns:a16="http://schemas.microsoft.com/office/drawing/2014/main" id="{85C2B641-294B-2804-C3F7-BDE649BD97B9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3167475" y="2199960"/>
              <a:ext cx="1771883" cy="1238133"/>
            </a:xfrm>
            <a:custGeom>
              <a:avLst/>
              <a:gdLst/>
              <a:ahLst/>
              <a:cxnLst/>
              <a:rect l="0" t="0" r="0" b="0"/>
              <a:pathLst>
                <a:path w="1771883" h="1238133">
                  <a:moveTo>
                    <a:pt x="228009" y="785932"/>
                  </a:moveTo>
                  <a:lnTo>
                    <a:pt x="228046" y="781258"/>
                  </a:lnTo>
                  <a:lnTo>
                    <a:pt x="226476" y="777709"/>
                  </a:lnTo>
                  <a:lnTo>
                    <a:pt x="224084" y="778714"/>
                  </a:lnTo>
                  <a:lnTo>
                    <a:pt x="219934" y="777239"/>
                  </a:lnTo>
                  <a:lnTo>
                    <a:pt x="218626" y="773210"/>
                  </a:lnTo>
                  <a:lnTo>
                    <a:pt x="215037" y="771931"/>
                  </a:lnTo>
                  <a:lnTo>
                    <a:pt x="213130" y="769101"/>
                  </a:lnTo>
                  <a:lnTo>
                    <a:pt x="206027" y="766671"/>
                  </a:lnTo>
                  <a:lnTo>
                    <a:pt x="195821" y="759355"/>
                  </a:lnTo>
                  <a:lnTo>
                    <a:pt x="190625" y="759695"/>
                  </a:lnTo>
                  <a:lnTo>
                    <a:pt x="190438" y="756092"/>
                  </a:lnTo>
                  <a:lnTo>
                    <a:pt x="189353" y="753980"/>
                  </a:lnTo>
                  <a:lnTo>
                    <a:pt x="189765" y="752002"/>
                  </a:lnTo>
                  <a:lnTo>
                    <a:pt x="184830" y="749611"/>
                  </a:lnTo>
                  <a:lnTo>
                    <a:pt x="186325" y="743169"/>
                  </a:lnTo>
                  <a:lnTo>
                    <a:pt x="179970" y="741106"/>
                  </a:lnTo>
                  <a:lnTo>
                    <a:pt x="182176" y="736559"/>
                  </a:lnTo>
                  <a:lnTo>
                    <a:pt x="157427" y="692256"/>
                  </a:lnTo>
                  <a:lnTo>
                    <a:pt x="157876" y="689333"/>
                  </a:lnTo>
                  <a:lnTo>
                    <a:pt x="149165" y="677579"/>
                  </a:lnTo>
                  <a:lnTo>
                    <a:pt x="139296" y="669857"/>
                  </a:lnTo>
                  <a:lnTo>
                    <a:pt x="136305" y="662310"/>
                  </a:lnTo>
                  <a:lnTo>
                    <a:pt x="125837" y="654063"/>
                  </a:lnTo>
                  <a:lnTo>
                    <a:pt x="123183" y="647827"/>
                  </a:lnTo>
                  <a:lnTo>
                    <a:pt x="123631" y="642227"/>
                  </a:lnTo>
                  <a:lnTo>
                    <a:pt x="114808" y="633413"/>
                  </a:lnTo>
                  <a:lnTo>
                    <a:pt x="105276" y="638753"/>
                  </a:lnTo>
                  <a:lnTo>
                    <a:pt x="97238" y="641119"/>
                  </a:lnTo>
                  <a:lnTo>
                    <a:pt x="98771" y="644072"/>
                  </a:lnTo>
                  <a:lnTo>
                    <a:pt x="96677" y="647239"/>
                  </a:lnTo>
                  <a:lnTo>
                    <a:pt x="94210" y="647092"/>
                  </a:lnTo>
                  <a:lnTo>
                    <a:pt x="94210" y="654429"/>
                  </a:lnTo>
                  <a:lnTo>
                    <a:pt x="91892" y="659615"/>
                  </a:lnTo>
                  <a:lnTo>
                    <a:pt x="87032" y="659688"/>
                  </a:lnTo>
                  <a:lnTo>
                    <a:pt x="74022" y="669640"/>
                  </a:lnTo>
                  <a:lnTo>
                    <a:pt x="72340" y="669133"/>
                  </a:lnTo>
                  <a:lnTo>
                    <a:pt x="73087" y="666089"/>
                  </a:lnTo>
                  <a:lnTo>
                    <a:pt x="70807" y="656623"/>
                  </a:lnTo>
                  <a:lnTo>
                    <a:pt x="49236" y="634008"/>
                  </a:lnTo>
                  <a:lnTo>
                    <a:pt x="47703" y="628874"/>
                  </a:lnTo>
                  <a:lnTo>
                    <a:pt x="40712" y="625066"/>
                  </a:lnTo>
                  <a:lnTo>
                    <a:pt x="37759" y="621323"/>
                  </a:lnTo>
                  <a:lnTo>
                    <a:pt x="39964" y="610486"/>
                  </a:lnTo>
                  <a:lnTo>
                    <a:pt x="27553" y="611091"/>
                  </a:lnTo>
                  <a:lnTo>
                    <a:pt x="21384" y="617194"/>
                  </a:lnTo>
                  <a:lnTo>
                    <a:pt x="11440" y="612299"/>
                  </a:lnTo>
                  <a:lnTo>
                    <a:pt x="9907" y="615690"/>
                  </a:lnTo>
                  <a:lnTo>
                    <a:pt x="0" y="612299"/>
                  </a:lnTo>
                  <a:lnTo>
                    <a:pt x="0" y="147875"/>
                  </a:lnTo>
                  <a:lnTo>
                    <a:pt x="12412" y="150774"/>
                  </a:lnTo>
                  <a:lnTo>
                    <a:pt x="21310" y="149594"/>
                  </a:lnTo>
                  <a:lnTo>
                    <a:pt x="37834" y="155913"/>
                  </a:lnTo>
                  <a:lnTo>
                    <a:pt x="48040" y="167716"/>
                  </a:lnTo>
                  <a:lnTo>
                    <a:pt x="59704" y="177311"/>
                  </a:lnTo>
                  <a:lnTo>
                    <a:pt x="77723" y="188294"/>
                  </a:lnTo>
                  <a:lnTo>
                    <a:pt x="89013" y="192557"/>
                  </a:lnTo>
                  <a:lnTo>
                    <a:pt x="101350" y="192972"/>
                  </a:lnTo>
                  <a:lnTo>
                    <a:pt x="119295" y="204335"/>
                  </a:lnTo>
                  <a:lnTo>
                    <a:pt x="115668" y="195252"/>
                  </a:lnTo>
                  <a:lnTo>
                    <a:pt x="106098" y="190375"/>
                  </a:lnTo>
                  <a:lnTo>
                    <a:pt x="105462" y="186626"/>
                  </a:lnTo>
                  <a:lnTo>
                    <a:pt x="112715" y="184643"/>
                  </a:lnTo>
                  <a:lnTo>
                    <a:pt x="105762" y="179725"/>
                  </a:lnTo>
                  <a:lnTo>
                    <a:pt x="110323" y="168033"/>
                  </a:lnTo>
                  <a:lnTo>
                    <a:pt x="111893" y="169197"/>
                  </a:lnTo>
                  <a:lnTo>
                    <a:pt x="114285" y="166445"/>
                  </a:lnTo>
                  <a:lnTo>
                    <a:pt x="118585" y="168245"/>
                  </a:lnTo>
                  <a:lnTo>
                    <a:pt x="119893" y="161243"/>
                  </a:lnTo>
                  <a:lnTo>
                    <a:pt x="121762" y="158794"/>
                  </a:lnTo>
                  <a:lnTo>
                    <a:pt x="135968" y="158154"/>
                  </a:lnTo>
                  <a:lnTo>
                    <a:pt x="135146" y="152597"/>
                  </a:lnTo>
                  <a:lnTo>
                    <a:pt x="136940" y="146046"/>
                  </a:lnTo>
                  <a:lnTo>
                    <a:pt x="140417" y="146799"/>
                  </a:lnTo>
                  <a:lnTo>
                    <a:pt x="143856" y="153453"/>
                  </a:lnTo>
                  <a:lnTo>
                    <a:pt x="147932" y="156447"/>
                  </a:lnTo>
                  <a:lnTo>
                    <a:pt x="141838" y="171415"/>
                  </a:lnTo>
                  <a:lnTo>
                    <a:pt x="151819" y="164643"/>
                  </a:lnTo>
                  <a:lnTo>
                    <a:pt x="162810" y="160817"/>
                  </a:lnTo>
                  <a:lnTo>
                    <a:pt x="167969" y="149164"/>
                  </a:lnTo>
                  <a:lnTo>
                    <a:pt x="178587" y="147445"/>
                  </a:lnTo>
                  <a:lnTo>
                    <a:pt x="175185" y="145077"/>
                  </a:lnTo>
                  <a:lnTo>
                    <a:pt x="176829" y="142704"/>
                  </a:lnTo>
                  <a:lnTo>
                    <a:pt x="180045" y="141840"/>
                  </a:lnTo>
                  <a:lnTo>
                    <a:pt x="183596" y="144646"/>
                  </a:lnTo>
                  <a:lnTo>
                    <a:pt x="198587" y="131863"/>
                  </a:lnTo>
                  <a:lnTo>
                    <a:pt x="204906" y="132516"/>
                  </a:lnTo>
                  <a:lnTo>
                    <a:pt x="209279" y="123671"/>
                  </a:lnTo>
                  <a:lnTo>
                    <a:pt x="214700" y="119171"/>
                  </a:lnTo>
                  <a:lnTo>
                    <a:pt x="229654" y="121368"/>
                  </a:lnTo>
                  <a:lnTo>
                    <a:pt x="235262" y="115095"/>
                  </a:lnTo>
                  <a:lnTo>
                    <a:pt x="238103" y="120489"/>
                  </a:lnTo>
                  <a:lnTo>
                    <a:pt x="235823" y="126954"/>
                  </a:lnTo>
                  <a:lnTo>
                    <a:pt x="211261" y="147875"/>
                  </a:lnTo>
                  <a:lnTo>
                    <a:pt x="188269" y="154844"/>
                  </a:lnTo>
                  <a:lnTo>
                    <a:pt x="180120" y="168245"/>
                  </a:lnTo>
                  <a:lnTo>
                    <a:pt x="172717" y="170993"/>
                  </a:lnTo>
                  <a:lnTo>
                    <a:pt x="158362" y="192764"/>
                  </a:lnTo>
                  <a:lnTo>
                    <a:pt x="157539" y="195149"/>
                  </a:lnTo>
                  <a:lnTo>
                    <a:pt x="158474" y="198356"/>
                  </a:lnTo>
                  <a:lnTo>
                    <a:pt x="162137" y="201143"/>
                  </a:lnTo>
                  <a:lnTo>
                    <a:pt x="163334" y="200730"/>
                  </a:lnTo>
                  <a:lnTo>
                    <a:pt x="159595" y="196598"/>
                  </a:lnTo>
                  <a:lnTo>
                    <a:pt x="159894" y="194942"/>
                  </a:lnTo>
                  <a:lnTo>
                    <a:pt x="172306" y="196909"/>
                  </a:lnTo>
                  <a:lnTo>
                    <a:pt x="174998" y="194942"/>
                  </a:lnTo>
                  <a:lnTo>
                    <a:pt x="175708" y="192557"/>
                  </a:lnTo>
                  <a:lnTo>
                    <a:pt x="171633" y="190687"/>
                  </a:lnTo>
                  <a:lnTo>
                    <a:pt x="170998" y="185479"/>
                  </a:lnTo>
                  <a:lnTo>
                    <a:pt x="172044" y="181611"/>
                  </a:lnTo>
                  <a:lnTo>
                    <a:pt x="188643" y="169197"/>
                  </a:lnTo>
                  <a:lnTo>
                    <a:pt x="191410" y="164430"/>
                  </a:lnTo>
                  <a:lnTo>
                    <a:pt x="190737" y="162731"/>
                  </a:lnTo>
                  <a:lnTo>
                    <a:pt x="191372" y="160924"/>
                  </a:lnTo>
                  <a:lnTo>
                    <a:pt x="196045" y="159113"/>
                  </a:lnTo>
                  <a:lnTo>
                    <a:pt x="200643" y="160711"/>
                  </a:lnTo>
                  <a:lnTo>
                    <a:pt x="201466" y="161881"/>
                  </a:lnTo>
                  <a:lnTo>
                    <a:pt x="201017" y="165067"/>
                  </a:lnTo>
                  <a:lnTo>
                    <a:pt x="204382" y="159540"/>
                  </a:lnTo>
                  <a:lnTo>
                    <a:pt x="206438" y="159753"/>
                  </a:lnTo>
                  <a:lnTo>
                    <a:pt x="208046" y="164961"/>
                  </a:lnTo>
                  <a:lnTo>
                    <a:pt x="208383" y="174051"/>
                  </a:lnTo>
                  <a:lnTo>
                    <a:pt x="210364" y="167504"/>
                  </a:lnTo>
                  <a:lnTo>
                    <a:pt x="217803" y="152704"/>
                  </a:lnTo>
                  <a:lnTo>
                    <a:pt x="226065" y="143783"/>
                  </a:lnTo>
                  <a:lnTo>
                    <a:pt x="247038" y="134039"/>
                  </a:lnTo>
                  <a:lnTo>
                    <a:pt x="251374" y="128920"/>
                  </a:lnTo>
                  <a:lnTo>
                    <a:pt x="250552" y="134473"/>
                  </a:lnTo>
                  <a:lnTo>
                    <a:pt x="246029" y="138920"/>
                  </a:lnTo>
                  <a:lnTo>
                    <a:pt x="248160" y="144861"/>
                  </a:lnTo>
                  <a:lnTo>
                    <a:pt x="252346" y="141840"/>
                  </a:lnTo>
                  <a:lnTo>
                    <a:pt x="262029" y="129247"/>
                  </a:lnTo>
                  <a:lnTo>
                    <a:pt x="264272" y="120270"/>
                  </a:lnTo>
                  <a:lnTo>
                    <a:pt x="276647" y="110895"/>
                  </a:lnTo>
                  <a:lnTo>
                    <a:pt x="270590" y="108902"/>
                  </a:lnTo>
                  <a:lnTo>
                    <a:pt x="269169" y="106682"/>
                  </a:lnTo>
                  <a:lnTo>
                    <a:pt x="270291" y="104570"/>
                  </a:lnTo>
                  <a:lnTo>
                    <a:pt x="266515" y="101228"/>
                  </a:lnTo>
                  <a:lnTo>
                    <a:pt x="267413" y="94630"/>
                  </a:lnTo>
                  <a:lnTo>
                    <a:pt x="270254" y="91487"/>
                  </a:lnTo>
                  <a:lnTo>
                    <a:pt x="275189" y="95079"/>
                  </a:lnTo>
                  <a:lnTo>
                    <a:pt x="286142" y="108791"/>
                  </a:lnTo>
                  <a:lnTo>
                    <a:pt x="292348" y="123123"/>
                  </a:lnTo>
                  <a:lnTo>
                    <a:pt x="297358" y="140327"/>
                  </a:lnTo>
                  <a:lnTo>
                    <a:pt x="306405" y="154202"/>
                  </a:lnTo>
                  <a:lnTo>
                    <a:pt x="313508" y="161668"/>
                  </a:lnTo>
                  <a:lnTo>
                    <a:pt x="321471" y="165597"/>
                  </a:lnTo>
                  <a:lnTo>
                    <a:pt x="324349" y="165809"/>
                  </a:lnTo>
                  <a:lnTo>
                    <a:pt x="328798" y="161137"/>
                  </a:lnTo>
                  <a:lnTo>
                    <a:pt x="328910" y="158047"/>
                  </a:lnTo>
                  <a:lnTo>
                    <a:pt x="324947" y="149379"/>
                  </a:lnTo>
                  <a:lnTo>
                    <a:pt x="327826" y="143028"/>
                  </a:lnTo>
                  <a:lnTo>
                    <a:pt x="328200" y="137187"/>
                  </a:lnTo>
                  <a:lnTo>
                    <a:pt x="330705" y="137837"/>
                  </a:lnTo>
                  <a:lnTo>
                    <a:pt x="337172" y="127501"/>
                  </a:lnTo>
                  <a:lnTo>
                    <a:pt x="332574" y="125204"/>
                  </a:lnTo>
                  <a:lnTo>
                    <a:pt x="341621" y="117630"/>
                  </a:lnTo>
                  <a:lnTo>
                    <a:pt x="343901" y="120160"/>
                  </a:lnTo>
                  <a:lnTo>
                    <a:pt x="343341" y="131754"/>
                  </a:lnTo>
                  <a:lnTo>
                    <a:pt x="344687" y="140868"/>
                  </a:lnTo>
                  <a:lnTo>
                    <a:pt x="350556" y="145508"/>
                  </a:lnTo>
                  <a:lnTo>
                    <a:pt x="343154" y="161243"/>
                  </a:lnTo>
                  <a:lnTo>
                    <a:pt x="346107" y="164855"/>
                  </a:lnTo>
                  <a:lnTo>
                    <a:pt x="362930" y="163369"/>
                  </a:lnTo>
                  <a:lnTo>
                    <a:pt x="369473" y="154416"/>
                  </a:lnTo>
                  <a:lnTo>
                    <a:pt x="371604" y="142704"/>
                  </a:lnTo>
                  <a:lnTo>
                    <a:pt x="373361" y="138379"/>
                  </a:lnTo>
                  <a:lnTo>
                    <a:pt x="393212" y="137946"/>
                  </a:lnTo>
                  <a:lnTo>
                    <a:pt x="404427" y="140435"/>
                  </a:lnTo>
                  <a:lnTo>
                    <a:pt x="416241" y="147337"/>
                  </a:lnTo>
                  <a:lnTo>
                    <a:pt x="433325" y="163900"/>
                  </a:lnTo>
                  <a:lnTo>
                    <a:pt x="459719" y="171204"/>
                  </a:lnTo>
                  <a:lnTo>
                    <a:pt x="475794" y="183703"/>
                  </a:lnTo>
                  <a:lnTo>
                    <a:pt x="493814" y="191206"/>
                  </a:lnTo>
                  <a:lnTo>
                    <a:pt x="518077" y="195563"/>
                  </a:lnTo>
                  <a:lnTo>
                    <a:pt x="514226" y="187669"/>
                  </a:lnTo>
                  <a:lnTo>
                    <a:pt x="523311" y="186939"/>
                  </a:lnTo>
                  <a:lnTo>
                    <a:pt x="540208" y="194838"/>
                  </a:lnTo>
                  <a:lnTo>
                    <a:pt x="552246" y="205774"/>
                  </a:lnTo>
                  <a:lnTo>
                    <a:pt x="558938" y="218449"/>
                  </a:lnTo>
                  <a:lnTo>
                    <a:pt x="561555" y="220584"/>
                  </a:lnTo>
                  <a:lnTo>
                    <a:pt x="558826" y="227975"/>
                  </a:lnTo>
                  <a:lnTo>
                    <a:pt x="544956" y="227773"/>
                  </a:lnTo>
                  <a:lnTo>
                    <a:pt x="543124" y="232007"/>
                  </a:lnTo>
                  <a:lnTo>
                    <a:pt x="537442" y="235525"/>
                  </a:lnTo>
                  <a:lnTo>
                    <a:pt x="536171" y="238132"/>
                  </a:lnTo>
                  <a:lnTo>
                    <a:pt x="536582" y="241833"/>
                  </a:lnTo>
                  <a:lnTo>
                    <a:pt x="531049" y="248209"/>
                  </a:lnTo>
                  <a:lnTo>
                    <a:pt x="537292" y="252871"/>
                  </a:lnTo>
                  <a:lnTo>
                    <a:pt x="563050" y="258996"/>
                  </a:lnTo>
                  <a:lnTo>
                    <a:pt x="591911" y="260375"/>
                  </a:lnTo>
                  <a:lnTo>
                    <a:pt x="619164" y="252673"/>
                  </a:lnTo>
                  <a:lnTo>
                    <a:pt x="623352" y="254356"/>
                  </a:lnTo>
                  <a:lnTo>
                    <a:pt x="642380" y="243230"/>
                  </a:lnTo>
                  <a:lnTo>
                    <a:pt x="651577" y="257616"/>
                  </a:lnTo>
                  <a:lnTo>
                    <a:pt x="663876" y="259883"/>
                  </a:lnTo>
                  <a:lnTo>
                    <a:pt x="665708" y="270573"/>
                  </a:lnTo>
                  <a:lnTo>
                    <a:pt x="667765" y="274474"/>
                  </a:lnTo>
                  <a:lnTo>
                    <a:pt x="670606" y="265778"/>
                  </a:lnTo>
                  <a:lnTo>
                    <a:pt x="672699" y="264994"/>
                  </a:lnTo>
                  <a:lnTo>
                    <a:pt x="678232" y="275544"/>
                  </a:lnTo>
                  <a:lnTo>
                    <a:pt x="685672" y="283401"/>
                  </a:lnTo>
                  <a:lnTo>
                    <a:pt x="687317" y="288420"/>
                  </a:lnTo>
                  <a:lnTo>
                    <a:pt x="685634" y="292075"/>
                  </a:lnTo>
                  <a:lnTo>
                    <a:pt x="680849" y="294474"/>
                  </a:lnTo>
                  <a:lnTo>
                    <a:pt x="675129" y="292267"/>
                  </a:lnTo>
                  <a:lnTo>
                    <a:pt x="700813" y="328724"/>
                  </a:lnTo>
                  <a:lnTo>
                    <a:pt x="691466" y="310860"/>
                  </a:lnTo>
                  <a:lnTo>
                    <a:pt x="690719" y="299163"/>
                  </a:lnTo>
                  <a:lnTo>
                    <a:pt x="693223" y="296965"/>
                  </a:lnTo>
                  <a:lnTo>
                    <a:pt x="695840" y="300500"/>
                  </a:lnTo>
                  <a:lnTo>
                    <a:pt x="702981" y="303360"/>
                  </a:lnTo>
                  <a:lnTo>
                    <a:pt x="698981" y="294187"/>
                  </a:lnTo>
                  <a:lnTo>
                    <a:pt x="700327" y="291595"/>
                  </a:lnTo>
                  <a:lnTo>
                    <a:pt x="694420" y="282531"/>
                  </a:lnTo>
                  <a:lnTo>
                    <a:pt x="692850" y="276517"/>
                  </a:lnTo>
                  <a:lnTo>
                    <a:pt x="692700" y="269694"/>
                  </a:lnTo>
                  <a:lnTo>
                    <a:pt x="686420" y="259390"/>
                  </a:lnTo>
                  <a:lnTo>
                    <a:pt x="686307" y="252871"/>
                  </a:lnTo>
                  <a:lnTo>
                    <a:pt x="690383" y="248010"/>
                  </a:lnTo>
                  <a:lnTo>
                    <a:pt x="691093" y="245124"/>
                  </a:lnTo>
                  <a:lnTo>
                    <a:pt x="689635" y="240833"/>
                  </a:lnTo>
                  <a:lnTo>
                    <a:pt x="707841" y="236528"/>
                  </a:lnTo>
                  <a:lnTo>
                    <a:pt x="713112" y="230799"/>
                  </a:lnTo>
                  <a:lnTo>
                    <a:pt x="718159" y="231705"/>
                  </a:lnTo>
                  <a:lnTo>
                    <a:pt x="718570" y="225044"/>
                  </a:lnTo>
                  <a:lnTo>
                    <a:pt x="721336" y="221396"/>
                  </a:lnTo>
                  <a:lnTo>
                    <a:pt x="728365" y="218042"/>
                  </a:lnTo>
                  <a:lnTo>
                    <a:pt x="731543" y="213354"/>
                  </a:lnTo>
                  <a:lnTo>
                    <a:pt x="732178" y="209569"/>
                  </a:lnTo>
                  <a:lnTo>
                    <a:pt x="728402" y="207109"/>
                  </a:lnTo>
                  <a:lnTo>
                    <a:pt x="717486" y="213864"/>
                  </a:lnTo>
                  <a:lnTo>
                    <a:pt x="714346" y="222917"/>
                  </a:lnTo>
                  <a:lnTo>
                    <a:pt x="709262" y="221193"/>
                  </a:lnTo>
                  <a:lnTo>
                    <a:pt x="700028" y="226359"/>
                  </a:lnTo>
                  <a:lnTo>
                    <a:pt x="693336" y="224335"/>
                  </a:lnTo>
                  <a:lnTo>
                    <a:pt x="690831" y="226864"/>
                  </a:lnTo>
                  <a:lnTo>
                    <a:pt x="692139" y="231504"/>
                  </a:lnTo>
                  <a:lnTo>
                    <a:pt x="690980" y="233214"/>
                  </a:lnTo>
                  <a:lnTo>
                    <a:pt x="680027" y="234521"/>
                  </a:lnTo>
                  <a:lnTo>
                    <a:pt x="670531" y="226258"/>
                  </a:lnTo>
                  <a:lnTo>
                    <a:pt x="678943" y="208545"/>
                  </a:lnTo>
                  <a:lnTo>
                    <a:pt x="697149" y="204129"/>
                  </a:lnTo>
                  <a:lnTo>
                    <a:pt x="723580" y="190791"/>
                  </a:lnTo>
                  <a:lnTo>
                    <a:pt x="733524" y="196081"/>
                  </a:lnTo>
                  <a:lnTo>
                    <a:pt x="736552" y="202379"/>
                  </a:lnTo>
                  <a:lnTo>
                    <a:pt x="739917" y="219669"/>
                  </a:lnTo>
                  <a:lnTo>
                    <a:pt x="745637" y="226258"/>
                  </a:lnTo>
                  <a:lnTo>
                    <a:pt x="748590" y="225550"/>
                  </a:lnTo>
                  <a:lnTo>
                    <a:pt x="749599" y="228883"/>
                  </a:lnTo>
                  <a:lnTo>
                    <a:pt x="754946" y="229993"/>
                  </a:lnTo>
                  <a:lnTo>
                    <a:pt x="754796" y="234621"/>
                  </a:lnTo>
                  <a:lnTo>
                    <a:pt x="758422" y="239333"/>
                  </a:lnTo>
                  <a:lnTo>
                    <a:pt x="770572" y="240534"/>
                  </a:lnTo>
                  <a:lnTo>
                    <a:pt x="779433" y="236428"/>
                  </a:lnTo>
                  <a:lnTo>
                    <a:pt x="792592" y="250988"/>
                  </a:lnTo>
                  <a:lnTo>
                    <a:pt x="803396" y="257418"/>
                  </a:lnTo>
                  <a:lnTo>
                    <a:pt x="812481" y="256925"/>
                  </a:lnTo>
                  <a:lnTo>
                    <a:pt x="819322" y="259784"/>
                  </a:lnTo>
                  <a:lnTo>
                    <a:pt x="842126" y="251683"/>
                  </a:lnTo>
                  <a:lnTo>
                    <a:pt x="874016" y="258010"/>
                  </a:lnTo>
                  <a:lnTo>
                    <a:pt x="884595" y="253465"/>
                  </a:lnTo>
                  <a:lnTo>
                    <a:pt x="878539" y="244726"/>
                  </a:lnTo>
                  <a:lnTo>
                    <a:pt x="878203" y="240534"/>
                  </a:lnTo>
                  <a:lnTo>
                    <a:pt x="880035" y="238833"/>
                  </a:lnTo>
                  <a:lnTo>
                    <a:pt x="894577" y="258799"/>
                  </a:lnTo>
                  <a:lnTo>
                    <a:pt x="904447" y="263914"/>
                  </a:lnTo>
                  <a:lnTo>
                    <a:pt x="910690" y="257912"/>
                  </a:lnTo>
                  <a:lnTo>
                    <a:pt x="910989" y="254059"/>
                  </a:lnTo>
                  <a:lnTo>
                    <a:pt x="909606" y="250889"/>
                  </a:lnTo>
                  <a:lnTo>
                    <a:pt x="898540" y="244028"/>
                  </a:lnTo>
                  <a:lnTo>
                    <a:pt x="890839" y="248209"/>
                  </a:lnTo>
                  <a:lnTo>
                    <a:pt x="889156" y="247115"/>
                  </a:lnTo>
                  <a:lnTo>
                    <a:pt x="882764" y="236328"/>
                  </a:lnTo>
                  <a:lnTo>
                    <a:pt x="885231" y="235525"/>
                  </a:lnTo>
                  <a:lnTo>
                    <a:pt x="879623" y="222512"/>
                  </a:lnTo>
                  <a:lnTo>
                    <a:pt x="883399" y="221497"/>
                  </a:lnTo>
                  <a:lnTo>
                    <a:pt x="888596" y="225145"/>
                  </a:lnTo>
                  <a:lnTo>
                    <a:pt x="897418" y="221193"/>
                  </a:lnTo>
                  <a:lnTo>
                    <a:pt x="894988" y="217635"/>
                  </a:lnTo>
                  <a:lnTo>
                    <a:pt x="894689" y="213455"/>
                  </a:lnTo>
                  <a:lnTo>
                    <a:pt x="902540" y="216210"/>
                  </a:lnTo>
                  <a:lnTo>
                    <a:pt x="905381" y="214986"/>
                  </a:lnTo>
                  <a:lnTo>
                    <a:pt x="908372" y="217534"/>
                  </a:lnTo>
                  <a:lnTo>
                    <a:pt x="914391" y="228581"/>
                  </a:lnTo>
                  <a:lnTo>
                    <a:pt x="921644" y="228883"/>
                  </a:lnTo>
                  <a:lnTo>
                    <a:pt x="925719" y="225550"/>
                  </a:lnTo>
                  <a:lnTo>
                    <a:pt x="919700" y="240734"/>
                  </a:lnTo>
                  <a:lnTo>
                    <a:pt x="923662" y="239333"/>
                  </a:lnTo>
                  <a:lnTo>
                    <a:pt x="925569" y="234420"/>
                  </a:lnTo>
                  <a:lnTo>
                    <a:pt x="935289" y="228984"/>
                  </a:lnTo>
                  <a:lnTo>
                    <a:pt x="930541" y="258405"/>
                  </a:lnTo>
                  <a:lnTo>
                    <a:pt x="926952" y="267346"/>
                  </a:lnTo>
                  <a:lnTo>
                    <a:pt x="927027" y="269791"/>
                  </a:lnTo>
                  <a:lnTo>
                    <a:pt x="930840" y="277003"/>
                  </a:lnTo>
                  <a:lnTo>
                    <a:pt x="931738" y="282627"/>
                  </a:lnTo>
                  <a:lnTo>
                    <a:pt x="940485" y="280206"/>
                  </a:lnTo>
                  <a:lnTo>
                    <a:pt x="941009" y="281175"/>
                  </a:lnTo>
                  <a:lnTo>
                    <a:pt x="939289" y="287263"/>
                  </a:lnTo>
                  <a:lnTo>
                    <a:pt x="943887" y="285623"/>
                  </a:lnTo>
                  <a:lnTo>
                    <a:pt x="946803" y="288805"/>
                  </a:lnTo>
                  <a:lnTo>
                    <a:pt x="946766" y="296390"/>
                  </a:lnTo>
                  <a:lnTo>
                    <a:pt x="939476" y="298877"/>
                  </a:lnTo>
                  <a:lnTo>
                    <a:pt x="934280" y="296103"/>
                  </a:lnTo>
                  <a:lnTo>
                    <a:pt x="930204" y="297252"/>
                  </a:lnTo>
                  <a:lnTo>
                    <a:pt x="927401" y="293419"/>
                  </a:lnTo>
                  <a:lnTo>
                    <a:pt x="925943" y="295241"/>
                  </a:lnTo>
                  <a:lnTo>
                    <a:pt x="937046" y="310766"/>
                  </a:lnTo>
                  <a:lnTo>
                    <a:pt x="939102" y="317376"/>
                  </a:lnTo>
                  <a:lnTo>
                    <a:pt x="939999" y="313508"/>
                  </a:lnTo>
                  <a:lnTo>
                    <a:pt x="934354" y="304026"/>
                  </a:lnTo>
                  <a:lnTo>
                    <a:pt x="933906" y="300405"/>
                  </a:lnTo>
                  <a:lnTo>
                    <a:pt x="942467" y="301550"/>
                  </a:lnTo>
                  <a:lnTo>
                    <a:pt x="947140" y="299832"/>
                  </a:lnTo>
                  <a:lnTo>
                    <a:pt x="948075" y="298112"/>
                  </a:lnTo>
                  <a:lnTo>
                    <a:pt x="950056" y="283111"/>
                  </a:lnTo>
                  <a:lnTo>
                    <a:pt x="945831" y="264307"/>
                  </a:lnTo>
                  <a:lnTo>
                    <a:pt x="941943" y="257320"/>
                  </a:lnTo>
                  <a:lnTo>
                    <a:pt x="945869" y="241633"/>
                  </a:lnTo>
                  <a:lnTo>
                    <a:pt x="952822" y="238232"/>
                  </a:lnTo>
                  <a:lnTo>
                    <a:pt x="958318" y="240534"/>
                  </a:lnTo>
                  <a:lnTo>
                    <a:pt x="960748" y="238933"/>
                  </a:lnTo>
                  <a:lnTo>
                    <a:pt x="977720" y="216312"/>
                  </a:lnTo>
                  <a:lnTo>
                    <a:pt x="987665" y="208032"/>
                  </a:lnTo>
                  <a:lnTo>
                    <a:pt x="983627" y="207211"/>
                  </a:lnTo>
                  <a:lnTo>
                    <a:pt x="982842" y="192660"/>
                  </a:lnTo>
                  <a:lnTo>
                    <a:pt x="979290" y="186105"/>
                  </a:lnTo>
                  <a:lnTo>
                    <a:pt x="974879" y="198563"/>
                  </a:lnTo>
                  <a:lnTo>
                    <a:pt x="966281" y="201040"/>
                  </a:lnTo>
                  <a:lnTo>
                    <a:pt x="963739" y="197529"/>
                  </a:lnTo>
                  <a:lnTo>
                    <a:pt x="964524" y="191310"/>
                  </a:lnTo>
                  <a:lnTo>
                    <a:pt x="974468" y="178991"/>
                  </a:lnTo>
                  <a:lnTo>
                    <a:pt x="970917" y="177416"/>
                  </a:lnTo>
                  <a:lnTo>
                    <a:pt x="970281" y="172048"/>
                  </a:lnTo>
                  <a:lnTo>
                    <a:pt x="970917" y="167822"/>
                  </a:lnTo>
                  <a:lnTo>
                    <a:pt x="984113" y="161775"/>
                  </a:lnTo>
                  <a:lnTo>
                    <a:pt x="980337" y="169831"/>
                  </a:lnTo>
                  <a:lnTo>
                    <a:pt x="979963" y="171415"/>
                  </a:lnTo>
                  <a:lnTo>
                    <a:pt x="981421" y="172997"/>
                  </a:lnTo>
                  <a:lnTo>
                    <a:pt x="988039" y="164218"/>
                  </a:lnTo>
                  <a:lnTo>
                    <a:pt x="985833" y="163794"/>
                  </a:lnTo>
                  <a:lnTo>
                    <a:pt x="985945" y="157941"/>
                  </a:lnTo>
                  <a:lnTo>
                    <a:pt x="983478" y="155699"/>
                  </a:lnTo>
                  <a:lnTo>
                    <a:pt x="975889" y="159966"/>
                  </a:lnTo>
                  <a:lnTo>
                    <a:pt x="970580" y="159540"/>
                  </a:lnTo>
                  <a:lnTo>
                    <a:pt x="963066" y="147983"/>
                  </a:lnTo>
                  <a:lnTo>
                    <a:pt x="961421" y="147983"/>
                  </a:lnTo>
                  <a:lnTo>
                    <a:pt x="959141" y="152275"/>
                  </a:lnTo>
                  <a:lnTo>
                    <a:pt x="943252" y="141624"/>
                  </a:lnTo>
                  <a:lnTo>
                    <a:pt x="935401" y="138812"/>
                  </a:lnTo>
                  <a:lnTo>
                    <a:pt x="924447" y="119280"/>
                  </a:lnTo>
                  <a:lnTo>
                    <a:pt x="923214" y="113991"/>
                  </a:lnTo>
                  <a:lnTo>
                    <a:pt x="923363" y="106793"/>
                  </a:lnTo>
                  <a:lnTo>
                    <a:pt x="928485" y="95415"/>
                  </a:lnTo>
                  <a:lnTo>
                    <a:pt x="932111" y="92273"/>
                  </a:lnTo>
                  <a:lnTo>
                    <a:pt x="937195" y="93059"/>
                  </a:lnTo>
                  <a:lnTo>
                    <a:pt x="934915" y="88786"/>
                  </a:lnTo>
                  <a:lnTo>
                    <a:pt x="937046" y="83933"/>
                  </a:lnTo>
                  <a:lnTo>
                    <a:pt x="929307" y="87208"/>
                  </a:lnTo>
                  <a:lnTo>
                    <a:pt x="923288" y="76788"/>
                  </a:lnTo>
                  <a:lnTo>
                    <a:pt x="924896" y="60189"/>
                  </a:lnTo>
                  <a:lnTo>
                    <a:pt x="923774" y="56496"/>
                  </a:lnTo>
                  <a:lnTo>
                    <a:pt x="925943" y="53372"/>
                  </a:lnTo>
                  <a:lnTo>
                    <a:pt x="925419" y="49194"/>
                  </a:lnTo>
                  <a:lnTo>
                    <a:pt x="933382" y="37985"/>
                  </a:lnTo>
                  <a:lnTo>
                    <a:pt x="940373" y="43485"/>
                  </a:lnTo>
                  <a:lnTo>
                    <a:pt x="943738" y="42901"/>
                  </a:lnTo>
                  <a:lnTo>
                    <a:pt x="947028" y="32813"/>
                  </a:lnTo>
                  <a:lnTo>
                    <a:pt x="938205" y="30574"/>
                  </a:lnTo>
                  <a:lnTo>
                    <a:pt x="937345" y="27502"/>
                  </a:lnTo>
                  <a:lnTo>
                    <a:pt x="938055" y="25845"/>
                  </a:lnTo>
                  <a:lnTo>
                    <a:pt x="951252" y="5549"/>
                  </a:lnTo>
                  <a:lnTo>
                    <a:pt x="963514" y="0"/>
                  </a:lnTo>
                  <a:lnTo>
                    <a:pt x="966019" y="4827"/>
                  </a:lnTo>
                  <a:lnTo>
                    <a:pt x="966281" y="9275"/>
                  </a:lnTo>
                  <a:lnTo>
                    <a:pt x="969795" y="14902"/>
                  </a:lnTo>
                  <a:lnTo>
                    <a:pt x="981497" y="16335"/>
                  </a:lnTo>
                  <a:lnTo>
                    <a:pt x="981160" y="23237"/>
                  </a:lnTo>
                  <a:lnTo>
                    <a:pt x="991665" y="34931"/>
                  </a:lnTo>
                  <a:lnTo>
                    <a:pt x="996338" y="43018"/>
                  </a:lnTo>
                  <a:lnTo>
                    <a:pt x="998058" y="47799"/>
                  </a:lnTo>
                  <a:lnTo>
                    <a:pt x="999404" y="60189"/>
                  </a:lnTo>
                  <a:lnTo>
                    <a:pt x="998992" y="69946"/>
                  </a:lnTo>
                  <a:lnTo>
                    <a:pt x="997385" y="74056"/>
                  </a:lnTo>
                  <a:lnTo>
                    <a:pt x="1010357" y="87772"/>
                  </a:lnTo>
                  <a:lnTo>
                    <a:pt x="1016750" y="103012"/>
                  </a:lnTo>
                  <a:lnTo>
                    <a:pt x="1016787" y="108347"/>
                  </a:lnTo>
                  <a:lnTo>
                    <a:pt x="1019292" y="108791"/>
                  </a:lnTo>
                  <a:lnTo>
                    <a:pt x="1021498" y="105905"/>
                  </a:lnTo>
                  <a:lnTo>
                    <a:pt x="1026807" y="115977"/>
                  </a:lnTo>
                  <a:lnTo>
                    <a:pt x="1017872" y="118180"/>
                  </a:lnTo>
                  <a:lnTo>
                    <a:pt x="1011105" y="112444"/>
                  </a:lnTo>
                  <a:lnTo>
                    <a:pt x="1007142" y="120489"/>
                  </a:lnTo>
                  <a:lnTo>
                    <a:pt x="1015105" y="121697"/>
                  </a:lnTo>
                  <a:lnTo>
                    <a:pt x="1018245" y="124548"/>
                  </a:lnTo>
                  <a:lnTo>
                    <a:pt x="999329" y="146799"/>
                  </a:lnTo>
                  <a:lnTo>
                    <a:pt x="1011292" y="146584"/>
                  </a:lnTo>
                  <a:lnTo>
                    <a:pt x="1012974" y="147768"/>
                  </a:lnTo>
                  <a:lnTo>
                    <a:pt x="1012376" y="148842"/>
                  </a:lnTo>
                  <a:lnTo>
                    <a:pt x="1013423" y="150667"/>
                  </a:lnTo>
                  <a:lnTo>
                    <a:pt x="1019591" y="155058"/>
                  </a:lnTo>
                  <a:lnTo>
                    <a:pt x="1023479" y="154202"/>
                  </a:lnTo>
                  <a:lnTo>
                    <a:pt x="1030545" y="147983"/>
                  </a:lnTo>
                  <a:lnTo>
                    <a:pt x="1034321" y="148197"/>
                  </a:lnTo>
                  <a:lnTo>
                    <a:pt x="1034994" y="149701"/>
                  </a:lnTo>
                  <a:lnTo>
                    <a:pt x="1029386" y="155378"/>
                  </a:lnTo>
                  <a:lnTo>
                    <a:pt x="1045462" y="155913"/>
                  </a:lnTo>
                  <a:lnTo>
                    <a:pt x="1050658" y="159433"/>
                  </a:lnTo>
                  <a:lnTo>
                    <a:pt x="1045088" y="161137"/>
                  </a:lnTo>
                  <a:lnTo>
                    <a:pt x="1040751" y="170570"/>
                  </a:lnTo>
                  <a:lnTo>
                    <a:pt x="1037312" y="167610"/>
                  </a:lnTo>
                  <a:lnTo>
                    <a:pt x="1033610" y="169514"/>
                  </a:lnTo>
                  <a:lnTo>
                    <a:pt x="1043817" y="180039"/>
                  </a:lnTo>
                  <a:lnTo>
                    <a:pt x="1049349" y="193075"/>
                  </a:lnTo>
                  <a:lnTo>
                    <a:pt x="1048116" y="196598"/>
                  </a:lnTo>
                  <a:lnTo>
                    <a:pt x="1048714" y="204129"/>
                  </a:lnTo>
                  <a:lnTo>
                    <a:pt x="1047368" y="216210"/>
                  </a:lnTo>
                  <a:lnTo>
                    <a:pt x="1054135" y="227975"/>
                  </a:lnTo>
                  <a:lnTo>
                    <a:pt x="1055667" y="227773"/>
                  </a:lnTo>
                  <a:lnTo>
                    <a:pt x="1061425" y="215394"/>
                  </a:lnTo>
                  <a:lnTo>
                    <a:pt x="1061686" y="207724"/>
                  </a:lnTo>
                  <a:lnTo>
                    <a:pt x="1063780" y="201349"/>
                  </a:lnTo>
                  <a:lnTo>
                    <a:pt x="1066210" y="185374"/>
                  </a:lnTo>
                  <a:lnTo>
                    <a:pt x="1074247" y="171309"/>
                  </a:lnTo>
                  <a:lnTo>
                    <a:pt x="1078884" y="170676"/>
                  </a:lnTo>
                  <a:lnTo>
                    <a:pt x="1099968" y="197012"/>
                  </a:lnTo>
                  <a:lnTo>
                    <a:pt x="1104417" y="217737"/>
                  </a:lnTo>
                  <a:lnTo>
                    <a:pt x="1104417" y="226157"/>
                  </a:lnTo>
                  <a:lnTo>
                    <a:pt x="1101015" y="229388"/>
                  </a:lnTo>
                  <a:lnTo>
                    <a:pt x="1098510" y="228883"/>
                  </a:lnTo>
                  <a:lnTo>
                    <a:pt x="1095931" y="223930"/>
                  </a:lnTo>
                  <a:lnTo>
                    <a:pt x="1093613" y="226763"/>
                  </a:lnTo>
                  <a:lnTo>
                    <a:pt x="1094323" y="245623"/>
                  </a:lnTo>
                  <a:lnTo>
                    <a:pt x="1096753" y="255740"/>
                  </a:lnTo>
                  <a:lnTo>
                    <a:pt x="1111221" y="278071"/>
                  </a:lnTo>
                  <a:lnTo>
                    <a:pt x="1114137" y="287649"/>
                  </a:lnTo>
                  <a:lnTo>
                    <a:pt x="1116081" y="287360"/>
                  </a:lnTo>
                  <a:lnTo>
                    <a:pt x="1130736" y="271256"/>
                  </a:lnTo>
                  <a:lnTo>
                    <a:pt x="1132493" y="258700"/>
                  </a:lnTo>
                  <a:lnTo>
                    <a:pt x="1134100" y="253861"/>
                  </a:lnTo>
                  <a:lnTo>
                    <a:pt x="1143372" y="238833"/>
                  </a:lnTo>
                  <a:lnTo>
                    <a:pt x="1147970" y="217941"/>
                  </a:lnTo>
                  <a:lnTo>
                    <a:pt x="1147671" y="210388"/>
                  </a:lnTo>
                  <a:lnTo>
                    <a:pt x="1148830" y="205055"/>
                  </a:lnTo>
                  <a:lnTo>
                    <a:pt x="1152942" y="199182"/>
                  </a:lnTo>
                  <a:lnTo>
                    <a:pt x="1157428" y="201040"/>
                  </a:lnTo>
                  <a:lnTo>
                    <a:pt x="1165877" y="199286"/>
                  </a:lnTo>
                  <a:lnTo>
                    <a:pt x="1160943" y="195149"/>
                  </a:lnTo>
                  <a:lnTo>
                    <a:pt x="1161391" y="191518"/>
                  </a:lnTo>
                  <a:lnTo>
                    <a:pt x="1164868" y="188398"/>
                  </a:lnTo>
                  <a:lnTo>
                    <a:pt x="1165990" y="181925"/>
                  </a:lnTo>
                  <a:lnTo>
                    <a:pt x="1155111" y="172681"/>
                  </a:lnTo>
                  <a:lnTo>
                    <a:pt x="1154176" y="165491"/>
                  </a:lnTo>
                  <a:lnTo>
                    <a:pt x="1154512" y="153988"/>
                  </a:lnTo>
                  <a:lnTo>
                    <a:pt x="1152718" y="147875"/>
                  </a:lnTo>
                  <a:lnTo>
                    <a:pt x="1153877" y="140327"/>
                  </a:lnTo>
                  <a:lnTo>
                    <a:pt x="1152045" y="136862"/>
                  </a:lnTo>
                  <a:lnTo>
                    <a:pt x="1152605" y="136211"/>
                  </a:lnTo>
                  <a:lnTo>
                    <a:pt x="1162737" y="138704"/>
                  </a:lnTo>
                  <a:lnTo>
                    <a:pt x="1177280" y="136319"/>
                  </a:lnTo>
                  <a:lnTo>
                    <a:pt x="1190850" y="144969"/>
                  </a:lnTo>
                  <a:lnTo>
                    <a:pt x="1212608" y="145508"/>
                  </a:lnTo>
                  <a:lnTo>
                    <a:pt x="1217692" y="148413"/>
                  </a:lnTo>
                  <a:lnTo>
                    <a:pt x="1217356" y="150882"/>
                  </a:lnTo>
                  <a:lnTo>
                    <a:pt x="1215150" y="154951"/>
                  </a:lnTo>
                  <a:lnTo>
                    <a:pt x="1209767" y="157194"/>
                  </a:lnTo>
                  <a:lnTo>
                    <a:pt x="1219001" y="162200"/>
                  </a:lnTo>
                  <a:lnTo>
                    <a:pt x="1221132" y="168880"/>
                  </a:lnTo>
                  <a:lnTo>
                    <a:pt x="1220721" y="171626"/>
                  </a:lnTo>
                  <a:lnTo>
                    <a:pt x="1231001" y="171098"/>
                  </a:lnTo>
                  <a:lnTo>
                    <a:pt x="1237656" y="174682"/>
                  </a:lnTo>
                  <a:lnTo>
                    <a:pt x="1239525" y="178046"/>
                  </a:lnTo>
                  <a:lnTo>
                    <a:pt x="1226328" y="192868"/>
                  </a:lnTo>
                  <a:lnTo>
                    <a:pt x="1238291" y="194838"/>
                  </a:lnTo>
                  <a:lnTo>
                    <a:pt x="1240759" y="198873"/>
                  </a:lnTo>
                  <a:lnTo>
                    <a:pt x="1240385" y="205877"/>
                  </a:lnTo>
                  <a:lnTo>
                    <a:pt x="1227226" y="217126"/>
                  </a:lnTo>
                  <a:lnTo>
                    <a:pt x="1221094" y="214476"/>
                  </a:lnTo>
                  <a:lnTo>
                    <a:pt x="1213954" y="217839"/>
                  </a:lnTo>
                  <a:lnTo>
                    <a:pt x="1217281" y="223930"/>
                  </a:lnTo>
                  <a:lnTo>
                    <a:pt x="1216496" y="225752"/>
                  </a:lnTo>
                  <a:lnTo>
                    <a:pt x="1220833" y="234822"/>
                  </a:lnTo>
                  <a:lnTo>
                    <a:pt x="1225169" y="232108"/>
                  </a:lnTo>
                  <a:lnTo>
                    <a:pt x="1223338" y="241833"/>
                  </a:lnTo>
                  <a:lnTo>
                    <a:pt x="1224160" y="246817"/>
                  </a:lnTo>
                  <a:lnTo>
                    <a:pt x="1237656" y="265092"/>
                  </a:lnTo>
                  <a:lnTo>
                    <a:pt x="1240086" y="270378"/>
                  </a:lnTo>
                  <a:lnTo>
                    <a:pt x="1240609" y="272427"/>
                  </a:lnTo>
                  <a:lnTo>
                    <a:pt x="1238179" y="287071"/>
                  </a:lnTo>
                  <a:lnTo>
                    <a:pt x="1236497" y="293419"/>
                  </a:lnTo>
                  <a:lnTo>
                    <a:pt x="1233132" y="297060"/>
                  </a:lnTo>
                  <a:lnTo>
                    <a:pt x="1227001" y="298495"/>
                  </a:lnTo>
                  <a:lnTo>
                    <a:pt x="1221319" y="309629"/>
                  </a:lnTo>
                  <a:lnTo>
                    <a:pt x="1212122" y="318882"/>
                  </a:lnTo>
                  <a:lnTo>
                    <a:pt x="1205729" y="320763"/>
                  </a:lnTo>
                  <a:lnTo>
                    <a:pt x="1198477" y="329004"/>
                  </a:lnTo>
                  <a:lnTo>
                    <a:pt x="1193804" y="330217"/>
                  </a:lnTo>
                  <a:lnTo>
                    <a:pt x="1183934" y="311523"/>
                  </a:lnTo>
                  <a:lnTo>
                    <a:pt x="1179598" y="311050"/>
                  </a:lnTo>
                  <a:lnTo>
                    <a:pt x="1176308" y="307163"/>
                  </a:lnTo>
                  <a:lnTo>
                    <a:pt x="1178252" y="305643"/>
                  </a:lnTo>
                  <a:lnTo>
                    <a:pt x="1172719" y="298590"/>
                  </a:lnTo>
                  <a:lnTo>
                    <a:pt x="1166326" y="295624"/>
                  </a:lnTo>
                  <a:lnTo>
                    <a:pt x="1160831" y="302884"/>
                  </a:lnTo>
                  <a:lnTo>
                    <a:pt x="1162774" y="303931"/>
                  </a:lnTo>
                  <a:lnTo>
                    <a:pt x="1166102" y="300309"/>
                  </a:lnTo>
                  <a:lnTo>
                    <a:pt x="1170663" y="302312"/>
                  </a:lnTo>
                  <a:lnTo>
                    <a:pt x="1179261" y="313886"/>
                  </a:lnTo>
                  <a:lnTo>
                    <a:pt x="1188121" y="337008"/>
                  </a:lnTo>
                  <a:lnTo>
                    <a:pt x="1185878" y="338399"/>
                  </a:lnTo>
                  <a:lnTo>
                    <a:pt x="1177168" y="334314"/>
                  </a:lnTo>
                  <a:lnTo>
                    <a:pt x="1173990" y="340066"/>
                  </a:lnTo>
                  <a:lnTo>
                    <a:pt x="1161129" y="332547"/>
                  </a:lnTo>
                  <a:lnTo>
                    <a:pt x="1153952" y="321514"/>
                  </a:lnTo>
                  <a:lnTo>
                    <a:pt x="1150587" y="319917"/>
                  </a:lnTo>
                  <a:lnTo>
                    <a:pt x="1141054" y="322359"/>
                  </a:lnTo>
                  <a:lnTo>
                    <a:pt x="1127670" y="322265"/>
                  </a:lnTo>
                  <a:lnTo>
                    <a:pt x="1127072" y="322922"/>
                  </a:lnTo>
                  <a:lnTo>
                    <a:pt x="1128081" y="325639"/>
                  </a:lnTo>
                  <a:lnTo>
                    <a:pt x="1126848" y="327790"/>
                  </a:lnTo>
                  <a:lnTo>
                    <a:pt x="1128156" y="330683"/>
                  </a:lnTo>
                  <a:lnTo>
                    <a:pt x="1140007" y="337657"/>
                  </a:lnTo>
                  <a:lnTo>
                    <a:pt x="1142363" y="339696"/>
                  </a:lnTo>
                  <a:lnTo>
                    <a:pt x="1143222" y="343117"/>
                  </a:lnTo>
                  <a:lnTo>
                    <a:pt x="1141465" y="348094"/>
                  </a:lnTo>
                  <a:lnTo>
                    <a:pt x="1119932" y="377475"/>
                  </a:lnTo>
                  <a:lnTo>
                    <a:pt x="1115557" y="381785"/>
                  </a:lnTo>
                  <a:lnTo>
                    <a:pt x="1112193" y="382592"/>
                  </a:lnTo>
                  <a:lnTo>
                    <a:pt x="1101464" y="382054"/>
                  </a:lnTo>
                  <a:lnTo>
                    <a:pt x="1086884" y="368902"/>
                  </a:lnTo>
                  <a:lnTo>
                    <a:pt x="1085388" y="365547"/>
                  </a:lnTo>
                  <a:lnTo>
                    <a:pt x="1064490" y="352502"/>
                  </a:lnTo>
                  <a:lnTo>
                    <a:pt x="1060453" y="352594"/>
                  </a:lnTo>
                  <a:lnTo>
                    <a:pt x="1062471" y="355707"/>
                  </a:lnTo>
                  <a:lnTo>
                    <a:pt x="1061574" y="355890"/>
                  </a:lnTo>
                  <a:lnTo>
                    <a:pt x="1038321" y="350943"/>
                  </a:lnTo>
                  <a:lnTo>
                    <a:pt x="1029648" y="351860"/>
                  </a:lnTo>
                  <a:lnTo>
                    <a:pt x="1037685" y="357901"/>
                  </a:lnTo>
                  <a:lnTo>
                    <a:pt x="1037162" y="354335"/>
                  </a:lnTo>
                  <a:lnTo>
                    <a:pt x="1038882" y="353327"/>
                  </a:lnTo>
                  <a:lnTo>
                    <a:pt x="1060864" y="360363"/>
                  </a:lnTo>
                  <a:lnTo>
                    <a:pt x="1080603" y="382054"/>
                  </a:lnTo>
                  <a:lnTo>
                    <a:pt x="1113464" y="386439"/>
                  </a:lnTo>
                  <a:lnTo>
                    <a:pt x="1121016" y="389561"/>
                  </a:lnTo>
                  <a:lnTo>
                    <a:pt x="1121539" y="394010"/>
                  </a:lnTo>
                  <a:lnTo>
                    <a:pt x="1115782" y="407793"/>
                  </a:lnTo>
                  <a:lnTo>
                    <a:pt x="1103221" y="428460"/>
                  </a:lnTo>
                  <a:lnTo>
                    <a:pt x="1100865" y="435966"/>
                  </a:lnTo>
                  <a:lnTo>
                    <a:pt x="1098622" y="438888"/>
                  </a:lnTo>
                  <a:lnTo>
                    <a:pt x="1083855" y="447956"/>
                  </a:lnTo>
                  <a:lnTo>
                    <a:pt x="1078808" y="445908"/>
                  </a:lnTo>
                  <a:lnTo>
                    <a:pt x="1075892" y="442146"/>
                  </a:lnTo>
                  <a:lnTo>
                    <a:pt x="1077836" y="448467"/>
                  </a:lnTo>
                  <a:lnTo>
                    <a:pt x="1077313" y="449064"/>
                  </a:lnTo>
                  <a:lnTo>
                    <a:pt x="1071668" y="445652"/>
                  </a:lnTo>
                  <a:lnTo>
                    <a:pt x="1067256" y="446079"/>
                  </a:lnTo>
                  <a:lnTo>
                    <a:pt x="1064191" y="442831"/>
                  </a:lnTo>
                  <a:lnTo>
                    <a:pt x="1063219" y="438974"/>
                  </a:lnTo>
                  <a:lnTo>
                    <a:pt x="1058434" y="440861"/>
                  </a:lnTo>
                  <a:lnTo>
                    <a:pt x="1057649" y="441461"/>
                  </a:lnTo>
                  <a:lnTo>
                    <a:pt x="1060266" y="443772"/>
                  </a:lnTo>
                  <a:lnTo>
                    <a:pt x="1062285" y="449575"/>
                  </a:lnTo>
                  <a:lnTo>
                    <a:pt x="1055817" y="448553"/>
                  </a:lnTo>
                  <a:lnTo>
                    <a:pt x="1059032" y="456793"/>
                  </a:lnTo>
                  <a:lnTo>
                    <a:pt x="1054209" y="464393"/>
                  </a:lnTo>
                  <a:lnTo>
                    <a:pt x="1051630" y="465235"/>
                  </a:lnTo>
                  <a:lnTo>
                    <a:pt x="1048228" y="463298"/>
                  </a:lnTo>
                  <a:lnTo>
                    <a:pt x="1044602" y="466497"/>
                  </a:lnTo>
                  <a:lnTo>
                    <a:pt x="1039667" y="466917"/>
                  </a:lnTo>
                  <a:lnTo>
                    <a:pt x="1027330" y="460514"/>
                  </a:lnTo>
                  <a:lnTo>
                    <a:pt x="1019292" y="458993"/>
                  </a:lnTo>
                  <a:lnTo>
                    <a:pt x="1018657" y="458317"/>
                  </a:lnTo>
                  <a:lnTo>
                    <a:pt x="1019442" y="456962"/>
                  </a:lnTo>
                  <a:lnTo>
                    <a:pt x="1018133" y="455946"/>
                  </a:lnTo>
                  <a:lnTo>
                    <a:pt x="1010731" y="457555"/>
                  </a:lnTo>
                  <a:lnTo>
                    <a:pt x="988076" y="446164"/>
                  </a:lnTo>
                  <a:lnTo>
                    <a:pt x="982506" y="440604"/>
                  </a:lnTo>
                  <a:lnTo>
                    <a:pt x="984599" y="445652"/>
                  </a:lnTo>
                  <a:lnTo>
                    <a:pt x="983179" y="450341"/>
                  </a:lnTo>
                  <a:lnTo>
                    <a:pt x="985347" y="453911"/>
                  </a:lnTo>
                  <a:lnTo>
                    <a:pt x="991366" y="455098"/>
                  </a:lnTo>
                  <a:lnTo>
                    <a:pt x="989085" y="452297"/>
                  </a:lnTo>
                  <a:lnTo>
                    <a:pt x="989123" y="450001"/>
                  </a:lnTo>
                  <a:lnTo>
                    <a:pt x="1014507" y="462118"/>
                  </a:lnTo>
                  <a:lnTo>
                    <a:pt x="1008114" y="468513"/>
                  </a:lnTo>
                  <a:lnTo>
                    <a:pt x="1011740" y="468093"/>
                  </a:lnTo>
                  <a:lnTo>
                    <a:pt x="1021049" y="461780"/>
                  </a:lnTo>
                  <a:lnTo>
                    <a:pt x="1031666" y="470694"/>
                  </a:lnTo>
                  <a:lnTo>
                    <a:pt x="1039143" y="473707"/>
                  </a:lnTo>
                  <a:lnTo>
                    <a:pt x="1044527" y="480130"/>
                  </a:lnTo>
                  <a:lnTo>
                    <a:pt x="1044789" y="491235"/>
                  </a:lnTo>
                  <a:lnTo>
                    <a:pt x="1043144" y="495437"/>
                  </a:lnTo>
                  <a:lnTo>
                    <a:pt x="1036153" y="497739"/>
                  </a:lnTo>
                  <a:lnTo>
                    <a:pt x="1031256" y="502411"/>
                  </a:lnTo>
                  <a:lnTo>
                    <a:pt x="1017049" y="500364"/>
                  </a:lnTo>
                  <a:lnTo>
                    <a:pt x="1010245" y="502329"/>
                  </a:lnTo>
                  <a:lnTo>
                    <a:pt x="1009909" y="504456"/>
                  </a:lnTo>
                  <a:lnTo>
                    <a:pt x="1011404" y="507231"/>
                  </a:lnTo>
                  <a:lnTo>
                    <a:pt x="1018657" y="510245"/>
                  </a:lnTo>
                  <a:lnTo>
                    <a:pt x="1019105" y="512602"/>
                  </a:lnTo>
                  <a:lnTo>
                    <a:pt x="1017610" y="514955"/>
                  </a:lnTo>
                  <a:lnTo>
                    <a:pt x="1012152" y="512846"/>
                  </a:lnTo>
                  <a:lnTo>
                    <a:pt x="1006320" y="514712"/>
                  </a:lnTo>
                  <a:lnTo>
                    <a:pt x="1001833" y="523522"/>
                  </a:lnTo>
                  <a:lnTo>
                    <a:pt x="1006806" y="531634"/>
                  </a:lnTo>
                  <a:lnTo>
                    <a:pt x="999778" y="525454"/>
                  </a:lnTo>
                  <a:lnTo>
                    <a:pt x="992712" y="522877"/>
                  </a:lnTo>
                  <a:lnTo>
                    <a:pt x="998955" y="529550"/>
                  </a:lnTo>
                  <a:lnTo>
                    <a:pt x="995627" y="532434"/>
                  </a:lnTo>
                  <a:lnTo>
                    <a:pt x="996637" y="534993"/>
                  </a:lnTo>
                  <a:lnTo>
                    <a:pt x="995478" y="536430"/>
                  </a:lnTo>
                  <a:lnTo>
                    <a:pt x="989721" y="537785"/>
                  </a:lnTo>
                  <a:lnTo>
                    <a:pt x="991291" y="540811"/>
                  </a:lnTo>
                  <a:lnTo>
                    <a:pt x="990057" y="542083"/>
                  </a:lnTo>
                  <a:lnTo>
                    <a:pt x="984898" y="541685"/>
                  </a:lnTo>
                  <a:lnTo>
                    <a:pt x="986730" y="545891"/>
                  </a:lnTo>
                  <a:lnTo>
                    <a:pt x="990506" y="549373"/>
                  </a:lnTo>
                  <a:lnTo>
                    <a:pt x="978020" y="561880"/>
                  </a:lnTo>
                  <a:lnTo>
                    <a:pt x="977459" y="563524"/>
                  </a:lnTo>
                  <a:lnTo>
                    <a:pt x="978543" y="567818"/>
                  </a:lnTo>
                  <a:lnTo>
                    <a:pt x="974468" y="569532"/>
                  </a:lnTo>
                  <a:lnTo>
                    <a:pt x="974805" y="576676"/>
                  </a:lnTo>
                  <a:lnTo>
                    <a:pt x="965645" y="599487"/>
                  </a:lnTo>
                  <a:lnTo>
                    <a:pt x="964412" y="602150"/>
                  </a:lnTo>
                  <a:lnTo>
                    <a:pt x="960411" y="603973"/>
                  </a:lnTo>
                  <a:lnTo>
                    <a:pt x="962767" y="607385"/>
                  </a:lnTo>
                  <a:lnTo>
                    <a:pt x="959888" y="626785"/>
                  </a:lnTo>
                  <a:lnTo>
                    <a:pt x="959851" y="654868"/>
                  </a:lnTo>
                  <a:lnTo>
                    <a:pt x="958131" y="662165"/>
                  </a:lnTo>
                  <a:lnTo>
                    <a:pt x="956336" y="662965"/>
                  </a:lnTo>
                  <a:lnTo>
                    <a:pt x="960113" y="664927"/>
                  </a:lnTo>
                  <a:lnTo>
                    <a:pt x="962243" y="670942"/>
                  </a:lnTo>
                  <a:lnTo>
                    <a:pt x="964187" y="671015"/>
                  </a:lnTo>
                  <a:lnTo>
                    <a:pt x="967514" y="675995"/>
                  </a:lnTo>
                  <a:lnTo>
                    <a:pt x="970244" y="677148"/>
                  </a:lnTo>
                  <a:lnTo>
                    <a:pt x="969309" y="693822"/>
                  </a:lnTo>
                  <a:lnTo>
                    <a:pt x="970580" y="690617"/>
                  </a:lnTo>
                  <a:lnTo>
                    <a:pt x="971889" y="680743"/>
                  </a:lnTo>
                  <a:lnTo>
                    <a:pt x="973645" y="676283"/>
                  </a:lnTo>
                  <a:lnTo>
                    <a:pt x="980786" y="674914"/>
                  </a:lnTo>
                  <a:lnTo>
                    <a:pt x="993273" y="676787"/>
                  </a:lnTo>
                  <a:lnTo>
                    <a:pt x="994917" y="686189"/>
                  </a:lnTo>
                  <a:lnTo>
                    <a:pt x="1008750" y="731859"/>
                  </a:lnTo>
                  <a:lnTo>
                    <a:pt x="1005011" y="742688"/>
                  </a:lnTo>
                  <a:lnTo>
                    <a:pt x="1001160" y="747147"/>
                  </a:lnTo>
                  <a:lnTo>
                    <a:pt x="1008264" y="742757"/>
                  </a:lnTo>
                  <a:lnTo>
                    <a:pt x="1011441" y="742413"/>
                  </a:lnTo>
                  <a:lnTo>
                    <a:pt x="1010357" y="745296"/>
                  </a:lnTo>
                  <a:lnTo>
                    <a:pt x="1036227" y="734902"/>
                  </a:lnTo>
                  <a:lnTo>
                    <a:pt x="1046994" y="735593"/>
                  </a:lnTo>
                  <a:lnTo>
                    <a:pt x="1063630" y="744885"/>
                  </a:lnTo>
                  <a:lnTo>
                    <a:pt x="1083669" y="751251"/>
                  </a:lnTo>
                  <a:lnTo>
                    <a:pt x="1091557" y="759016"/>
                  </a:lnTo>
                  <a:lnTo>
                    <a:pt x="1099258" y="764304"/>
                  </a:lnTo>
                  <a:lnTo>
                    <a:pt x="1111595" y="780990"/>
                  </a:lnTo>
                  <a:lnTo>
                    <a:pt x="1149092" y="796558"/>
                  </a:lnTo>
                  <a:lnTo>
                    <a:pt x="1158625" y="805793"/>
                  </a:lnTo>
                  <a:lnTo>
                    <a:pt x="1158737" y="807632"/>
                  </a:lnTo>
                  <a:lnTo>
                    <a:pt x="1155559" y="815557"/>
                  </a:lnTo>
                  <a:lnTo>
                    <a:pt x="1158700" y="810322"/>
                  </a:lnTo>
                  <a:lnTo>
                    <a:pt x="1161877" y="808092"/>
                  </a:lnTo>
                  <a:lnTo>
                    <a:pt x="1173167" y="809076"/>
                  </a:lnTo>
                  <a:lnTo>
                    <a:pt x="1185766" y="807041"/>
                  </a:lnTo>
                  <a:lnTo>
                    <a:pt x="1200234" y="810650"/>
                  </a:lnTo>
                  <a:lnTo>
                    <a:pt x="1204981" y="810060"/>
                  </a:lnTo>
                  <a:lnTo>
                    <a:pt x="1207411" y="812614"/>
                  </a:lnTo>
                  <a:lnTo>
                    <a:pt x="1213468" y="813073"/>
                  </a:lnTo>
                  <a:lnTo>
                    <a:pt x="1217281" y="816013"/>
                  </a:lnTo>
                  <a:lnTo>
                    <a:pt x="1219038" y="818492"/>
                  </a:lnTo>
                  <a:lnTo>
                    <a:pt x="1220908" y="825190"/>
                  </a:lnTo>
                  <a:lnTo>
                    <a:pt x="1216758" y="841576"/>
                  </a:lnTo>
                  <a:lnTo>
                    <a:pt x="1216646" y="845548"/>
                  </a:lnTo>
                  <a:lnTo>
                    <a:pt x="1220459" y="852633"/>
                  </a:lnTo>
                  <a:lnTo>
                    <a:pt x="1222515" y="860634"/>
                  </a:lnTo>
                  <a:lnTo>
                    <a:pt x="1221506" y="867898"/>
                  </a:lnTo>
                  <a:lnTo>
                    <a:pt x="1222142" y="880011"/>
                  </a:lnTo>
                  <a:lnTo>
                    <a:pt x="1220048" y="883632"/>
                  </a:lnTo>
                  <a:lnTo>
                    <a:pt x="1219375" y="888052"/>
                  </a:lnTo>
                  <a:lnTo>
                    <a:pt x="1220048" y="890474"/>
                  </a:lnTo>
                  <a:lnTo>
                    <a:pt x="1225020" y="895617"/>
                  </a:lnTo>
                  <a:lnTo>
                    <a:pt x="1233768" y="908611"/>
                  </a:lnTo>
                  <a:lnTo>
                    <a:pt x="1234328" y="910816"/>
                  </a:lnTo>
                  <a:lnTo>
                    <a:pt x="1233506" y="912285"/>
                  </a:lnTo>
                  <a:lnTo>
                    <a:pt x="1229020" y="915707"/>
                  </a:lnTo>
                  <a:lnTo>
                    <a:pt x="1234814" y="915280"/>
                  </a:lnTo>
                  <a:lnTo>
                    <a:pt x="1236534" y="916378"/>
                  </a:lnTo>
                  <a:lnTo>
                    <a:pt x="1240310" y="920277"/>
                  </a:lnTo>
                  <a:lnTo>
                    <a:pt x="1246852" y="924226"/>
                  </a:lnTo>
                  <a:lnTo>
                    <a:pt x="1252348" y="930041"/>
                  </a:lnTo>
                  <a:lnTo>
                    <a:pt x="1254778" y="934447"/>
                  </a:lnTo>
                  <a:lnTo>
                    <a:pt x="1257769" y="943761"/>
                  </a:lnTo>
                  <a:lnTo>
                    <a:pt x="1249320" y="952483"/>
                  </a:lnTo>
                  <a:lnTo>
                    <a:pt x="1259339" y="945677"/>
                  </a:lnTo>
                  <a:lnTo>
                    <a:pt x="1264834" y="947292"/>
                  </a:lnTo>
                  <a:lnTo>
                    <a:pt x="1270405" y="950874"/>
                  </a:lnTo>
                  <a:lnTo>
                    <a:pt x="1280536" y="964468"/>
                  </a:lnTo>
                  <a:lnTo>
                    <a:pt x="1278368" y="959377"/>
                  </a:lnTo>
                  <a:lnTo>
                    <a:pt x="1272909" y="952721"/>
                  </a:lnTo>
                  <a:lnTo>
                    <a:pt x="1272424" y="950456"/>
                  </a:lnTo>
                  <a:lnTo>
                    <a:pt x="1274405" y="942923"/>
                  </a:lnTo>
                  <a:lnTo>
                    <a:pt x="1277433" y="937699"/>
                  </a:lnTo>
                  <a:lnTo>
                    <a:pt x="1280723" y="935773"/>
                  </a:lnTo>
                  <a:lnTo>
                    <a:pt x="1282256" y="938300"/>
                  </a:lnTo>
                  <a:lnTo>
                    <a:pt x="1286929" y="941243"/>
                  </a:lnTo>
                  <a:lnTo>
                    <a:pt x="1289770" y="949979"/>
                  </a:lnTo>
                  <a:lnTo>
                    <a:pt x="1290705" y="943881"/>
                  </a:lnTo>
                  <a:lnTo>
                    <a:pt x="1293247" y="939142"/>
                  </a:lnTo>
                  <a:lnTo>
                    <a:pt x="1288125" y="930826"/>
                  </a:lnTo>
                  <a:lnTo>
                    <a:pt x="1291340" y="924530"/>
                  </a:lnTo>
                  <a:lnTo>
                    <a:pt x="1299228" y="914425"/>
                  </a:lnTo>
                  <a:lnTo>
                    <a:pt x="1297583" y="912774"/>
                  </a:lnTo>
                  <a:lnTo>
                    <a:pt x="1296948" y="906586"/>
                  </a:lnTo>
                  <a:lnTo>
                    <a:pt x="1293060" y="900988"/>
                  </a:lnTo>
                  <a:lnTo>
                    <a:pt x="1292611" y="897409"/>
                  </a:lnTo>
                  <a:lnTo>
                    <a:pt x="1293546" y="894070"/>
                  </a:lnTo>
                  <a:lnTo>
                    <a:pt x="1289882" y="887616"/>
                  </a:lnTo>
                  <a:lnTo>
                    <a:pt x="1285658" y="866322"/>
                  </a:lnTo>
                  <a:lnTo>
                    <a:pt x="1285396" y="864176"/>
                  </a:lnTo>
                  <a:lnTo>
                    <a:pt x="1286929" y="860634"/>
                  </a:lnTo>
                  <a:lnTo>
                    <a:pt x="1288873" y="860191"/>
                  </a:lnTo>
                  <a:lnTo>
                    <a:pt x="1286181" y="856639"/>
                  </a:lnTo>
                  <a:lnTo>
                    <a:pt x="1287826" y="854160"/>
                  </a:lnTo>
                  <a:lnTo>
                    <a:pt x="1282742" y="850722"/>
                  </a:lnTo>
                  <a:lnTo>
                    <a:pt x="1284723" y="848233"/>
                  </a:lnTo>
                  <a:lnTo>
                    <a:pt x="1280349" y="844908"/>
                  </a:lnTo>
                  <a:lnTo>
                    <a:pt x="1275339" y="832826"/>
                  </a:lnTo>
                  <a:lnTo>
                    <a:pt x="1272947" y="830306"/>
                  </a:lnTo>
                  <a:lnTo>
                    <a:pt x="1298668" y="818036"/>
                  </a:lnTo>
                  <a:lnTo>
                    <a:pt x="1313210" y="807895"/>
                  </a:lnTo>
                  <a:lnTo>
                    <a:pt x="1325883" y="794240"/>
                  </a:lnTo>
                  <a:lnTo>
                    <a:pt x="1334258" y="781926"/>
                  </a:lnTo>
                  <a:lnTo>
                    <a:pt x="1336538" y="777776"/>
                  </a:lnTo>
                  <a:lnTo>
                    <a:pt x="1338707" y="768426"/>
                  </a:lnTo>
                  <a:lnTo>
                    <a:pt x="1339155" y="748242"/>
                  </a:lnTo>
                  <a:lnTo>
                    <a:pt x="1338183" y="737249"/>
                  </a:lnTo>
                  <a:lnTo>
                    <a:pt x="1331566" y="714932"/>
                  </a:lnTo>
                  <a:lnTo>
                    <a:pt x="1326033" y="704735"/>
                  </a:lnTo>
                  <a:lnTo>
                    <a:pt x="1317809" y="696097"/>
                  </a:lnTo>
                  <a:lnTo>
                    <a:pt x="1298892" y="681676"/>
                  </a:lnTo>
                  <a:lnTo>
                    <a:pt x="1297845" y="678515"/>
                  </a:lnTo>
                  <a:lnTo>
                    <a:pt x="1299565" y="669712"/>
                  </a:lnTo>
                  <a:lnTo>
                    <a:pt x="1307116" y="657645"/>
                  </a:lnTo>
                  <a:lnTo>
                    <a:pt x="1313509" y="650325"/>
                  </a:lnTo>
                  <a:lnTo>
                    <a:pt x="1311453" y="646429"/>
                  </a:lnTo>
                  <a:lnTo>
                    <a:pt x="1314070" y="642080"/>
                  </a:lnTo>
                  <a:lnTo>
                    <a:pt x="1313771" y="638901"/>
                  </a:lnTo>
                  <a:lnTo>
                    <a:pt x="1317023" y="638013"/>
                  </a:lnTo>
                  <a:lnTo>
                    <a:pt x="1322033" y="642227"/>
                  </a:lnTo>
                  <a:lnTo>
                    <a:pt x="1319229" y="637864"/>
                  </a:lnTo>
                  <a:lnTo>
                    <a:pt x="1322407" y="633265"/>
                  </a:lnTo>
                  <a:lnTo>
                    <a:pt x="1321547" y="627904"/>
                  </a:lnTo>
                  <a:lnTo>
                    <a:pt x="1323304" y="623870"/>
                  </a:lnTo>
                  <a:lnTo>
                    <a:pt x="1317136" y="621173"/>
                  </a:lnTo>
                  <a:lnTo>
                    <a:pt x="1319902" y="618772"/>
                  </a:lnTo>
                  <a:lnTo>
                    <a:pt x="1315154" y="606931"/>
                  </a:lnTo>
                  <a:lnTo>
                    <a:pt x="1318818" y="602074"/>
                  </a:lnTo>
                  <a:lnTo>
                    <a:pt x="1314444" y="600629"/>
                  </a:lnTo>
                  <a:lnTo>
                    <a:pt x="1312874" y="597963"/>
                  </a:lnTo>
                  <a:lnTo>
                    <a:pt x="1315565" y="591619"/>
                  </a:lnTo>
                  <a:lnTo>
                    <a:pt x="1317061" y="590776"/>
                  </a:lnTo>
                  <a:lnTo>
                    <a:pt x="1311191" y="591773"/>
                  </a:lnTo>
                  <a:lnTo>
                    <a:pt x="1304761" y="590393"/>
                  </a:lnTo>
                  <a:lnTo>
                    <a:pt x="1313397" y="575902"/>
                  </a:lnTo>
                  <a:lnTo>
                    <a:pt x="1314182" y="572721"/>
                  </a:lnTo>
                  <a:lnTo>
                    <a:pt x="1313995" y="563758"/>
                  </a:lnTo>
                  <a:lnTo>
                    <a:pt x="1318594" y="558588"/>
                  </a:lnTo>
                  <a:lnTo>
                    <a:pt x="1310818" y="551032"/>
                  </a:lnTo>
                  <a:lnTo>
                    <a:pt x="1308088" y="546525"/>
                  </a:lnTo>
                  <a:lnTo>
                    <a:pt x="1305659" y="534354"/>
                  </a:lnTo>
                  <a:lnTo>
                    <a:pt x="1305771" y="526580"/>
                  </a:lnTo>
                  <a:lnTo>
                    <a:pt x="1307116" y="523280"/>
                  </a:lnTo>
                  <a:lnTo>
                    <a:pt x="1310593" y="520134"/>
                  </a:lnTo>
                  <a:lnTo>
                    <a:pt x="1321547" y="513495"/>
                  </a:lnTo>
                  <a:lnTo>
                    <a:pt x="1331790" y="515685"/>
                  </a:lnTo>
                  <a:lnTo>
                    <a:pt x="1353885" y="525052"/>
                  </a:lnTo>
                  <a:lnTo>
                    <a:pt x="1356801" y="528026"/>
                  </a:lnTo>
                  <a:lnTo>
                    <a:pt x="1354445" y="531153"/>
                  </a:lnTo>
                  <a:lnTo>
                    <a:pt x="1363754" y="525212"/>
                  </a:lnTo>
                  <a:lnTo>
                    <a:pt x="1370371" y="527383"/>
                  </a:lnTo>
                  <a:lnTo>
                    <a:pt x="1378446" y="533954"/>
                  </a:lnTo>
                  <a:lnTo>
                    <a:pt x="1377287" y="530993"/>
                  </a:lnTo>
                  <a:lnTo>
                    <a:pt x="1378185" y="529711"/>
                  </a:lnTo>
                  <a:lnTo>
                    <a:pt x="1397737" y="518033"/>
                  </a:lnTo>
                  <a:lnTo>
                    <a:pt x="1414821" y="533554"/>
                  </a:lnTo>
                  <a:lnTo>
                    <a:pt x="1418859" y="533554"/>
                  </a:lnTo>
                  <a:lnTo>
                    <a:pt x="1420018" y="537865"/>
                  </a:lnTo>
                  <a:lnTo>
                    <a:pt x="1417102" y="546129"/>
                  </a:lnTo>
                  <a:lnTo>
                    <a:pt x="1422635" y="542559"/>
                  </a:lnTo>
                  <a:lnTo>
                    <a:pt x="1428430" y="546525"/>
                  </a:lnTo>
                  <a:lnTo>
                    <a:pt x="1432318" y="553161"/>
                  </a:lnTo>
                  <a:lnTo>
                    <a:pt x="1428018" y="556624"/>
                  </a:lnTo>
                  <a:lnTo>
                    <a:pt x="1428654" y="557253"/>
                  </a:lnTo>
                  <a:lnTo>
                    <a:pt x="1432654" y="556152"/>
                  </a:lnTo>
                  <a:lnTo>
                    <a:pt x="1435907" y="552846"/>
                  </a:lnTo>
                  <a:lnTo>
                    <a:pt x="1440655" y="555916"/>
                  </a:lnTo>
                  <a:lnTo>
                    <a:pt x="1441028" y="557881"/>
                  </a:lnTo>
                  <a:lnTo>
                    <a:pt x="1438224" y="559843"/>
                  </a:lnTo>
                  <a:lnTo>
                    <a:pt x="1436168" y="563680"/>
                  </a:lnTo>
                  <a:lnTo>
                    <a:pt x="1440505" y="564852"/>
                  </a:lnTo>
                  <a:lnTo>
                    <a:pt x="1438486" y="568130"/>
                  </a:lnTo>
                  <a:lnTo>
                    <a:pt x="1445140" y="575824"/>
                  </a:lnTo>
                  <a:lnTo>
                    <a:pt x="1459646" y="580234"/>
                  </a:lnTo>
                  <a:lnTo>
                    <a:pt x="1468880" y="579694"/>
                  </a:lnTo>
                  <a:lnTo>
                    <a:pt x="1471384" y="581778"/>
                  </a:lnTo>
                  <a:lnTo>
                    <a:pt x="1471646" y="586016"/>
                  </a:lnTo>
                  <a:lnTo>
                    <a:pt x="1472693" y="587784"/>
                  </a:lnTo>
                  <a:lnTo>
                    <a:pt x="1474824" y="588782"/>
                  </a:lnTo>
                  <a:lnTo>
                    <a:pt x="1480731" y="586323"/>
                  </a:lnTo>
                  <a:lnTo>
                    <a:pt x="1482488" y="580543"/>
                  </a:lnTo>
                  <a:lnTo>
                    <a:pt x="1484993" y="580929"/>
                  </a:lnTo>
                  <a:lnTo>
                    <a:pt x="1487049" y="589166"/>
                  </a:lnTo>
                  <a:lnTo>
                    <a:pt x="1482151" y="595826"/>
                  </a:lnTo>
                  <a:lnTo>
                    <a:pt x="1479834" y="604429"/>
                  </a:lnTo>
                  <a:lnTo>
                    <a:pt x="1480058" y="610940"/>
                  </a:lnTo>
                  <a:lnTo>
                    <a:pt x="1482301" y="615615"/>
                  </a:lnTo>
                  <a:lnTo>
                    <a:pt x="1482376" y="619748"/>
                  </a:lnTo>
                  <a:lnTo>
                    <a:pt x="1481441" y="621698"/>
                  </a:lnTo>
                  <a:lnTo>
                    <a:pt x="1475459" y="624094"/>
                  </a:lnTo>
                  <a:lnTo>
                    <a:pt x="1461067" y="623720"/>
                  </a:lnTo>
                  <a:lnTo>
                    <a:pt x="1461814" y="625440"/>
                  </a:lnTo>
                  <a:lnTo>
                    <a:pt x="1480207" y="628202"/>
                  </a:lnTo>
                  <a:lnTo>
                    <a:pt x="1482376" y="632224"/>
                  </a:lnTo>
                  <a:lnTo>
                    <a:pt x="1483423" y="638235"/>
                  </a:lnTo>
                  <a:lnTo>
                    <a:pt x="1481067" y="645914"/>
                  </a:lnTo>
                  <a:lnTo>
                    <a:pt x="1481292" y="651865"/>
                  </a:lnTo>
                  <a:lnTo>
                    <a:pt x="1487123" y="652085"/>
                  </a:lnTo>
                  <a:lnTo>
                    <a:pt x="1488320" y="653477"/>
                  </a:lnTo>
                  <a:lnTo>
                    <a:pt x="1486077" y="658448"/>
                  </a:lnTo>
                  <a:lnTo>
                    <a:pt x="1486862" y="662237"/>
                  </a:lnTo>
                  <a:lnTo>
                    <a:pt x="1484395" y="671015"/>
                  </a:lnTo>
                  <a:lnTo>
                    <a:pt x="1481964" y="672966"/>
                  </a:lnTo>
                  <a:lnTo>
                    <a:pt x="1479160" y="667539"/>
                  </a:lnTo>
                  <a:lnTo>
                    <a:pt x="1477441" y="671521"/>
                  </a:lnTo>
                  <a:lnTo>
                    <a:pt x="1471347" y="674193"/>
                  </a:lnTo>
                  <a:lnTo>
                    <a:pt x="1471459" y="675347"/>
                  </a:lnTo>
                  <a:lnTo>
                    <a:pt x="1479048" y="678227"/>
                  </a:lnTo>
                  <a:lnTo>
                    <a:pt x="1489815" y="670436"/>
                  </a:lnTo>
                  <a:lnTo>
                    <a:pt x="1501704" y="669568"/>
                  </a:lnTo>
                  <a:lnTo>
                    <a:pt x="1506339" y="672821"/>
                  </a:lnTo>
                  <a:lnTo>
                    <a:pt x="1508283" y="676067"/>
                  </a:lnTo>
                  <a:lnTo>
                    <a:pt x="1511461" y="686404"/>
                  </a:lnTo>
                  <a:lnTo>
                    <a:pt x="1508806" y="699076"/>
                  </a:lnTo>
                  <a:lnTo>
                    <a:pt x="1506489" y="702474"/>
                  </a:lnTo>
                  <a:lnTo>
                    <a:pt x="1496582" y="706709"/>
                  </a:lnTo>
                  <a:lnTo>
                    <a:pt x="1494600" y="709315"/>
                  </a:lnTo>
                  <a:lnTo>
                    <a:pt x="1507610" y="703463"/>
                  </a:lnTo>
                  <a:lnTo>
                    <a:pt x="1510227" y="698509"/>
                  </a:lnTo>
                  <a:lnTo>
                    <a:pt x="1512582" y="689618"/>
                  </a:lnTo>
                  <a:lnTo>
                    <a:pt x="1513928" y="686833"/>
                  </a:lnTo>
                  <a:lnTo>
                    <a:pt x="1515797" y="686332"/>
                  </a:lnTo>
                  <a:lnTo>
                    <a:pt x="1518527" y="693822"/>
                  </a:lnTo>
                  <a:lnTo>
                    <a:pt x="1514900" y="700068"/>
                  </a:lnTo>
                  <a:lnTo>
                    <a:pt x="1519199" y="694746"/>
                  </a:lnTo>
                  <a:lnTo>
                    <a:pt x="1521293" y="689547"/>
                  </a:lnTo>
                  <a:lnTo>
                    <a:pt x="1522676" y="695883"/>
                  </a:lnTo>
                  <a:lnTo>
                    <a:pt x="1522901" y="705863"/>
                  </a:lnTo>
                  <a:lnTo>
                    <a:pt x="1525144" y="697090"/>
                  </a:lnTo>
                  <a:lnTo>
                    <a:pt x="1536583" y="688405"/>
                  </a:lnTo>
                  <a:lnTo>
                    <a:pt x="1542752" y="686118"/>
                  </a:lnTo>
                  <a:lnTo>
                    <a:pt x="1545144" y="683827"/>
                  </a:lnTo>
                  <a:lnTo>
                    <a:pt x="1547051" y="677867"/>
                  </a:lnTo>
                  <a:lnTo>
                    <a:pt x="1550229" y="674121"/>
                  </a:lnTo>
                  <a:lnTo>
                    <a:pt x="1552808" y="674914"/>
                  </a:lnTo>
                  <a:lnTo>
                    <a:pt x="1555874" y="679449"/>
                  </a:lnTo>
                  <a:lnTo>
                    <a:pt x="1557706" y="688476"/>
                  </a:lnTo>
                  <a:lnTo>
                    <a:pt x="1559350" y="682895"/>
                  </a:lnTo>
                  <a:lnTo>
                    <a:pt x="1556846" y="672966"/>
                  </a:lnTo>
                  <a:lnTo>
                    <a:pt x="1560771" y="671882"/>
                  </a:lnTo>
                  <a:lnTo>
                    <a:pt x="1559388" y="669206"/>
                  </a:lnTo>
                  <a:lnTo>
                    <a:pt x="1561033" y="666669"/>
                  </a:lnTo>
                  <a:lnTo>
                    <a:pt x="1563911" y="666959"/>
                  </a:lnTo>
                  <a:lnTo>
                    <a:pt x="1563538" y="664782"/>
                  </a:lnTo>
                  <a:lnTo>
                    <a:pt x="1567238" y="665290"/>
                  </a:lnTo>
                  <a:lnTo>
                    <a:pt x="1570566" y="663329"/>
                  </a:lnTo>
                  <a:lnTo>
                    <a:pt x="1565930" y="661291"/>
                  </a:lnTo>
                  <a:lnTo>
                    <a:pt x="1563986" y="657134"/>
                  </a:lnTo>
                  <a:lnTo>
                    <a:pt x="1565930" y="657134"/>
                  </a:lnTo>
                  <a:lnTo>
                    <a:pt x="1567874" y="651572"/>
                  </a:lnTo>
                  <a:lnTo>
                    <a:pt x="1569968" y="652965"/>
                  </a:lnTo>
                  <a:lnTo>
                    <a:pt x="1568659" y="646650"/>
                  </a:lnTo>
                  <a:lnTo>
                    <a:pt x="1571276" y="646282"/>
                  </a:lnTo>
                  <a:lnTo>
                    <a:pt x="1577744" y="650031"/>
                  </a:lnTo>
                  <a:lnTo>
                    <a:pt x="1570080" y="643851"/>
                  </a:lnTo>
                  <a:lnTo>
                    <a:pt x="1568435" y="639345"/>
                  </a:lnTo>
                  <a:lnTo>
                    <a:pt x="1569519" y="634082"/>
                  </a:lnTo>
                  <a:lnTo>
                    <a:pt x="1572510" y="632373"/>
                  </a:lnTo>
                  <a:lnTo>
                    <a:pt x="1577931" y="634305"/>
                  </a:lnTo>
                  <a:lnTo>
                    <a:pt x="1575201" y="631852"/>
                  </a:lnTo>
                  <a:lnTo>
                    <a:pt x="1574940" y="628650"/>
                  </a:lnTo>
                  <a:lnTo>
                    <a:pt x="1579949" y="614334"/>
                  </a:lnTo>
                  <a:lnTo>
                    <a:pt x="1582305" y="611015"/>
                  </a:lnTo>
                  <a:lnTo>
                    <a:pt x="1588921" y="613656"/>
                  </a:lnTo>
                  <a:lnTo>
                    <a:pt x="1590566" y="617645"/>
                  </a:lnTo>
                  <a:lnTo>
                    <a:pt x="1583351" y="624318"/>
                  </a:lnTo>
                  <a:lnTo>
                    <a:pt x="1593408" y="622148"/>
                  </a:lnTo>
                  <a:lnTo>
                    <a:pt x="1595501" y="625963"/>
                  </a:lnTo>
                  <a:lnTo>
                    <a:pt x="1595801" y="631183"/>
                  </a:lnTo>
                  <a:lnTo>
                    <a:pt x="1594604" y="635493"/>
                  </a:lnTo>
                  <a:lnTo>
                    <a:pt x="1598118" y="632150"/>
                  </a:lnTo>
                  <a:lnTo>
                    <a:pt x="1600773" y="639493"/>
                  </a:lnTo>
                  <a:lnTo>
                    <a:pt x="1604474" y="644883"/>
                  </a:lnTo>
                  <a:lnTo>
                    <a:pt x="1599913" y="649150"/>
                  </a:lnTo>
                  <a:lnTo>
                    <a:pt x="1600436" y="650325"/>
                  </a:lnTo>
                  <a:lnTo>
                    <a:pt x="1603838" y="651572"/>
                  </a:lnTo>
                  <a:lnTo>
                    <a:pt x="1603950" y="654502"/>
                  </a:lnTo>
                  <a:lnTo>
                    <a:pt x="1606829" y="651939"/>
                  </a:lnTo>
                  <a:lnTo>
                    <a:pt x="1608848" y="652232"/>
                  </a:lnTo>
                  <a:lnTo>
                    <a:pt x="1611427" y="657864"/>
                  </a:lnTo>
                  <a:lnTo>
                    <a:pt x="1609558" y="661073"/>
                  </a:lnTo>
                  <a:lnTo>
                    <a:pt x="1606642" y="662528"/>
                  </a:lnTo>
                  <a:lnTo>
                    <a:pt x="1599875" y="663546"/>
                  </a:lnTo>
                  <a:lnTo>
                    <a:pt x="1603576" y="664636"/>
                  </a:lnTo>
                  <a:lnTo>
                    <a:pt x="1614904" y="662965"/>
                  </a:lnTo>
                  <a:lnTo>
                    <a:pt x="1613633" y="664709"/>
                  </a:lnTo>
                  <a:lnTo>
                    <a:pt x="1615577" y="668626"/>
                  </a:lnTo>
                  <a:lnTo>
                    <a:pt x="1614194" y="671087"/>
                  </a:lnTo>
                  <a:lnTo>
                    <a:pt x="1619017" y="670653"/>
                  </a:lnTo>
                  <a:lnTo>
                    <a:pt x="1622680" y="678874"/>
                  </a:lnTo>
                  <a:lnTo>
                    <a:pt x="1617932" y="683970"/>
                  </a:lnTo>
                  <a:lnTo>
                    <a:pt x="1611951" y="687619"/>
                  </a:lnTo>
                  <a:lnTo>
                    <a:pt x="1608923" y="692469"/>
                  </a:lnTo>
                  <a:lnTo>
                    <a:pt x="1615689" y="687048"/>
                  </a:lnTo>
                  <a:lnTo>
                    <a:pt x="1617596" y="688048"/>
                  </a:lnTo>
                  <a:lnTo>
                    <a:pt x="1617334" y="689333"/>
                  </a:lnTo>
                  <a:lnTo>
                    <a:pt x="1625521" y="686046"/>
                  </a:lnTo>
                  <a:lnTo>
                    <a:pt x="1628512" y="686761"/>
                  </a:lnTo>
                  <a:lnTo>
                    <a:pt x="1626830" y="692897"/>
                  </a:lnTo>
                  <a:lnTo>
                    <a:pt x="1623951" y="697587"/>
                  </a:lnTo>
                  <a:lnTo>
                    <a:pt x="1618755" y="700493"/>
                  </a:lnTo>
                  <a:lnTo>
                    <a:pt x="1614642" y="704946"/>
                  </a:lnTo>
                  <a:lnTo>
                    <a:pt x="1623839" y="700422"/>
                  </a:lnTo>
                  <a:lnTo>
                    <a:pt x="1630717" y="699430"/>
                  </a:lnTo>
                  <a:lnTo>
                    <a:pt x="1634494" y="706569"/>
                  </a:lnTo>
                  <a:lnTo>
                    <a:pt x="1641709" y="708963"/>
                  </a:lnTo>
                  <a:lnTo>
                    <a:pt x="1642943" y="710932"/>
                  </a:lnTo>
                  <a:lnTo>
                    <a:pt x="1640924" y="714512"/>
                  </a:lnTo>
                  <a:lnTo>
                    <a:pt x="1642269" y="718432"/>
                  </a:lnTo>
                  <a:lnTo>
                    <a:pt x="1641485" y="720597"/>
                  </a:lnTo>
                  <a:lnTo>
                    <a:pt x="1633783" y="725544"/>
                  </a:lnTo>
                  <a:lnTo>
                    <a:pt x="1630531" y="725405"/>
                  </a:lnTo>
                  <a:lnTo>
                    <a:pt x="1632587" y="726934"/>
                  </a:lnTo>
                  <a:lnTo>
                    <a:pt x="1642457" y="728045"/>
                  </a:lnTo>
                  <a:lnTo>
                    <a:pt x="1643952" y="729988"/>
                  </a:lnTo>
                  <a:lnTo>
                    <a:pt x="1641297" y="734695"/>
                  </a:lnTo>
                  <a:lnTo>
                    <a:pt x="1643727" y="736628"/>
                  </a:lnTo>
                  <a:lnTo>
                    <a:pt x="1648550" y="737180"/>
                  </a:lnTo>
                  <a:lnTo>
                    <a:pt x="1654681" y="743718"/>
                  </a:lnTo>
                  <a:lnTo>
                    <a:pt x="1653485" y="749748"/>
                  </a:lnTo>
                  <a:lnTo>
                    <a:pt x="1653896" y="756296"/>
                  </a:lnTo>
                  <a:lnTo>
                    <a:pt x="1650569" y="757249"/>
                  </a:lnTo>
                  <a:lnTo>
                    <a:pt x="1639540" y="755615"/>
                  </a:lnTo>
                  <a:lnTo>
                    <a:pt x="1633223" y="753025"/>
                  </a:lnTo>
                  <a:lnTo>
                    <a:pt x="1634681" y="750499"/>
                  </a:lnTo>
                  <a:lnTo>
                    <a:pt x="1630493" y="751660"/>
                  </a:lnTo>
                  <a:lnTo>
                    <a:pt x="1632624" y="754389"/>
                  </a:lnTo>
                  <a:lnTo>
                    <a:pt x="1646270" y="762137"/>
                  </a:lnTo>
                  <a:lnTo>
                    <a:pt x="1640625" y="764845"/>
                  </a:lnTo>
                  <a:lnTo>
                    <a:pt x="1642083" y="765995"/>
                  </a:lnTo>
                  <a:lnTo>
                    <a:pt x="1652775" y="768359"/>
                  </a:lnTo>
                  <a:lnTo>
                    <a:pt x="1646906" y="770989"/>
                  </a:lnTo>
                  <a:lnTo>
                    <a:pt x="1646793" y="773210"/>
                  </a:lnTo>
                  <a:lnTo>
                    <a:pt x="1654045" y="773748"/>
                  </a:lnTo>
                  <a:lnTo>
                    <a:pt x="1655354" y="780053"/>
                  </a:lnTo>
                  <a:lnTo>
                    <a:pt x="1652251" y="781926"/>
                  </a:lnTo>
                  <a:lnTo>
                    <a:pt x="1657710" y="783463"/>
                  </a:lnTo>
                  <a:lnTo>
                    <a:pt x="1659728" y="786731"/>
                  </a:lnTo>
                  <a:lnTo>
                    <a:pt x="1661672" y="786865"/>
                  </a:lnTo>
                  <a:lnTo>
                    <a:pt x="1665111" y="783329"/>
                  </a:lnTo>
                  <a:lnTo>
                    <a:pt x="1666943" y="783931"/>
                  </a:lnTo>
                  <a:lnTo>
                    <a:pt x="1667055" y="785998"/>
                  </a:lnTo>
                  <a:lnTo>
                    <a:pt x="1670046" y="788662"/>
                  </a:lnTo>
                  <a:lnTo>
                    <a:pt x="1670682" y="791919"/>
                  </a:lnTo>
                  <a:lnTo>
                    <a:pt x="1672476" y="788995"/>
                  </a:lnTo>
                  <a:lnTo>
                    <a:pt x="1675280" y="789793"/>
                  </a:lnTo>
                  <a:lnTo>
                    <a:pt x="1673897" y="794770"/>
                  </a:lnTo>
                  <a:lnTo>
                    <a:pt x="1678383" y="800919"/>
                  </a:lnTo>
                  <a:lnTo>
                    <a:pt x="1674869" y="805135"/>
                  </a:lnTo>
                  <a:lnTo>
                    <a:pt x="1673037" y="811174"/>
                  </a:lnTo>
                  <a:lnTo>
                    <a:pt x="1669560" y="816275"/>
                  </a:lnTo>
                  <a:lnTo>
                    <a:pt x="1677972" y="809863"/>
                  </a:lnTo>
                  <a:lnTo>
                    <a:pt x="1687393" y="807173"/>
                  </a:lnTo>
                  <a:lnTo>
                    <a:pt x="1688701" y="808683"/>
                  </a:lnTo>
                  <a:lnTo>
                    <a:pt x="1688813" y="811305"/>
                  </a:lnTo>
                  <a:lnTo>
                    <a:pt x="1694048" y="812091"/>
                  </a:lnTo>
                  <a:lnTo>
                    <a:pt x="1687729" y="820511"/>
                  </a:lnTo>
                  <a:lnTo>
                    <a:pt x="1685748" y="825190"/>
                  </a:lnTo>
                  <a:lnTo>
                    <a:pt x="1697748" y="811174"/>
                  </a:lnTo>
                  <a:lnTo>
                    <a:pt x="1703207" y="813007"/>
                  </a:lnTo>
                  <a:lnTo>
                    <a:pt x="1707693" y="824281"/>
                  </a:lnTo>
                  <a:lnTo>
                    <a:pt x="1715656" y="826617"/>
                  </a:lnTo>
                  <a:lnTo>
                    <a:pt x="1719282" y="825255"/>
                  </a:lnTo>
                  <a:lnTo>
                    <a:pt x="1719843" y="823307"/>
                  </a:lnTo>
                  <a:lnTo>
                    <a:pt x="1724703" y="822918"/>
                  </a:lnTo>
                  <a:lnTo>
                    <a:pt x="1725376" y="826617"/>
                  </a:lnTo>
                  <a:lnTo>
                    <a:pt x="1727507" y="828625"/>
                  </a:lnTo>
                  <a:lnTo>
                    <a:pt x="1736292" y="833213"/>
                  </a:lnTo>
                  <a:lnTo>
                    <a:pt x="1732965" y="838558"/>
                  </a:lnTo>
                  <a:lnTo>
                    <a:pt x="1730161" y="840485"/>
                  </a:lnTo>
                  <a:lnTo>
                    <a:pt x="1720777" y="841769"/>
                  </a:lnTo>
                  <a:lnTo>
                    <a:pt x="1719357" y="844076"/>
                  </a:lnTo>
                  <a:lnTo>
                    <a:pt x="1714870" y="846124"/>
                  </a:lnTo>
                  <a:lnTo>
                    <a:pt x="1710758" y="852442"/>
                  </a:lnTo>
                  <a:lnTo>
                    <a:pt x="1704814" y="853079"/>
                  </a:lnTo>
                  <a:lnTo>
                    <a:pt x="1692814" y="860064"/>
                  </a:lnTo>
                  <a:lnTo>
                    <a:pt x="1686047" y="860064"/>
                  </a:lnTo>
                  <a:lnTo>
                    <a:pt x="1681187" y="863607"/>
                  </a:lnTo>
                  <a:lnTo>
                    <a:pt x="1679355" y="868403"/>
                  </a:lnTo>
                  <a:lnTo>
                    <a:pt x="1674159" y="866448"/>
                  </a:lnTo>
                  <a:lnTo>
                    <a:pt x="1680290" y="872240"/>
                  </a:lnTo>
                  <a:lnTo>
                    <a:pt x="1676327" y="875566"/>
                  </a:lnTo>
                  <a:lnTo>
                    <a:pt x="1676028" y="876632"/>
                  </a:lnTo>
                  <a:lnTo>
                    <a:pt x="1677149" y="877258"/>
                  </a:lnTo>
                  <a:lnTo>
                    <a:pt x="1675205" y="879136"/>
                  </a:lnTo>
                  <a:lnTo>
                    <a:pt x="1675542" y="879948"/>
                  </a:lnTo>
                  <a:lnTo>
                    <a:pt x="1679280" y="878510"/>
                  </a:lnTo>
                  <a:lnTo>
                    <a:pt x="1685935" y="871612"/>
                  </a:lnTo>
                  <a:lnTo>
                    <a:pt x="1696440" y="866764"/>
                  </a:lnTo>
                  <a:lnTo>
                    <a:pt x="1704814" y="858606"/>
                  </a:lnTo>
                  <a:lnTo>
                    <a:pt x="1710385" y="854987"/>
                  </a:lnTo>
                  <a:lnTo>
                    <a:pt x="1725226" y="850977"/>
                  </a:lnTo>
                  <a:lnTo>
                    <a:pt x="1717300" y="850148"/>
                  </a:lnTo>
                  <a:lnTo>
                    <a:pt x="1716516" y="848105"/>
                  </a:lnTo>
                  <a:lnTo>
                    <a:pt x="1719917" y="846124"/>
                  </a:lnTo>
                  <a:lnTo>
                    <a:pt x="1736030" y="848489"/>
                  </a:lnTo>
                  <a:lnTo>
                    <a:pt x="1740554" y="856893"/>
                  </a:lnTo>
                  <a:lnTo>
                    <a:pt x="1741862" y="861584"/>
                  </a:lnTo>
                  <a:lnTo>
                    <a:pt x="1733787" y="867898"/>
                  </a:lnTo>
                  <a:lnTo>
                    <a:pt x="1736666" y="869662"/>
                  </a:lnTo>
                  <a:lnTo>
                    <a:pt x="1737788" y="872868"/>
                  </a:lnTo>
                  <a:lnTo>
                    <a:pt x="1747993" y="863418"/>
                  </a:lnTo>
                  <a:lnTo>
                    <a:pt x="1755807" y="862533"/>
                  </a:lnTo>
                  <a:lnTo>
                    <a:pt x="1758087" y="867457"/>
                  </a:lnTo>
                  <a:lnTo>
                    <a:pt x="1763171" y="868717"/>
                  </a:lnTo>
                  <a:lnTo>
                    <a:pt x="1768368" y="877258"/>
                  </a:lnTo>
                  <a:lnTo>
                    <a:pt x="1769639" y="881822"/>
                  </a:lnTo>
                  <a:lnTo>
                    <a:pt x="1767695" y="889108"/>
                  </a:lnTo>
                  <a:lnTo>
                    <a:pt x="1768966" y="893327"/>
                  </a:lnTo>
                  <a:lnTo>
                    <a:pt x="1768106" y="898212"/>
                  </a:lnTo>
                  <a:lnTo>
                    <a:pt x="1769527" y="901419"/>
                  </a:lnTo>
                  <a:lnTo>
                    <a:pt x="1758686" y="904804"/>
                  </a:lnTo>
                  <a:lnTo>
                    <a:pt x="1770723" y="907138"/>
                  </a:lnTo>
                  <a:lnTo>
                    <a:pt x="1771358" y="910020"/>
                  </a:lnTo>
                  <a:lnTo>
                    <a:pt x="1770088" y="910939"/>
                  </a:lnTo>
                  <a:lnTo>
                    <a:pt x="1765190" y="909898"/>
                  </a:lnTo>
                  <a:lnTo>
                    <a:pt x="1771882" y="915096"/>
                  </a:lnTo>
                  <a:lnTo>
                    <a:pt x="1771770" y="918633"/>
                  </a:lnTo>
                  <a:lnTo>
                    <a:pt x="1765078" y="925622"/>
                  </a:lnTo>
                  <a:lnTo>
                    <a:pt x="1745189" y="941423"/>
                  </a:lnTo>
                  <a:lnTo>
                    <a:pt x="1735096" y="941063"/>
                  </a:lnTo>
                  <a:lnTo>
                    <a:pt x="1728703" y="942503"/>
                  </a:lnTo>
                  <a:lnTo>
                    <a:pt x="1723432" y="945976"/>
                  </a:lnTo>
                  <a:lnTo>
                    <a:pt x="1713300" y="946873"/>
                  </a:lnTo>
                  <a:lnTo>
                    <a:pt x="1699692" y="963877"/>
                  </a:lnTo>
                  <a:lnTo>
                    <a:pt x="1695281" y="967302"/>
                  </a:lnTo>
                  <a:lnTo>
                    <a:pt x="1690421" y="973308"/>
                  </a:lnTo>
                  <a:lnTo>
                    <a:pt x="1686196" y="975716"/>
                  </a:lnTo>
                  <a:lnTo>
                    <a:pt x="1684739" y="978998"/>
                  </a:lnTo>
                  <a:lnTo>
                    <a:pt x="1680701" y="981045"/>
                  </a:lnTo>
                  <a:lnTo>
                    <a:pt x="1669748" y="982097"/>
                  </a:lnTo>
                  <a:lnTo>
                    <a:pt x="1665597" y="981162"/>
                  </a:lnTo>
                  <a:lnTo>
                    <a:pt x="1662495" y="982623"/>
                  </a:lnTo>
                  <a:lnTo>
                    <a:pt x="1655579" y="982740"/>
                  </a:lnTo>
                  <a:lnTo>
                    <a:pt x="1646531" y="985891"/>
                  </a:lnTo>
                  <a:lnTo>
                    <a:pt x="1642494" y="981747"/>
                  </a:lnTo>
                  <a:lnTo>
                    <a:pt x="1625970" y="979524"/>
                  </a:lnTo>
                  <a:lnTo>
                    <a:pt x="1617259" y="979759"/>
                  </a:lnTo>
                  <a:lnTo>
                    <a:pt x="1615091" y="981396"/>
                  </a:lnTo>
                  <a:lnTo>
                    <a:pt x="1602343" y="979115"/>
                  </a:lnTo>
                  <a:lnTo>
                    <a:pt x="1595763" y="980577"/>
                  </a:lnTo>
                  <a:lnTo>
                    <a:pt x="1572958" y="978880"/>
                  </a:lnTo>
                  <a:lnTo>
                    <a:pt x="1562678" y="980870"/>
                  </a:lnTo>
                  <a:lnTo>
                    <a:pt x="1558678" y="979759"/>
                  </a:lnTo>
                  <a:lnTo>
                    <a:pt x="1555163" y="982798"/>
                  </a:lnTo>
                  <a:lnTo>
                    <a:pt x="1547462" y="982448"/>
                  </a:lnTo>
                  <a:lnTo>
                    <a:pt x="1538190" y="989501"/>
                  </a:lnTo>
                  <a:lnTo>
                    <a:pt x="1532134" y="1002069"/>
                  </a:lnTo>
                  <a:lnTo>
                    <a:pt x="1531537" y="1006907"/>
                  </a:lnTo>
                  <a:lnTo>
                    <a:pt x="1529256" y="1010181"/>
                  </a:lnTo>
                  <a:lnTo>
                    <a:pt x="1510377" y="1014994"/>
                  </a:lnTo>
                  <a:lnTo>
                    <a:pt x="1511648" y="1016538"/>
                  </a:lnTo>
                  <a:lnTo>
                    <a:pt x="1504918" y="1019507"/>
                  </a:lnTo>
                  <a:lnTo>
                    <a:pt x="1502339" y="1023154"/>
                  </a:lnTo>
                  <a:lnTo>
                    <a:pt x="1496918" y="1026679"/>
                  </a:lnTo>
                  <a:lnTo>
                    <a:pt x="1490638" y="1034722"/>
                  </a:lnTo>
                  <a:lnTo>
                    <a:pt x="1487647" y="1040588"/>
                  </a:lnTo>
                  <a:lnTo>
                    <a:pt x="1481441" y="1046431"/>
                  </a:lnTo>
                  <a:lnTo>
                    <a:pt x="1477740" y="1046151"/>
                  </a:lnTo>
                  <a:lnTo>
                    <a:pt x="1466711" y="1041207"/>
                  </a:lnTo>
                  <a:lnTo>
                    <a:pt x="1453514" y="1038391"/>
                  </a:lnTo>
                  <a:lnTo>
                    <a:pt x="1457253" y="1041150"/>
                  </a:lnTo>
                  <a:lnTo>
                    <a:pt x="1464281" y="1041544"/>
                  </a:lnTo>
                  <a:lnTo>
                    <a:pt x="1475273" y="1046207"/>
                  </a:lnTo>
                  <a:lnTo>
                    <a:pt x="1479348" y="1049569"/>
                  </a:lnTo>
                  <a:lnTo>
                    <a:pt x="1476655" y="1057832"/>
                  </a:lnTo>
                  <a:lnTo>
                    <a:pt x="1474787" y="1060670"/>
                  </a:lnTo>
                  <a:lnTo>
                    <a:pt x="1465365" y="1070424"/>
                  </a:lnTo>
                  <a:lnTo>
                    <a:pt x="1460020" y="1079076"/>
                  </a:lnTo>
                  <a:lnTo>
                    <a:pt x="1451496" y="1085658"/>
                  </a:lnTo>
                  <a:lnTo>
                    <a:pt x="1448356" y="1089540"/>
                  </a:lnTo>
                  <a:lnTo>
                    <a:pt x="1438187" y="1093249"/>
                  </a:lnTo>
                  <a:lnTo>
                    <a:pt x="1435645" y="1092868"/>
                  </a:lnTo>
                  <a:lnTo>
                    <a:pt x="1428878" y="1096733"/>
                  </a:lnTo>
                  <a:lnTo>
                    <a:pt x="1427794" y="1098960"/>
                  </a:lnTo>
                  <a:lnTo>
                    <a:pt x="1419009" y="1104922"/>
                  </a:lnTo>
                  <a:lnTo>
                    <a:pt x="1412766" y="1107246"/>
                  </a:lnTo>
                  <a:lnTo>
                    <a:pt x="1411906" y="1109945"/>
                  </a:lnTo>
                  <a:lnTo>
                    <a:pt x="1409363" y="1111562"/>
                  </a:lnTo>
                  <a:lnTo>
                    <a:pt x="1402484" y="1121340"/>
                  </a:lnTo>
                  <a:lnTo>
                    <a:pt x="1397587" y="1122143"/>
                  </a:lnTo>
                  <a:lnTo>
                    <a:pt x="1390821" y="1128342"/>
                  </a:lnTo>
                  <a:lnTo>
                    <a:pt x="1385063" y="1127488"/>
                  </a:lnTo>
                  <a:lnTo>
                    <a:pt x="1391606" y="1130368"/>
                  </a:lnTo>
                  <a:lnTo>
                    <a:pt x="1392129" y="1132976"/>
                  </a:lnTo>
                  <a:lnTo>
                    <a:pt x="1384166" y="1137067"/>
                  </a:lnTo>
                  <a:lnTo>
                    <a:pt x="1376876" y="1143052"/>
                  </a:lnTo>
                  <a:lnTo>
                    <a:pt x="1370894" y="1144056"/>
                  </a:lnTo>
                  <a:lnTo>
                    <a:pt x="1362483" y="1149859"/>
                  </a:lnTo>
                  <a:lnTo>
                    <a:pt x="1352651" y="1160202"/>
                  </a:lnTo>
                  <a:lnTo>
                    <a:pt x="1346931" y="1163496"/>
                  </a:lnTo>
                  <a:lnTo>
                    <a:pt x="1340426" y="1170637"/>
                  </a:lnTo>
                  <a:lnTo>
                    <a:pt x="1333024" y="1182974"/>
                  </a:lnTo>
                  <a:lnTo>
                    <a:pt x="1293546" y="1183077"/>
                  </a:lnTo>
                  <a:lnTo>
                    <a:pt x="1284200" y="1187616"/>
                  </a:lnTo>
                  <a:lnTo>
                    <a:pt x="1286517" y="1193016"/>
                  </a:lnTo>
                  <a:lnTo>
                    <a:pt x="1286368" y="1197887"/>
                  </a:lnTo>
                  <a:lnTo>
                    <a:pt x="1287228" y="1200394"/>
                  </a:lnTo>
                  <a:lnTo>
                    <a:pt x="1289396" y="1202745"/>
                  </a:lnTo>
                  <a:lnTo>
                    <a:pt x="1289022" y="1204786"/>
                  </a:lnTo>
                  <a:lnTo>
                    <a:pt x="1287003" y="1206520"/>
                  </a:lnTo>
                  <a:lnTo>
                    <a:pt x="1261844" y="1218807"/>
                  </a:lnTo>
                  <a:lnTo>
                    <a:pt x="1240460" y="1223204"/>
                  </a:lnTo>
                  <a:lnTo>
                    <a:pt x="1216347" y="1238132"/>
                  </a:lnTo>
                  <a:lnTo>
                    <a:pt x="1211113" y="1238132"/>
                  </a:lnTo>
                  <a:lnTo>
                    <a:pt x="1204047" y="1233721"/>
                  </a:lnTo>
                  <a:lnTo>
                    <a:pt x="1201729" y="1229753"/>
                  </a:lnTo>
                  <a:lnTo>
                    <a:pt x="1201580" y="1225121"/>
                  </a:lnTo>
                  <a:lnTo>
                    <a:pt x="1203150" y="1220678"/>
                  </a:lnTo>
                  <a:lnTo>
                    <a:pt x="1207411" y="1218301"/>
                  </a:lnTo>
                  <a:lnTo>
                    <a:pt x="1214104" y="1211557"/>
                  </a:lnTo>
                  <a:lnTo>
                    <a:pt x="1216982" y="1198860"/>
                  </a:lnTo>
                  <a:lnTo>
                    <a:pt x="1222590" y="1184626"/>
                  </a:lnTo>
                  <a:lnTo>
                    <a:pt x="1213991" y="1132923"/>
                  </a:lnTo>
                  <a:lnTo>
                    <a:pt x="1192383" y="1118981"/>
                  </a:lnTo>
                  <a:lnTo>
                    <a:pt x="1194925" y="1113663"/>
                  </a:lnTo>
                  <a:lnTo>
                    <a:pt x="1191897" y="1110053"/>
                  </a:lnTo>
                  <a:lnTo>
                    <a:pt x="1184383" y="1110970"/>
                  </a:lnTo>
                  <a:lnTo>
                    <a:pt x="1182065" y="1106760"/>
                  </a:lnTo>
                  <a:lnTo>
                    <a:pt x="1180794" y="1097222"/>
                  </a:lnTo>
                  <a:lnTo>
                    <a:pt x="1172233" y="1099774"/>
                  </a:lnTo>
                  <a:lnTo>
                    <a:pt x="1167709" y="1094338"/>
                  </a:lnTo>
                  <a:lnTo>
                    <a:pt x="1165728" y="1086370"/>
                  </a:lnTo>
                  <a:lnTo>
                    <a:pt x="1092977" y="1043175"/>
                  </a:lnTo>
                  <a:lnTo>
                    <a:pt x="1088117" y="1044411"/>
                  </a:lnTo>
                  <a:lnTo>
                    <a:pt x="1074397" y="1051974"/>
                  </a:lnTo>
                  <a:lnTo>
                    <a:pt x="1070584" y="1052701"/>
                  </a:lnTo>
                  <a:lnTo>
                    <a:pt x="1061350" y="1052757"/>
                  </a:lnTo>
                  <a:lnTo>
                    <a:pt x="1059443" y="1052142"/>
                  </a:lnTo>
                  <a:lnTo>
                    <a:pt x="1057387" y="1048953"/>
                  </a:lnTo>
                  <a:lnTo>
                    <a:pt x="1043817" y="1049345"/>
                  </a:lnTo>
                  <a:lnTo>
                    <a:pt x="1041835" y="1046375"/>
                  </a:lnTo>
                  <a:lnTo>
                    <a:pt x="1040265" y="1046095"/>
                  </a:lnTo>
                  <a:lnTo>
                    <a:pt x="1030470" y="1050800"/>
                  </a:lnTo>
                  <a:lnTo>
                    <a:pt x="1027741" y="1050800"/>
                  </a:lnTo>
                  <a:lnTo>
                    <a:pt x="1020713" y="1046487"/>
                  </a:lnTo>
                  <a:lnTo>
                    <a:pt x="1017647" y="1043231"/>
                  </a:lnTo>
                  <a:lnTo>
                    <a:pt x="1014171" y="1042051"/>
                  </a:lnTo>
                  <a:lnTo>
                    <a:pt x="1009161" y="1044018"/>
                  </a:lnTo>
                  <a:lnTo>
                    <a:pt x="1007366" y="1039011"/>
                  </a:lnTo>
                  <a:lnTo>
                    <a:pt x="997048" y="1033479"/>
                  </a:lnTo>
                  <a:lnTo>
                    <a:pt x="989123" y="1033366"/>
                  </a:lnTo>
                  <a:lnTo>
                    <a:pt x="987366" y="1035118"/>
                  </a:lnTo>
                  <a:lnTo>
                    <a:pt x="982281" y="1036191"/>
                  </a:lnTo>
                  <a:lnTo>
                    <a:pt x="975066" y="1032008"/>
                  </a:lnTo>
                  <a:lnTo>
                    <a:pt x="963328" y="1029402"/>
                  </a:lnTo>
                  <a:lnTo>
                    <a:pt x="961570" y="1027303"/>
                  </a:lnTo>
                  <a:lnTo>
                    <a:pt x="959514" y="1021161"/>
                  </a:lnTo>
                  <a:lnTo>
                    <a:pt x="958467" y="1011615"/>
                  </a:lnTo>
                  <a:lnTo>
                    <a:pt x="952224" y="1009492"/>
                  </a:lnTo>
                  <a:lnTo>
                    <a:pt x="952075" y="1021503"/>
                  </a:lnTo>
                  <a:lnTo>
                    <a:pt x="378295" y="1021503"/>
                  </a:lnTo>
                  <a:lnTo>
                    <a:pt x="374669" y="1018880"/>
                  </a:lnTo>
                  <a:lnTo>
                    <a:pt x="372314" y="1021901"/>
                  </a:lnTo>
                  <a:lnTo>
                    <a:pt x="371454" y="1019450"/>
                  </a:lnTo>
                  <a:lnTo>
                    <a:pt x="372239" y="1017110"/>
                  </a:lnTo>
                  <a:lnTo>
                    <a:pt x="370146" y="1017166"/>
                  </a:lnTo>
                  <a:lnTo>
                    <a:pt x="369136" y="1012991"/>
                  </a:lnTo>
                  <a:lnTo>
                    <a:pt x="375006" y="1011959"/>
                  </a:lnTo>
                  <a:lnTo>
                    <a:pt x="376426" y="1008573"/>
                  </a:lnTo>
                  <a:lnTo>
                    <a:pt x="373585" y="1011042"/>
                  </a:lnTo>
                  <a:lnTo>
                    <a:pt x="368164" y="1010353"/>
                  </a:lnTo>
                  <a:lnTo>
                    <a:pt x="369996" y="999586"/>
                  </a:lnTo>
                  <a:lnTo>
                    <a:pt x="367155" y="1002876"/>
                  </a:lnTo>
                  <a:lnTo>
                    <a:pt x="366931" y="1006676"/>
                  </a:lnTo>
                  <a:lnTo>
                    <a:pt x="362893" y="1008631"/>
                  </a:lnTo>
                  <a:lnTo>
                    <a:pt x="355379" y="1005526"/>
                  </a:lnTo>
                  <a:lnTo>
                    <a:pt x="352537" y="1002069"/>
                  </a:lnTo>
                  <a:lnTo>
                    <a:pt x="352014" y="1000164"/>
                  </a:lnTo>
                  <a:lnTo>
                    <a:pt x="353285" y="997794"/>
                  </a:lnTo>
                  <a:lnTo>
                    <a:pt x="354743" y="998372"/>
                  </a:lnTo>
                  <a:lnTo>
                    <a:pt x="356949" y="1002588"/>
                  </a:lnTo>
                  <a:lnTo>
                    <a:pt x="361809" y="999528"/>
                  </a:lnTo>
                  <a:lnTo>
                    <a:pt x="358070" y="1000279"/>
                  </a:lnTo>
                  <a:lnTo>
                    <a:pt x="355753" y="997736"/>
                  </a:lnTo>
                  <a:lnTo>
                    <a:pt x="355117" y="989907"/>
                  </a:lnTo>
                  <a:lnTo>
                    <a:pt x="357622" y="986415"/>
                  </a:lnTo>
                  <a:lnTo>
                    <a:pt x="356762" y="984608"/>
                  </a:lnTo>
                  <a:lnTo>
                    <a:pt x="354257" y="983324"/>
                  </a:lnTo>
                  <a:lnTo>
                    <a:pt x="355939" y="986940"/>
                  </a:lnTo>
                  <a:lnTo>
                    <a:pt x="353734" y="990256"/>
                  </a:lnTo>
                  <a:lnTo>
                    <a:pt x="353734" y="992754"/>
                  </a:lnTo>
                  <a:lnTo>
                    <a:pt x="350182" y="995942"/>
                  </a:lnTo>
                  <a:lnTo>
                    <a:pt x="347303" y="996637"/>
                  </a:lnTo>
                  <a:lnTo>
                    <a:pt x="343117" y="995478"/>
                  </a:lnTo>
                  <a:lnTo>
                    <a:pt x="336873" y="988628"/>
                  </a:lnTo>
                  <a:lnTo>
                    <a:pt x="333770" y="979642"/>
                  </a:lnTo>
                  <a:lnTo>
                    <a:pt x="331453" y="977475"/>
                  </a:lnTo>
                  <a:lnTo>
                    <a:pt x="331191" y="975716"/>
                  </a:lnTo>
                  <a:lnTo>
                    <a:pt x="335228" y="968541"/>
                  </a:lnTo>
                  <a:lnTo>
                    <a:pt x="335265" y="960859"/>
                  </a:lnTo>
                  <a:lnTo>
                    <a:pt x="333733" y="962872"/>
                  </a:lnTo>
                  <a:lnTo>
                    <a:pt x="333546" y="967597"/>
                  </a:lnTo>
                  <a:lnTo>
                    <a:pt x="331153" y="972603"/>
                  </a:lnTo>
                  <a:lnTo>
                    <a:pt x="328013" y="973837"/>
                  </a:lnTo>
                  <a:lnTo>
                    <a:pt x="322480" y="973132"/>
                  </a:lnTo>
                  <a:lnTo>
                    <a:pt x="321433" y="971897"/>
                  </a:lnTo>
                  <a:lnTo>
                    <a:pt x="321172" y="968187"/>
                  </a:lnTo>
                  <a:lnTo>
                    <a:pt x="319041" y="974131"/>
                  </a:lnTo>
                  <a:lnTo>
                    <a:pt x="316312" y="972779"/>
                  </a:lnTo>
                  <a:lnTo>
                    <a:pt x="309657" y="973132"/>
                  </a:lnTo>
                  <a:lnTo>
                    <a:pt x="303190" y="972074"/>
                  </a:lnTo>
                  <a:lnTo>
                    <a:pt x="302292" y="970190"/>
                  </a:lnTo>
                  <a:lnTo>
                    <a:pt x="313583" y="966358"/>
                  </a:lnTo>
                  <a:lnTo>
                    <a:pt x="300909" y="967184"/>
                  </a:lnTo>
                  <a:lnTo>
                    <a:pt x="300872" y="965709"/>
                  </a:lnTo>
                  <a:lnTo>
                    <a:pt x="303825" y="961984"/>
                  </a:lnTo>
                  <a:lnTo>
                    <a:pt x="300760" y="961036"/>
                  </a:lnTo>
                  <a:lnTo>
                    <a:pt x="301545" y="957953"/>
                  </a:lnTo>
                  <a:lnTo>
                    <a:pt x="300872" y="954745"/>
                  </a:lnTo>
                  <a:lnTo>
                    <a:pt x="298479" y="959436"/>
                  </a:lnTo>
                  <a:lnTo>
                    <a:pt x="289619" y="960977"/>
                  </a:lnTo>
                  <a:lnTo>
                    <a:pt x="283413" y="958428"/>
                  </a:lnTo>
                  <a:lnTo>
                    <a:pt x="276123" y="951649"/>
                  </a:lnTo>
                  <a:lnTo>
                    <a:pt x="276535" y="945258"/>
                  </a:lnTo>
                  <a:lnTo>
                    <a:pt x="282105" y="936435"/>
                  </a:lnTo>
                  <a:lnTo>
                    <a:pt x="285021" y="934869"/>
                  </a:lnTo>
                  <a:lnTo>
                    <a:pt x="297246" y="933241"/>
                  </a:lnTo>
                  <a:lnTo>
                    <a:pt x="283787" y="933121"/>
                  </a:lnTo>
                  <a:lnTo>
                    <a:pt x="281619" y="934025"/>
                  </a:lnTo>
                  <a:lnTo>
                    <a:pt x="277432" y="940763"/>
                  </a:lnTo>
                  <a:lnTo>
                    <a:pt x="276011" y="940343"/>
                  </a:lnTo>
                  <a:lnTo>
                    <a:pt x="273805" y="936556"/>
                  </a:lnTo>
                  <a:lnTo>
                    <a:pt x="272796" y="930826"/>
                  </a:lnTo>
                  <a:lnTo>
                    <a:pt x="275712" y="923498"/>
                  </a:lnTo>
                  <a:lnTo>
                    <a:pt x="272983" y="923619"/>
                  </a:lnTo>
                  <a:lnTo>
                    <a:pt x="274329" y="916805"/>
                  </a:lnTo>
                  <a:lnTo>
                    <a:pt x="281731" y="911184"/>
                  </a:lnTo>
                  <a:lnTo>
                    <a:pt x="285806" y="909898"/>
                  </a:lnTo>
                  <a:lnTo>
                    <a:pt x="287189" y="912591"/>
                  </a:lnTo>
                  <a:lnTo>
                    <a:pt x="290666" y="913447"/>
                  </a:lnTo>
                  <a:lnTo>
                    <a:pt x="296760" y="921189"/>
                  </a:lnTo>
                  <a:lnTo>
                    <a:pt x="292124" y="912836"/>
                  </a:lnTo>
                  <a:lnTo>
                    <a:pt x="288199" y="910694"/>
                  </a:lnTo>
                  <a:lnTo>
                    <a:pt x="286815" y="907752"/>
                  </a:lnTo>
                  <a:lnTo>
                    <a:pt x="286927" y="904989"/>
                  </a:lnTo>
                  <a:lnTo>
                    <a:pt x="291825" y="898706"/>
                  </a:lnTo>
                  <a:lnTo>
                    <a:pt x="290442" y="894565"/>
                  </a:lnTo>
                  <a:lnTo>
                    <a:pt x="290553" y="898768"/>
                  </a:lnTo>
                  <a:lnTo>
                    <a:pt x="289469" y="901111"/>
                  </a:lnTo>
                  <a:lnTo>
                    <a:pt x="280049" y="911123"/>
                  </a:lnTo>
                  <a:lnTo>
                    <a:pt x="273506" y="914791"/>
                  </a:lnTo>
                  <a:lnTo>
                    <a:pt x="267936" y="930404"/>
                  </a:lnTo>
                  <a:lnTo>
                    <a:pt x="266029" y="923316"/>
                  </a:lnTo>
                  <a:lnTo>
                    <a:pt x="262627" y="917902"/>
                  </a:lnTo>
                  <a:lnTo>
                    <a:pt x="269282" y="912469"/>
                  </a:lnTo>
                  <a:lnTo>
                    <a:pt x="268983" y="907875"/>
                  </a:lnTo>
                  <a:lnTo>
                    <a:pt x="271301" y="904743"/>
                  </a:lnTo>
                  <a:lnTo>
                    <a:pt x="269282" y="905235"/>
                  </a:lnTo>
                  <a:lnTo>
                    <a:pt x="264422" y="910939"/>
                  </a:lnTo>
                  <a:lnTo>
                    <a:pt x="267301" y="895802"/>
                  </a:lnTo>
                  <a:lnTo>
                    <a:pt x="268945" y="892211"/>
                  </a:lnTo>
                  <a:lnTo>
                    <a:pt x="262478" y="895122"/>
                  </a:lnTo>
                  <a:lnTo>
                    <a:pt x="260683" y="893388"/>
                  </a:lnTo>
                  <a:lnTo>
                    <a:pt x="259151" y="884255"/>
                  </a:lnTo>
                  <a:lnTo>
                    <a:pt x="256496" y="880698"/>
                  </a:lnTo>
                  <a:lnTo>
                    <a:pt x="247599" y="876444"/>
                  </a:lnTo>
                  <a:lnTo>
                    <a:pt x="245729" y="870606"/>
                  </a:lnTo>
                  <a:lnTo>
                    <a:pt x="246926" y="866827"/>
                  </a:lnTo>
                  <a:lnTo>
                    <a:pt x="248832" y="865060"/>
                  </a:lnTo>
                  <a:lnTo>
                    <a:pt x="252309" y="864618"/>
                  </a:lnTo>
                  <a:lnTo>
                    <a:pt x="251262" y="869725"/>
                  </a:lnTo>
                  <a:lnTo>
                    <a:pt x="258814" y="874563"/>
                  </a:lnTo>
                  <a:lnTo>
                    <a:pt x="262627" y="873182"/>
                  </a:lnTo>
                  <a:lnTo>
                    <a:pt x="267301" y="874626"/>
                  </a:lnTo>
                  <a:lnTo>
                    <a:pt x="271562" y="879636"/>
                  </a:lnTo>
                  <a:lnTo>
                    <a:pt x="271114" y="877696"/>
                  </a:lnTo>
                  <a:lnTo>
                    <a:pt x="265768" y="872366"/>
                  </a:lnTo>
                  <a:lnTo>
                    <a:pt x="259450" y="872617"/>
                  </a:lnTo>
                  <a:lnTo>
                    <a:pt x="256048" y="869851"/>
                  </a:lnTo>
                  <a:lnTo>
                    <a:pt x="254216" y="863165"/>
                  </a:lnTo>
                  <a:lnTo>
                    <a:pt x="255225" y="860950"/>
                  </a:lnTo>
                  <a:lnTo>
                    <a:pt x="259001" y="859240"/>
                  </a:lnTo>
                  <a:lnTo>
                    <a:pt x="255412" y="857083"/>
                  </a:lnTo>
                  <a:lnTo>
                    <a:pt x="251561" y="860254"/>
                  </a:lnTo>
                  <a:lnTo>
                    <a:pt x="250141" y="859810"/>
                  </a:lnTo>
                  <a:lnTo>
                    <a:pt x="244982" y="866827"/>
                  </a:lnTo>
                  <a:lnTo>
                    <a:pt x="243935" y="874626"/>
                  </a:lnTo>
                  <a:lnTo>
                    <a:pt x="239673" y="877133"/>
                  </a:lnTo>
                  <a:lnTo>
                    <a:pt x="237580" y="880448"/>
                  </a:lnTo>
                  <a:lnTo>
                    <a:pt x="232234" y="874814"/>
                  </a:lnTo>
                  <a:lnTo>
                    <a:pt x="230364" y="869977"/>
                  </a:lnTo>
                  <a:lnTo>
                    <a:pt x="226962" y="869158"/>
                  </a:lnTo>
                  <a:lnTo>
                    <a:pt x="221579" y="863923"/>
                  </a:lnTo>
                  <a:lnTo>
                    <a:pt x="223673" y="858923"/>
                  </a:lnTo>
                  <a:lnTo>
                    <a:pt x="226738" y="855051"/>
                  </a:lnTo>
                  <a:lnTo>
                    <a:pt x="227636" y="849510"/>
                  </a:lnTo>
                  <a:lnTo>
                    <a:pt x="236309" y="846060"/>
                  </a:lnTo>
                  <a:lnTo>
                    <a:pt x="226776" y="847786"/>
                  </a:lnTo>
                  <a:lnTo>
                    <a:pt x="222476" y="844652"/>
                  </a:lnTo>
                  <a:lnTo>
                    <a:pt x="219598" y="839265"/>
                  </a:lnTo>
                  <a:lnTo>
                    <a:pt x="221243" y="830888"/>
                  </a:lnTo>
                  <a:lnTo>
                    <a:pt x="223971" y="828171"/>
                  </a:lnTo>
                  <a:lnTo>
                    <a:pt x="230813" y="812484"/>
                  </a:lnTo>
                  <a:lnTo>
                    <a:pt x="237654" y="801578"/>
                  </a:lnTo>
                  <a:lnTo>
                    <a:pt x="234738" y="802501"/>
                  </a:lnTo>
                  <a:lnTo>
                    <a:pt x="232794" y="798079"/>
                  </a:lnTo>
                  <a:lnTo>
                    <a:pt x="231897" y="806844"/>
                  </a:lnTo>
                  <a:lnTo>
                    <a:pt x="227523" y="816405"/>
                  </a:lnTo>
                  <a:lnTo>
                    <a:pt x="226626" y="814577"/>
                  </a:lnTo>
                  <a:lnTo>
                    <a:pt x="228607" y="808880"/>
                  </a:lnTo>
                  <a:lnTo>
                    <a:pt x="228832" y="805398"/>
                  </a:lnTo>
                  <a:lnTo>
                    <a:pt x="226850" y="797947"/>
                  </a:lnTo>
                  <a:lnTo>
                    <a:pt x="226551" y="793047"/>
                  </a:lnTo>
                  <a:lnTo>
                    <a:pt x="228084" y="7861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0" name="oPE_MapPart_CAN_2_90" descr="Kanada">
              <a:extLst>
                <a:ext uri="{FF2B5EF4-FFF2-40B4-BE49-F238E27FC236}">
                  <a16:creationId xmlns:a16="http://schemas.microsoft.com/office/drawing/2014/main" id="{04A07155-D359-C01D-D15D-87AFE1A15963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4226245" y="2067830"/>
              <a:ext cx="596623" cy="676992"/>
            </a:xfrm>
            <a:custGeom>
              <a:avLst/>
              <a:gdLst/>
              <a:ahLst/>
              <a:cxnLst/>
              <a:rect l="0" t="0" r="0" b="0"/>
              <a:pathLst>
                <a:path w="596623" h="676992">
                  <a:moveTo>
                    <a:pt x="71367" y="196116"/>
                  </a:moveTo>
                  <a:lnTo>
                    <a:pt x="76938" y="195657"/>
                  </a:lnTo>
                  <a:lnTo>
                    <a:pt x="90995" y="187008"/>
                  </a:lnTo>
                  <a:lnTo>
                    <a:pt x="102397" y="187008"/>
                  </a:lnTo>
                  <a:lnTo>
                    <a:pt x="104341" y="187933"/>
                  </a:lnTo>
                  <a:lnTo>
                    <a:pt x="103369" y="193011"/>
                  </a:lnTo>
                  <a:lnTo>
                    <a:pt x="107070" y="196691"/>
                  </a:lnTo>
                  <a:lnTo>
                    <a:pt x="108042" y="194967"/>
                  </a:lnTo>
                  <a:lnTo>
                    <a:pt x="111481" y="163529"/>
                  </a:lnTo>
                  <a:lnTo>
                    <a:pt x="110621" y="155842"/>
                  </a:lnTo>
                  <a:lnTo>
                    <a:pt x="97313" y="151445"/>
                  </a:lnTo>
                  <a:lnTo>
                    <a:pt x="92004" y="140204"/>
                  </a:lnTo>
                  <a:lnTo>
                    <a:pt x="85424" y="132130"/>
                  </a:lnTo>
                  <a:lnTo>
                    <a:pt x="93051" y="124490"/>
                  </a:lnTo>
                  <a:lnTo>
                    <a:pt x="97686" y="115457"/>
                  </a:lnTo>
                  <a:lnTo>
                    <a:pt x="103967" y="116559"/>
                  </a:lnTo>
                  <a:lnTo>
                    <a:pt x="119257" y="128256"/>
                  </a:lnTo>
                  <a:lnTo>
                    <a:pt x="107668" y="110423"/>
                  </a:lnTo>
                  <a:lnTo>
                    <a:pt x="112192" y="105740"/>
                  </a:lnTo>
                  <a:lnTo>
                    <a:pt x="97275" y="102649"/>
                  </a:lnTo>
                  <a:lnTo>
                    <a:pt x="91593" y="89959"/>
                  </a:lnTo>
                  <a:lnTo>
                    <a:pt x="90882" y="81804"/>
                  </a:lnTo>
                  <a:lnTo>
                    <a:pt x="92453" y="72328"/>
                  </a:lnTo>
                  <a:lnTo>
                    <a:pt x="94920" y="67499"/>
                  </a:lnTo>
                  <a:lnTo>
                    <a:pt x="98920" y="65460"/>
                  </a:lnTo>
                  <a:lnTo>
                    <a:pt x="119818" y="76506"/>
                  </a:lnTo>
                  <a:lnTo>
                    <a:pt x="119444" y="73722"/>
                  </a:lnTo>
                  <a:lnTo>
                    <a:pt x="96415" y="58939"/>
                  </a:lnTo>
                  <a:lnTo>
                    <a:pt x="94920" y="54701"/>
                  </a:lnTo>
                  <a:lnTo>
                    <a:pt x="104004" y="38125"/>
                  </a:lnTo>
                  <a:lnTo>
                    <a:pt x="116491" y="29360"/>
                  </a:lnTo>
                  <a:lnTo>
                    <a:pt x="129688" y="32245"/>
                  </a:lnTo>
                  <a:lnTo>
                    <a:pt x="126921" y="25546"/>
                  </a:lnTo>
                  <a:lnTo>
                    <a:pt x="130734" y="20664"/>
                  </a:lnTo>
                  <a:lnTo>
                    <a:pt x="149165" y="10309"/>
                  </a:lnTo>
                  <a:lnTo>
                    <a:pt x="162474" y="8708"/>
                  </a:lnTo>
                  <a:lnTo>
                    <a:pt x="174886" y="11774"/>
                  </a:lnTo>
                  <a:lnTo>
                    <a:pt x="178998" y="16294"/>
                  </a:lnTo>
                  <a:lnTo>
                    <a:pt x="182512" y="27652"/>
                  </a:lnTo>
                  <a:lnTo>
                    <a:pt x="184307" y="39689"/>
                  </a:lnTo>
                  <a:lnTo>
                    <a:pt x="195672" y="53543"/>
                  </a:lnTo>
                  <a:lnTo>
                    <a:pt x="195933" y="67372"/>
                  </a:lnTo>
                  <a:lnTo>
                    <a:pt x="199260" y="75242"/>
                  </a:lnTo>
                  <a:lnTo>
                    <a:pt x="202475" y="78401"/>
                  </a:lnTo>
                  <a:lnTo>
                    <a:pt x="182699" y="110177"/>
                  </a:lnTo>
                  <a:lnTo>
                    <a:pt x="182437" y="112513"/>
                  </a:lnTo>
                  <a:lnTo>
                    <a:pt x="192419" y="100171"/>
                  </a:lnTo>
                  <a:lnTo>
                    <a:pt x="195522" y="100667"/>
                  </a:lnTo>
                  <a:lnTo>
                    <a:pt x="193615" y="108330"/>
                  </a:lnTo>
                  <a:lnTo>
                    <a:pt x="188680" y="117048"/>
                  </a:lnTo>
                  <a:lnTo>
                    <a:pt x="193839" y="124369"/>
                  </a:lnTo>
                  <a:lnTo>
                    <a:pt x="189092" y="126435"/>
                  </a:lnTo>
                  <a:lnTo>
                    <a:pt x="189017" y="137438"/>
                  </a:lnTo>
                  <a:lnTo>
                    <a:pt x="204419" y="117171"/>
                  </a:lnTo>
                  <a:lnTo>
                    <a:pt x="210625" y="119371"/>
                  </a:lnTo>
                  <a:lnTo>
                    <a:pt x="205952" y="108700"/>
                  </a:lnTo>
                  <a:lnTo>
                    <a:pt x="207336" y="104504"/>
                  </a:lnTo>
                  <a:lnTo>
                    <a:pt x="211710" y="100915"/>
                  </a:lnTo>
                  <a:lnTo>
                    <a:pt x="216868" y="109931"/>
                  </a:lnTo>
                  <a:lnTo>
                    <a:pt x="222252" y="104752"/>
                  </a:lnTo>
                  <a:lnTo>
                    <a:pt x="228982" y="112881"/>
                  </a:lnTo>
                  <a:lnTo>
                    <a:pt x="228832" y="128377"/>
                  </a:lnTo>
                  <a:lnTo>
                    <a:pt x="237617" y="139243"/>
                  </a:lnTo>
                  <a:lnTo>
                    <a:pt x="231822" y="124490"/>
                  </a:lnTo>
                  <a:lnTo>
                    <a:pt x="232720" y="113372"/>
                  </a:lnTo>
                  <a:lnTo>
                    <a:pt x="235225" y="107467"/>
                  </a:lnTo>
                  <a:lnTo>
                    <a:pt x="240832" y="112390"/>
                  </a:lnTo>
                  <a:lnTo>
                    <a:pt x="247337" y="112267"/>
                  </a:lnTo>
                  <a:lnTo>
                    <a:pt x="255450" y="119127"/>
                  </a:lnTo>
                  <a:lnTo>
                    <a:pt x="259786" y="119249"/>
                  </a:lnTo>
                  <a:lnTo>
                    <a:pt x="259412" y="116436"/>
                  </a:lnTo>
                  <a:lnTo>
                    <a:pt x="243785" y="106851"/>
                  </a:lnTo>
                  <a:lnTo>
                    <a:pt x="239710" y="99302"/>
                  </a:lnTo>
                  <a:lnTo>
                    <a:pt x="240982" y="92208"/>
                  </a:lnTo>
                  <a:lnTo>
                    <a:pt x="254889" y="81552"/>
                  </a:lnTo>
                  <a:lnTo>
                    <a:pt x="272721" y="81930"/>
                  </a:lnTo>
                  <a:lnTo>
                    <a:pt x="287376" y="92208"/>
                  </a:lnTo>
                  <a:lnTo>
                    <a:pt x="297432" y="92208"/>
                  </a:lnTo>
                  <a:lnTo>
                    <a:pt x="305956" y="98558"/>
                  </a:lnTo>
                  <a:lnTo>
                    <a:pt x="309582" y="105616"/>
                  </a:lnTo>
                  <a:lnTo>
                    <a:pt x="311227" y="113004"/>
                  </a:lnTo>
                  <a:lnTo>
                    <a:pt x="310966" y="115947"/>
                  </a:lnTo>
                  <a:lnTo>
                    <a:pt x="303863" y="128619"/>
                  </a:lnTo>
                  <a:lnTo>
                    <a:pt x="300797" y="130800"/>
                  </a:lnTo>
                  <a:lnTo>
                    <a:pt x="292909" y="150135"/>
                  </a:lnTo>
                  <a:lnTo>
                    <a:pt x="295002" y="148227"/>
                  </a:lnTo>
                  <a:lnTo>
                    <a:pt x="299600" y="136716"/>
                  </a:lnTo>
                  <a:lnTo>
                    <a:pt x="308984" y="127042"/>
                  </a:lnTo>
                  <a:lnTo>
                    <a:pt x="318406" y="124733"/>
                  </a:lnTo>
                  <a:lnTo>
                    <a:pt x="327303" y="128741"/>
                  </a:lnTo>
                  <a:lnTo>
                    <a:pt x="328424" y="135390"/>
                  </a:lnTo>
                  <a:lnTo>
                    <a:pt x="326256" y="141765"/>
                  </a:lnTo>
                  <a:lnTo>
                    <a:pt x="314293" y="149539"/>
                  </a:lnTo>
                  <a:lnTo>
                    <a:pt x="307826" y="150731"/>
                  </a:lnTo>
                  <a:lnTo>
                    <a:pt x="318293" y="152873"/>
                  </a:lnTo>
                  <a:lnTo>
                    <a:pt x="315601" y="159751"/>
                  </a:lnTo>
                  <a:lnTo>
                    <a:pt x="314779" y="164119"/>
                  </a:lnTo>
                  <a:lnTo>
                    <a:pt x="315377" y="170584"/>
                  </a:lnTo>
                  <a:lnTo>
                    <a:pt x="311340" y="181905"/>
                  </a:lnTo>
                  <a:lnTo>
                    <a:pt x="312124" y="182718"/>
                  </a:lnTo>
                  <a:lnTo>
                    <a:pt x="317059" y="175031"/>
                  </a:lnTo>
                  <a:lnTo>
                    <a:pt x="320387" y="158922"/>
                  </a:lnTo>
                  <a:lnTo>
                    <a:pt x="322704" y="154655"/>
                  </a:lnTo>
                  <a:lnTo>
                    <a:pt x="329957" y="152516"/>
                  </a:lnTo>
                  <a:lnTo>
                    <a:pt x="335602" y="146554"/>
                  </a:lnTo>
                  <a:lnTo>
                    <a:pt x="338929" y="148227"/>
                  </a:lnTo>
                  <a:lnTo>
                    <a:pt x="338780" y="150016"/>
                  </a:lnTo>
                  <a:lnTo>
                    <a:pt x="328723" y="170701"/>
                  </a:lnTo>
                  <a:lnTo>
                    <a:pt x="331527" y="169294"/>
                  </a:lnTo>
                  <a:lnTo>
                    <a:pt x="338780" y="158686"/>
                  </a:lnTo>
                  <a:lnTo>
                    <a:pt x="343602" y="165767"/>
                  </a:lnTo>
                  <a:lnTo>
                    <a:pt x="345322" y="172693"/>
                  </a:lnTo>
                  <a:lnTo>
                    <a:pt x="349845" y="178531"/>
                  </a:lnTo>
                  <a:lnTo>
                    <a:pt x="349621" y="174213"/>
                  </a:lnTo>
                  <a:lnTo>
                    <a:pt x="347154" y="165532"/>
                  </a:lnTo>
                  <a:lnTo>
                    <a:pt x="347827" y="161996"/>
                  </a:lnTo>
                  <a:lnTo>
                    <a:pt x="355640" y="152754"/>
                  </a:lnTo>
                  <a:lnTo>
                    <a:pt x="362295" y="157383"/>
                  </a:lnTo>
                  <a:lnTo>
                    <a:pt x="376950" y="160460"/>
                  </a:lnTo>
                  <a:lnTo>
                    <a:pt x="388240" y="170701"/>
                  </a:lnTo>
                  <a:lnTo>
                    <a:pt x="391268" y="178881"/>
                  </a:lnTo>
                  <a:lnTo>
                    <a:pt x="386894" y="187354"/>
                  </a:lnTo>
                  <a:lnTo>
                    <a:pt x="382819" y="191282"/>
                  </a:lnTo>
                  <a:lnTo>
                    <a:pt x="375641" y="190705"/>
                  </a:lnTo>
                  <a:lnTo>
                    <a:pt x="361211" y="207553"/>
                  </a:lnTo>
                  <a:lnTo>
                    <a:pt x="367865" y="207439"/>
                  </a:lnTo>
                  <a:lnTo>
                    <a:pt x="374183" y="195886"/>
                  </a:lnTo>
                  <a:lnTo>
                    <a:pt x="379716" y="193817"/>
                  </a:lnTo>
                  <a:lnTo>
                    <a:pt x="387455" y="198297"/>
                  </a:lnTo>
                  <a:lnTo>
                    <a:pt x="391268" y="198183"/>
                  </a:lnTo>
                  <a:lnTo>
                    <a:pt x="398745" y="189782"/>
                  </a:lnTo>
                  <a:lnTo>
                    <a:pt x="401923" y="193471"/>
                  </a:lnTo>
                  <a:lnTo>
                    <a:pt x="402633" y="202991"/>
                  </a:lnTo>
                  <a:lnTo>
                    <a:pt x="400090" y="209941"/>
                  </a:lnTo>
                  <a:lnTo>
                    <a:pt x="394670" y="217419"/>
                  </a:lnTo>
                  <a:lnTo>
                    <a:pt x="382968" y="224179"/>
                  </a:lnTo>
                  <a:lnTo>
                    <a:pt x="376651" y="232466"/>
                  </a:lnTo>
                  <a:lnTo>
                    <a:pt x="380053" y="234808"/>
                  </a:lnTo>
                  <a:lnTo>
                    <a:pt x="386296" y="224965"/>
                  </a:lnTo>
                  <a:lnTo>
                    <a:pt x="389399" y="228217"/>
                  </a:lnTo>
                  <a:lnTo>
                    <a:pt x="386221" y="251190"/>
                  </a:lnTo>
                  <a:lnTo>
                    <a:pt x="395567" y="223167"/>
                  </a:lnTo>
                  <a:lnTo>
                    <a:pt x="404241" y="213346"/>
                  </a:lnTo>
                  <a:lnTo>
                    <a:pt x="414147" y="207553"/>
                  </a:lnTo>
                  <a:lnTo>
                    <a:pt x="430671" y="210510"/>
                  </a:lnTo>
                  <a:lnTo>
                    <a:pt x="448167" y="222380"/>
                  </a:lnTo>
                  <a:lnTo>
                    <a:pt x="449999" y="226872"/>
                  </a:lnTo>
                  <a:lnTo>
                    <a:pt x="449887" y="229448"/>
                  </a:lnTo>
                  <a:lnTo>
                    <a:pt x="447419" y="233581"/>
                  </a:lnTo>
                  <a:lnTo>
                    <a:pt x="439943" y="239700"/>
                  </a:lnTo>
                  <a:lnTo>
                    <a:pt x="427643" y="243468"/>
                  </a:lnTo>
                  <a:lnTo>
                    <a:pt x="414708" y="256349"/>
                  </a:lnTo>
                  <a:lnTo>
                    <a:pt x="420166" y="256130"/>
                  </a:lnTo>
                  <a:lnTo>
                    <a:pt x="426634" y="249209"/>
                  </a:lnTo>
                  <a:lnTo>
                    <a:pt x="441289" y="246563"/>
                  </a:lnTo>
                  <a:lnTo>
                    <a:pt x="442410" y="250090"/>
                  </a:lnTo>
                  <a:lnTo>
                    <a:pt x="436503" y="260286"/>
                  </a:lnTo>
                  <a:lnTo>
                    <a:pt x="441999" y="262577"/>
                  </a:lnTo>
                  <a:lnTo>
                    <a:pt x="447270" y="255034"/>
                  </a:lnTo>
                  <a:lnTo>
                    <a:pt x="452654" y="252180"/>
                  </a:lnTo>
                  <a:lnTo>
                    <a:pt x="450635" y="247997"/>
                  </a:lnTo>
                  <a:lnTo>
                    <a:pt x="454934" y="239700"/>
                  </a:lnTo>
                  <a:lnTo>
                    <a:pt x="460467" y="241807"/>
                  </a:lnTo>
                  <a:lnTo>
                    <a:pt x="471607" y="259084"/>
                  </a:lnTo>
                  <a:lnTo>
                    <a:pt x="474636" y="271159"/>
                  </a:lnTo>
                  <a:lnTo>
                    <a:pt x="473626" y="275266"/>
                  </a:lnTo>
                  <a:lnTo>
                    <a:pt x="457027" y="272890"/>
                  </a:lnTo>
                  <a:lnTo>
                    <a:pt x="449737" y="280435"/>
                  </a:lnTo>
                  <a:lnTo>
                    <a:pt x="440055" y="281617"/>
                  </a:lnTo>
                  <a:lnTo>
                    <a:pt x="434073" y="284512"/>
                  </a:lnTo>
                  <a:lnTo>
                    <a:pt x="431456" y="288256"/>
                  </a:lnTo>
                  <a:lnTo>
                    <a:pt x="446784" y="284405"/>
                  </a:lnTo>
                  <a:lnTo>
                    <a:pt x="459345" y="291350"/>
                  </a:lnTo>
                  <a:lnTo>
                    <a:pt x="473290" y="291350"/>
                  </a:lnTo>
                  <a:lnTo>
                    <a:pt x="484094" y="300057"/>
                  </a:lnTo>
                  <a:lnTo>
                    <a:pt x="484879" y="307233"/>
                  </a:lnTo>
                  <a:lnTo>
                    <a:pt x="482299" y="309441"/>
                  </a:lnTo>
                  <a:lnTo>
                    <a:pt x="468168" y="308601"/>
                  </a:lnTo>
                  <a:lnTo>
                    <a:pt x="458710" y="303861"/>
                  </a:lnTo>
                  <a:lnTo>
                    <a:pt x="453326" y="306496"/>
                  </a:lnTo>
                  <a:lnTo>
                    <a:pt x="449027" y="304811"/>
                  </a:lnTo>
                  <a:lnTo>
                    <a:pt x="435830" y="312589"/>
                  </a:lnTo>
                  <a:lnTo>
                    <a:pt x="448803" y="308285"/>
                  </a:lnTo>
                  <a:lnTo>
                    <a:pt x="460915" y="314473"/>
                  </a:lnTo>
                  <a:lnTo>
                    <a:pt x="462597" y="316042"/>
                  </a:lnTo>
                  <a:lnTo>
                    <a:pt x="462635" y="322089"/>
                  </a:lnTo>
                  <a:lnTo>
                    <a:pt x="459869" y="330796"/>
                  </a:lnTo>
                  <a:lnTo>
                    <a:pt x="450709" y="327279"/>
                  </a:lnTo>
                  <a:lnTo>
                    <a:pt x="442372" y="329245"/>
                  </a:lnTo>
                  <a:lnTo>
                    <a:pt x="429550" y="325828"/>
                  </a:lnTo>
                  <a:lnTo>
                    <a:pt x="439345" y="332138"/>
                  </a:lnTo>
                  <a:lnTo>
                    <a:pt x="450522" y="333685"/>
                  </a:lnTo>
                  <a:lnTo>
                    <a:pt x="454298" y="336671"/>
                  </a:lnTo>
                  <a:lnTo>
                    <a:pt x="454373" y="340367"/>
                  </a:lnTo>
                  <a:lnTo>
                    <a:pt x="458710" y="345585"/>
                  </a:lnTo>
                  <a:lnTo>
                    <a:pt x="464579" y="344053"/>
                  </a:lnTo>
                  <a:lnTo>
                    <a:pt x="474000" y="348849"/>
                  </a:lnTo>
                  <a:lnTo>
                    <a:pt x="483571" y="349358"/>
                  </a:lnTo>
                  <a:lnTo>
                    <a:pt x="478262" y="354033"/>
                  </a:lnTo>
                  <a:lnTo>
                    <a:pt x="477514" y="356769"/>
                  </a:lnTo>
                  <a:lnTo>
                    <a:pt x="481739" y="362929"/>
                  </a:lnTo>
                  <a:lnTo>
                    <a:pt x="479832" y="371363"/>
                  </a:lnTo>
                  <a:lnTo>
                    <a:pt x="483832" y="367856"/>
                  </a:lnTo>
                  <a:lnTo>
                    <a:pt x="485215" y="373064"/>
                  </a:lnTo>
                  <a:lnTo>
                    <a:pt x="486412" y="368859"/>
                  </a:lnTo>
                  <a:lnTo>
                    <a:pt x="485888" y="363231"/>
                  </a:lnTo>
                  <a:lnTo>
                    <a:pt x="494561" y="359297"/>
                  </a:lnTo>
                  <a:lnTo>
                    <a:pt x="493291" y="372764"/>
                  </a:lnTo>
                  <a:lnTo>
                    <a:pt x="490375" y="380240"/>
                  </a:lnTo>
                  <a:lnTo>
                    <a:pt x="487982" y="382722"/>
                  </a:lnTo>
                  <a:lnTo>
                    <a:pt x="489776" y="384209"/>
                  </a:lnTo>
                  <a:lnTo>
                    <a:pt x="500169" y="371063"/>
                  </a:lnTo>
                  <a:lnTo>
                    <a:pt x="499496" y="377354"/>
                  </a:lnTo>
                  <a:lnTo>
                    <a:pt x="501814" y="379245"/>
                  </a:lnTo>
                  <a:lnTo>
                    <a:pt x="505179" y="375759"/>
                  </a:lnTo>
                  <a:lnTo>
                    <a:pt x="509179" y="376756"/>
                  </a:lnTo>
                  <a:lnTo>
                    <a:pt x="508506" y="387870"/>
                  </a:lnTo>
                  <a:lnTo>
                    <a:pt x="511422" y="392899"/>
                  </a:lnTo>
                  <a:lnTo>
                    <a:pt x="510562" y="384209"/>
                  </a:lnTo>
                  <a:lnTo>
                    <a:pt x="511123" y="381630"/>
                  </a:lnTo>
                  <a:lnTo>
                    <a:pt x="518413" y="373563"/>
                  </a:lnTo>
                  <a:lnTo>
                    <a:pt x="521366" y="373263"/>
                  </a:lnTo>
                  <a:lnTo>
                    <a:pt x="523161" y="375560"/>
                  </a:lnTo>
                  <a:lnTo>
                    <a:pt x="519198" y="380935"/>
                  </a:lnTo>
                  <a:lnTo>
                    <a:pt x="518263" y="384704"/>
                  </a:lnTo>
                  <a:lnTo>
                    <a:pt x="519310" y="386684"/>
                  </a:lnTo>
                  <a:lnTo>
                    <a:pt x="523273" y="386881"/>
                  </a:lnTo>
                  <a:lnTo>
                    <a:pt x="527273" y="383813"/>
                  </a:lnTo>
                  <a:lnTo>
                    <a:pt x="537292" y="395750"/>
                  </a:lnTo>
                  <a:lnTo>
                    <a:pt x="540133" y="393981"/>
                  </a:lnTo>
                  <a:lnTo>
                    <a:pt x="543648" y="398790"/>
                  </a:lnTo>
                  <a:lnTo>
                    <a:pt x="538900" y="402605"/>
                  </a:lnTo>
                  <a:lnTo>
                    <a:pt x="540358" y="410687"/>
                  </a:lnTo>
                  <a:lnTo>
                    <a:pt x="526002" y="410493"/>
                  </a:lnTo>
                  <a:lnTo>
                    <a:pt x="532731" y="413208"/>
                  </a:lnTo>
                  <a:lnTo>
                    <a:pt x="533105" y="415531"/>
                  </a:lnTo>
                  <a:lnTo>
                    <a:pt x="543909" y="415144"/>
                  </a:lnTo>
                  <a:lnTo>
                    <a:pt x="544171" y="412336"/>
                  </a:lnTo>
                  <a:lnTo>
                    <a:pt x="548994" y="409036"/>
                  </a:lnTo>
                  <a:lnTo>
                    <a:pt x="554751" y="411269"/>
                  </a:lnTo>
                  <a:lnTo>
                    <a:pt x="560471" y="416691"/>
                  </a:lnTo>
                  <a:lnTo>
                    <a:pt x="557928" y="419972"/>
                  </a:lnTo>
                  <a:lnTo>
                    <a:pt x="554938" y="429573"/>
                  </a:lnTo>
                  <a:lnTo>
                    <a:pt x="546713" y="438628"/>
                  </a:lnTo>
                  <a:lnTo>
                    <a:pt x="562078" y="431962"/>
                  </a:lnTo>
                  <a:lnTo>
                    <a:pt x="574191" y="434251"/>
                  </a:lnTo>
                  <a:lnTo>
                    <a:pt x="579499" y="426796"/>
                  </a:lnTo>
                  <a:lnTo>
                    <a:pt x="582715" y="428233"/>
                  </a:lnTo>
                  <a:lnTo>
                    <a:pt x="596622" y="447810"/>
                  </a:lnTo>
                  <a:lnTo>
                    <a:pt x="596435" y="449883"/>
                  </a:lnTo>
                  <a:lnTo>
                    <a:pt x="591874" y="452517"/>
                  </a:lnTo>
                  <a:lnTo>
                    <a:pt x="584061" y="446299"/>
                  </a:lnTo>
                  <a:lnTo>
                    <a:pt x="579499" y="448092"/>
                  </a:lnTo>
                  <a:lnTo>
                    <a:pt x="589294" y="455427"/>
                  </a:lnTo>
                  <a:lnTo>
                    <a:pt x="590864" y="460107"/>
                  </a:lnTo>
                  <a:lnTo>
                    <a:pt x="590976" y="462161"/>
                  </a:lnTo>
                  <a:lnTo>
                    <a:pt x="584920" y="465328"/>
                  </a:lnTo>
                  <a:lnTo>
                    <a:pt x="578789" y="464025"/>
                  </a:lnTo>
                  <a:lnTo>
                    <a:pt x="574265" y="460200"/>
                  </a:lnTo>
                  <a:lnTo>
                    <a:pt x="570565" y="460387"/>
                  </a:lnTo>
                  <a:lnTo>
                    <a:pt x="573630" y="465142"/>
                  </a:lnTo>
                  <a:lnTo>
                    <a:pt x="570976" y="469694"/>
                  </a:lnTo>
                  <a:lnTo>
                    <a:pt x="582229" y="479580"/>
                  </a:lnTo>
                  <a:lnTo>
                    <a:pt x="569106" y="480500"/>
                  </a:lnTo>
                  <a:lnTo>
                    <a:pt x="572733" y="484174"/>
                  </a:lnTo>
                  <a:lnTo>
                    <a:pt x="574116" y="489848"/>
                  </a:lnTo>
                  <a:lnTo>
                    <a:pt x="569406" y="495406"/>
                  </a:lnTo>
                  <a:lnTo>
                    <a:pt x="568396" y="499582"/>
                  </a:lnTo>
                  <a:lnTo>
                    <a:pt x="561929" y="500488"/>
                  </a:lnTo>
                  <a:lnTo>
                    <a:pt x="557779" y="498766"/>
                  </a:lnTo>
                  <a:lnTo>
                    <a:pt x="551760" y="488843"/>
                  </a:lnTo>
                  <a:lnTo>
                    <a:pt x="552545" y="496133"/>
                  </a:lnTo>
                  <a:lnTo>
                    <a:pt x="547760" y="498585"/>
                  </a:lnTo>
                  <a:lnTo>
                    <a:pt x="554302" y="500760"/>
                  </a:lnTo>
                  <a:lnTo>
                    <a:pt x="553742" y="520086"/>
                  </a:lnTo>
                  <a:lnTo>
                    <a:pt x="552956" y="525607"/>
                  </a:lnTo>
                  <a:lnTo>
                    <a:pt x="548695" y="534992"/>
                  </a:lnTo>
                  <a:lnTo>
                    <a:pt x="542676" y="526051"/>
                  </a:lnTo>
                  <a:lnTo>
                    <a:pt x="539236" y="525429"/>
                  </a:lnTo>
                  <a:lnTo>
                    <a:pt x="537367" y="528181"/>
                  </a:lnTo>
                  <a:lnTo>
                    <a:pt x="533330" y="522939"/>
                  </a:lnTo>
                  <a:lnTo>
                    <a:pt x="534937" y="511582"/>
                  </a:lnTo>
                  <a:lnTo>
                    <a:pt x="530750" y="518926"/>
                  </a:lnTo>
                  <a:lnTo>
                    <a:pt x="528993" y="525696"/>
                  </a:lnTo>
                  <a:lnTo>
                    <a:pt x="517516" y="508435"/>
                  </a:lnTo>
                  <a:lnTo>
                    <a:pt x="511422" y="493313"/>
                  </a:lnTo>
                  <a:lnTo>
                    <a:pt x="511908" y="490396"/>
                  </a:lnTo>
                  <a:lnTo>
                    <a:pt x="515908" y="484449"/>
                  </a:lnTo>
                  <a:lnTo>
                    <a:pt x="522787" y="480500"/>
                  </a:lnTo>
                  <a:lnTo>
                    <a:pt x="526563" y="471455"/>
                  </a:lnTo>
                  <a:lnTo>
                    <a:pt x="531273" y="465049"/>
                  </a:lnTo>
                  <a:lnTo>
                    <a:pt x="526899" y="466630"/>
                  </a:lnTo>
                  <a:lnTo>
                    <a:pt x="519647" y="477369"/>
                  </a:lnTo>
                  <a:lnTo>
                    <a:pt x="513403" y="480960"/>
                  </a:lnTo>
                  <a:lnTo>
                    <a:pt x="502599" y="481511"/>
                  </a:lnTo>
                  <a:lnTo>
                    <a:pt x="501253" y="480316"/>
                  </a:lnTo>
                  <a:lnTo>
                    <a:pt x="501964" y="476908"/>
                  </a:lnTo>
                  <a:lnTo>
                    <a:pt x="506113" y="470900"/>
                  </a:lnTo>
                  <a:lnTo>
                    <a:pt x="497664" y="474600"/>
                  </a:lnTo>
                  <a:lnTo>
                    <a:pt x="489066" y="467002"/>
                  </a:lnTo>
                  <a:lnTo>
                    <a:pt x="482636" y="452705"/>
                  </a:lnTo>
                  <a:lnTo>
                    <a:pt x="478486" y="448941"/>
                  </a:lnTo>
                  <a:lnTo>
                    <a:pt x="477925" y="449224"/>
                  </a:lnTo>
                  <a:lnTo>
                    <a:pt x="478860" y="453081"/>
                  </a:lnTo>
                  <a:lnTo>
                    <a:pt x="476617" y="454208"/>
                  </a:lnTo>
                  <a:lnTo>
                    <a:pt x="471832" y="451953"/>
                  </a:lnTo>
                  <a:lnTo>
                    <a:pt x="471607" y="454489"/>
                  </a:lnTo>
                  <a:lnTo>
                    <a:pt x="474224" y="459079"/>
                  </a:lnTo>
                  <a:lnTo>
                    <a:pt x="474262" y="464863"/>
                  </a:lnTo>
                  <a:lnTo>
                    <a:pt x="473551" y="465421"/>
                  </a:lnTo>
                  <a:lnTo>
                    <a:pt x="459869" y="457301"/>
                  </a:lnTo>
                  <a:lnTo>
                    <a:pt x="463570" y="467560"/>
                  </a:lnTo>
                  <a:lnTo>
                    <a:pt x="474411" y="479580"/>
                  </a:lnTo>
                  <a:lnTo>
                    <a:pt x="470934" y="484907"/>
                  </a:lnTo>
                  <a:lnTo>
                    <a:pt x="461027" y="483165"/>
                  </a:lnTo>
                  <a:lnTo>
                    <a:pt x="447905" y="468581"/>
                  </a:lnTo>
                  <a:lnTo>
                    <a:pt x="441886" y="471085"/>
                  </a:lnTo>
                  <a:lnTo>
                    <a:pt x="447756" y="472474"/>
                  </a:lnTo>
                  <a:lnTo>
                    <a:pt x="452952" y="477369"/>
                  </a:lnTo>
                  <a:lnTo>
                    <a:pt x="453326" y="479396"/>
                  </a:lnTo>
                  <a:lnTo>
                    <a:pt x="452018" y="481603"/>
                  </a:lnTo>
                  <a:lnTo>
                    <a:pt x="452130" y="484449"/>
                  </a:lnTo>
                  <a:lnTo>
                    <a:pt x="453551" y="487929"/>
                  </a:lnTo>
                  <a:lnTo>
                    <a:pt x="460205" y="492858"/>
                  </a:lnTo>
                  <a:lnTo>
                    <a:pt x="458411" y="500488"/>
                  </a:lnTo>
                  <a:lnTo>
                    <a:pt x="458747" y="503384"/>
                  </a:lnTo>
                  <a:lnTo>
                    <a:pt x="466374" y="499401"/>
                  </a:lnTo>
                  <a:lnTo>
                    <a:pt x="469925" y="502208"/>
                  </a:lnTo>
                  <a:lnTo>
                    <a:pt x="471906" y="507534"/>
                  </a:lnTo>
                  <a:lnTo>
                    <a:pt x="475757" y="509605"/>
                  </a:lnTo>
                  <a:lnTo>
                    <a:pt x="471233" y="514274"/>
                  </a:lnTo>
                  <a:lnTo>
                    <a:pt x="476841" y="519372"/>
                  </a:lnTo>
                  <a:lnTo>
                    <a:pt x="478823" y="527294"/>
                  </a:lnTo>
                  <a:lnTo>
                    <a:pt x="481739" y="527826"/>
                  </a:lnTo>
                  <a:lnTo>
                    <a:pt x="484505" y="540538"/>
                  </a:lnTo>
                  <a:lnTo>
                    <a:pt x="485776" y="531458"/>
                  </a:lnTo>
                  <a:lnTo>
                    <a:pt x="494337" y="538604"/>
                  </a:lnTo>
                  <a:lnTo>
                    <a:pt x="494637" y="539835"/>
                  </a:lnTo>
                  <a:lnTo>
                    <a:pt x="492730" y="542294"/>
                  </a:lnTo>
                  <a:lnTo>
                    <a:pt x="494524" y="545011"/>
                  </a:lnTo>
                  <a:lnTo>
                    <a:pt x="500244" y="537019"/>
                  </a:lnTo>
                  <a:lnTo>
                    <a:pt x="503796" y="538604"/>
                  </a:lnTo>
                  <a:lnTo>
                    <a:pt x="509104" y="545798"/>
                  </a:lnTo>
                  <a:lnTo>
                    <a:pt x="510786" y="544836"/>
                  </a:lnTo>
                  <a:lnTo>
                    <a:pt x="514039" y="549468"/>
                  </a:lnTo>
                  <a:lnTo>
                    <a:pt x="508768" y="555562"/>
                  </a:lnTo>
                  <a:lnTo>
                    <a:pt x="516058" y="555302"/>
                  </a:lnTo>
                  <a:lnTo>
                    <a:pt x="517777" y="556517"/>
                  </a:lnTo>
                  <a:lnTo>
                    <a:pt x="518189" y="558858"/>
                  </a:lnTo>
                  <a:lnTo>
                    <a:pt x="515347" y="565254"/>
                  </a:lnTo>
                  <a:lnTo>
                    <a:pt x="507683" y="565685"/>
                  </a:lnTo>
                  <a:lnTo>
                    <a:pt x="512544" y="568612"/>
                  </a:lnTo>
                  <a:lnTo>
                    <a:pt x="516656" y="575560"/>
                  </a:lnTo>
                  <a:lnTo>
                    <a:pt x="516245" y="578380"/>
                  </a:lnTo>
                  <a:lnTo>
                    <a:pt x="526451" y="578380"/>
                  </a:lnTo>
                  <a:lnTo>
                    <a:pt x="526264" y="581534"/>
                  </a:lnTo>
                  <a:lnTo>
                    <a:pt x="523946" y="583662"/>
                  </a:lnTo>
                  <a:lnTo>
                    <a:pt x="528544" y="584512"/>
                  </a:lnTo>
                  <a:lnTo>
                    <a:pt x="531984" y="593573"/>
                  </a:lnTo>
                  <a:lnTo>
                    <a:pt x="528843" y="594754"/>
                  </a:lnTo>
                  <a:lnTo>
                    <a:pt x="530151" y="604917"/>
                  </a:lnTo>
                  <a:lnTo>
                    <a:pt x="529853" y="614090"/>
                  </a:lnTo>
                  <a:lnTo>
                    <a:pt x="526712" y="615004"/>
                  </a:lnTo>
                  <a:lnTo>
                    <a:pt x="521142" y="598543"/>
                  </a:lnTo>
                  <a:lnTo>
                    <a:pt x="515759" y="590785"/>
                  </a:lnTo>
                  <a:lnTo>
                    <a:pt x="517889" y="598206"/>
                  </a:lnTo>
                  <a:lnTo>
                    <a:pt x="519647" y="610928"/>
                  </a:lnTo>
                  <a:lnTo>
                    <a:pt x="518338" y="614173"/>
                  </a:lnTo>
                  <a:lnTo>
                    <a:pt x="526563" y="629786"/>
                  </a:lnTo>
                  <a:lnTo>
                    <a:pt x="522488" y="631756"/>
                  </a:lnTo>
                  <a:lnTo>
                    <a:pt x="516357" y="629293"/>
                  </a:lnTo>
                  <a:lnTo>
                    <a:pt x="518787" y="639850"/>
                  </a:lnTo>
                  <a:lnTo>
                    <a:pt x="518712" y="642375"/>
                  </a:lnTo>
                  <a:lnTo>
                    <a:pt x="517516" y="643269"/>
                  </a:lnTo>
                  <a:lnTo>
                    <a:pt x="507871" y="632248"/>
                  </a:lnTo>
                  <a:lnTo>
                    <a:pt x="504394" y="629376"/>
                  </a:lnTo>
                  <a:lnTo>
                    <a:pt x="502450" y="630443"/>
                  </a:lnTo>
                  <a:lnTo>
                    <a:pt x="494337" y="621300"/>
                  </a:lnTo>
                  <a:lnTo>
                    <a:pt x="494823" y="626003"/>
                  </a:lnTo>
                  <a:lnTo>
                    <a:pt x="494225" y="626662"/>
                  </a:lnTo>
                  <a:lnTo>
                    <a:pt x="490375" y="625014"/>
                  </a:lnTo>
                  <a:lnTo>
                    <a:pt x="485365" y="614090"/>
                  </a:lnTo>
                  <a:lnTo>
                    <a:pt x="485776" y="622539"/>
                  </a:lnTo>
                  <a:lnTo>
                    <a:pt x="484505" y="623035"/>
                  </a:lnTo>
                  <a:lnTo>
                    <a:pt x="477851" y="611678"/>
                  </a:lnTo>
                  <a:lnTo>
                    <a:pt x="474486" y="612260"/>
                  </a:lnTo>
                  <a:lnTo>
                    <a:pt x="472804" y="610595"/>
                  </a:lnTo>
                  <a:lnTo>
                    <a:pt x="459682" y="592222"/>
                  </a:lnTo>
                  <a:lnTo>
                    <a:pt x="462785" y="603662"/>
                  </a:lnTo>
                  <a:lnTo>
                    <a:pt x="463196" y="606757"/>
                  </a:lnTo>
                  <a:lnTo>
                    <a:pt x="462448" y="606924"/>
                  </a:lnTo>
                  <a:lnTo>
                    <a:pt x="447195" y="592644"/>
                  </a:lnTo>
                  <a:lnTo>
                    <a:pt x="439606" y="591377"/>
                  </a:lnTo>
                  <a:lnTo>
                    <a:pt x="438522" y="593657"/>
                  </a:lnTo>
                  <a:lnTo>
                    <a:pt x="454523" y="618321"/>
                  </a:lnTo>
                  <a:lnTo>
                    <a:pt x="464168" y="621961"/>
                  </a:lnTo>
                  <a:lnTo>
                    <a:pt x="462897" y="625838"/>
                  </a:lnTo>
                  <a:lnTo>
                    <a:pt x="470598" y="630197"/>
                  </a:lnTo>
                  <a:lnTo>
                    <a:pt x="478636" y="639850"/>
                  </a:lnTo>
                  <a:lnTo>
                    <a:pt x="485589" y="644326"/>
                  </a:lnTo>
                  <a:lnTo>
                    <a:pt x="493141" y="657745"/>
                  </a:lnTo>
                  <a:lnTo>
                    <a:pt x="499384" y="662001"/>
                  </a:lnTo>
                  <a:lnTo>
                    <a:pt x="498412" y="665124"/>
                  </a:lnTo>
                  <a:lnTo>
                    <a:pt x="496206" y="666723"/>
                  </a:lnTo>
                  <a:lnTo>
                    <a:pt x="497814" y="672702"/>
                  </a:lnTo>
                  <a:lnTo>
                    <a:pt x="497777" y="675007"/>
                  </a:lnTo>
                  <a:lnTo>
                    <a:pt x="496431" y="675960"/>
                  </a:lnTo>
                  <a:lnTo>
                    <a:pt x="492244" y="676991"/>
                  </a:lnTo>
                  <a:lnTo>
                    <a:pt x="469065" y="664564"/>
                  </a:lnTo>
                  <a:lnTo>
                    <a:pt x="446336" y="659915"/>
                  </a:lnTo>
                  <a:lnTo>
                    <a:pt x="434073" y="652345"/>
                  </a:lnTo>
                  <a:lnTo>
                    <a:pt x="424129" y="636831"/>
                  </a:lnTo>
                  <a:lnTo>
                    <a:pt x="411007" y="636994"/>
                  </a:lnTo>
                  <a:lnTo>
                    <a:pt x="399268" y="630361"/>
                  </a:lnTo>
                  <a:lnTo>
                    <a:pt x="392950" y="626168"/>
                  </a:lnTo>
                  <a:lnTo>
                    <a:pt x="396277" y="620721"/>
                  </a:lnTo>
                  <a:lnTo>
                    <a:pt x="389885" y="624272"/>
                  </a:lnTo>
                  <a:lnTo>
                    <a:pt x="387941" y="623200"/>
                  </a:lnTo>
                  <a:lnTo>
                    <a:pt x="374520" y="607091"/>
                  </a:lnTo>
                  <a:lnTo>
                    <a:pt x="382371" y="605754"/>
                  </a:lnTo>
                  <a:lnTo>
                    <a:pt x="387230" y="599467"/>
                  </a:lnTo>
                  <a:lnTo>
                    <a:pt x="384464" y="599131"/>
                  </a:lnTo>
                  <a:lnTo>
                    <a:pt x="377734" y="592644"/>
                  </a:lnTo>
                  <a:lnTo>
                    <a:pt x="368351" y="592560"/>
                  </a:lnTo>
                  <a:lnTo>
                    <a:pt x="370744" y="584767"/>
                  </a:lnTo>
                  <a:lnTo>
                    <a:pt x="364014" y="588076"/>
                  </a:lnTo>
                  <a:lnTo>
                    <a:pt x="360276" y="578721"/>
                  </a:lnTo>
                  <a:lnTo>
                    <a:pt x="344163" y="560676"/>
                  </a:lnTo>
                  <a:lnTo>
                    <a:pt x="347977" y="551822"/>
                  </a:lnTo>
                  <a:lnTo>
                    <a:pt x="334705" y="551996"/>
                  </a:lnTo>
                  <a:lnTo>
                    <a:pt x="333845" y="557472"/>
                  </a:lnTo>
                  <a:lnTo>
                    <a:pt x="331490" y="559465"/>
                  </a:lnTo>
                  <a:lnTo>
                    <a:pt x="330106" y="550602"/>
                  </a:lnTo>
                  <a:lnTo>
                    <a:pt x="323265" y="548770"/>
                  </a:lnTo>
                  <a:lnTo>
                    <a:pt x="318667" y="539747"/>
                  </a:lnTo>
                  <a:lnTo>
                    <a:pt x="313732" y="542908"/>
                  </a:lnTo>
                  <a:lnTo>
                    <a:pt x="319527" y="553041"/>
                  </a:lnTo>
                  <a:lnTo>
                    <a:pt x="318406" y="555996"/>
                  </a:lnTo>
                  <a:lnTo>
                    <a:pt x="310666" y="557905"/>
                  </a:lnTo>
                  <a:lnTo>
                    <a:pt x="301919" y="553824"/>
                  </a:lnTo>
                  <a:lnTo>
                    <a:pt x="297208" y="554606"/>
                  </a:lnTo>
                  <a:lnTo>
                    <a:pt x="296124" y="561023"/>
                  </a:lnTo>
                  <a:lnTo>
                    <a:pt x="288834" y="561714"/>
                  </a:lnTo>
                  <a:lnTo>
                    <a:pt x="273506" y="568354"/>
                  </a:lnTo>
                  <a:lnTo>
                    <a:pt x="254104" y="562233"/>
                  </a:lnTo>
                  <a:lnTo>
                    <a:pt x="248832" y="555823"/>
                  </a:lnTo>
                  <a:lnTo>
                    <a:pt x="245655" y="547809"/>
                  </a:lnTo>
                  <a:lnTo>
                    <a:pt x="247786" y="534462"/>
                  </a:lnTo>
                  <a:lnTo>
                    <a:pt x="252309" y="527826"/>
                  </a:lnTo>
                  <a:lnTo>
                    <a:pt x="263038" y="521781"/>
                  </a:lnTo>
                  <a:lnTo>
                    <a:pt x="260945" y="513825"/>
                  </a:lnTo>
                  <a:lnTo>
                    <a:pt x="263749" y="508975"/>
                  </a:lnTo>
                  <a:lnTo>
                    <a:pt x="281282" y="513108"/>
                  </a:lnTo>
                  <a:lnTo>
                    <a:pt x="294853" y="520265"/>
                  </a:lnTo>
                  <a:lnTo>
                    <a:pt x="301246" y="528713"/>
                  </a:lnTo>
                  <a:lnTo>
                    <a:pt x="301657" y="530839"/>
                  </a:lnTo>
                  <a:lnTo>
                    <a:pt x="299825" y="536138"/>
                  </a:lnTo>
                  <a:lnTo>
                    <a:pt x="302666" y="539220"/>
                  </a:lnTo>
                  <a:lnTo>
                    <a:pt x="304648" y="531016"/>
                  </a:lnTo>
                  <a:lnTo>
                    <a:pt x="302816" y="526495"/>
                  </a:lnTo>
                  <a:lnTo>
                    <a:pt x="295488" y="516781"/>
                  </a:lnTo>
                  <a:lnTo>
                    <a:pt x="308610" y="517407"/>
                  </a:lnTo>
                  <a:lnTo>
                    <a:pt x="312424" y="512569"/>
                  </a:lnTo>
                  <a:lnTo>
                    <a:pt x="322555" y="513018"/>
                  </a:lnTo>
                  <a:lnTo>
                    <a:pt x="327901" y="507444"/>
                  </a:lnTo>
                  <a:lnTo>
                    <a:pt x="333060" y="505821"/>
                  </a:lnTo>
                  <a:lnTo>
                    <a:pt x="342144" y="507354"/>
                  </a:lnTo>
                  <a:lnTo>
                    <a:pt x="338107" y="493222"/>
                  </a:lnTo>
                  <a:lnTo>
                    <a:pt x="327079" y="480684"/>
                  </a:lnTo>
                  <a:lnTo>
                    <a:pt x="324499" y="476355"/>
                  </a:lnTo>
                  <a:lnTo>
                    <a:pt x="324200" y="472844"/>
                  </a:lnTo>
                  <a:lnTo>
                    <a:pt x="341472" y="455239"/>
                  </a:lnTo>
                  <a:lnTo>
                    <a:pt x="347752" y="446394"/>
                  </a:lnTo>
                  <a:lnTo>
                    <a:pt x="352911" y="443653"/>
                  </a:lnTo>
                  <a:lnTo>
                    <a:pt x="354706" y="435490"/>
                  </a:lnTo>
                  <a:lnTo>
                    <a:pt x="357995" y="427658"/>
                  </a:lnTo>
                  <a:lnTo>
                    <a:pt x="366781" y="422186"/>
                  </a:lnTo>
                  <a:lnTo>
                    <a:pt x="369809" y="415725"/>
                  </a:lnTo>
                  <a:lnTo>
                    <a:pt x="367042" y="410978"/>
                  </a:lnTo>
                  <a:lnTo>
                    <a:pt x="359304" y="385397"/>
                  </a:lnTo>
                  <a:lnTo>
                    <a:pt x="352276" y="369059"/>
                  </a:lnTo>
                  <a:lnTo>
                    <a:pt x="346780" y="360105"/>
                  </a:lnTo>
                  <a:lnTo>
                    <a:pt x="347677" y="355047"/>
                  </a:lnTo>
                  <a:lnTo>
                    <a:pt x="340200" y="358590"/>
                  </a:lnTo>
                  <a:lnTo>
                    <a:pt x="336574" y="354743"/>
                  </a:lnTo>
                  <a:lnTo>
                    <a:pt x="335340" y="350986"/>
                  </a:lnTo>
                  <a:lnTo>
                    <a:pt x="337359" y="342518"/>
                  </a:lnTo>
                  <a:lnTo>
                    <a:pt x="336537" y="336362"/>
                  </a:lnTo>
                  <a:lnTo>
                    <a:pt x="330368" y="335539"/>
                  </a:lnTo>
                  <a:lnTo>
                    <a:pt x="333546" y="342518"/>
                  </a:lnTo>
                  <a:lnTo>
                    <a:pt x="333060" y="344155"/>
                  </a:lnTo>
                  <a:lnTo>
                    <a:pt x="327228" y="344666"/>
                  </a:lnTo>
                  <a:lnTo>
                    <a:pt x="319378" y="335127"/>
                  </a:lnTo>
                  <a:lnTo>
                    <a:pt x="318293" y="329349"/>
                  </a:lnTo>
                  <a:lnTo>
                    <a:pt x="314293" y="329349"/>
                  </a:lnTo>
                  <a:lnTo>
                    <a:pt x="317396" y="323336"/>
                  </a:lnTo>
                  <a:lnTo>
                    <a:pt x="313022" y="320528"/>
                  </a:lnTo>
                  <a:lnTo>
                    <a:pt x="317957" y="315624"/>
                  </a:lnTo>
                  <a:lnTo>
                    <a:pt x="315078" y="314473"/>
                  </a:lnTo>
                  <a:lnTo>
                    <a:pt x="307638" y="323544"/>
                  </a:lnTo>
                  <a:lnTo>
                    <a:pt x="301208" y="321048"/>
                  </a:lnTo>
                  <a:lnTo>
                    <a:pt x="299114" y="324790"/>
                  </a:lnTo>
                  <a:lnTo>
                    <a:pt x="286404" y="333994"/>
                  </a:lnTo>
                  <a:lnTo>
                    <a:pt x="279151" y="335642"/>
                  </a:lnTo>
                  <a:lnTo>
                    <a:pt x="278478" y="332138"/>
                  </a:lnTo>
                  <a:lnTo>
                    <a:pt x="279712" y="317713"/>
                  </a:lnTo>
                  <a:lnTo>
                    <a:pt x="283376" y="315310"/>
                  </a:lnTo>
                  <a:lnTo>
                    <a:pt x="292236" y="316564"/>
                  </a:lnTo>
                  <a:lnTo>
                    <a:pt x="298180" y="309021"/>
                  </a:lnTo>
                  <a:lnTo>
                    <a:pt x="298591" y="305970"/>
                  </a:lnTo>
                  <a:lnTo>
                    <a:pt x="295713" y="299740"/>
                  </a:lnTo>
                  <a:lnTo>
                    <a:pt x="281619" y="290817"/>
                  </a:lnTo>
                  <a:lnTo>
                    <a:pt x="280497" y="288043"/>
                  </a:lnTo>
                  <a:lnTo>
                    <a:pt x="280572" y="283548"/>
                  </a:lnTo>
                  <a:lnTo>
                    <a:pt x="286441" y="279360"/>
                  </a:lnTo>
                  <a:lnTo>
                    <a:pt x="280647" y="278068"/>
                  </a:lnTo>
                  <a:lnTo>
                    <a:pt x="275862" y="284619"/>
                  </a:lnTo>
                  <a:lnTo>
                    <a:pt x="268647" y="280972"/>
                  </a:lnTo>
                  <a:lnTo>
                    <a:pt x="267861" y="279898"/>
                  </a:lnTo>
                  <a:lnTo>
                    <a:pt x="268347" y="278822"/>
                  </a:lnTo>
                  <a:lnTo>
                    <a:pt x="273469" y="272565"/>
                  </a:lnTo>
                  <a:lnTo>
                    <a:pt x="270179" y="268883"/>
                  </a:lnTo>
                  <a:lnTo>
                    <a:pt x="258253" y="268341"/>
                  </a:lnTo>
                  <a:lnTo>
                    <a:pt x="254440" y="244464"/>
                  </a:lnTo>
                  <a:lnTo>
                    <a:pt x="243898" y="245016"/>
                  </a:lnTo>
                  <a:lnTo>
                    <a:pt x="236832" y="237368"/>
                  </a:lnTo>
                  <a:lnTo>
                    <a:pt x="227598" y="221817"/>
                  </a:lnTo>
                  <a:lnTo>
                    <a:pt x="221803" y="229336"/>
                  </a:lnTo>
                  <a:lnTo>
                    <a:pt x="220570" y="234362"/>
                  </a:lnTo>
                  <a:lnTo>
                    <a:pt x="228607" y="239034"/>
                  </a:lnTo>
                  <a:lnTo>
                    <a:pt x="231822" y="244243"/>
                  </a:lnTo>
                  <a:lnTo>
                    <a:pt x="233617" y="256130"/>
                  </a:lnTo>
                  <a:lnTo>
                    <a:pt x="231262" y="260395"/>
                  </a:lnTo>
                  <a:lnTo>
                    <a:pt x="218289" y="265843"/>
                  </a:lnTo>
                  <a:lnTo>
                    <a:pt x="204831" y="259194"/>
                  </a:lnTo>
                  <a:lnTo>
                    <a:pt x="175820" y="252180"/>
                  </a:lnTo>
                  <a:lnTo>
                    <a:pt x="173914" y="253278"/>
                  </a:lnTo>
                  <a:lnTo>
                    <a:pt x="183372" y="260068"/>
                  </a:lnTo>
                  <a:lnTo>
                    <a:pt x="189017" y="268015"/>
                  </a:lnTo>
                  <a:lnTo>
                    <a:pt x="190774" y="272781"/>
                  </a:lnTo>
                  <a:lnTo>
                    <a:pt x="189054" y="275266"/>
                  </a:lnTo>
                  <a:lnTo>
                    <a:pt x="175708" y="262468"/>
                  </a:lnTo>
                  <a:lnTo>
                    <a:pt x="160567" y="268883"/>
                  </a:lnTo>
                  <a:lnTo>
                    <a:pt x="142810" y="258428"/>
                  </a:lnTo>
                  <a:lnTo>
                    <a:pt x="128080" y="261269"/>
                  </a:lnTo>
                  <a:lnTo>
                    <a:pt x="95406" y="252180"/>
                  </a:lnTo>
                  <a:lnTo>
                    <a:pt x="88153" y="256787"/>
                  </a:lnTo>
                  <a:lnTo>
                    <a:pt x="79480" y="252619"/>
                  </a:lnTo>
                  <a:lnTo>
                    <a:pt x="76078" y="248438"/>
                  </a:lnTo>
                  <a:lnTo>
                    <a:pt x="73237" y="237479"/>
                  </a:lnTo>
                  <a:lnTo>
                    <a:pt x="75368" y="230455"/>
                  </a:lnTo>
                  <a:lnTo>
                    <a:pt x="68975" y="235030"/>
                  </a:lnTo>
                  <a:lnTo>
                    <a:pt x="60302" y="233693"/>
                  </a:lnTo>
                  <a:lnTo>
                    <a:pt x="59255" y="234473"/>
                  </a:lnTo>
                  <a:lnTo>
                    <a:pt x="61535" y="239145"/>
                  </a:lnTo>
                  <a:lnTo>
                    <a:pt x="49984" y="239478"/>
                  </a:lnTo>
                  <a:lnTo>
                    <a:pt x="45423" y="243911"/>
                  </a:lnTo>
                  <a:lnTo>
                    <a:pt x="33721" y="231796"/>
                  </a:lnTo>
                  <a:lnTo>
                    <a:pt x="24450" y="226872"/>
                  </a:lnTo>
                  <a:lnTo>
                    <a:pt x="16973" y="211985"/>
                  </a:lnTo>
                  <a:lnTo>
                    <a:pt x="11814" y="192780"/>
                  </a:lnTo>
                  <a:lnTo>
                    <a:pt x="27628" y="193817"/>
                  </a:lnTo>
                  <a:lnTo>
                    <a:pt x="45273" y="200246"/>
                  </a:lnTo>
                  <a:lnTo>
                    <a:pt x="59928" y="196002"/>
                  </a:lnTo>
                  <a:lnTo>
                    <a:pt x="44713" y="183415"/>
                  </a:lnTo>
                  <a:lnTo>
                    <a:pt x="19628" y="178298"/>
                  </a:lnTo>
                  <a:lnTo>
                    <a:pt x="3739" y="164943"/>
                  </a:lnTo>
                  <a:lnTo>
                    <a:pt x="0" y="134667"/>
                  </a:lnTo>
                  <a:lnTo>
                    <a:pt x="1944" y="128013"/>
                  </a:lnTo>
                  <a:lnTo>
                    <a:pt x="7627" y="119493"/>
                  </a:lnTo>
                  <a:lnTo>
                    <a:pt x="4187" y="117293"/>
                  </a:lnTo>
                  <a:lnTo>
                    <a:pt x="3178" y="110054"/>
                  </a:lnTo>
                  <a:lnTo>
                    <a:pt x="3402" y="103268"/>
                  </a:lnTo>
                  <a:lnTo>
                    <a:pt x="13870" y="76001"/>
                  </a:lnTo>
                  <a:lnTo>
                    <a:pt x="16599" y="54444"/>
                  </a:lnTo>
                  <a:lnTo>
                    <a:pt x="21758" y="44108"/>
                  </a:lnTo>
                  <a:lnTo>
                    <a:pt x="26244" y="39819"/>
                  </a:lnTo>
                  <a:lnTo>
                    <a:pt x="27403" y="33162"/>
                  </a:lnTo>
                  <a:lnTo>
                    <a:pt x="47890" y="9775"/>
                  </a:lnTo>
                  <a:lnTo>
                    <a:pt x="75144" y="0"/>
                  </a:lnTo>
                  <a:lnTo>
                    <a:pt x="104191" y="5634"/>
                  </a:lnTo>
                  <a:lnTo>
                    <a:pt x="105462" y="9909"/>
                  </a:lnTo>
                  <a:lnTo>
                    <a:pt x="104901" y="11774"/>
                  </a:lnTo>
                  <a:lnTo>
                    <a:pt x="90209" y="28966"/>
                  </a:lnTo>
                  <a:lnTo>
                    <a:pt x="81798" y="43589"/>
                  </a:lnTo>
                  <a:lnTo>
                    <a:pt x="70545" y="71313"/>
                  </a:lnTo>
                  <a:lnTo>
                    <a:pt x="69723" y="78906"/>
                  </a:lnTo>
                  <a:lnTo>
                    <a:pt x="71255" y="86076"/>
                  </a:lnTo>
                  <a:lnTo>
                    <a:pt x="76901" y="99923"/>
                  </a:lnTo>
                  <a:lnTo>
                    <a:pt x="76526" y="123030"/>
                  </a:lnTo>
                  <a:lnTo>
                    <a:pt x="79069" y="138040"/>
                  </a:lnTo>
                  <a:lnTo>
                    <a:pt x="82845" y="146554"/>
                  </a:lnTo>
                  <a:lnTo>
                    <a:pt x="103892" y="173979"/>
                  </a:lnTo>
                  <a:lnTo>
                    <a:pt x="95966" y="182254"/>
                  </a:lnTo>
                  <a:lnTo>
                    <a:pt x="84752" y="186313"/>
                  </a:lnTo>
                  <a:lnTo>
                    <a:pt x="73760" y="1940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1" name="oPE_MapPart_CAN_3_91" descr="Kanada">
              <a:extLst>
                <a:ext uri="{FF2B5EF4-FFF2-40B4-BE49-F238E27FC236}">
                  <a16:creationId xmlns:a16="http://schemas.microsoft.com/office/drawing/2014/main" id="{9515C817-F4B5-5FCF-E877-75377910657A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4191777" y="1046779"/>
              <a:ext cx="632997" cy="834324"/>
            </a:xfrm>
            <a:custGeom>
              <a:avLst/>
              <a:gdLst/>
              <a:ahLst/>
              <a:cxnLst/>
              <a:rect l="0" t="0" r="0" b="0"/>
              <a:pathLst>
                <a:path w="632997" h="834324">
                  <a:moveTo>
                    <a:pt x="460989" y="17343"/>
                  </a:moveTo>
                  <a:lnTo>
                    <a:pt x="524693" y="32618"/>
                  </a:lnTo>
                  <a:lnTo>
                    <a:pt x="516095" y="50695"/>
                  </a:lnTo>
                  <a:lnTo>
                    <a:pt x="482149" y="77602"/>
                  </a:lnTo>
                  <a:lnTo>
                    <a:pt x="504431" y="75261"/>
                  </a:lnTo>
                  <a:lnTo>
                    <a:pt x="539123" y="46501"/>
                  </a:lnTo>
                  <a:lnTo>
                    <a:pt x="548021" y="53682"/>
                  </a:lnTo>
                  <a:lnTo>
                    <a:pt x="554563" y="36558"/>
                  </a:lnTo>
                  <a:lnTo>
                    <a:pt x="564508" y="57256"/>
                  </a:lnTo>
                  <a:lnTo>
                    <a:pt x="572209" y="49798"/>
                  </a:lnTo>
                  <a:lnTo>
                    <a:pt x="582453" y="51592"/>
                  </a:lnTo>
                  <a:lnTo>
                    <a:pt x="585929" y="58445"/>
                  </a:lnTo>
                  <a:lnTo>
                    <a:pt x="582415" y="67914"/>
                  </a:lnTo>
                  <a:lnTo>
                    <a:pt x="594004" y="91845"/>
                  </a:lnTo>
                  <a:lnTo>
                    <a:pt x="590640" y="110196"/>
                  </a:lnTo>
                  <a:lnTo>
                    <a:pt x="606677" y="99334"/>
                  </a:lnTo>
                  <a:lnTo>
                    <a:pt x="622828" y="104205"/>
                  </a:lnTo>
                  <a:lnTo>
                    <a:pt x="631015" y="118137"/>
                  </a:lnTo>
                  <a:lnTo>
                    <a:pt x="632996" y="127430"/>
                  </a:lnTo>
                  <a:lnTo>
                    <a:pt x="631613" y="136929"/>
                  </a:lnTo>
                  <a:lnTo>
                    <a:pt x="612846" y="172843"/>
                  </a:lnTo>
                  <a:lnTo>
                    <a:pt x="583462" y="202193"/>
                  </a:lnTo>
                  <a:lnTo>
                    <a:pt x="563087" y="218424"/>
                  </a:lnTo>
                  <a:lnTo>
                    <a:pt x="549517" y="217124"/>
                  </a:lnTo>
                  <a:lnTo>
                    <a:pt x="539647" y="231100"/>
                  </a:lnTo>
                  <a:lnTo>
                    <a:pt x="520469" y="235466"/>
                  </a:lnTo>
                  <a:lnTo>
                    <a:pt x="514487" y="253786"/>
                  </a:lnTo>
                  <a:lnTo>
                    <a:pt x="477626" y="280506"/>
                  </a:lnTo>
                  <a:lnTo>
                    <a:pt x="476953" y="284943"/>
                  </a:lnTo>
                  <a:lnTo>
                    <a:pt x="485327" y="284943"/>
                  </a:lnTo>
                  <a:lnTo>
                    <a:pt x="538937" y="252523"/>
                  </a:lnTo>
                  <a:lnTo>
                    <a:pt x="558788" y="252775"/>
                  </a:lnTo>
                  <a:lnTo>
                    <a:pt x="557704" y="260333"/>
                  </a:lnTo>
                  <a:lnTo>
                    <a:pt x="478822" y="361908"/>
                  </a:lnTo>
                  <a:lnTo>
                    <a:pt x="459719" y="399406"/>
                  </a:lnTo>
                  <a:lnTo>
                    <a:pt x="447382" y="397615"/>
                  </a:lnTo>
                  <a:lnTo>
                    <a:pt x="435568" y="379780"/>
                  </a:lnTo>
                  <a:lnTo>
                    <a:pt x="445961" y="412316"/>
                  </a:lnTo>
                  <a:lnTo>
                    <a:pt x="444877" y="417838"/>
                  </a:lnTo>
                  <a:lnTo>
                    <a:pt x="407679" y="431207"/>
                  </a:lnTo>
                  <a:lnTo>
                    <a:pt x="416801" y="437511"/>
                  </a:lnTo>
                  <a:lnTo>
                    <a:pt x="432166" y="431425"/>
                  </a:lnTo>
                  <a:lnTo>
                    <a:pt x="438559" y="434689"/>
                  </a:lnTo>
                  <a:lnTo>
                    <a:pt x="434633" y="446368"/>
                  </a:lnTo>
                  <a:lnTo>
                    <a:pt x="422222" y="456655"/>
                  </a:lnTo>
                  <a:lnTo>
                    <a:pt x="427381" y="460916"/>
                  </a:lnTo>
                  <a:lnTo>
                    <a:pt x="427306" y="464101"/>
                  </a:lnTo>
                  <a:lnTo>
                    <a:pt x="421549" y="474240"/>
                  </a:lnTo>
                  <a:lnTo>
                    <a:pt x="404352" y="483041"/>
                  </a:lnTo>
                  <a:lnTo>
                    <a:pt x="378743" y="466644"/>
                  </a:lnTo>
                  <a:lnTo>
                    <a:pt x="359117" y="461128"/>
                  </a:lnTo>
                  <a:lnTo>
                    <a:pt x="353584" y="465585"/>
                  </a:lnTo>
                  <a:lnTo>
                    <a:pt x="356051" y="467913"/>
                  </a:lnTo>
                  <a:lnTo>
                    <a:pt x="379641" y="477600"/>
                  </a:lnTo>
                  <a:lnTo>
                    <a:pt x="383903" y="493436"/>
                  </a:lnTo>
                  <a:lnTo>
                    <a:pt x="380575" y="503949"/>
                  </a:lnTo>
                  <a:lnTo>
                    <a:pt x="336088" y="514167"/>
                  </a:lnTo>
                  <a:lnTo>
                    <a:pt x="307077" y="502922"/>
                  </a:lnTo>
                  <a:lnTo>
                    <a:pt x="319601" y="514167"/>
                  </a:lnTo>
                  <a:lnTo>
                    <a:pt x="323340" y="524097"/>
                  </a:lnTo>
                  <a:lnTo>
                    <a:pt x="333994" y="533747"/>
                  </a:lnTo>
                  <a:lnTo>
                    <a:pt x="344574" y="537745"/>
                  </a:lnTo>
                  <a:lnTo>
                    <a:pt x="357322" y="534948"/>
                  </a:lnTo>
                  <a:lnTo>
                    <a:pt x="356238" y="554395"/>
                  </a:lnTo>
                  <a:lnTo>
                    <a:pt x="341695" y="556165"/>
                  </a:lnTo>
                  <a:lnTo>
                    <a:pt x="327601" y="547287"/>
                  </a:lnTo>
                  <a:lnTo>
                    <a:pt x="296722" y="553804"/>
                  </a:lnTo>
                  <a:lnTo>
                    <a:pt x="272160" y="551833"/>
                  </a:lnTo>
                  <a:lnTo>
                    <a:pt x="286665" y="566344"/>
                  </a:lnTo>
                  <a:lnTo>
                    <a:pt x="308647" y="558129"/>
                  </a:lnTo>
                  <a:lnTo>
                    <a:pt x="320461" y="559306"/>
                  </a:lnTo>
                  <a:lnTo>
                    <a:pt x="326741" y="564588"/>
                  </a:lnTo>
                  <a:lnTo>
                    <a:pt x="330031" y="571983"/>
                  </a:lnTo>
                  <a:lnTo>
                    <a:pt x="344499" y="575471"/>
                  </a:lnTo>
                  <a:lnTo>
                    <a:pt x="358294" y="589703"/>
                  </a:lnTo>
                  <a:lnTo>
                    <a:pt x="355939" y="600742"/>
                  </a:lnTo>
                  <a:lnTo>
                    <a:pt x="349060" y="608674"/>
                  </a:lnTo>
                  <a:lnTo>
                    <a:pt x="317133" y="612058"/>
                  </a:lnTo>
                  <a:lnTo>
                    <a:pt x="336387" y="623269"/>
                  </a:lnTo>
                  <a:lnTo>
                    <a:pt x="342518" y="631240"/>
                  </a:lnTo>
                  <a:lnTo>
                    <a:pt x="335078" y="642093"/>
                  </a:lnTo>
                  <a:lnTo>
                    <a:pt x="328536" y="663333"/>
                  </a:lnTo>
                  <a:lnTo>
                    <a:pt x="326405" y="664952"/>
                  </a:lnTo>
                  <a:lnTo>
                    <a:pt x="305544" y="671583"/>
                  </a:lnTo>
                  <a:lnTo>
                    <a:pt x="283973" y="669795"/>
                  </a:lnTo>
                  <a:lnTo>
                    <a:pt x="282478" y="679600"/>
                  </a:lnTo>
                  <a:lnTo>
                    <a:pt x="283226" y="702120"/>
                  </a:lnTo>
                  <a:lnTo>
                    <a:pt x="282627" y="711497"/>
                  </a:lnTo>
                  <a:lnTo>
                    <a:pt x="278328" y="721660"/>
                  </a:lnTo>
                  <a:lnTo>
                    <a:pt x="273991" y="725771"/>
                  </a:lnTo>
                  <a:lnTo>
                    <a:pt x="244644" y="732420"/>
                  </a:lnTo>
                  <a:lnTo>
                    <a:pt x="230775" y="730889"/>
                  </a:lnTo>
                  <a:lnTo>
                    <a:pt x="208232" y="710805"/>
                  </a:lnTo>
                  <a:lnTo>
                    <a:pt x="211447" y="719944"/>
                  </a:lnTo>
                  <a:lnTo>
                    <a:pt x="216158" y="726112"/>
                  </a:lnTo>
                  <a:lnTo>
                    <a:pt x="211036" y="731399"/>
                  </a:lnTo>
                  <a:lnTo>
                    <a:pt x="199970" y="732590"/>
                  </a:lnTo>
                  <a:lnTo>
                    <a:pt x="204456" y="740386"/>
                  </a:lnTo>
                  <a:lnTo>
                    <a:pt x="219485" y="735138"/>
                  </a:lnTo>
                  <a:lnTo>
                    <a:pt x="228719" y="737680"/>
                  </a:lnTo>
                  <a:lnTo>
                    <a:pt x="238140" y="746788"/>
                  </a:lnTo>
                  <a:lnTo>
                    <a:pt x="253131" y="742074"/>
                  </a:lnTo>
                  <a:lnTo>
                    <a:pt x="256383" y="745611"/>
                  </a:lnTo>
                  <a:lnTo>
                    <a:pt x="257767" y="757996"/>
                  </a:lnTo>
                  <a:lnTo>
                    <a:pt x="256832" y="762152"/>
                  </a:lnTo>
                  <a:lnTo>
                    <a:pt x="258851" y="766293"/>
                  </a:lnTo>
                  <a:lnTo>
                    <a:pt x="267786" y="771080"/>
                  </a:lnTo>
                  <a:lnTo>
                    <a:pt x="278216" y="762318"/>
                  </a:lnTo>
                  <a:lnTo>
                    <a:pt x="284235" y="773877"/>
                  </a:lnTo>
                  <a:lnTo>
                    <a:pt x="284571" y="782721"/>
                  </a:lnTo>
                  <a:lnTo>
                    <a:pt x="278328" y="799253"/>
                  </a:lnTo>
                  <a:lnTo>
                    <a:pt x="252832" y="822376"/>
                  </a:lnTo>
                  <a:lnTo>
                    <a:pt x="226065" y="834323"/>
                  </a:lnTo>
                  <a:lnTo>
                    <a:pt x="221990" y="830720"/>
                  </a:lnTo>
                  <a:lnTo>
                    <a:pt x="225354" y="817310"/>
                  </a:lnTo>
                  <a:lnTo>
                    <a:pt x="225392" y="813815"/>
                  </a:lnTo>
                  <a:lnTo>
                    <a:pt x="222438" y="808395"/>
                  </a:lnTo>
                  <a:lnTo>
                    <a:pt x="218363" y="804554"/>
                  </a:lnTo>
                  <a:lnTo>
                    <a:pt x="206999" y="806156"/>
                  </a:lnTo>
                  <a:lnTo>
                    <a:pt x="200418" y="794090"/>
                  </a:lnTo>
                  <a:lnTo>
                    <a:pt x="190138" y="785654"/>
                  </a:lnTo>
                  <a:lnTo>
                    <a:pt x="195708" y="798931"/>
                  </a:lnTo>
                  <a:lnTo>
                    <a:pt x="196830" y="804393"/>
                  </a:lnTo>
                  <a:lnTo>
                    <a:pt x="196306" y="808714"/>
                  </a:lnTo>
                  <a:lnTo>
                    <a:pt x="161987" y="809832"/>
                  </a:lnTo>
                  <a:lnTo>
                    <a:pt x="154959" y="790042"/>
                  </a:lnTo>
                  <a:lnTo>
                    <a:pt x="153875" y="818420"/>
                  </a:lnTo>
                  <a:lnTo>
                    <a:pt x="135893" y="823007"/>
                  </a:lnTo>
                  <a:lnTo>
                    <a:pt x="124715" y="819054"/>
                  </a:lnTo>
                  <a:lnTo>
                    <a:pt x="115668" y="811427"/>
                  </a:lnTo>
                  <a:lnTo>
                    <a:pt x="108640" y="798125"/>
                  </a:lnTo>
                  <a:lnTo>
                    <a:pt x="103929" y="816675"/>
                  </a:lnTo>
                  <a:lnTo>
                    <a:pt x="89947" y="810311"/>
                  </a:lnTo>
                  <a:lnTo>
                    <a:pt x="87143" y="797964"/>
                  </a:lnTo>
                  <a:lnTo>
                    <a:pt x="86956" y="815723"/>
                  </a:lnTo>
                  <a:lnTo>
                    <a:pt x="68302" y="814133"/>
                  </a:lnTo>
                  <a:lnTo>
                    <a:pt x="66544" y="798609"/>
                  </a:lnTo>
                  <a:lnTo>
                    <a:pt x="66245" y="781088"/>
                  </a:lnTo>
                  <a:lnTo>
                    <a:pt x="63778" y="792149"/>
                  </a:lnTo>
                  <a:lnTo>
                    <a:pt x="65199" y="812701"/>
                  </a:lnTo>
                  <a:lnTo>
                    <a:pt x="43927" y="806316"/>
                  </a:lnTo>
                  <a:lnTo>
                    <a:pt x="45385" y="776176"/>
                  </a:lnTo>
                  <a:lnTo>
                    <a:pt x="64974" y="753659"/>
                  </a:lnTo>
                  <a:lnTo>
                    <a:pt x="101200" y="743086"/>
                  </a:lnTo>
                  <a:lnTo>
                    <a:pt x="95218" y="731569"/>
                  </a:lnTo>
                  <a:lnTo>
                    <a:pt x="88377" y="727820"/>
                  </a:lnTo>
                  <a:lnTo>
                    <a:pt x="83143" y="719428"/>
                  </a:lnTo>
                  <a:lnTo>
                    <a:pt x="74582" y="692143"/>
                  </a:lnTo>
                  <a:lnTo>
                    <a:pt x="76190" y="685623"/>
                  </a:lnTo>
                  <a:lnTo>
                    <a:pt x="92415" y="675153"/>
                  </a:lnTo>
                  <a:lnTo>
                    <a:pt x="102396" y="677823"/>
                  </a:lnTo>
                  <a:lnTo>
                    <a:pt x="114472" y="689504"/>
                  </a:lnTo>
                  <a:lnTo>
                    <a:pt x="126621" y="717020"/>
                  </a:lnTo>
                  <a:lnTo>
                    <a:pt x="144267" y="726625"/>
                  </a:lnTo>
                  <a:lnTo>
                    <a:pt x="167744" y="718912"/>
                  </a:lnTo>
                  <a:lnTo>
                    <a:pt x="186399" y="679245"/>
                  </a:lnTo>
                  <a:lnTo>
                    <a:pt x="188792" y="665131"/>
                  </a:lnTo>
                  <a:lnTo>
                    <a:pt x="186549" y="668182"/>
                  </a:lnTo>
                  <a:lnTo>
                    <a:pt x="171483" y="701597"/>
                  </a:lnTo>
                  <a:lnTo>
                    <a:pt x="164193" y="710112"/>
                  </a:lnTo>
                  <a:lnTo>
                    <a:pt x="149501" y="707338"/>
                  </a:lnTo>
                  <a:lnTo>
                    <a:pt x="141725" y="713398"/>
                  </a:lnTo>
                  <a:lnTo>
                    <a:pt x="132827" y="707685"/>
                  </a:lnTo>
                  <a:lnTo>
                    <a:pt x="132790" y="687741"/>
                  </a:lnTo>
                  <a:lnTo>
                    <a:pt x="127481" y="671583"/>
                  </a:lnTo>
                  <a:lnTo>
                    <a:pt x="146809" y="644654"/>
                  </a:lnTo>
                  <a:lnTo>
                    <a:pt x="154996" y="646663"/>
                  </a:lnTo>
                  <a:lnTo>
                    <a:pt x="148192" y="638976"/>
                  </a:lnTo>
                  <a:lnTo>
                    <a:pt x="140716" y="640261"/>
                  </a:lnTo>
                  <a:lnTo>
                    <a:pt x="143332" y="610555"/>
                  </a:lnTo>
                  <a:lnTo>
                    <a:pt x="138323" y="632718"/>
                  </a:lnTo>
                  <a:lnTo>
                    <a:pt x="126659" y="653395"/>
                  </a:lnTo>
                  <a:lnTo>
                    <a:pt x="113537" y="656294"/>
                  </a:lnTo>
                  <a:lnTo>
                    <a:pt x="119743" y="629576"/>
                  </a:lnTo>
                  <a:lnTo>
                    <a:pt x="109200" y="644472"/>
                  </a:lnTo>
                  <a:lnTo>
                    <a:pt x="99106" y="651579"/>
                  </a:lnTo>
                  <a:lnTo>
                    <a:pt x="85835" y="646663"/>
                  </a:lnTo>
                  <a:lnTo>
                    <a:pt x="87106" y="635667"/>
                  </a:lnTo>
                  <a:lnTo>
                    <a:pt x="87106" y="621966"/>
                  </a:lnTo>
                  <a:lnTo>
                    <a:pt x="98284" y="596186"/>
                  </a:lnTo>
                  <a:lnTo>
                    <a:pt x="101275" y="584337"/>
                  </a:lnTo>
                  <a:lnTo>
                    <a:pt x="138772" y="569653"/>
                  </a:lnTo>
                  <a:lnTo>
                    <a:pt x="174736" y="584913"/>
                  </a:lnTo>
                  <a:lnTo>
                    <a:pt x="180605" y="577017"/>
                  </a:lnTo>
                  <a:lnTo>
                    <a:pt x="198026" y="574890"/>
                  </a:lnTo>
                  <a:lnTo>
                    <a:pt x="206325" y="562830"/>
                  </a:lnTo>
                  <a:lnTo>
                    <a:pt x="192045" y="570624"/>
                  </a:lnTo>
                  <a:lnTo>
                    <a:pt x="151034" y="560482"/>
                  </a:lnTo>
                  <a:lnTo>
                    <a:pt x="147819" y="552425"/>
                  </a:lnTo>
                  <a:lnTo>
                    <a:pt x="151632" y="547089"/>
                  </a:lnTo>
                  <a:lnTo>
                    <a:pt x="168417" y="554198"/>
                  </a:lnTo>
                  <a:lnTo>
                    <a:pt x="155520" y="535348"/>
                  </a:lnTo>
                  <a:lnTo>
                    <a:pt x="133276" y="485544"/>
                  </a:lnTo>
                  <a:lnTo>
                    <a:pt x="117425" y="478858"/>
                  </a:lnTo>
                  <a:lnTo>
                    <a:pt x="109312" y="464525"/>
                  </a:lnTo>
                  <a:lnTo>
                    <a:pt x="107817" y="443782"/>
                  </a:lnTo>
                  <a:lnTo>
                    <a:pt x="105312" y="431207"/>
                  </a:lnTo>
                  <a:lnTo>
                    <a:pt x="107705" y="414749"/>
                  </a:lnTo>
                  <a:lnTo>
                    <a:pt x="111705" y="407213"/>
                  </a:lnTo>
                  <a:lnTo>
                    <a:pt x="165352" y="418278"/>
                  </a:lnTo>
                  <a:lnTo>
                    <a:pt x="187072" y="447013"/>
                  </a:lnTo>
                  <a:lnTo>
                    <a:pt x="207634" y="483041"/>
                  </a:lnTo>
                  <a:lnTo>
                    <a:pt x="221130" y="491365"/>
                  </a:lnTo>
                  <a:lnTo>
                    <a:pt x="232794" y="492194"/>
                  </a:lnTo>
                  <a:lnTo>
                    <a:pt x="240084" y="484919"/>
                  </a:lnTo>
                  <a:lnTo>
                    <a:pt x="221691" y="482206"/>
                  </a:lnTo>
                  <a:lnTo>
                    <a:pt x="186998" y="424869"/>
                  </a:lnTo>
                  <a:lnTo>
                    <a:pt x="181165" y="412316"/>
                  </a:lnTo>
                  <a:lnTo>
                    <a:pt x="180642" y="406768"/>
                  </a:lnTo>
                  <a:lnTo>
                    <a:pt x="222326" y="391549"/>
                  </a:lnTo>
                  <a:lnTo>
                    <a:pt x="241617" y="381144"/>
                  </a:lnTo>
                  <a:lnTo>
                    <a:pt x="250364" y="366056"/>
                  </a:lnTo>
                  <a:lnTo>
                    <a:pt x="276198" y="348445"/>
                  </a:lnTo>
                  <a:lnTo>
                    <a:pt x="307825" y="337895"/>
                  </a:lnTo>
                  <a:lnTo>
                    <a:pt x="269356" y="326538"/>
                  </a:lnTo>
                  <a:lnTo>
                    <a:pt x="271151" y="314354"/>
                  </a:lnTo>
                  <a:lnTo>
                    <a:pt x="278253" y="297670"/>
                  </a:lnTo>
                  <a:lnTo>
                    <a:pt x="307376" y="261588"/>
                  </a:lnTo>
                  <a:lnTo>
                    <a:pt x="284796" y="275308"/>
                  </a:lnTo>
                  <a:lnTo>
                    <a:pt x="268982" y="299860"/>
                  </a:lnTo>
                  <a:lnTo>
                    <a:pt x="259337" y="304468"/>
                  </a:lnTo>
                  <a:lnTo>
                    <a:pt x="255112" y="315314"/>
                  </a:lnTo>
                  <a:lnTo>
                    <a:pt x="252122" y="331993"/>
                  </a:lnTo>
                  <a:lnTo>
                    <a:pt x="247636" y="340952"/>
                  </a:lnTo>
                  <a:lnTo>
                    <a:pt x="221765" y="365135"/>
                  </a:lnTo>
                  <a:lnTo>
                    <a:pt x="193503" y="377047"/>
                  </a:lnTo>
                  <a:lnTo>
                    <a:pt x="182773" y="374994"/>
                  </a:lnTo>
                  <a:lnTo>
                    <a:pt x="196531" y="349844"/>
                  </a:lnTo>
                  <a:lnTo>
                    <a:pt x="172044" y="357514"/>
                  </a:lnTo>
                  <a:lnTo>
                    <a:pt x="155034" y="380007"/>
                  </a:lnTo>
                  <a:lnTo>
                    <a:pt x="135818" y="382052"/>
                  </a:lnTo>
                  <a:lnTo>
                    <a:pt x="107032" y="371564"/>
                  </a:lnTo>
                  <a:lnTo>
                    <a:pt x="105275" y="368354"/>
                  </a:lnTo>
                  <a:lnTo>
                    <a:pt x="105537" y="363984"/>
                  </a:lnTo>
                  <a:lnTo>
                    <a:pt x="108938" y="355659"/>
                  </a:lnTo>
                  <a:lnTo>
                    <a:pt x="133724" y="321775"/>
                  </a:lnTo>
                  <a:lnTo>
                    <a:pt x="173128" y="306404"/>
                  </a:lnTo>
                  <a:lnTo>
                    <a:pt x="174362" y="300346"/>
                  </a:lnTo>
                  <a:lnTo>
                    <a:pt x="122621" y="315554"/>
                  </a:lnTo>
                  <a:lnTo>
                    <a:pt x="90433" y="363061"/>
                  </a:lnTo>
                  <a:lnTo>
                    <a:pt x="82507" y="364905"/>
                  </a:lnTo>
                  <a:lnTo>
                    <a:pt x="54469" y="342595"/>
                  </a:lnTo>
                  <a:lnTo>
                    <a:pt x="50282" y="331520"/>
                  </a:lnTo>
                  <a:lnTo>
                    <a:pt x="52301" y="327964"/>
                  </a:lnTo>
                  <a:lnTo>
                    <a:pt x="67965" y="320103"/>
                  </a:lnTo>
                  <a:lnTo>
                    <a:pt x="89237" y="321536"/>
                  </a:lnTo>
                  <a:lnTo>
                    <a:pt x="108154" y="315314"/>
                  </a:lnTo>
                  <a:lnTo>
                    <a:pt x="140042" y="281493"/>
                  </a:lnTo>
                  <a:lnTo>
                    <a:pt x="130472" y="281493"/>
                  </a:lnTo>
                  <a:lnTo>
                    <a:pt x="105125" y="303742"/>
                  </a:lnTo>
                  <a:lnTo>
                    <a:pt x="91592" y="309301"/>
                  </a:lnTo>
                  <a:lnTo>
                    <a:pt x="42805" y="315794"/>
                  </a:lnTo>
                  <a:lnTo>
                    <a:pt x="35403" y="303500"/>
                  </a:lnTo>
                  <a:lnTo>
                    <a:pt x="36076" y="296940"/>
                  </a:lnTo>
                  <a:lnTo>
                    <a:pt x="51441" y="286418"/>
                  </a:lnTo>
                  <a:lnTo>
                    <a:pt x="41758" y="275556"/>
                  </a:lnTo>
                  <a:lnTo>
                    <a:pt x="63628" y="251511"/>
                  </a:lnTo>
                  <a:lnTo>
                    <a:pt x="84900" y="248218"/>
                  </a:lnTo>
                  <a:lnTo>
                    <a:pt x="66582" y="242624"/>
                  </a:lnTo>
                  <a:lnTo>
                    <a:pt x="26356" y="265095"/>
                  </a:lnTo>
                  <a:lnTo>
                    <a:pt x="22356" y="261588"/>
                  </a:lnTo>
                  <a:lnTo>
                    <a:pt x="23477" y="256812"/>
                  </a:lnTo>
                  <a:lnTo>
                    <a:pt x="38693" y="232643"/>
                  </a:lnTo>
                  <a:lnTo>
                    <a:pt x="21982" y="229812"/>
                  </a:lnTo>
                  <a:lnTo>
                    <a:pt x="8150" y="241859"/>
                  </a:lnTo>
                  <a:lnTo>
                    <a:pt x="0" y="232643"/>
                  </a:lnTo>
                  <a:lnTo>
                    <a:pt x="785" y="225684"/>
                  </a:lnTo>
                  <a:lnTo>
                    <a:pt x="15440" y="204825"/>
                  </a:lnTo>
                  <a:lnTo>
                    <a:pt x="47852" y="191869"/>
                  </a:lnTo>
                  <a:lnTo>
                    <a:pt x="58357" y="176619"/>
                  </a:lnTo>
                  <a:lnTo>
                    <a:pt x="75218" y="164985"/>
                  </a:lnTo>
                  <a:lnTo>
                    <a:pt x="88900" y="171222"/>
                  </a:lnTo>
                  <a:lnTo>
                    <a:pt x="96938" y="185471"/>
                  </a:lnTo>
                  <a:lnTo>
                    <a:pt x="100751" y="174463"/>
                  </a:lnTo>
                  <a:lnTo>
                    <a:pt x="105051" y="171763"/>
                  </a:lnTo>
                  <a:lnTo>
                    <a:pt x="125425" y="186273"/>
                  </a:lnTo>
                  <a:lnTo>
                    <a:pt x="137911" y="181992"/>
                  </a:lnTo>
                  <a:lnTo>
                    <a:pt x="105275" y="146354"/>
                  </a:lnTo>
                  <a:lnTo>
                    <a:pt x="122322" y="134980"/>
                  </a:lnTo>
                  <a:lnTo>
                    <a:pt x="140977" y="110481"/>
                  </a:lnTo>
                  <a:lnTo>
                    <a:pt x="168119" y="129672"/>
                  </a:lnTo>
                  <a:lnTo>
                    <a:pt x="180156" y="158169"/>
                  </a:lnTo>
                  <a:lnTo>
                    <a:pt x="187970" y="167972"/>
                  </a:lnTo>
                  <a:lnTo>
                    <a:pt x="194362" y="165529"/>
                  </a:lnTo>
                  <a:lnTo>
                    <a:pt x="185614" y="149663"/>
                  </a:lnTo>
                  <a:lnTo>
                    <a:pt x="189988" y="141928"/>
                  </a:lnTo>
                  <a:lnTo>
                    <a:pt x="239486" y="182796"/>
                  </a:lnTo>
                  <a:lnTo>
                    <a:pt x="253766" y="201402"/>
                  </a:lnTo>
                  <a:lnTo>
                    <a:pt x="250364" y="189474"/>
                  </a:lnTo>
                  <a:lnTo>
                    <a:pt x="239972" y="175272"/>
                  </a:lnTo>
                  <a:lnTo>
                    <a:pt x="212195" y="150489"/>
                  </a:lnTo>
                  <a:lnTo>
                    <a:pt x="191858" y="118985"/>
                  </a:lnTo>
                  <a:lnTo>
                    <a:pt x="191783" y="113890"/>
                  </a:lnTo>
                  <a:lnTo>
                    <a:pt x="195559" y="107917"/>
                  </a:lnTo>
                  <a:lnTo>
                    <a:pt x="207784" y="99334"/>
                  </a:lnTo>
                  <a:lnTo>
                    <a:pt x="198587" y="86052"/>
                  </a:lnTo>
                  <a:lnTo>
                    <a:pt x="198736" y="81689"/>
                  </a:lnTo>
                  <a:lnTo>
                    <a:pt x="209877" y="79355"/>
                  </a:lnTo>
                  <a:lnTo>
                    <a:pt x="225878" y="88662"/>
                  </a:lnTo>
                  <a:lnTo>
                    <a:pt x="218214" y="62893"/>
                  </a:lnTo>
                  <a:lnTo>
                    <a:pt x="221691" y="57256"/>
                  </a:lnTo>
                  <a:lnTo>
                    <a:pt x="241093" y="69093"/>
                  </a:lnTo>
                  <a:lnTo>
                    <a:pt x="268683" y="73502"/>
                  </a:lnTo>
                  <a:lnTo>
                    <a:pt x="246140" y="50994"/>
                  </a:lnTo>
                  <a:lnTo>
                    <a:pt x="239448" y="35044"/>
                  </a:lnTo>
                  <a:lnTo>
                    <a:pt x="245056" y="30491"/>
                  </a:lnTo>
                  <a:lnTo>
                    <a:pt x="292161" y="37768"/>
                  </a:lnTo>
                  <a:lnTo>
                    <a:pt x="317021" y="74968"/>
                  </a:lnTo>
                  <a:lnTo>
                    <a:pt x="322704" y="94442"/>
                  </a:lnTo>
                  <a:lnTo>
                    <a:pt x="325582" y="96747"/>
                  </a:lnTo>
                  <a:lnTo>
                    <a:pt x="334779" y="84890"/>
                  </a:lnTo>
                  <a:lnTo>
                    <a:pt x="333172" y="79355"/>
                  </a:lnTo>
                  <a:lnTo>
                    <a:pt x="306890" y="33832"/>
                  </a:lnTo>
                  <a:lnTo>
                    <a:pt x="302404" y="18572"/>
                  </a:lnTo>
                  <a:lnTo>
                    <a:pt x="331041" y="12105"/>
                  </a:lnTo>
                  <a:lnTo>
                    <a:pt x="358705" y="17958"/>
                  </a:lnTo>
                  <a:lnTo>
                    <a:pt x="382407" y="58445"/>
                  </a:lnTo>
                  <a:lnTo>
                    <a:pt x="395155" y="66735"/>
                  </a:lnTo>
                  <a:lnTo>
                    <a:pt x="378893" y="36255"/>
                  </a:lnTo>
                  <a:lnTo>
                    <a:pt x="378930" y="29274"/>
                  </a:lnTo>
                  <a:lnTo>
                    <a:pt x="381173" y="20413"/>
                  </a:lnTo>
                  <a:lnTo>
                    <a:pt x="391977" y="6223"/>
                  </a:lnTo>
                  <a:lnTo>
                    <a:pt x="409175" y="2804"/>
                  </a:lnTo>
                  <a:lnTo>
                    <a:pt x="430858" y="36558"/>
                  </a:lnTo>
                  <a:lnTo>
                    <a:pt x="420801" y="16420"/>
                  </a:lnTo>
                  <a:lnTo>
                    <a:pt x="427829" y="5912"/>
                  </a:lnTo>
                  <a:lnTo>
                    <a:pt x="451008" y="0"/>
                  </a:lnTo>
                  <a:lnTo>
                    <a:pt x="459307" y="1580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2" name="oPE_MapPart_CAN_4_92" descr="Kanada">
              <a:extLst>
                <a:ext uri="{FF2B5EF4-FFF2-40B4-BE49-F238E27FC236}">
                  <a16:creationId xmlns:a16="http://schemas.microsoft.com/office/drawing/2014/main" id="{D2588927-F7BC-3716-3DF8-6656091F477F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3624727" y="2103215"/>
              <a:ext cx="375455" cy="311936"/>
            </a:xfrm>
            <a:custGeom>
              <a:avLst/>
              <a:gdLst/>
              <a:ahLst/>
              <a:cxnLst/>
              <a:rect l="0" t="0" r="0" b="0"/>
              <a:pathLst>
                <a:path w="375455" h="311936">
                  <a:moveTo>
                    <a:pt x="92751" y="55449"/>
                  </a:moveTo>
                  <a:lnTo>
                    <a:pt x="109985" y="49813"/>
                  </a:lnTo>
                  <a:lnTo>
                    <a:pt x="112341" y="51318"/>
                  </a:lnTo>
                  <a:lnTo>
                    <a:pt x="114247" y="46419"/>
                  </a:lnTo>
                  <a:lnTo>
                    <a:pt x="114135" y="39350"/>
                  </a:lnTo>
                  <a:lnTo>
                    <a:pt x="118285" y="30330"/>
                  </a:lnTo>
                  <a:lnTo>
                    <a:pt x="122808" y="27139"/>
                  </a:lnTo>
                  <a:lnTo>
                    <a:pt x="129462" y="27777"/>
                  </a:lnTo>
                  <a:lnTo>
                    <a:pt x="144117" y="34785"/>
                  </a:lnTo>
                  <a:lnTo>
                    <a:pt x="160268" y="46922"/>
                  </a:lnTo>
                  <a:lnTo>
                    <a:pt x="160679" y="50190"/>
                  </a:lnTo>
                  <a:lnTo>
                    <a:pt x="158510" y="56823"/>
                  </a:lnTo>
                  <a:lnTo>
                    <a:pt x="153202" y="66274"/>
                  </a:lnTo>
                  <a:lnTo>
                    <a:pt x="147295" y="71712"/>
                  </a:lnTo>
                  <a:lnTo>
                    <a:pt x="151856" y="75530"/>
                  </a:lnTo>
                  <a:lnTo>
                    <a:pt x="159408" y="64910"/>
                  </a:lnTo>
                  <a:lnTo>
                    <a:pt x="160642" y="65406"/>
                  </a:lnTo>
                  <a:lnTo>
                    <a:pt x="160305" y="71219"/>
                  </a:lnTo>
                  <a:lnTo>
                    <a:pt x="162997" y="71095"/>
                  </a:lnTo>
                  <a:lnTo>
                    <a:pt x="170436" y="59441"/>
                  </a:lnTo>
                  <a:lnTo>
                    <a:pt x="182400" y="50691"/>
                  </a:lnTo>
                  <a:lnTo>
                    <a:pt x="182549" y="43773"/>
                  </a:lnTo>
                  <a:lnTo>
                    <a:pt x="175146" y="36563"/>
                  </a:lnTo>
                  <a:lnTo>
                    <a:pt x="172343" y="30713"/>
                  </a:lnTo>
                  <a:lnTo>
                    <a:pt x="172941" y="26243"/>
                  </a:lnTo>
                  <a:lnTo>
                    <a:pt x="186474" y="28033"/>
                  </a:lnTo>
                  <a:lnTo>
                    <a:pt x="204905" y="46041"/>
                  </a:lnTo>
                  <a:lnTo>
                    <a:pt x="208082" y="51193"/>
                  </a:lnTo>
                  <a:lnTo>
                    <a:pt x="207559" y="55199"/>
                  </a:lnTo>
                  <a:lnTo>
                    <a:pt x="212531" y="58320"/>
                  </a:lnTo>
                  <a:lnTo>
                    <a:pt x="224270" y="114273"/>
                  </a:lnTo>
                  <a:lnTo>
                    <a:pt x="232083" y="120813"/>
                  </a:lnTo>
                  <a:lnTo>
                    <a:pt x="234701" y="114869"/>
                  </a:lnTo>
                  <a:lnTo>
                    <a:pt x="241766" y="107938"/>
                  </a:lnTo>
                  <a:lnTo>
                    <a:pt x="241130" y="103497"/>
                  </a:lnTo>
                  <a:lnTo>
                    <a:pt x="242626" y="103016"/>
                  </a:lnTo>
                  <a:lnTo>
                    <a:pt x="234513" y="85817"/>
                  </a:lnTo>
                  <a:lnTo>
                    <a:pt x="232457" y="75407"/>
                  </a:lnTo>
                  <a:lnTo>
                    <a:pt x="231859" y="65778"/>
                  </a:lnTo>
                  <a:lnTo>
                    <a:pt x="229579" y="60437"/>
                  </a:lnTo>
                  <a:lnTo>
                    <a:pt x="229541" y="55699"/>
                  </a:lnTo>
                  <a:lnTo>
                    <a:pt x="223261" y="16096"/>
                  </a:lnTo>
                  <a:lnTo>
                    <a:pt x="229504" y="11315"/>
                  </a:lnTo>
                  <a:lnTo>
                    <a:pt x="226588" y="6645"/>
                  </a:lnTo>
                  <a:lnTo>
                    <a:pt x="227598" y="1827"/>
                  </a:lnTo>
                  <a:lnTo>
                    <a:pt x="234027" y="3262"/>
                  </a:lnTo>
                  <a:lnTo>
                    <a:pt x="246626" y="13126"/>
                  </a:lnTo>
                  <a:lnTo>
                    <a:pt x="249991" y="7035"/>
                  </a:lnTo>
                  <a:lnTo>
                    <a:pt x="259711" y="12738"/>
                  </a:lnTo>
                  <a:lnTo>
                    <a:pt x="273618" y="26115"/>
                  </a:lnTo>
                  <a:lnTo>
                    <a:pt x="281880" y="41753"/>
                  </a:lnTo>
                  <a:lnTo>
                    <a:pt x="281581" y="45160"/>
                  </a:lnTo>
                  <a:lnTo>
                    <a:pt x="283786" y="52446"/>
                  </a:lnTo>
                  <a:lnTo>
                    <a:pt x="285656" y="67635"/>
                  </a:lnTo>
                  <a:lnTo>
                    <a:pt x="293021" y="97229"/>
                  </a:lnTo>
                  <a:lnTo>
                    <a:pt x="303264" y="124011"/>
                  </a:lnTo>
                  <a:lnTo>
                    <a:pt x="303899" y="136722"/>
                  </a:lnTo>
                  <a:lnTo>
                    <a:pt x="299563" y="152895"/>
                  </a:lnTo>
                  <a:lnTo>
                    <a:pt x="300572" y="157280"/>
                  </a:lnTo>
                  <a:lnTo>
                    <a:pt x="307825" y="166005"/>
                  </a:lnTo>
                  <a:lnTo>
                    <a:pt x="312236" y="176373"/>
                  </a:lnTo>
                  <a:lnTo>
                    <a:pt x="319900" y="184742"/>
                  </a:lnTo>
                  <a:lnTo>
                    <a:pt x="330442" y="192272"/>
                  </a:lnTo>
                  <a:lnTo>
                    <a:pt x="332012" y="190366"/>
                  </a:lnTo>
                  <a:lnTo>
                    <a:pt x="330330" y="185418"/>
                  </a:lnTo>
                  <a:lnTo>
                    <a:pt x="331003" y="183163"/>
                  </a:lnTo>
                  <a:lnTo>
                    <a:pt x="337209" y="191487"/>
                  </a:lnTo>
                  <a:lnTo>
                    <a:pt x="353023" y="206201"/>
                  </a:lnTo>
                  <a:lnTo>
                    <a:pt x="359527" y="206644"/>
                  </a:lnTo>
                  <a:lnTo>
                    <a:pt x="361883" y="215366"/>
                  </a:lnTo>
                  <a:lnTo>
                    <a:pt x="371678" y="215366"/>
                  </a:lnTo>
                  <a:lnTo>
                    <a:pt x="374145" y="221840"/>
                  </a:lnTo>
                  <a:lnTo>
                    <a:pt x="375454" y="231544"/>
                  </a:lnTo>
                  <a:lnTo>
                    <a:pt x="374930" y="240744"/>
                  </a:lnTo>
                  <a:lnTo>
                    <a:pt x="372687" y="243544"/>
                  </a:lnTo>
                  <a:lnTo>
                    <a:pt x="369098" y="242899"/>
                  </a:lnTo>
                  <a:lnTo>
                    <a:pt x="365285" y="238693"/>
                  </a:lnTo>
                  <a:lnTo>
                    <a:pt x="363528" y="232630"/>
                  </a:lnTo>
                  <a:lnTo>
                    <a:pt x="361060" y="240420"/>
                  </a:lnTo>
                  <a:lnTo>
                    <a:pt x="358331" y="241391"/>
                  </a:lnTo>
                  <a:lnTo>
                    <a:pt x="349023" y="232956"/>
                  </a:lnTo>
                  <a:lnTo>
                    <a:pt x="340424" y="240636"/>
                  </a:lnTo>
                  <a:lnTo>
                    <a:pt x="341695" y="246446"/>
                  </a:lnTo>
                  <a:lnTo>
                    <a:pt x="339901" y="250519"/>
                  </a:lnTo>
                  <a:lnTo>
                    <a:pt x="333695" y="249770"/>
                  </a:lnTo>
                  <a:lnTo>
                    <a:pt x="325732" y="243222"/>
                  </a:lnTo>
                  <a:lnTo>
                    <a:pt x="323003" y="243652"/>
                  </a:lnTo>
                  <a:lnTo>
                    <a:pt x="322405" y="245050"/>
                  </a:lnTo>
                  <a:lnTo>
                    <a:pt x="323377" y="246983"/>
                  </a:lnTo>
                  <a:lnTo>
                    <a:pt x="331040" y="255326"/>
                  </a:lnTo>
                  <a:lnTo>
                    <a:pt x="331228" y="261388"/>
                  </a:lnTo>
                  <a:lnTo>
                    <a:pt x="329545" y="271006"/>
                  </a:lnTo>
                  <a:lnTo>
                    <a:pt x="334443" y="262978"/>
                  </a:lnTo>
                  <a:lnTo>
                    <a:pt x="343527" y="255006"/>
                  </a:lnTo>
                  <a:lnTo>
                    <a:pt x="349658" y="254366"/>
                  </a:lnTo>
                  <a:lnTo>
                    <a:pt x="353247" y="258094"/>
                  </a:lnTo>
                  <a:lnTo>
                    <a:pt x="351415" y="263190"/>
                  </a:lnTo>
                  <a:lnTo>
                    <a:pt x="351864" y="267949"/>
                  </a:lnTo>
                  <a:lnTo>
                    <a:pt x="355453" y="268898"/>
                  </a:lnTo>
                  <a:lnTo>
                    <a:pt x="357173" y="272374"/>
                  </a:lnTo>
                  <a:lnTo>
                    <a:pt x="355789" y="281493"/>
                  </a:lnTo>
                  <a:lnTo>
                    <a:pt x="334218" y="293136"/>
                  </a:lnTo>
                  <a:lnTo>
                    <a:pt x="322330" y="293964"/>
                  </a:lnTo>
                  <a:lnTo>
                    <a:pt x="303937" y="287120"/>
                  </a:lnTo>
                  <a:lnTo>
                    <a:pt x="299413" y="290339"/>
                  </a:lnTo>
                  <a:lnTo>
                    <a:pt x="288310" y="287536"/>
                  </a:lnTo>
                  <a:lnTo>
                    <a:pt x="287002" y="285455"/>
                  </a:lnTo>
                  <a:lnTo>
                    <a:pt x="290105" y="278251"/>
                  </a:lnTo>
                  <a:lnTo>
                    <a:pt x="266814" y="273531"/>
                  </a:lnTo>
                  <a:lnTo>
                    <a:pt x="262664" y="269847"/>
                  </a:lnTo>
                  <a:lnTo>
                    <a:pt x="262589" y="263084"/>
                  </a:lnTo>
                  <a:lnTo>
                    <a:pt x="261019" y="258732"/>
                  </a:lnTo>
                  <a:lnTo>
                    <a:pt x="256047" y="257137"/>
                  </a:lnTo>
                  <a:lnTo>
                    <a:pt x="251972" y="262660"/>
                  </a:lnTo>
                  <a:lnTo>
                    <a:pt x="248271" y="272374"/>
                  </a:lnTo>
                  <a:lnTo>
                    <a:pt x="239822" y="282745"/>
                  </a:lnTo>
                  <a:lnTo>
                    <a:pt x="220607" y="286704"/>
                  </a:lnTo>
                  <a:lnTo>
                    <a:pt x="208568" y="296753"/>
                  </a:lnTo>
                  <a:lnTo>
                    <a:pt x="197615" y="301491"/>
                  </a:lnTo>
                  <a:lnTo>
                    <a:pt x="163221" y="306519"/>
                  </a:lnTo>
                  <a:lnTo>
                    <a:pt x="159445" y="309179"/>
                  </a:lnTo>
                  <a:lnTo>
                    <a:pt x="121687" y="311935"/>
                  </a:lnTo>
                  <a:lnTo>
                    <a:pt x="117313" y="306007"/>
                  </a:lnTo>
                  <a:lnTo>
                    <a:pt x="111555" y="292205"/>
                  </a:lnTo>
                  <a:lnTo>
                    <a:pt x="112041" y="285247"/>
                  </a:lnTo>
                  <a:lnTo>
                    <a:pt x="109948" y="271532"/>
                  </a:lnTo>
                  <a:lnTo>
                    <a:pt x="96863" y="267210"/>
                  </a:lnTo>
                  <a:lnTo>
                    <a:pt x="69984" y="266364"/>
                  </a:lnTo>
                  <a:lnTo>
                    <a:pt x="51366" y="258094"/>
                  </a:lnTo>
                  <a:lnTo>
                    <a:pt x="39104" y="235449"/>
                  </a:lnTo>
                  <a:lnTo>
                    <a:pt x="37198" y="220307"/>
                  </a:lnTo>
                  <a:lnTo>
                    <a:pt x="38468" y="217454"/>
                  </a:lnTo>
                  <a:lnTo>
                    <a:pt x="50544" y="212943"/>
                  </a:lnTo>
                  <a:lnTo>
                    <a:pt x="91293" y="204538"/>
                  </a:lnTo>
                  <a:lnTo>
                    <a:pt x="131855" y="209852"/>
                  </a:lnTo>
                  <a:lnTo>
                    <a:pt x="152753" y="204759"/>
                  </a:lnTo>
                  <a:lnTo>
                    <a:pt x="142734" y="196187"/>
                  </a:lnTo>
                  <a:lnTo>
                    <a:pt x="108640" y="180904"/>
                  </a:lnTo>
                  <a:lnTo>
                    <a:pt x="62245" y="187445"/>
                  </a:lnTo>
                  <a:lnTo>
                    <a:pt x="29085" y="184742"/>
                  </a:lnTo>
                  <a:lnTo>
                    <a:pt x="15028" y="168520"/>
                  </a:lnTo>
                  <a:lnTo>
                    <a:pt x="12673" y="163371"/>
                  </a:lnTo>
                  <a:lnTo>
                    <a:pt x="14916" y="159122"/>
                  </a:lnTo>
                  <a:lnTo>
                    <a:pt x="24374" y="151275"/>
                  </a:lnTo>
                  <a:lnTo>
                    <a:pt x="64301" y="136722"/>
                  </a:lnTo>
                  <a:lnTo>
                    <a:pt x="61086" y="134143"/>
                  </a:lnTo>
                  <a:lnTo>
                    <a:pt x="62470" y="131089"/>
                  </a:lnTo>
                  <a:lnTo>
                    <a:pt x="76526" y="129441"/>
                  </a:lnTo>
                  <a:lnTo>
                    <a:pt x="70619" y="126020"/>
                  </a:lnTo>
                  <a:lnTo>
                    <a:pt x="21833" y="136136"/>
                  </a:lnTo>
                  <a:lnTo>
                    <a:pt x="15814" y="131206"/>
                  </a:lnTo>
                  <a:lnTo>
                    <a:pt x="17421" y="127319"/>
                  </a:lnTo>
                  <a:lnTo>
                    <a:pt x="23029" y="125075"/>
                  </a:lnTo>
                  <a:lnTo>
                    <a:pt x="25870" y="118558"/>
                  </a:lnTo>
                  <a:lnTo>
                    <a:pt x="8411" y="119270"/>
                  </a:lnTo>
                  <a:lnTo>
                    <a:pt x="2467" y="116774"/>
                  </a:lnTo>
                  <a:lnTo>
                    <a:pt x="0" y="111647"/>
                  </a:lnTo>
                  <a:lnTo>
                    <a:pt x="897" y="96866"/>
                  </a:lnTo>
                  <a:lnTo>
                    <a:pt x="8262" y="84597"/>
                  </a:lnTo>
                  <a:lnTo>
                    <a:pt x="16075" y="78110"/>
                  </a:lnTo>
                  <a:lnTo>
                    <a:pt x="10505" y="66769"/>
                  </a:lnTo>
                  <a:lnTo>
                    <a:pt x="12711" y="59441"/>
                  </a:lnTo>
                  <a:lnTo>
                    <a:pt x="29795" y="38717"/>
                  </a:lnTo>
                  <a:lnTo>
                    <a:pt x="50132" y="22913"/>
                  </a:lnTo>
                  <a:lnTo>
                    <a:pt x="90321" y="0"/>
                  </a:lnTo>
                  <a:lnTo>
                    <a:pt x="97312" y="3131"/>
                  </a:lnTo>
                  <a:lnTo>
                    <a:pt x="100938" y="10279"/>
                  </a:lnTo>
                  <a:lnTo>
                    <a:pt x="102508" y="21758"/>
                  </a:lnTo>
                  <a:lnTo>
                    <a:pt x="102471" y="29820"/>
                  </a:lnTo>
                  <a:lnTo>
                    <a:pt x="99891" y="40616"/>
                  </a:lnTo>
                  <a:lnTo>
                    <a:pt x="93237" y="530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3" name="oPE_MapPart_CAN_5_93" descr="Kanada">
              <a:extLst>
                <a:ext uri="{FF2B5EF4-FFF2-40B4-BE49-F238E27FC236}">
                  <a16:creationId xmlns:a16="http://schemas.microsoft.com/office/drawing/2014/main" id="{282CD415-E404-B453-CE04-25B737D924D6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4544351" y="3212779"/>
              <a:ext cx="284087" cy="173304"/>
            </a:xfrm>
            <a:custGeom>
              <a:avLst/>
              <a:gdLst/>
              <a:ahLst/>
              <a:cxnLst/>
              <a:rect l="0" t="0" r="0" b="0"/>
              <a:pathLst>
                <a:path w="284087" h="173304">
                  <a:moveTo>
                    <a:pt x="157502" y="125361"/>
                  </a:moveTo>
                  <a:lnTo>
                    <a:pt x="154922" y="124407"/>
                  </a:lnTo>
                  <a:lnTo>
                    <a:pt x="153576" y="125839"/>
                  </a:lnTo>
                  <a:lnTo>
                    <a:pt x="152492" y="125203"/>
                  </a:lnTo>
                  <a:lnTo>
                    <a:pt x="150286" y="122230"/>
                  </a:lnTo>
                  <a:lnTo>
                    <a:pt x="151221" y="119199"/>
                  </a:lnTo>
                  <a:lnTo>
                    <a:pt x="149875" y="116376"/>
                  </a:lnTo>
                  <a:lnTo>
                    <a:pt x="151296" y="114669"/>
                  </a:lnTo>
                  <a:lnTo>
                    <a:pt x="151109" y="112533"/>
                  </a:lnTo>
                  <a:lnTo>
                    <a:pt x="147744" y="111999"/>
                  </a:lnTo>
                  <a:lnTo>
                    <a:pt x="143445" y="108842"/>
                  </a:lnTo>
                  <a:lnTo>
                    <a:pt x="144193" y="102887"/>
                  </a:lnTo>
                  <a:lnTo>
                    <a:pt x="143370" y="68015"/>
                  </a:lnTo>
                  <a:lnTo>
                    <a:pt x="137314" y="62130"/>
                  </a:lnTo>
                  <a:lnTo>
                    <a:pt x="132903" y="59703"/>
                  </a:lnTo>
                  <a:lnTo>
                    <a:pt x="122135" y="64332"/>
                  </a:lnTo>
                  <a:lnTo>
                    <a:pt x="119893" y="64112"/>
                  </a:lnTo>
                  <a:lnTo>
                    <a:pt x="117575" y="62185"/>
                  </a:lnTo>
                  <a:lnTo>
                    <a:pt x="117537" y="57495"/>
                  </a:lnTo>
                  <a:lnTo>
                    <a:pt x="113538" y="56389"/>
                  </a:lnTo>
                  <a:lnTo>
                    <a:pt x="97649" y="79394"/>
                  </a:lnTo>
                  <a:lnTo>
                    <a:pt x="96415" y="87444"/>
                  </a:lnTo>
                  <a:lnTo>
                    <a:pt x="92639" y="93184"/>
                  </a:lnTo>
                  <a:lnTo>
                    <a:pt x="91480" y="99013"/>
                  </a:lnTo>
                  <a:lnTo>
                    <a:pt x="91667" y="103532"/>
                  </a:lnTo>
                  <a:lnTo>
                    <a:pt x="89349" y="106591"/>
                  </a:lnTo>
                  <a:lnTo>
                    <a:pt x="89050" y="108521"/>
                  </a:lnTo>
                  <a:lnTo>
                    <a:pt x="83218" y="114082"/>
                  </a:lnTo>
                  <a:lnTo>
                    <a:pt x="83480" y="117708"/>
                  </a:lnTo>
                  <a:lnTo>
                    <a:pt x="81200" y="118401"/>
                  </a:lnTo>
                  <a:lnTo>
                    <a:pt x="79854" y="122390"/>
                  </a:lnTo>
                  <a:lnTo>
                    <a:pt x="77050" y="120423"/>
                  </a:lnTo>
                  <a:lnTo>
                    <a:pt x="74246" y="122602"/>
                  </a:lnTo>
                  <a:lnTo>
                    <a:pt x="70246" y="121805"/>
                  </a:lnTo>
                  <a:lnTo>
                    <a:pt x="66283" y="130127"/>
                  </a:lnTo>
                  <a:lnTo>
                    <a:pt x="0" y="130233"/>
                  </a:lnTo>
                  <a:lnTo>
                    <a:pt x="13683" y="123239"/>
                  </a:lnTo>
                  <a:lnTo>
                    <a:pt x="19627" y="118667"/>
                  </a:lnTo>
                  <a:lnTo>
                    <a:pt x="23889" y="117815"/>
                  </a:lnTo>
                  <a:lnTo>
                    <a:pt x="25833" y="111678"/>
                  </a:lnTo>
                  <a:lnTo>
                    <a:pt x="32188" y="100413"/>
                  </a:lnTo>
                  <a:lnTo>
                    <a:pt x="41048" y="95237"/>
                  </a:lnTo>
                  <a:lnTo>
                    <a:pt x="45946" y="90154"/>
                  </a:lnTo>
                  <a:lnTo>
                    <a:pt x="51292" y="87444"/>
                  </a:lnTo>
                  <a:lnTo>
                    <a:pt x="53983" y="84131"/>
                  </a:lnTo>
                  <a:lnTo>
                    <a:pt x="58320" y="81683"/>
                  </a:lnTo>
                  <a:lnTo>
                    <a:pt x="71592" y="77922"/>
                  </a:lnTo>
                  <a:lnTo>
                    <a:pt x="87031" y="69551"/>
                  </a:lnTo>
                  <a:lnTo>
                    <a:pt x="96340" y="58986"/>
                  </a:lnTo>
                  <a:lnTo>
                    <a:pt x="97462" y="56113"/>
                  </a:lnTo>
                  <a:lnTo>
                    <a:pt x="101910" y="51461"/>
                  </a:lnTo>
                  <a:lnTo>
                    <a:pt x="108789" y="40831"/>
                  </a:lnTo>
                  <a:lnTo>
                    <a:pt x="122397" y="28388"/>
                  </a:lnTo>
                  <a:lnTo>
                    <a:pt x="134398" y="20207"/>
                  </a:lnTo>
                  <a:lnTo>
                    <a:pt x="168455" y="4462"/>
                  </a:lnTo>
                  <a:lnTo>
                    <a:pt x="177166" y="1660"/>
                  </a:lnTo>
                  <a:lnTo>
                    <a:pt x="190774" y="0"/>
                  </a:lnTo>
                  <a:lnTo>
                    <a:pt x="205055" y="2347"/>
                  </a:lnTo>
                  <a:lnTo>
                    <a:pt x="210625" y="5147"/>
                  </a:lnTo>
                  <a:lnTo>
                    <a:pt x="216980" y="10904"/>
                  </a:lnTo>
                  <a:lnTo>
                    <a:pt x="218065" y="14541"/>
                  </a:lnTo>
                  <a:lnTo>
                    <a:pt x="211747" y="13462"/>
                  </a:lnTo>
                  <a:lnTo>
                    <a:pt x="217317" y="18170"/>
                  </a:lnTo>
                  <a:lnTo>
                    <a:pt x="217130" y="22638"/>
                  </a:lnTo>
                  <a:lnTo>
                    <a:pt x="215186" y="26586"/>
                  </a:lnTo>
                  <a:lnTo>
                    <a:pt x="209279" y="28556"/>
                  </a:lnTo>
                  <a:lnTo>
                    <a:pt x="206550" y="32715"/>
                  </a:lnTo>
                  <a:lnTo>
                    <a:pt x="196269" y="39155"/>
                  </a:lnTo>
                  <a:lnTo>
                    <a:pt x="191783" y="38820"/>
                  </a:lnTo>
                  <a:lnTo>
                    <a:pt x="182400" y="33893"/>
                  </a:lnTo>
                  <a:lnTo>
                    <a:pt x="179148" y="36582"/>
                  </a:lnTo>
                  <a:lnTo>
                    <a:pt x="171558" y="36078"/>
                  </a:lnTo>
                  <a:lnTo>
                    <a:pt x="166249" y="39099"/>
                  </a:lnTo>
                  <a:lnTo>
                    <a:pt x="173428" y="37925"/>
                  </a:lnTo>
                  <a:lnTo>
                    <a:pt x="176531" y="40161"/>
                  </a:lnTo>
                  <a:lnTo>
                    <a:pt x="184007" y="42561"/>
                  </a:lnTo>
                  <a:lnTo>
                    <a:pt x="185951" y="44122"/>
                  </a:lnTo>
                  <a:lnTo>
                    <a:pt x="187821" y="49185"/>
                  </a:lnTo>
                  <a:lnTo>
                    <a:pt x="189054" y="50017"/>
                  </a:lnTo>
                  <a:lnTo>
                    <a:pt x="196905" y="45626"/>
                  </a:lnTo>
                  <a:lnTo>
                    <a:pt x="201616" y="44512"/>
                  </a:lnTo>
                  <a:lnTo>
                    <a:pt x="200681" y="46183"/>
                  </a:lnTo>
                  <a:lnTo>
                    <a:pt x="204270" y="46071"/>
                  </a:lnTo>
                  <a:lnTo>
                    <a:pt x="207821" y="48296"/>
                  </a:lnTo>
                  <a:lnTo>
                    <a:pt x="204718" y="53068"/>
                  </a:lnTo>
                  <a:lnTo>
                    <a:pt x="203485" y="59262"/>
                  </a:lnTo>
                  <a:lnTo>
                    <a:pt x="195036" y="67466"/>
                  </a:lnTo>
                  <a:lnTo>
                    <a:pt x="197653" y="69003"/>
                  </a:lnTo>
                  <a:lnTo>
                    <a:pt x="200755" y="67850"/>
                  </a:lnTo>
                  <a:lnTo>
                    <a:pt x="205167" y="68673"/>
                  </a:lnTo>
                  <a:lnTo>
                    <a:pt x="203597" y="73934"/>
                  </a:lnTo>
                  <a:lnTo>
                    <a:pt x="205466" y="79667"/>
                  </a:lnTo>
                  <a:lnTo>
                    <a:pt x="207335" y="80484"/>
                  </a:lnTo>
                  <a:lnTo>
                    <a:pt x="208980" y="90045"/>
                  </a:lnTo>
                  <a:lnTo>
                    <a:pt x="210849" y="91345"/>
                  </a:lnTo>
                  <a:lnTo>
                    <a:pt x="211186" y="93508"/>
                  </a:lnTo>
                  <a:lnTo>
                    <a:pt x="224158" y="95723"/>
                  </a:lnTo>
                  <a:lnTo>
                    <a:pt x="225916" y="97503"/>
                  </a:lnTo>
                  <a:lnTo>
                    <a:pt x="221242" y="100090"/>
                  </a:lnTo>
                  <a:lnTo>
                    <a:pt x="228607" y="104928"/>
                  </a:lnTo>
                  <a:lnTo>
                    <a:pt x="232607" y="104445"/>
                  </a:lnTo>
                  <a:lnTo>
                    <a:pt x="237094" y="108092"/>
                  </a:lnTo>
                  <a:lnTo>
                    <a:pt x="240944" y="107181"/>
                  </a:lnTo>
                  <a:lnTo>
                    <a:pt x="249393" y="108467"/>
                  </a:lnTo>
                  <a:lnTo>
                    <a:pt x="248384" y="111197"/>
                  </a:lnTo>
                  <a:lnTo>
                    <a:pt x="251786" y="110822"/>
                  </a:lnTo>
                  <a:lnTo>
                    <a:pt x="253917" y="111999"/>
                  </a:lnTo>
                  <a:lnTo>
                    <a:pt x="264870" y="104660"/>
                  </a:lnTo>
                  <a:lnTo>
                    <a:pt x="266515" y="109217"/>
                  </a:lnTo>
                  <a:lnTo>
                    <a:pt x="268609" y="110983"/>
                  </a:lnTo>
                  <a:lnTo>
                    <a:pt x="274515" y="110020"/>
                  </a:lnTo>
                  <a:lnTo>
                    <a:pt x="277431" y="113388"/>
                  </a:lnTo>
                  <a:lnTo>
                    <a:pt x="278852" y="117336"/>
                  </a:lnTo>
                  <a:lnTo>
                    <a:pt x="275151" y="119519"/>
                  </a:lnTo>
                  <a:lnTo>
                    <a:pt x="282516" y="120051"/>
                  </a:lnTo>
                  <a:lnTo>
                    <a:pt x="284086" y="121752"/>
                  </a:lnTo>
                  <a:lnTo>
                    <a:pt x="282628" y="123451"/>
                  </a:lnTo>
                  <a:lnTo>
                    <a:pt x="278815" y="123399"/>
                  </a:lnTo>
                  <a:lnTo>
                    <a:pt x="253281" y="134932"/>
                  </a:lnTo>
                  <a:lnTo>
                    <a:pt x="239934" y="138777"/>
                  </a:lnTo>
                  <a:lnTo>
                    <a:pt x="236832" y="140827"/>
                  </a:lnTo>
                  <a:lnTo>
                    <a:pt x="230626" y="139618"/>
                  </a:lnTo>
                  <a:lnTo>
                    <a:pt x="231859" y="143662"/>
                  </a:lnTo>
                  <a:lnTo>
                    <a:pt x="230514" y="145549"/>
                  </a:lnTo>
                  <a:lnTo>
                    <a:pt x="226140" y="144659"/>
                  </a:lnTo>
                  <a:lnTo>
                    <a:pt x="222439" y="140722"/>
                  </a:lnTo>
                  <a:lnTo>
                    <a:pt x="220308" y="145340"/>
                  </a:lnTo>
                  <a:lnTo>
                    <a:pt x="218962" y="142455"/>
                  </a:lnTo>
                  <a:lnTo>
                    <a:pt x="216494" y="143505"/>
                  </a:lnTo>
                  <a:lnTo>
                    <a:pt x="215373" y="146545"/>
                  </a:lnTo>
                  <a:lnTo>
                    <a:pt x="216682" y="149788"/>
                  </a:lnTo>
                  <a:lnTo>
                    <a:pt x="214551" y="150677"/>
                  </a:lnTo>
                  <a:lnTo>
                    <a:pt x="212681" y="154121"/>
                  </a:lnTo>
                  <a:lnTo>
                    <a:pt x="210401" y="155372"/>
                  </a:lnTo>
                  <a:lnTo>
                    <a:pt x="204494" y="163272"/>
                  </a:lnTo>
                  <a:lnTo>
                    <a:pt x="199858" y="167312"/>
                  </a:lnTo>
                  <a:lnTo>
                    <a:pt x="196755" y="167312"/>
                  </a:lnTo>
                  <a:lnTo>
                    <a:pt x="194811" y="169018"/>
                  </a:lnTo>
                  <a:lnTo>
                    <a:pt x="194512" y="172426"/>
                  </a:lnTo>
                  <a:lnTo>
                    <a:pt x="192755" y="172065"/>
                  </a:lnTo>
                  <a:lnTo>
                    <a:pt x="191634" y="173303"/>
                  </a:lnTo>
                  <a:lnTo>
                    <a:pt x="186325" y="172116"/>
                  </a:lnTo>
                  <a:lnTo>
                    <a:pt x="183222" y="165345"/>
                  </a:lnTo>
                  <a:lnTo>
                    <a:pt x="181316" y="164775"/>
                  </a:lnTo>
                  <a:lnTo>
                    <a:pt x="180082" y="166898"/>
                  </a:lnTo>
                  <a:lnTo>
                    <a:pt x="178250" y="164826"/>
                  </a:lnTo>
                  <a:lnTo>
                    <a:pt x="176867" y="155319"/>
                  </a:lnTo>
                  <a:lnTo>
                    <a:pt x="178811" y="148795"/>
                  </a:lnTo>
                  <a:lnTo>
                    <a:pt x="183633" y="142980"/>
                  </a:lnTo>
                  <a:lnTo>
                    <a:pt x="182101" y="142770"/>
                  </a:lnTo>
                  <a:lnTo>
                    <a:pt x="177839" y="146807"/>
                  </a:lnTo>
                  <a:lnTo>
                    <a:pt x="178998" y="144816"/>
                  </a:lnTo>
                  <a:lnTo>
                    <a:pt x="182587" y="141615"/>
                  </a:lnTo>
                  <a:lnTo>
                    <a:pt x="188867" y="139723"/>
                  </a:lnTo>
                  <a:lnTo>
                    <a:pt x="191223" y="137356"/>
                  </a:lnTo>
                  <a:lnTo>
                    <a:pt x="186512" y="139198"/>
                  </a:lnTo>
                  <a:lnTo>
                    <a:pt x="187259" y="137987"/>
                  </a:lnTo>
                  <a:lnTo>
                    <a:pt x="203672" y="126793"/>
                  </a:lnTo>
                  <a:lnTo>
                    <a:pt x="213093" y="122814"/>
                  </a:lnTo>
                  <a:lnTo>
                    <a:pt x="213952" y="121327"/>
                  </a:lnTo>
                  <a:lnTo>
                    <a:pt x="213093" y="120423"/>
                  </a:lnTo>
                  <a:lnTo>
                    <a:pt x="215560" y="121221"/>
                  </a:lnTo>
                  <a:lnTo>
                    <a:pt x="215074" y="126263"/>
                  </a:lnTo>
                  <a:lnTo>
                    <a:pt x="217541" y="126952"/>
                  </a:lnTo>
                  <a:lnTo>
                    <a:pt x="219597" y="129651"/>
                  </a:lnTo>
                  <a:lnTo>
                    <a:pt x="218625" y="125998"/>
                  </a:lnTo>
                  <a:lnTo>
                    <a:pt x="220495" y="123929"/>
                  </a:lnTo>
                  <a:lnTo>
                    <a:pt x="235561" y="119572"/>
                  </a:lnTo>
                  <a:lnTo>
                    <a:pt x="209952" y="118241"/>
                  </a:lnTo>
                  <a:lnTo>
                    <a:pt x="206924" y="120795"/>
                  </a:lnTo>
                  <a:lnTo>
                    <a:pt x="204270" y="119891"/>
                  </a:lnTo>
                  <a:lnTo>
                    <a:pt x="203448" y="119306"/>
                  </a:lnTo>
                  <a:lnTo>
                    <a:pt x="205242" y="116323"/>
                  </a:lnTo>
                  <a:lnTo>
                    <a:pt x="210775" y="111892"/>
                  </a:lnTo>
                  <a:lnTo>
                    <a:pt x="215896" y="105625"/>
                  </a:lnTo>
                  <a:lnTo>
                    <a:pt x="212420" y="106484"/>
                  </a:lnTo>
                  <a:lnTo>
                    <a:pt x="209279" y="102296"/>
                  </a:lnTo>
                  <a:lnTo>
                    <a:pt x="210102" y="106270"/>
                  </a:lnTo>
                  <a:lnTo>
                    <a:pt x="206251" y="111464"/>
                  </a:lnTo>
                  <a:lnTo>
                    <a:pt x="203784" y="111838"/>
                  </a:lnTo>
                  <a:lnTo>
                    <a:pt x="183297" y="123770"/>
                  </a:lnTo>
                  <a:lnTo>
                    <a:pt x="181802" y="123770"/>
                  </a:lnTo>
                  <a:lnTo>
                    <a:pt x="178586" y="121008"/>
                  </a:lnTo>
                  <a:lnTo>
                    <a:pt x="180344" y="118028"/>
                  </a:lnTo>
                  <a:lnTo>
                    <a:pt x="177091" y="120476"/>
                  </a:lnTo>
                  <a:lnTo>
                    <a:pt x="178661" y="122761"/>
                  </a:lnTo>
                  <a:lnTo>
                    <a:pt x="177876" y="123664"/>
                  </a:lnTo>
                  <a:lnTo>
                    <a:pt x="171745" y="127534"/>
                  </a:lnTo>
                  <a:lnTo>
                    <a:pt x="170250" y="126104"/>
                  </a:lnTo>
                  <a:lnTo>
                    <a:pt x="162773" y="128381"/>
                  </a:lnTo>
                  <a:lnTo>
                    <a:pt x="161801" y="126051"/>
                  </a:lnTo>
                  <a:lnTo>
                    <a:pt x="158361" y="12610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4" name="oPE_MapPart_CAN_6_94" descr="Kanada">
              <a:extLst>
                <a:ext uri="{FF2B5EF4-FFF2-40B4-BE49-F238E27FC236}">
                  <a16:creationId xmlns:a16="http://schemas.microsoft.com/office/drawing/2014/main" id="{9D653F36-BCE7-7D1D-E802-90E979DF0F6B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3482291" y="2015099"/>
              <a:ext cx="217094" cy="243437"/>
            </a:xfrm>
            <a:custGeom>
              <a:avLst/>
              <a:gdLst/>
              <a:ahLst/>
              <a:cxnLst/>
              <a:rect l="0" t="0" r="0" b="0"/>
              <a:pathLst>
                <a:path w="217094" h="243437">
                  <a:moveTo>
                    <a:pt x="126884" y="33219"/>
                  </a:moveTo>
                  <a:lnTo>
                    <a:pt x="132379" y="26509"/>
                  </a:lnTo>
                  <a:lnTo>
                    <a:pt x="137875" y="26784"/>
                  </a:lnTo>
                  <a:lnTo>
                    <a:pt x="139071" y="29115"/>
                  </a:lnTo>
                  <a:lnTo>
                    <a:pt x="139707" y="40572"/>
                  </a:lnTo>
                  <a:lnTo>
                    <a:pt x="151632" y="23209"/>
                  </a:lnTo>
                  <a:lnTo>
                    <a:pt x="163633" y="21556"/>
                  </a:lnTo>
                  <a:lnTo>
                    <a:pt x="173017" y="24173"/>
                  </a:lnTo>
                  <a:lnTo>
                    <a:pt x="184755" y="34175"/>
                  </a:lnTo>
                  <a:lnTo>
                    <a:pt x="212083" y="66767"/>
                  </a:lnTo>
                  <a:lnTo>
                    <a:pt x="215784" y="72734"/>
                  </a:lnTo>
                  <a:lnTo>
                    <a:pt x="217093" y="78804"/>
                  </a:lnTo>
                  <a:lnTo>
                    <a:pt x="214364" y="84976"/>
                  </a:lnTo>
                  <a:lnTo>
                    <a:pt x="194438" y="96839"/>
                  </a:lnTo>
                  <a:lnTo>
                    <a:pt x="140567" y="140186"/>
                  </a:lnTo>
                  <a:lnTo>
                    <a:pt x="131519" y="163523"/>
                  </a:lnTo>
                  <a:lnTo>
                    <a:pt x="117650" y="169657"/>
                  </a:lnTo>
                  <a:lnTo>
                    <a:pt x="117351" y="175517"/>
                  </a:lnTo>
                  <a:lnTo>
                    <a:pt x="113799" y="191493"/>
                  </a:lnTo>
                  <a:lnTo>
                    <a:pt x="112192" y="208573"/>
                  </a:lnTo>
                  <a:lnTo>
                    <a:pt x="108528" y="216850"/>
                  </a:lnTo>
                  <a:lnTo>
                    <a:pt x="90808" y="224370"/>
                  </a:lnTo>
                  <a:lnTo>
                    <a:pt x="85050" y="220733"/>
                  </a:lnTo>
                  <a:lnTo>
                    <a:pt x="76601" y="232427"/>
                  </a:lnTo>
                  <a:lnTo>
                    <a:pt x="62433" y="243205"/>
                  </a:lnTo>
                  <a:lnTo>
                    <a:pt x="57124" y="243436"/>
                  </a:lnTo>
                  <a:lnTo>
                    <a:pt x="50918" y="235449"/>
                  </a:lnTo>
                  <a:lnTo>
                    <a:pt x="44937" y="217674"/>
                  </a:lnTo>
                  <a:lnTo>
                    <a:pt x="38170" y="205485"/>
                  </a:lnTo>
                  <a:lnTo>
                    <a:pt x="11403" y="185828"/>
                  </a:lnTo>
                  <a:lnTo>
                    <a:pt x="0" y="185466"/>
                  </a:lnTo>
                  <a:lnTo>
                    <a:pt x="1608" y="180380"/>
                  </a:lnTo>
                  <a:lnTo>
                    <a:pt x="1720" y="174786"/>
                  </a:lnTo>
                  <a:lnTo>
                    <a:pt x="5421" y="171614"/>
                  </a:lnTo>
                  <a:lnTo>
                    <a:pt x="4374" y="169779"/>
                  </a:lnTo>
                  <a:lnTo>
                    <a:pt x="4524" y="166717"/>
                  </a:lnTo>
                  <a:lnTo>
                    <a:pt x="9608" y="155256"/>
                  </a:lnTo>
                  <a:lnTo>
                    <a:pt x="17833" y="143815"/>
                  </a:lnTo>
                  <a:lnTo>
                    <a:pt x="16936" y="139936"/>
                  </a:lnTo>
                  <a:lnTo>
                    <a:pt x="18169" y="125946"/>
                  </a:lnTo>
                  <a:lnTo>
                    <a:pt x="26581" y="118829"/>
                  </a:lnTo>
                  <a:lnTo>
                    <a:pt x="26095" y="114487"/>
                  </a:lnTo>
                  <a:lnTo>
                    <a:pt x="21347" y="110772"/>
                  </a:lnTo>
                  <a:lnTo>
                    <a:pt x="21609" y="106016"/>
                  </a:lnTo>
                  <a:lnTo>
                    <a:pt x="25982" y="97487"/>
                  </a:lnTo>
                  <a:lnTo>
                    <a:pt x="29497" y="84845"/>
                  </a:lnTo>
                  <a:lnTo>
                    <a:pt x="35964" y="76828"/>
                  </a:lnTo>
                  <a:lnTo>
                    <a:pt x="37684" y="68361"/>
                  </a:lnTo>
                  <a:lnTo>
                    <a:pt x="42544" y="59167"/>
                  </a:lnTo>
                  <a:lnTo>
                    <a:pt x="40974" y="54746"/>
                  </a:lnTo>
                  <a:lnTo>
                    <a:pt x="34357" y="49096"/>
                  </a:lnTo>
                  <a:lnTo>
                    <a:pt x="23852" y="15198"/>
                  </a:lnTo>
                  <a:lnTo>
                    <a:pt x="90172" y="0"/>
                  </a:lnTo>
                  <a:lnTo>
                    <a:pt x="122584" y="22521"/>
                  </a:lnTo>
                  <a:lnTo>
                    <a:pt x="130473" y="24173"/>
                  </a:lnTo>
                  <a:lnTo>
                    <a:pt x="126846" y="319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oPE_MapPart_CAN_7_95" descr="Kanada">
              <a:extLst>
                <a:ext uri="{FF2B5EF4-FFF2-40B4-BE49-F238E27FC236}">
                  <a16:creationId xmlns:a16="http://schemas.microsoft.com/office/drawing/2014/main" id="{3C347258-8CE2-46BB-406C-B65F62E48E35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4086091" y="1320101"/>
              <a:ext cx="243636" cy="375894"/>
            </a:xfrm>
            <a:custGeom>
              <a:avLst/>
              <a:gdLst/>
              <a:ahLst/>
              <a:cxnLst/>
              <a:rect l="0" t="0" r="0" b="0"/>
              <a:pathLst>
                <a:path w="243636" h="375894">
                  <a:moveTo>
                    <a:pt x="101499" y="28965"/>
                  </a:moveTo>
                  <a:lnTo>
                    <a:pt x="114247" y="66455"/>
                  </a:lnTo>
                  <a:lnTo>
                    <a:pt x="126509" y="87662"/>
                  </a:lnTo>
                  <a:lnTo>
                    <a:pt x="127443" y="91583"/>
                  </a:lnTo>
                  <a:lnTo>
                    <a:pt x="127332" y="99615"/>
                  </a:lnTo>
                  <a:lnTo>
                    <a:pt x="143556" y="111677"/>
                  </a:lnTo>
                  <a:lnTo>
                    <a:pt x="150547" y="106458"/>
                  </a:lnTo>
                  <a:lnTo>
                    <a:pt x="156566" y="110091"/>
                  </a:lnTo>
                  <a:lnTo>
                    <a:pt x="158660" y="118902"/>
                  </a:lnTo>
                  <a:lnTo>
                    <a:pt x="157202" y="122948"/>
                  </a:lnTo>
                  <a:lnTo>
                    <a:pt x="158398" y="128767"/>
                  </a:lnTo>
                  <a:lnTo>
                    <a:pt x="156940" y="137665"/>
                  </a:lnTo>
                  <a:lnTo>
                    <a:pt x="157314" y="140764"/>
                  </a:lnTo>
                  <a:lnTo>
                    <a:pt x="164417" y="152642"/>
                  </a:lnTo>
                  <a:lnTo>
                    <a:pt x="178062" y="159409"/>
                  </a:lnTo>
                  <a:lnTo>
                    <a:pt x="174324" y="145397"/>
                  </a:lnTo>
                  <a:lnTo>
                    <a:pt x="169501" y="141868"/>
                  </a:lnTo>
                  <a:lnTo>
                    <a:pt x="168455" y="130329"/>
                  </a:lnTo>
                  <a:lnTo>
                    <a:pt x="168866" y="125637"/>
                  </a:lnTo>
                  <a:lnTo>
                    <a:pt x="171333" y="121601"/>
                  </a:lnTo>
                  <a:lnTo>
                    <a:pt x="179632" y="120252"/>
                  </a:lnTo>
                  <a:lnTo>
                    <a:pt x="188979" y="127426"/>
                  </a:lnTo>
                  <a:lnTo>
                    <a:pt x="189988" y="150232"/>
                  </a:lnTo>
                  <a:lnTo>
                    <a:pt x="183820" y="160932"/>
                  </a:lnTo>
                  <a:lnTo>
                    <a:pt x="198773" y="167653"/>
                  </a:lnTo>
                  <a:lnTo>
                    <a:pt x="203446" y="185252"/>
                  </a:lnTo>
                  <a:lnTo>
                    <a:pt x="200007" y="212431"/>
                  </a:lnTo>
                  <a:lnTo>
                    <a:pt x="196867" y="221976"/>
                  </a:lnTo>
                  <a:lnTo>
                    <a:pt x="204531" y="220735"/>
                  </a:lnTo>
                  <a:lnTo>
                    <a:pt x="210288" y="214304"/>
                  </a:lnTo>
                  <a:lnTo>
                    <a:pt x="216756" y="215552"/>
                  </a:lnTo>
                  <a:lnTo>
                    <a:pt x="220008" y="219079"/>
                  </a:lnTo>
                  <a:lnTo>
                    <a:pt x="223597" y="233496"/>
                  </a:lnTo>
                  <a:lnTo>
                    <a:pt x="231074" y="218250"/>
                  </a:lnTo>
                  <a:lnTo>
                    <a:pt x="243187" y="250573"/>
                  </a:lnTo>
                  <a:lnTo>
                    <a:pt x="243635" y="255409"/>
                  </a:lnTo>
                  <a:lnTo>
                    <a:pt x="238513" y="263824"/>
                  </a:lnTo>
                  <a:lnTo>
                    <a:pt x="208793" y="289508"/>
                  </a:lnTo>
                  <a:lnTo>
                    <a:pt x="203858" y="289508"/>
                  </a:lnTo>
                  <a:lnTo>
                    <a:pt x="201316" y="301181"/>
                  </a:lnTo>
                  <a:lnTo>
                    <a:pt x="190175" y="321532"/>
                  </a:lnTo>
                  <a:lnTo>
                    <a:pt x="185091" y="318291"/>
                  </a:lnTo>
                  <a:lnTo>
                    <a:pt x="183820" y="313509"/>
                  </a:lnTo>
                  <a:lnTo>
                    <a:pt x="183184" y="295942"/>
                  </a:lnTo>
                  <a:lnTo>
                    <a:pt x="186025" y="282843"/>
                  </a:lnTo>
                  <a:lnTo>
                    <a:pt x="181390" y="287356"/>
                  </a:lnTo>
                  <a:lnTo>
                    <a:pt x="178810" y="293996"/>
                  </a:lnTo>
                  <a:lnTo>
                    <a:pt x="178773" y="314084"/>
                  </a:lnTo>
                  <a:lnTo>
                    <a:pt x="176941" y="321913"/>
                  </a:lnTo>
                  <a:lnTo>
                    <a:pt x="182137" y="327989"/>
                  </a:lnTo>
                  <a:lnTo>
                    <a:pt x="182586" y="336105"/>
                  </a:lnTo>
                  <a:lnTo>
                    <a:pt x="179147" y="342484"/>
                  </a:lnTo>
                  <a:lnTo>
                    <a:pt x="170174" y="329314"/>
                  </a:lnTo>
                  <a:lnTo>
                    <a:pt x="166810" y="331204"/>
                  </a:lnTo>
                  <a:lnTo>
                    <a:pt x="169277" y="343981"/>
                  </a:lnTo>
                  <a:lnTo>
                    <a:pt x="169614" y="351248"/>
                  </a:lnTo>
                  <a:lnTo>
                    <a:pt x="165127" y="372246"/>
                  </a:lnTo>
                  <a:lnTo>
                    <a:pt x="159445" y="369869"/>
                  </a:lnTo>
                  <a:lnTo>
                    <a:pt x="139893" y="328935"/>
                  </a:lnTo>
                  <a:lnTo>
                    <a:pt x="139108" y="334976"/>
                  </a:lnTo>
                  <a:lnTo>
                    <a:pt x="151258" y="373706"/>
                  </a:lnTo>
                  <a:lnTo>
                    <a:pt x="137836" y="359396"/>
                  </a:lnTo>
                  <a:lnTo>
                    <a:pt x="131145" y="357549"/>
                  </a:lnTo>
                  <a:lnTo>
                    <a:pt x="127144" y="359949"/>
                  </a:lnTo>
                  <a:lnTo>
                    <a:pt x="132266" y="366205"/>
                  </a:lnTo>
                  <a:lnTo>
                    <a:pt x="133874" y="372428"/>
                  </a:lnTo>
                  <a:lnTo>
                    <a:pt x="127929" y="375893"/>
                  </a:lnTo>
                  <a:lnTo>
                    <a:pt x="111406" y="372063"/>
                  </a:lnTo>
                  <a:lnTo>
                    <a:pt x="91853" y="359396"/>
                  </a:lnTo>
                  <a:lnTo>
                    <a:pt x="81535" y="344167"/>
                  </a:lnTo>
                  <a:lnTo>
                    <a:pt x="101910" y="335540"/>
                  </a:lnTo>
                  <a:lnTo>
                    <a:pt x="72825" y="328746"/>
                  </a:lnTo>
                  <a:lnTo>
                    <a:pt x="65198" y="313509"/>
                  </a:lnTo>
                  <a:lnTo>
                    <a:pt x="75068" y="311015"/>
                  </a:lnTo>
                  <a:lnTo>
                    <a:pt x="59628" y="300600"/>
                  </a:lnTo>
                  <a:lnTo>
                    <a:pt x="54095" y="289703"/>
                  </a:lnTo>
                  <a:lnTo>
                    <a:pt x="72264" y="271587"/>
                  </a:lnTo>
                  <a:lnTo>
                    <a:pt x="84937" y="266417"/>
                  </a:lnTo>
                  <a:lnTo>
                    <a:pt x="87778" y="255610"/>
                  </a:lnTo>
                  <a:lnTo>
                    <a:pt x="113686" y="245516"/>
                  </a:lnTo>
                  <a:lnTo>
                    <a:pt x="93984" y="245516"/>
                  </a:lnTo>
                  <a:lnTo>
                    <a:pt x="89087" y="237992"/>
                  </a:lnTo>
                  <a:lnTo>
                    <a:pt x="82058" y="236768"/>
                  </a:lnTo>
                  <a:lnTo>
                    <a:pt x="58992" y="254805"/>
                  </a:lnTo>
                  <a:lnTo>
                    <a:pt x="55329" y="251986"/>
                  </a:lnTo>
                  <a:lnTo>
                    <a:pt x="58843" y="244096"/>
                  </a:lnTo>
                  <a:lnTo>
                    <a:pt x="55291" y="242268"/>
                  </a:lnTo>
                  <a:lnTo>
                    <a:pt x="34692" y="254805"/>
                  </a:lnTo>
                  <a:lnTo>
                    <a:pt x="21608" y="240438"/>
                  </a:lnTo>
                  <a:lnTo>
                    <a:pt x="23066" y="227956"/>
                  </a:lnTo>
                  <a:lnTo>
                    <a:pt x="46805" y="211805"/>
                  </a:lnTo>
                  <a:lnTo>
                    <a:pt x="49272" y="203858"/>
                  </a:lnTo>
                  <a:lnTo>
                    <a:pt x="30655" y="213472"/>
                  </a:lnTo>
                  <a:lnTo>
                    <a:pt x="19028" y="211180"/>
                  </a:lnTo>
                  <a:lnTo>
                    <a:pt x="6467" y="190779"/>
                  </a:lnTo>
                  <a:lnTo>
                    <a:pt x="3813" y="182693"/>
                  </a:lnTo>
                  <a:lnTo>
                    <a:pt x="2803" y="169813"/>
                  </a:lnTo>
                  <a:lnTo>
                    <a:pt x="0" y="156358"/>
                  </a:lnTo>
                  <a:lnTo>
                    <a:pt x="20599" y="164839"/>
                  </a:lnTo>
                  <a:lnTo>
                    <a:pt x="44188" y="166788"/>
                  </a:lnTo>
                  <a:lnTo>
                    <a:pt x="45496" y="155703"/>
                  </a:lnTo>
                  <a:lnTo>
                    <a:pt x="52151" y="149135"/>
                  </a:lnTo>
                  <a:lnTo>
                    <a:pt x="28412" y="156576"/>
                  </a:lnTo>
                  <a:lnTo>
                    <a:pt x="23402" y="144736"/>
                  </a:lnTo>
                  <a:lnTo>
                    <a:pt x="18056" y="146938"/>
                  </a:lnTo>
                  <a:lnTo>
                    <a:pt x="9645" y="140321"/>
                  </a:lnTo>
                  <a:lnTo>
                    <a:pt x="7888" y="134558"/>
                  </a:lnTo>
                  <a:lnTo>
                    <a:pt x="9121" y="129883"/>
                  </a:lnTo>
                  <a:lnTo>
                    <a:pt x="25421" y="128097"/>
                  </a:lnTo>
                  <a:lnTo>
                    <a:pt x="12897" y="104637"/>
                  </a:lnTo>
                  <a:lnTo>
                    <a:pt x="13308" y="86969"/>
                  </a:lnTo>
                  <a:lnTo>
                    <a:pt x="22019" y="82801"/>
                  </a:lnTo>
                  <a:lnTo>
                    <a:pt x="32150" y="87893"/>
                  </a:lnTo>
                  <a:lnTo>
                    <a:pt x="36300" y="92734"/>
                  </a:lnTo>
                  <a:lnTo>
                    <a:pt x="39067" y="102357"/>
                  </a:lnTo>
                  <a:lnTo>
                    <a:pt x="59104" y="103953"/>
                  </a:lnTo>
                  <a:lnTo>
                    <a:pt x="45235" y="93654"/>
                  </a:lnTo>
                  <a:lnTo>
                    <a:pt x="41235" y="79317"/>
                  </a:lnTo>
                  <a:lnTo>
                    <a:pt x="26131" y="68100"/>
                  </a:lnTo>
                  <a:lnTo>
                    <a:pt x="31216" y="46781"/>
                  </a:lnTo>
                  <a:lnTo>
                    <a:pt x="37234" y="40071"/>
                  </a:lnTo>
                  <a:lnTo>
                    <a:pt x="46805" y="42712"/>
                  </a:lnTo>
                  <a:lnTo>
                    <a:pt x="61198" y="32598"/>
                  </a:lnTo>
                  <a:lnTo>
                    <a:pt x="72413" y="33323"/>
                  </a:lnTo>
                  <a:lnTo>
                    <a:pt x="73498" y="26052"/>
                  </a:lnTo>
                  <a:lnTo>
                    <a:pt x="69909" y="18735"/>
                  </a:lnTo>
                  <a:lnTo>
                    <a:pt x="53572" y="14324"/>
                  </a:lnTo>
                  <a:lnTo>
                    <a:pt x="52749" y="4216"/>
                  </a:lnTo>
                  <a:lnTo>
                    <a:pt x="53871" y="994"/>
                  </a:lnTo>
                  <a:lnTo>
                    <a:pt x="77647" y="0"/>
                  </a:lnTo>
                  <a:lnTo>
                    <a:pt x="90582" y="9158"/>
                  </a:lnTo>
                  <a:lnTo>
                    <a:pt x="99181" y="219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oPE_MapPart_CAN_8_96" descr="Kanada">
              <a:extLst>
                <a:ext uri="{FF2B5EF4-FFF2-40B4-BE49-F238E27FC236}">
                  <a16:creationId xmlns:a16="http://schemas.microsoft.com/office/drawing/2014/main" id="{CB510247-4553-D86A-D42A-434BEFF964BA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4083847" y="1801273"/>
              <a:ext cx="363043" cy="219147"/>
            </a:xfrm>
            <a:custGeom>
              <a:avLst/>
              <a:gdLst/>
              <a:ahLst/>
              <a:cxnLst/>
              <a:rect l="0" t="0" r="0" b="0"/>
              <a:pathLst>
                <a:path w="363043" h="219147">
                  <a:moveTo>
                    <a:pt x="53722" y="13947"/>
                  </a:moveTo>
                  <a:lnTo>
                    <a:pt x="63779" y="13782"/>
                  </a:lnTo>
                  <a:lnTo>
                    <a:pt x="75854" y="26921"/>
                  </a:lnTo>
                  <a:lnTo>
                    <a:pt x="76452" y="36034"/>
                  </a:lnTo>
                  <a:lnTo>
                    <a:pt x="69498" y="55817"/>
                  </a:lnTo>
                  <a:lnTo>
                    <a:pt x="80714" y="40404"/>
                  </a:lnTo>
                  <a:lnTo>
                    <a:pt x="95219" y="40889"/>
                  </a:lnTo>
                  <a:lnTo>
                    <a:pt x="105762" y="35386"/>
                  </a:lnTo>
                  <a:lnTo>
                    <a:pt x="115818" y="35061"/>
                  </a:lnTo>
                  <a:lnTo>
                    <a:pt x="127594" y="43954"/>
                  </a:lnTo>
                  <a:lnTo>
                    <a:pt x="131669" y="51502"/>
                  </a:lnTo>
                  <a:lnTo>
                    <a:pt x="130024" y="54380"/>
                  </a:lnTo>
                  <a:lnTo>
                    <a:pt x="113874" y="50380"/>
                  </a:lnTo>
                  <a:lnTo>
                    <a:pt x="112939" y="51341"/>
                  </a:lnTo>
                  <a:lnTo>
                    <a:pt x="113537" y="55178"/>
                  </a:lnTo>
                  <a:lnTo>
                    <a:pt x="157763" y="68671"/>
                  </a:lnTo>
                  <a:lnTo>
                    <a:pt x="158773" y="74184"/>
                  </a:lnTo>
                  <a:lnTo>
                    <a:pt x="155259" y="78577"/>
                  </a:lnTo>
                  <a:lnTo>
                    <a:pt x="136454" y="81237"/>
                  </a:lnTo>
                  <a:lnTo>
                    <a:pt x="113687" y="75912"/>
                  </a:lnTo>
                  <a:lnTo>
                    <a:pt x="116341" y="81080"/>
                  </a:lnTo>
                  <a:lnTo>
                    <a:pt x="128118" y="88248"/>
                  </a:lnTo>
                  <a:lnTo>
                    <a:pt x="137688" y="90266"/>
                  </a:lnTo>
                  <a:lnTo>
                    <a:pt x="144754" y="97689"/>
                  </a:lnTo>
                  <a:lnTo>
                    <a:pt x="149240" y="107364"/>
                  </a:lnTo>
                  <a:lnTo>
                    <a:pt x="153091" y="107058"/>
                  </a:lnTo>
                  <a:lnTo>
                    <a:pt x="157913" y="112402"/>
                  </a:lnTo>
                  <a:lnTo>
                    <a:pt x="159446" y="115141"/>
                  </a:lnTo>
                  <a:lnTo>
                    <a:pt x="158362" y="120449"/>
                  </a:lnTo>
                  <a:lnTo>
                    <a:pt x="150286" y="131598"/>
                  </a:lnTo>
                  <a:lnTo>
                    <a:pt x="156679" y="130998"/>
                  </a:lnTo>
                  <a:lnTo>
                    <a:pt x="165427" y="140862"/>
                  </a:lnTo>
                  <a:lnTo>
                    <a:pt x="167745" y="136836"/>
                  </a:lnTo>
                  <a:lnTo>
                    <a:pt x="166773" y="126639"/>
                  </a:lnTo>
                  <a:lnTo>
                    <a:pt x="169614" y="123774"/>
                  </a:lnTo>
                  <a:lnTo>
                    <a:pt x="180269" y="136089"/>
                  </a:lnTo>
                  <a:lnTo>
                    <a:pt x="190064" y="130848"/>
                  </a:lnTo>
                  <a:lnTo>
                    <a:pt x="194027" y="138329"/>
                  </a:lnTo>
                  <a:lnTo>
                    <a:pt x="199896" y="127241"/>
                  </a:lnTo>
                  <a:lnTo>
                    <a:pt x="209093" y="137732"/>
                  </a:lnTo>
                  <a:lnTo>
                    <a:pt x="227000" y="145764"/>
                  </a:lnTo>
                  <a:lnTo>
                    <a:pt x="227972" y="141903"/>
                  </a:lnTo>
                  <a:lnTo>
                    <a:pt x="224570" y="136836"/>
                  </a:lnTo>
                  <a:lnTo>
                    <a:pt x="226551" y="134744"/>
                  </a:lnTo>
                  <a:lnTo>
                    <a:pt x="254963" y="124227"/>
                  </a:lnTo>
                  <a:lnTo>
                    <a:pt x="268945" y="110267"/>
                  </a:lnTo>
                  <a:lnTo>
                    <a:pt x="283376" y="116052"/>
                  </a:lnTo>
                  <a:lnTo>
                    <a:pt x="301732" y="109046"/>
                  </a:lnTo>
                  <a:lnTo>
                    <a:pt x="324275" y="115597"/>
                  </a:lnTo>
                  <a:lnTo>
                    <a:pt x="326705" y="117419"/>
                  </a:lnTo>
                  <a:lnTo>
                    <a:pt x="326256" y="123019"/>
                  </a:lnTo>
                  <a:lnTo>
                    <a:pt x="329845" y="125132"/>
                  </a:lnTo>
                  <a:lnTo>
                    <a:pt x="343939" y="126338"/>
                  </a:lnTo>
                  <a:lnTo>
                    <a:pt x="348126" y="131898"/>
                  </a:lnTo>
                  <a:lnTo>
                    <a:pt x="345210" y="138776"/>
                  </a:lnTo>
                  <a:lnTo>
                    <a:pt x="357659" y="141308"/>
                  </a:lnTo>
                  <a:lnTo>
                    <a:pt x="360800" y="156833"/>
                  </a:lnTo>
                  <a:lnTo>
                    <a:pt x="358220" y="161819"/>
                  </a:lnTo>
                  <a:lnTo>
                    <a:pt x="342668" y="175064"/>
                  </a:lnTo>
                  <a:lnTo>
                    <a:pt x="347789" y="178822"/>
                  </a:lnTo>
                  <a:lnTo>
                    <a:pt x="357584" y="176222"/>
                  </a:lnTo>
                  <a:lnTo>
                    <a:pt x="363042" y="184439"/>
                  </a:lnTo>
                  <a:lnTo>
                    <a:pt x="351752" y="191173"/>
                  </a:lnTo>
                  <a:lnTo>
                    <a:pt x="343378" y="185588"/>
                  </a:lnTo>
                  <a:lnTo>
                    <a:pt x="347528" y="194170"/>
                  </a:lnTo>
                  <a:lnTo>
                    <a:pt x="346182" y="197870"/>
                  </a:lnTo>
                  <a:lnTo>
                    <a:pt x="344836" y="211017"/>
                  </a:lnTo>
                  <a:lnTo>
                    <a:pt x="325134" y="212141"/>
                  </a:lnTo>
                  <a:lnTo>
                    <a:pt x="313059" y="219146"/>
                  </a:lnTo>
                  <a:lnTo>
                    <a:pt x="289731" y="212282"/>
                  </a:lnTo>
                  <a:lnTo>
                    <a:pt x="285881" y="202268"/>
                  </a:lnTo>
                  <a:lnTo>
                    <a:pt x="286180" y="192458"/>
                  </a:lnTo>
                  <a:lnTo>
                    <a:pt x="277469" y="185731"/>
                  </a:lnTo>
                  <a:lnTo>
                    <a:pt x="277731" y="190029"/>
                  </a:lnTo>
                  <a:lnTo>
                    <a:pt x="281207" y="196591"/>
                  </a:lnTo>
                  <a:lnTo>
                    <a:pt x="280123" y="204108"/>
                  </a:lnTo>
                  <a:lnTo>
                    <a:pt x="277245" y="210736"/>
                  </a:lnTo>
                  <a:lnTo>
                    <a:pt x="258702" y="216769"/>
                  </a:lnTo>
                  <a:lnTo>
                    <a:pt x="245505" y="209047"/>
                  </a:lnTo>
                  <a:lnTo>
                    <a:pt x="244982" y="215228"/>
                  </a:lnTo>
                  <a:lnTo>
                    <a:pt x="244010" y="215929"/>
                  </a:lnTo>
                  <a:lnTo>
                    <a:pt x="236907" y="209469"/>
                  </a:lnTo>
                  <a:lnTo>
                    <a:pt x="235486" y="214668"/>
                  </a:lnTo>
                  <a:lnTo>
                    <a:pt x="229990" y="217468"/>
                  </a:lnTo>
                  <a:lnTo>
                    <a:pt x="210812" y="212844"/>
                  </a:lnTo>
                  <a:lnTo>
                    <a:pt x="212158" y="218167"/>
                  </a:lnTo>
                  <a:lnTo>
                    <a:pt x="209990" y="219006"/>
                  </a:lnTo>
                  <a:lnTo>
                    <a:pt x="175671" y="217748"/>
                  </a:lnTo>
                  <a:lnTo>
                    <a:pt x="172867" y="211860"/>
                  </a:lnTo>
                  <a:lnTo>
                    <a:pt x="177391" y="195025"/>
                  </a:lnTo>
                  <a:lnTo>
                    <a:pt x="173353" y="191316"/>
                  </a:lnTo>
                  <a:lnTo>
                    <a:pt x="170287" y="193599"/>
                  </a:lnTo>
                  <a:lnTo>
                    <a:pt x="166773" y="202552"/>
                  </a:lnTo>
                  <a:lnTo>
                    <a:pt x="164941" y="194597"/>
                  </a:lnTo>
                  <a:lnTo>
                    <a:pt x="159708" y="198155"/>
                  </a:lnTo>
                  <a:lnTo>
                    <a:pt x="159633" y="206651"/>
                  </a:lnTo>
                  <a:lnTo>
                    <a:pt x="152081" y="213124"/>
                  </a:lnTo>
                  <a:lnTo>
                    <a:pt x="131445" y="208483"/>
                  </a:lnTo>
                  <a:lnTo>
                    <a:pt x="122846" y="200568"/>
                  </a:lnTo>
                  <a:lnTo>
                    <a:pt x="124641" y="192458"/>
                  </a:lnTo>
                  <a:lnTo>
                    <a:pt x="119444" y="198865"/>
                  </a:lnTo>
                  <a:lnTo>
                    <a:pt x="118734" y="200851"/>
                  </a:lnTo>
                  <a:lnTo>
                    <a:pt x="119369" y="205662"/>
                  </a:lnTo>
                  <a:lnTo>
                    <a:pt x="110733" y="205238"/>
                  </a:lnTo>
                  <a:lnTo>
                    <a:pt x="102173" y="194312"/>
                  </a:lnTo>
                  <a:lnTo>
                    <a:pt x="97761" y="173761"/>
                  </a:lnTo>
                  <a:lnTo>
                    <a:pt x="99780" y="167950"/>
                  </a:lnTo>
                  <a:lnTo>
                    <a:pt x="94172" y="159329"/>
                  </a:lnTo>
                  <a:lnTo>
                    <a:pt x="92901" y="153744"/>
                  </a:lnTo>
                  <a:lnTo>
                    <a:pt x="92864" y="144874"/>
                  </a:lnTo>
                  <a:lnTo>
                    <a:pt x="99967" y="123925"/>
                  </a:lnTo>
                  <a:lnTo>
                    <a:pt x="97537" y="107976"/>
                  </a:lnTo>
                  <a:lnTo>
                    <a:pt x="78695" y="64084"/>
                  </a:lnTo>
                  <a:lnTo>
                    <a:pt x="74209" y="63609"/>
                  </a:lnTo>
                  <a:lnTo>
                    <a:pt x="66807" y="71195"/>
                  </a:lnTo>
                  <a:lnTo>
                    <a:pt x="47703" y="69145"/>
                  </a:lnTo>
                  <a:lnTo>
                    <a:pt x="33385" y="71982"/>
                  </a:lnTo>
                  <a:lnTo>
                    <a:pt x="29796" y="63292"/>
                  </a:lnTo>
                  <a:lnTo>
                    <a:pt x="21609" y="58685"/>
                  </a:lnTo>
                  <a:lnTo>
                    <a:pt x="17496" y="52302"/>
                  </a:lnTo>
                  <a:lnTo>
                    <a:pt x="25571" y="43631"/>
                  </a:lnTo>
                  <a:lnTo>
                    <a:pt x="18917" y="44920"/>
                  </a:lnTo>
                  <a:lnTo>
                    <a:pt x="0" y="29857"/>
                  </a:lnTo>
                  <a:lnTo>
                    <a:pt x="75" y="23977"/>
                  </a:lnTo>
                  <a:lnTo>
                    <a:pt x="6057" y="27574"/>
                  </a:lnTo>
                  <a:lnTo>
                    <a:pt x="9982" y="24468"/>
                  </a:lnTo>
                  <a:lnTo>
                    <a:pt x="2281" y="16092"/>
                  </a:lnTo>
                  <a:lnTo>
                    <a:pt x="1421" y="13782"/>
                  </a:lnTo>
                  <a:lnTo>
                    <a:pt x="2542" y="8487"/>
                  </a:lnTo>
                  <a:lnTo>
                    <a:pt x="17048" y="1169"/>
                  </a:lnTo>
                  <a:lnTo>
                    <a:pt x="25833" y="0"/>
                  </a:lnTo>
                  <a:lnTo>
                    <a:pt x="47030" y="96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oPE_MapPart_CAN_9_97" descr="Kanada">
              <a:extLst>
                <a:ext uri="{FF2B5EF4-FFF2-40B4-BE49-F238E27FC236}">
                  <a16:creationId xmlns:a16="http://schemas.microsoft.com/office/drawing/2014/main" id="{805D004F-1099-F273-32B9-CBB65D3C347C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3653588" y="1823611"/>
              <a:ext cx="251637" cy="201410"/>
            </a:xfrm>
            <a:custGeom>
              <a:avLst/>
              <a:gdLst/>
              <a:ahLst/>
              <a:cxnLst/>
              <a:rect l="0" t="0" r="0" b="0"/>
              <a:pathLst>
                <a:path w="251637" h="201410">
                  <a:moveTo>
                    <a:pt x="193278" y="67618"/>
                  </a:moveTo>
                  <a:lnTo>
                    <a:pt x="202400" y="67618"/>
                  </a:lnTo>
                  <a:lnTo>
                    <a:pt x="205092" y="72882"/>
                  </a:lnTo>
                  <a:lnTo>
                    <a:pt x="204419" y="77662"/>
                  </a:lnTo>
                  <a:lnTo>
                    <a:pt x="198886" y="89149"/>
                  </a:lnTo>
                  <a:lnTo>
                    <a:pt x="208868" y="81043"/>
                  </a:lnTo>
                  <a:lnTo>
                    <a:pt x="215597" y="81810"/>
                  </a:lnTo>
                  <a:lnTo>
                    <a:pt x="219074" y="85791"/>
                  </a:lnTo>
                  <a:lnTo>
                    <a:pt x="221915" y="99775"/>
                  </a:lnTo>
                  <a:lnTo>
                    <a:pt x="222363" y="91129"/>
                  </a:lnTo>
                  <a:lnTo>
                    <a:pt x="226476" y="88692"/>
                  </a:lnTo>
                  <a:lnTo>
                    <a:pt x="222961" y="78585"/>
                  </a:lnTo>
                  <a:lnTo>
                    <a:pt x="226812" y="70562"/>
                  </a:lnTo>
                  <a:lnTo>
                    <a:pt x="232644" y="67308"/>
                  </a:lnTo>
                  <a:lnTo>
                    <a:pt x="248496" y="77200"/>
                  </a:lnTo>
                  <a:lnTo>
                    <a:pt x="251636" y="97809"/>
                  </a:lnTo>
                  <a:lnTo>
                    <a:pt x="247561" y="114647"/>
                  </a:lnTo>
                  <a:lnTo>
                    <a:pt x="243710" y="140066"/>
                  </a:lnTo>
                  <a:lnTo>
                    <a:pt x="238962" y="148375"/>
                  </a:lnTo>
                  <a:lnTo>
                    <a:pt x="216905" y="161382"/>
                  </a:lnTo>
                  <a:lnTo>
                    <a:pt x="203073" y="155474"/>
                  </a:lnTo>
                  <a:lnTo>
                    <a:pt x="189465" y="159800"/>
                  </a:lnTo>
                  <a:lnTo>
                    <a:pt x="183745" y="156196"/>
                  </a:lnTo>
                  <a:lnTo>
                    <a:pt x="186175" y="153594"/>
                  </a:lnTo>
                  <a:lnTo>
                    <a:pt x="182063" y="150263"/>
                  </a:lnTo>
                  <a:lnTo>
                    <a:pt x="168118" y="164827"/>
                  </a:lnTo>
                  <a:lnTo>
                    <a:pt x="149762" y="170406"/>
                  </a:lnTo>
                  <a:lnTo>
                    <a:pt x="138248" y="184171"/>
                  </a:lnTo>
                  <a:lnTo>
                    <a:pt x="121874" y="194850"/>
                  </a:lnTo>
                  <a:lnTo>
                    <a:pt x="105462" y="201409"/>
                  </a:lnTo>
                  <a:lnTo>
                    <a:pt x="84826" y="200434"/>
                  </a:lnTo>
                  <a:lnTo>
                    <a:pt x="69161" y="186850"/>
                  </a:lnTo>
                  <a:lnTo>
                    <a:pt x="66881" y="181628"/>
                  </a:lnTo>
                  <a:lnTo>
                    <a:pt x="68227" y="178230"/>
                  </a:lnTo>
                  <a:lnTo>
                    <a:pt x="98882" y="157494"/>
                  </a:lnTo>
                  <a:lnTo>
                    <a:pt x="123107" y="154028"/>
                  </a:lnTo>
                  <a:lnTo>
                    <a:pt x="136342" y="137137"/>
                  </a:lnTo>
                  <a:lnTo>
                    <a:pt x="133276" y="134495"/>
                  </a:lnTo>
                  <a:lnTo>
                    <a:pt x="124117" y="141966"/>
                  </a:lnTo>
                  <a:lnTo>
                    <a:pt x="111817" y="144738"/>
                  </a:lnTo>
                  <a:lnTo>
                    <a:pt x="103854" y="138456"/>
                  </a:lnTo>
                  <a:lnTo>
                    <a:pt x="96489" y="146776"/>
                  </a:lnTo>
                  <a:lnTo>
                    <a:pt x="80713" y="149972"/>
                  </a:lnTo>
                  <a:lnTo>
                    <a:pt x="77947" y="146485"/>
                  </a:lnTo>
                  <a:lnTo>
                    <a:pt x="77087" y="138456"/>
                  </a:lnTo>
                  <a:lnTo>
                    <a:pt x="77760" y="134495"/>
                  </a:lnTo>
                  <a:lnTo>
                    <a:pt x="85797" y="121645"/>
                  </a:lnTo>
                  <a:lnTo>
                    <a:pt x="77236" y="125056"/>
                  </a:lnTo>
                  <a:lnTo>
                    <a:pt x="74358" y="120160"/>
                  </a:lnTo>
                  <a:lnTo>
                    <a:pt x="71217" y="136111"/>
                  </a:lnTo>
                  <a:lnTo>
                    <a:pt x="64039" y="133172"/>
                  </a:lnTo>
                  <a:lnTo>
                    <a:pt x="67292" y="141674"/>
                  </a:lnTo>
                  <a:lnTo>
                    <a:pt x="65348" y="148521"/>
                  </a:lnTo>
                  <a:lnTo>
                    <a:pt x="53535" y="157494"/>
                  </a:lnTo>
                  <a:lnTo>
                    <a:pt x="48151" y="147358"/>
                  </a:lnTo>
                  <a:lnTo>
                    <a:pt x="45385" y="146194"/>
                  </a:lnTo>
                  <a:lnTo>
                    <a:pt x="38805" y="158071"/>
                  </a:lnTo>
                  <a:lnTo>
                    <a:pt x="30207" y="152147"/>
                  </a:lnTo>
                  <a:lnTo>
                    <a:pt x="23290" y="141674"/>
                  </a:lnTo>
                  <a:lnTo>
                    <a:pt x="12299" y="142988"/>
                  </a:lnTo>
                  <a:lnTo>
                    <a:pt x="1981" y="139042"/>
                  </a:lnTo>
                  <a:lnTo>
                    <a:pt x="0" y="131848"/>
                  </a:lnTo>
                  <a:lnTo>
                    <a:pt x="7065" y="118077"/>
                  </a:lnTo>
                  <a:lnTo>
                    <a:pt x="31590" y="115245"/>
                  </a:lnTo>
                  <a:lnTo>
                    <a:pt x="50992" y="99775"/>
                  </a:lnTo>
                  <a:lnTo>
                    <a:pt x="24337" y="107609"/>
                  </a:lnTo>
                  <a:lnTo>
                    <a:pt x="11888" y="106257"/>
                  </a:lnTo>
                  <a:lnTo>
                    <a:pt x="9009" y="102643"/>
                  </a:lnTo>
                  <a:lnTo>
                    <a:pt x="12972" y="94170"/>
                  </a:lnTo>
                  <a:lnTo>
                    <a:pt x="16524" y="92043"/>
                  </a:lnTo>
                  <a:lnTo>
                    <a:pt x="54133" y="81349"/>
                  </a:lnTo>
                  <a:lnTo>
                    <a:pt x="26169" y="82730"/>
                  </a:lnTo>
                  <a:lnTo>
                    <a:pt x="19589" y="78585"/>
                  </a:lnTo>
                  <a:lnTo>
                    <a:pt x="19365" y="76122"/>
                  </a:lnTo>
                  <a:lnTo>
                    <a:pt x="21757" y="71026"/>
                  </a:lnTo>
                  <a:lnTo>
                    <a:pt x="20898" y="64355"/>
                  </a:lnTo>
                  <a:lnTo>
                    <a:pt x="28823" y="55769"/>
                  </a:lnTo>
                  <a:lnTo>
                    <a:pt x="58544" y="57648"/>
                  </a:lnTo>
                  <a:lnTo>
                    <a:pt x="37384" y="50589"/>
                  </a:lnTo>
                  <a:lnTo>
                    <a:pt x="36786" y="43963"/>
                  </a:lnTo>
                  <a:lnTo>
                    <a:pt x="41908" y="34435"/>
                  </a:lnTo>
                  <a:lnTo>
                    <a:pt x="63629" y="28683"/>
                  </a:lnTo>
                  <a:lnTo>
                    <a:pt x="70694" y="33159"/>
                  </a:lnTo>
                  <a:lnTo>
                    <a:pt x="73498" y="46491"/>
                  </a:lnTo>
                  <a:lnTo>
                    <a:pt x="78395" y="54672"/>
                  </a:lnTo>
                  <a:lnTo>
                    <a:pt x="91928" y="50274"/>
                  </a:lnTo>
                  <a:lnTo>
                    <a:pt x="101761" y="55143"/>
                  </a:lnTo>
                  <a:lnTo>
                    <a:pt x="119070" y="77662"/>
                  </a:lnTo>
                  <a:lnTo>
                    <a:pt x="115070" y="86708"/>
                  </a:lnTo>
                  <a:lnTo>
                    <a:pt x="125612" y="87777"/>
                  </a:lnTo>
                  <a:lnTo>
                    <a:pt x="131295" y="105354"/>
                  </a:lnTo>
                  <a:lnTo>
                    <a:pt x="135930" y="110759"/>
                  </a:lnTo>
                  <a:lnTo>
                    <a:pt x="176754" y="114199"/>
                  </a:lnTo>
                  <a:lnTo>
                    <a:pt x="180380" y="107459"/>
                  </a:lnTo>
                  <a:lnTo>
                    <a:pt x="179707" y="98111"/>
                  </a:lnTo>
                  <a:lnTo>
                    <a:pt x="162025" y="84261"/>
                  </a:lnTo>
                  <a:lnTo>
                    <a:pt x="160492" y="78585"/>
                  </a:lnTo>
                  <a:lnTo>
                    <a:pt x="169128" y="70717"/>
                  </a:lnTo>
                  <a:lnTo>
                    <a:pt x="169614" y="63110"/>
                  </a:lnTo>
                  <a:lnTo>
                    <a:pt x="163819" y="54202"/>
                  </a:lnTo>
                  <a:lnTo>
                    <a:pt x="153613" y="47438"/>
                  </a:lnTo>
                  <a:lnTo>
                    <a:pt x="151893" y="43647"/>
                  </a:lnTo>
                  <a:lnTo>
                    <a:pt x="151370" y="37937"/>
                  </a:lnTo>
                  <a:lnTo>
                    <a:pt x="160604" y="26920"/>
                  </a:lnTo>
                  <a:lnTo>
                    <a:pt x="171520" y="5563"/>
                  </a:lnTo>
                  <a:lnTo>
                    <a:pt x="182063" y="0"/>
                  </a:lnTo>
                  <a:lnTo>
                    <a:pt x="189652" y="7519"/>
                  </a:lnTo>
                  <a:lnTo>
                    <a:pt x="186287" y="21132"/>
                  </a:lnTo>
                  <a:lnTo>
                    <a:pt x="188680" y="34276"/>
                  </a:lnTo>
                  <a:lnTo>
                    <a:pt x="195297" y="43805"/>
                  </a:lnTo>
                  <a:lnTo>
                    <a:pt x="196792" y="52318"/>
                  </a:lnTo>
                  <a:lnTo>
                    <a:pt x="191409" y="62487"/>
                  </a:lnTo>
                  <a:lnTo>
                    <a:pt x="191297" y="668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oPE_MapPart_CAN_10_98" descr="Kanada">
              <a:extLst>
                <a:ext uri="{FF2B5EF4-FFF2-40B4-BE49-F238E27FC236}">
                  <a16:creationId xmlns:a16="http://schemas.microsoft.com/office/drawing/2014/main" id="{39E0F23C-E402-2EF2-EA86-8D7E7B539869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4863092" y="3136756"/>
              <a:ext cx="139035" cy="157816"/>
            </a:xfrm>
            <a:custGeom>
              <a:avLst/>
              <a:gdLst/>
              <a:ahLst/>
              <a:cxnLst/>
              <a:rect l="0" t="0" r="0" b="0"/>
              <a:pathLst>
                <a:path w="139035" h="157816">
                  <a:moveTo>
                    <a:pt x="81088" y="2045"/>
                  </a:moveTo>
                  <a:lnTo>
                    <a:pt x="78471" y="6965"/>
                  </a:lnTo>
                  <a:lnTo>
                    <a:pt x="69199" y="8941"/>
                  </a:lnTo>
                  <a:lnTo>
                    <a:pt x="68900" y="11153"/>
                  </a:lnTo>
                  <a:lnTo>
                    <a:pt x="69835" y="13243"/>
                  </a:lnTo>
                  <a:lnTo>
                    <a:pt x="73686" y="13481"/>
                  </a:lnTo>
                  <a:lnTo>
                    <a:pt x="73985" y="18722"/>
                  </a:lnTo>
                  <a:lnTo>
                    <a:pt x="72489" y="22877"/>
                  </a:lnTo>
                  <a:lnTo>
                    <a:pt x="67630" y="27731"/>
                  </a:lnTo>
                  <a:lnTo>
                    <a:pt x="67031" y="31332"/>
                  </a:lnTo>
                  <a:lnTo>
                    <a:pt x="60376" y="40151"/>
                  </a:lnTo>
                  <a:lnTo>
                    <a:pt x="59779" y="43723"/>
                  </a:lnTo>
                  <a:lnTo>
                    <a:pt x="54619" y="52239"/>
                  </a:lnTo>
                  <a:lnTo>
                    <a:pt x="54171" y="56248"/>
                  </a:lnTo>
                  <a:lnTo>
                    <a:pt x="52189" y="60072"/>
                  </a:lnTo>
                  <a:lnTo>
                    <a:pt x="53012" y="61807"/>
                  </a:lnTo>
                  <a:lnTo>
                    <a:pt x="52750" y="64926"/>
                  </a:lnTo>
                  <a:lnTo>
                    <a:pt x="66096" y="48745"/>
                  </a:lnTo>
                  <a:lnTo>
                    <a:pt x="67293" y="50435"/>
                  </a:lnTo>
                  <a:lnTo>
                    <a:pt x="66470" y="54390"/>
                  </a:lnTo>
                  <a:lnTo>
                    <a:pt x="71330" y="51890"/>
                  </a:lnTo>
                  <a:lnTo>
                    <a:pt x="74732" y="53751"/>
                  </a:lnTo>
                  <a:lnTo>
                    <a:pt x="80153" y="53053"/>
                  </a:lnTo>
                  <a:lnTo>
                    <a:pt x="78471" y="55958"/>
                  </a:lnTo>
                  <a:lnTo>
                    <a:pt x="69012" y="61981"/>
                  </a:lnTo>
                  <a:lnTo>
                    <a:pt x="66919" y="64753"/>
                  </a:lnTo>
                  <a:lnTo>
                    <a:pt x="70284" y="62848"/>
                  </a:lnTo>
                  <a:lnTo>
                    <a:pt x="72527" y="63079"/>
                  </a:lnTo>
                  <a:lnTo>
                    <a:pt x="72078" y="65965"/>
                  </a:lnTo>
                  <a:lnTo>
                    <a:pt x="68003" y="70111"/>
                  </a:lnTo>
                  <a:lnTo>
                    <a:pt x="73686" y="68096"/>
                  </a:lnTo>
                  <a:lnTo>
                    <a:pt x="76527" y="70628"/>
                  </a:lnTo>
                  <a:lnTo>
                    <a:pt x="82807" y="68902"/>
                  </a:lnTo>
                  <a:lnTo>
                    <a:pt x="83443" y="72639"/>
                  </a:lnTo>
                  <a:lnTo>
                    <a:pt x="84789" y="71318"/>
                  </a:lnTo>
                  <a:lnTo>
                    <a:pt x="84714" y="68096"/>
                  </a:lnTo>
                  <a:lnTo>
                    <a:pt x="85835" y="68269"/>
                  </a:lnTo>
                  <a:lnTo>
                    <a:pt x="86434" y="71490"/>
                  </a:lnTo>
                  <a:lnTo>
                    <a:pt x="83480" y="79113"/>
                  </a:lnTo>
                  <a:lnTo>
                    <a:pt x="83256" y="81969"/>
                  </a:lnTo>
                  <a:lnTo>
                    <a:pt x="85349" y="80656"/>
                  </a:lnTo>
                  <a:lnTo>
                    <a:pt x="85537" y="78141"/>
                  </a:lnTo>
                  <a:lnTo>
                    <a:pt x="86957" y="76710"/>
                  </a:lnTo>
                  <a:lnTo>
                    <a:pt x="90060" y="74762"/>
                  </a:lnTo>
                  <a:lnTo>
                    <a:pt x="90958" y="75965"/>
                  </a:lnTo>
                  <a:lnTo>
                    <a:pt x="100939" y="67693"/>
                  </a:lnTo>
                  <a:lnTo>
                    <a:pt x="101612" y="67578"/>
                  </a:lnTo>
                  <a:lnTo>
                    <a:pt x="102061" y="74016"/>
                  </a:lnTo>
                  <a:lnTo>
                    <a:pt x="103967" y="71260"/>
                  </a:lnTo>
                  <a:lnTo>
                    <a:pt x="112229" y="70398"/>
                  </a:lnTo>
                  <a:lnTo>
                    <a:pt x="119257" y="74246"/>
                  </a:lnTo>
                  <a:lnTo>
                    <a:pt x="120304" y="76080"/>
                  </a:lnTo>
                  <a:lnTo>
                    <a:pt x="120229" y="79971"/>
                  </a:lnTo>
                  <a:lnTo>
                    <a:pt x="116379" y="83339"/>
                  </a:lnTo>
                  <a:lnTo>
                    <a:pt x="113388" y="87951"/>
                  </a:lnTo>
                  <a:lnTo>
                    <a:pt x="108005" y="91188"/>
                  </a:lnTo>
                  <a:lnTo>
                    <a:pt x="114435" y="90451"/>
                  </a:lnTo>
                  <a:lnTo>
                    <a:pt x="112080" y="93740"/>
                  </a:lnTo>
                  <a:lnTo>
                    <a:pt x="117463" y="95325"/>
                  </a:lnTo>
                  <a:lnTo>
                    <a:pt x="115631" y="99395"/>
                  </a:lnTo>
                  <a:lnTo>
                    <a:pt x="108977" y="103567"/>
                  </a:lnTo>
                  <a:lnTo>
                    <a:pt x="118771" y="99846"/>
                  </a:lnTo>
                  <a:lnTo>
                    <a:pt x="120678" y="100805"/>
                  </a:lnTo>
                  <a:lnTo>
                    <a:pt x="123594" y="98265"/>
                  </a:lnTo>
                  <a:lnTo>
                    <a:pt x="127557" y="97757"/>
                  </a:lnTo>
                  <a:lnTo>
                    <a:pt x="130959" y="95212"/>
                  </a:lnTo>
                  <a:lnTo>
                    <a:pt x="131706" y="97983"/>
                  </a:lnTo>
                  <a:lnTo>
                    <a:pt x="129314" y="103285"/>
                  </a:lnTo>
                  <a:lnTo>
                    <a:pt x="125202" y="104748"/>
                  </a:lnTo>
                  <a:lnTo>
                    <a:pt x="119482" y="109355"/>
                  </a:lnTo>
                  <a:lnTo>
                    <a:pt x="120491" y="110420"/>
                  </a:lnTo>
                  <a:lnTo>
                    <a:pt x="120304" y="113053"/>
                  </a:lnTo>
                  <a:lnTo>
                    <a:pt x="114061" y="115178"/>
                  </a:lnTo>
                  <a:lnTo>
                    <a:pt x="118884" y="115346"/>
                  </a:lnTo>
                  <a:lnTo>
                    <a:pt x="117687" y="118249"/>
                  </a:lnTo>
                  <a:lnTo>
                    <a:pt x="114248" y="122038"/>
                  </a:lnTo>
                  <a:lnTo>
                    <a:pt x="114734" y="124263"/>
                  </a:lnTo>
                  <a:lnTo>
                    <a:pt x="116229" y="126651"/>
                  </a:lnTo>
                  <a:lnTo>
                    <a:pt x="119594" y="126263"/>
                  </a:lnTo>
                  <a:lnTo>
                    <a:pt x="126248" y="115905"/>
                  </a:lnTo>
                  <a:lnTo>
                    <a:pt x="133763" y="111261"/>
                  </a:lnTo>
                  <a:lnTo>
                    <a:pt x="134809" y="112885"/>
                  </a:lnTo>
                  <a:lnTo>
                    <a:pt x="128940" y="124041"/>
                  </a:lnTo>
                  <a:lnTo>
                    <a:pt x="128603" y="130863"/>
                  </a:lnTo>
                  <a:lnTo>
                    <a:pt x="129613" y="132633"/>
                  </a:lnTo>
                  <a:lnTo>
                    <a:pt x="130959" y="131748"/>
                  </a:lnTo>
                  <a:lnTo>
                    <a:pt x="137426" y="122984"/>
                  </a:lnTo>
                  <a:lnTo>
                    <a:pt x="138959" y="127484"/>
                  </a:lnTo>
                  <a:lnTo>
                    <a:pt x="139034" y="132191"/>
                  </a:lnTo>
                  <a:lnTo>
                    <a:pt x="133949" y="143434"/>
                  </a:lnTo>
                  <a:lnTo>
                    <a:pt x="134436" y="147329"/>
                  </a:lnTo>
                  <a:lnTo>
                    <a:pt x="130697" y="156235"/>
                  </a:lnTo>
                  <a:lnTo>
                    <a:pt x="128679" y="157270"/>
                  </a:lnTo>
                  <a:lnTo>
                    <a:pt x="125426" y="155090"/>
                  </a:lnTo>
                  <a:lnTo>
                    <a:pt x="120342" y="157815"/>
                  </a:lnTo>
                  <a:lnTo>
                    <a:pt x="119332" y="156290"/>
                  </a:lnTo>
                  <a:lnTo>
                    <a:pt x="119743" y="142115"/>
                  </a:lnTo>
                  <a:lnTo>
                    <a:pt x="111182" y="151433"/>
                  </a:lnTo>
                  <a:lnTo>
                    <a:pt x="109238" y="151870"/>
                  </a:lnTo>
                  <a:lnTo>
                    <a:pt x="107743" y="150175"/>
                  </a:lnTo>
                  <a:lnTo>
                    <a:pt x="109463" y="143928"/>
                  </a:lnTo>
                  <a:lnTo>
                    <a:pt x="114510" y="133075"/>
                  </a:lnTo>
                  <a:lnTo>
                    <a:pt x="111593" y="123374"/>
                  </a:lnTo>
                  <a:lnTo>
                    <a:pt x="107369" y="120145"/>
                  </a:lnTo>
                  <a:lnTo>
                    <a:pt x="101238" y="134236"/>
                  </a:lnTo>
                  <a:lnTo>
                    <a:pt x="99668" y="135064"/>
                  </a:lnTo>
                  <a:lnTo>
                    <a:pt x="101537" y="129811"/>
                  </a:lnTo>
                  <a:lnTo>
                    <a:pt x="97836" y="134070"/>
                  </a:lnTo>
                  <a:lnTo>
                    <a:pt x="93574" y="134788"/>
                  </a:lnTo>
                  <a:lnTo>
                    <a:pt x="88714" y="141235"/>
                  </a:lnTo>
                  <a:lnTo>
                    <a:pt x="87705" y="145136"/>
                  </a:lnTo>
                  <a:lnTo>
                    <a:pt x="84041" y="149409"/>
                  </a:lnTo>
                  <a:lnTo>
                    <a:pt x="74209" y="150613"/>
                  </a:lnTo>
                  <a:lnTo>
                    <a:pt x="70882" y="148753"/>
                  </a:lnTo>
                  <a:lnTo>
                    <a:pt x="71517" y="146068"/>
                  </a:lnTo>
                  <a:lnTo>
                    <a:pt x="80378" y="141676"/>
                  </a:lnTo>
                  <a:lnTo>
                    <a:pt x="86621" y="132799"/>
                  </a:lnTo>
                  <a:lnTo>
                    <a:pt x="93312" y="129091"/>
                  </a:lnTo>
                  <a:lnTo>
                    <a:pt x="95070" y="126207"/>
                  </a:lnTo>
                  <a:lnTo>
                    <a:pt x="91705" y="127539"/>
                  </a:lnTo>
                  <a:lnTo>
                    <a:pt x="82994" y="126318"/>
                  </a:lnTo>
                  <a:lnTo>
                    <a:pt x="81574" y="131195"/>
                  </a:lnTo>
                  <a:lnTo>
                    <a:pt x="78620" y="132301"/>
                  </a:lnTo>
                  <a:lnTo>
                    <a:pt x="72714" y="130309"/>
                  </a:lnTo>
                  <a:lnTo>
                    <a:pt x="67181" y="131195"/>
                  </a:lnTo>
                  <a:lnTo>
                    <a:pt x="72601" y="128426"/>
                  </a:lnTo>
                  <a:lnTo>
                    <a:pt x="72788" y="121426"/>
                  </a:lnTo>
                  <a:lnTo>
                    <a:pt x="69424" y="123151"/>
                  </a:lnTo>
                  <a:lnTo>
                    <a:pt x="67293" y="122317"/>
                  </a:lnTo>
                  <a:lnTo>
                    <a:pt x="64377" y="126374"/>
                  </a:lnTo>
                  <a:lnTo>
                    <a:pt x="53759" y="129257"/>
                  </a:lnTo>
                  <a:lnTo>
                    <a:pt x="29833" y="125874"/>
                  </a:lnTo>
                  <a:lnTo>
                    <a:pt x="21384" y="125818"/>
                  </a:lnTo>
                  <a:lnTo>
                    <a:pt x="21310" y="124152"/>
                  </a:lnTo>
                  <a:lnTo>
                    <a:pt x="15552" y="127372"/>
                  </a:lnTo>
                  <a:lnTo>
                    <a:pt x="8749" y="128759"/>
                  </a:lnTo>
                  <a:lnTo>
                    <a:pt x="5084" y="129091"/>
                  </a:lnTo>
                  <a:lnTo>
                    <a:pt x="2131" y="127150"/>
                  </a:lnTo>
                  <a:lnTo>
                    <a:pt x="0" y="119978"/>
                  </a:lnTo>
                  <a:lnTo>
                    <a:pt x="449" y="117859"/>
                  </a:lnTo>
                  <a:lnTo>
                    <a:pt x="15740" y="103003"/>
                  </a:lnTo>
                  <a:lnTo>
                    <a:pt x="21421" y="99508"/>
                  </a:lnTo>
                  <a:lnTo>
                    <a:pt x="4075" y="99508"/>
                  </a:lnTo>
                  <a:lnTo>
                    <a:pt x="4038" y="98378"/>
                  </a:lnTo>
                  <a:lnTo>
                    <a:pt x="10804" y="92493"/>
                  </a:lnTo>
                  <a:lnTo>
                    <a:pt x="9459" y="95495"/>
                  </a:lnTo>
                  <a:lnTo>
                    <a:pt x="13422" y="97135"/>
                  </a:lnTo>
                  <a:lnTo>
                    <a:pt x="18020" y="84365"/>
                  </a:lnTo>
                  <a:lnTo>
                    <a:pt x="19926" y="81798"/>
                  </a:lnTo>
                  <a:lnTo>
                    <a:pt x="24413" y="82483"/>
                  </a:lnTo>
                  <a:lnTo>
                    <a:pt x="28488" y="84821"/>
                  </a:lnTo>
                  <a:lnTo>
                    <a:pt x="26244" y="82027"/>
                  </a:lnTo>
                  <a:lnTo>
                    <a:pt x="28712" y="77168"/>
                  </a:lnTo>
                  <a:lnTo>
                    <a:pt x="24338" y="76252"/>
                  </a:lnTo>
                  <a:lnTo>
                    <a:pt x="23852" y="72179"/>
                  </a:lnTo>
                  <a:lnTo>
                    <a:pt x="27964" y="67175"/>
                  </a:lnTo>
                  <a:lnTo>
                    <a:pt x="31291" y="69420"/>
                  </a:lnTo>
                  <a:lnTo>
                    <a:pt x="32637" y="68902"/>
                  </a:lnTo>
                  <a:lnTo>
                    <a:pt x="30431" y="65330"/>
                  </a:lnTo>
                  <a:lnTo>
                    <a:pt x="29833" y="62097"/>
                  </a:lnTo>
                  <a:lnTo>
                    <a:pt x="40077" y="36042"/>
                  </a:lnTo>
                  <a:lnTo>
                    <a:pt x="42208" y="32806"/>
                  </a:lnTo>
                  <a:lnTo>
                    <a:pt x="45348" y="32511"/>
                  </a:lnTo>
                  <a:lnTo>
                    <a:pt x="42881" y="29739"/>
                  </a:lnTo>
                  <a:lnTo>
                    <a:pt x="47965" y="24537"/>
                  </a:lnTo>
                  <a:lnTo>
                    <a:pt x="48937" y="21810"/>
                  </a:lnTo>
                  <a:lnTo>
                    <a:pt x="48301" y="19494"/>
                  </a:lnTo>
                  <a:lnTo>
                    <a:pt x="52675" y="15687"/>
                  </a:lnTo>
                  <a:lnTo>
                    <a:pt x="55666" y="8822"/>
                  </a:lnTo>
                  <a:lnTo>
                    <a:pt x="59068" y="6606"/>
                  </a:lnTo>
                  <a:lnTo>
                    <a:pt x="69312" y="963"/>
                  </a:lnTo>
                  <a:lnTo>
                    <a:pt x="71854" y="1083"/>
                  </a:lnTo>
                  <a:lnTo>
                    <a:pt x="72601" y="2946"/>
                  </a:lnTo>
                  <a:lnTo>
                    <a:pt x="76265" y="4207"/>
                  </a:lnTo>
                  <a:lnTo>
                    <a:pt x="76901" y="2886"/>
                  </a:lnTo>
                  <a:lnTo>
                    <a:pt x="76041" y="1264"/>
                  </a:lnTo>
                  <a:lnTo>
                    <a:pt x="76751" y="602"/>
                  </a:lnTo>
                  <a:lnTo>
                    <a:pt x="79779" y="0"/>
                  </a:lnTo>
                  <a:lnTo>
                    <a:pt x="81200" y="114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oPE_MapPart_CAN_11_99" descr="Kanada">
              <a:extLst>
                <a:ext uri="{FF2B5EF4-FFF2-40B4-BE49-F238E27FC236}">
                  <a16:creationId xmlns:a16="http://schemas.microsoft.com/office/drawing/2014/main" id="{B5468690-DAD5-E884-0FB5-84005E0DE931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3962833" y="2060955"/>
              <a:ext cx="130062" cy="184242"/>
            </a:xfrm>
            <a:custGeom>
              <a:avLst/>
              <a:gdLst/>
              <a:ahLst/>
              <a:cxnLst/>
              <a:rect l="0" t="0" r="0" b="0"/>
              <a:pathLst>
                <a:path w="130062" h="184242">
                  <a:moveTo>
                    <a:pt x="56189" y="0"/>
                  </a:moveTo>
                  <a:lnTo>
                    <a:pt x="73723" y="15983"/>
                  </a:lnTo>
                  <a:lnTo>
                    <a:pt x="106472" y="4318"/>
                  </a:lnTo>
                  <a:lnTo>
                    <a:pt x="113874" y="7682"/>
                  </a:lnTo>
                  <a:lnTo>
                    <a:pt x="118323" y="17850"/>
                  </a:lnTo>
                  <a:lnTo>
                    <a:pt x="118509" y="20778"/>
                  </a:lnTo>
                  <a:lnTo>
                    <a:pt x="115294" y="26216"/>
                  </a:lnTo>
                  <a:lnTo>
                    <a:pt x="106135" y="30313"/>
                  </a:lnTo>
                  <a:lnTo>
                    <a:pt x="105537" y="32817"/>
                  </a:lnTo>
                  <a:lnTo>
                    <a:pt x="106397" y="35184"/>
                  </a:lnTo>
                  <a:lnTo>
                    <a:pt x="111294" y="34395"/>
                  </a:lnTo>
                  <a:lnTo>
                    <a:pt x="113762" y="38727"/>
                  </a:lnTo>
                  <a:lnTo>
                    <a:pt x="112902" y="41345"/>
                  </a:lnTo>
                  <a:lnTo>
                    <a:pt x="102023" y="48645"/>
                  </a:lnTo>
                  <a:lnTo>
                    <a:pt x="89985" y="65942"/>
                  </a:lnTo>
                  <a:lnTo>
                    <a:pt x="88714" y="69015"/>
                  </a:lnTo>
                  <a:lnTo>
                    <a:pt x="88826" y="72080"/>
                  </a:lnTo>
                  <a:lnTo>
                    <a:pt x="90172" y="73737"/>
                  </a:lnTo>
                  <a:lnTo>
                    <a:pt x="99032" y="66583"/>
                  </a:lnTo>
                  <a:lnTo>
                    <a:pt x="105350" y="67095"/>
                  </a:lnTo>
                  <a:lnTo>
                    <a:pt x="111706" y="73483"/>
                  </a:lnTo>
                  <a:lnTo>
                    <a:pt x="112416" y="74883"/>
                  </a:lnTo>
                  <a:lnTo>
                    <a:pt x="110696" y="78569"/>
                  </a:lnTo>
                  <a:lnTo>
                    <a:pt x="116827" y="85781"/>
                  </a:lnTo>
                  <a:lnTo>
                    <a:pt x="117051" y="88931"/>
                  </a:lnTo>
                  <a:lnTo>
                    <a:pt x="115257" y="94205"/>
                  </a:lnTo>
                  <a:lnTo>
                    <a:pt x="115892" y="95207"/>
                  </a:lnTo>
                  <a:lnTo>
                    <a:pt x="125388" y="89308"/>
                  </a:lnTo>
                  <a:lnTo>
                    <a:pt x="128080" y="90314"/>
                  </a:lnTo>
                  <a:lnTo>
                    <a:pt x="130061" y="100455"/>
                  </a:lnTo>
                  <a:lnTo>
                    <a:pt x="129501" y="108657"/>
                  </a:lnTo>
                  <a:lnTo>
                    <a:pt x="126061" y="114959"/>
                  </a:lnTo>
                  <a:lnTo>
                    <a:pt x="122659" y="116314"/>
                  </a:lnTo>
                  <a:lnTo>
                    <a:pt x="126996" y="124290"/>
                  </a:lnTo>
                  <a:lnTo>
                    <a:pt x="123407" y="135009"/>
                  </a:lnTo>
                  <a:lnTo>
                    <a:pt x="126360" y="140334"/>
                  </a:lnTo>
                  <a:lnTo>
                    <a:pt x="126585" y="149240"/>
                  </a:lnTo>
                  <a:lnTo>
                    <a:pt x="119668" y="152114"/>
                  </a:lnTo>
                  <a:lnTo>
                    <a:pt x="113948" y="159867"/>
                  </a:lnTo>
                  <a:lnTo>
                    <a:pt x="106472" y="162836"/>
                  </a:lnTo>
                  <a:lnTo>
                    <a:pt x="94022" y="160699"/>
                  </a:lnTo>
                  <a:lnTo>
                    <a:pt x="91892" y="157129"/>
                  </a:lnTo>
                  <a:lnTo>
                    <a:pt x="91069" y="148040"/>
                  </a:lnTo>
                  <a:lnTo>
                    <a:pt x="88265" y="153310"/>
                  </a:lnTo>
                  <a:lnTo>
                    <a:pt x="92976" y="167453"/>
                  </a:lnTo>
                  <a:lnTo>
                    <a:pt x="93649" y="175229"/>
                  </a:lnTo>
                  <a:lnTo>
                    <a:pt x="84004" y="184241"/>
                  </a:lnTo>
                  <a:lnTo>
                    <a:pt x="72377" y="178631"/>
                  </a:lnTo>
                  <a:lnTo>
                    <a:pt x="68638" y="167571"/>
                  </a:lnTo>
                  <a:lnTo>
                    <a:pt x="61760" y="154385"/>
                  </a:lnTo>
                  <a:lnTo>
                    <a:pt x="43890" y="127833"/>
                  </a:lnTo>
                  <a:lnTo>
                    <a:pt x="35815" y="123923"/>
                  </a:lnTo>
                  <a:lnTo>
                    <a:pt x="31142" y="116683"/>
                  </a:lnTo>
                  <a:lnTo>
                    <a:pt x="25123" y="119388"/>
                  </a:lnTo>
                  <a:lnTo>
                    <a:pt x="20449" y="116806"/>
                  </a:lnTo>
                  <a:lnTo>
                    <a:pt x="15253" y="105060"/>
                  </a:lnTo>
                  <a:lnTo>
                    <a:pt x="6356" y="97584"/>
                  </a:lnTo>
                  <a:lnTo>
                    <a:pt x="0" y="85655"/>
                  </a:lnTo>
                  <a:lnTo>
                    <a:pt x="412" y="80217"/>
                  </a:lnTo>
                  <a:lnTo>
                    <a:pt x="3253" y="70676"/>
                  </a:lnTo>
                  <a:lnTo>
                    <a:pt x="10468" y="63633"/>
                  </a:lnTo>
                  <a:lnTo>
                    <a:pt x="16300" y="65045"/>
                  </a:lnTo>
                  <a:lnTo>
                    <a:pt x="29796" y="88679"/>
                  </a:lnTo>
                  <a:lnTo>
                    <a:pt x="46170" y="85150"/>
                  </a:lnTo>
                  <a:lnTo>
                    <a:pt x="48040" y="70676"/>
                  </a:lnTo>
                  <a:lnTo>
                    <a:pt x="51517" y="76282"/>
                  </a:lnTo>
                  <a:lnTo>
                    <a:pt x="53572" y="75647"/>
                  </a:lnTo>
                  <a:lnTo>
                    <a:pt x="54245" y="71697"/>
                  </a:lnTo>
                  <a:lnTo>
                    <a:pt x="51329" y="62219"/>
                  </a:lnTo>
                  <a:lnTo>
                    <a:pt x="45198" y="59259"/>
                  </a:lnTo>
                  <a:lnTo>
                    <a:pt x="45086" y="54998"/>
                  </a:lnTo>
                  <a:lnTo>
                    <a:pt x="49161" y="50074"/>
                  </a:lnTo>
                  <a:lnTo>
                    <a:pt x="59890" y="53834"/>
                  </a:lnTo>
                  <a:lnTo>
                    <a:pt x="48638" y="43305"/>
                  </a:lnTo>
                  <a:lnTo>
                    <a:pt x="37759" y="49295"/>
                  </a:lnTo>
                  <a:lnTo>
                    <a:pt x="26095" y="38072"/>
                  </a:lnTo>
                  <a:lnTo>
                    <a:pt x="24600" y="34001"/>
                  </a:lnTo>
                  <a:lnTo>
                    <a:pt x="28749" y="27804"/>
                  </a:lnTo>
                  <a:lnTo>
                    <a:pt x="35964" y="25687"/>
                  </a:lnTo>
                  <a:lnTo>
                    <a:pt x="45422" y="36760"/>
                  </a:lnTo>
                  <a:lnTo>
                    <a:pt x="43628" y="27539"/>
                  </a:lnTo>
                  <a:lnTo>
                    <a:pt x="37572" y="21443"/>
                  </a:lnTo>
                  <a:lnTo>
                    <a:pt x="35777" y="13445"/>
                  </a:lnTo>
                  <a:lnTo>
                    <a:pt x="37235" y="10500"/>
                  </a:lnTo>
                  <a:lnTo>
                    <a:pt x="46208" y="7682"/>
                  </a:lnTo>
                  <a:lnTo>
                    <a:pt x="56414" y="11303"/>
                  </a:lnTo>
                  <a:lnTo>
                    <a:pt x="58059" y="7413"/>
                  </a:lnTo>
                  <a:lnTo>
                    <a:pt x="57498" y="6606"/>
                  </a:lnTo>
                  <a:lnTo>
                    <a:pt x="51591" y="5530"/>
                  </a:lnTo>
                  <a:lnTo>
                    <a:pt x="53385" y="121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oPE_MapPart_CAN_12_100" descr="Kanada">
              <a:extLst>
                <a:ext uri="{FF2B5EF4-FFF2-40B4-BE49-F238E27FC236}">
                  <a16:creationId xmlns:a16="http://schemas.microsoft.com/office/drawing/2014/main" id="{528BA44D-14F1-A84E-A3EF-C4580A3AB902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4285163" y="2553562"/>
              <a:ext cx="143858" cy="135073"/>
            </a:xfrm>
            <a:custGeom>
              <a:avLst/>
              <a:gdLst/>
              <a:ahLst/>
              <a:cxnLst/>
              <a:rect l="0" t="0" r="0" b="0"/>
              <a:pathLst>
                <a:path w="143858" h="135073">
                  <a:moveTo>
                    <a:pt x="47105" y="32837"/>
                  </a:moveTo>
                  <a:lnTo>
                    <a:pt x="48750" y="33105"/>
                  </a:lnTo>
                  <a:lnTo>
                    <a:pt x="53498" y="23513"/>
                  </a:lnTo>
                  <a:lnTo>
                    <a:pt x="55816" y="22973"/>
                  </a:lnTo>
                  <a:lnTo>
                    <a:pt x="60676" y="27555"/>
                  </a:lnTo>
                  <a:lnTo>
                    <a:pt x="64451" y="34979"/>
                  </a:lnTo>
                  <a:lnTo>
                    <a:pt x="76789" y="39253"/>
                  </a:lnTo>
                  <a:lnTo>
                    <a:pt x="82359" y="47317"/>
                  </a:lnTo>
                  <a:lnTo>
                    <a:pt x="93911" y="56474"/>
                  </a:lnTo>
                  <a:lnTo>
                    <a:pt x="102135" y="59366"/>
                  </a:lnTo>
                  <a:lnTo>
                    <a:pt x="106734" y="63125"/>
                  </a:lnTo>
                  <a:lnTo>
                    <a:pt x="112192" y="73646"/>
                  </a:lnTo>
                  <a:lnTo>
                    <a:pt x="114472" y="83826"/>
                  </a:lnTo>
                  <a:lnTo>
                    <a:pt x="114398" y="87087"/>
                  </a:lnTo>
                  <a:lnTo>
                    <a:pt x="110098" y="93160"/>
                  </a:lnTo>
                  <a:lnTo>
                    <a:pt x="121575" y="90341"/>
                  </a:lnTo>
                  <a:lnTo>
                    <a:pt x="128043" y="92477"/>
                  </a:lnTo>
                  <a:lnTo>
                    <a:pt x="130174" y="89229"/>
                  </a:lnTo>
                  <a:lnTo>
                    <a:pt x="132081" y="89657"/>
                  </a:lnTo>
                  <a:lnTo>
                    <a:pt x="137501" y="97165"/>
                  </a:lnTo>
                  <a:lnTo>
                    <a:pt x="135407" y="98610"/>
                  </a:lnTo>
                  <a:lnTo>
                    <a:pt x="143857" y="103276"/>
                  </a:lnTo>
                  <a:lnTo>
                    <a:pt x="127557" y="119269"/>
                  </a:lnTo>
                  <a:lnTo>
                    <a:pt x="108528" y="109780"/>
                  </a:lnTo>
                  <a:lnTo>
                    <a:pt x="99892" y="107756"/>
                  </a:lnTo>
                  <a:lnTo>
                    <a:pt x="98060" y="97420"/>
                  </a:lnTo>
                  <a:lnTo>
                    <a:pt x="86284" y="92904"/>
                  </a:lnTo>
                  <a:lnTo>
                    <a:pt x="86658" y="87944"/>
                  </a:lnTo>
                  <a:lnTo>
                    <a:pt x="85649" y="86401"/>
                  </a:lnTo>
                  <a:lnTo>
                    <a:pt x="80677" y="87173"/>
                  </a:lnTo>
                  <a:lnTo>
                    <a:pt x="74882" y="91196"/>
                  </a:lnTo>
                  <a:lnTo>
                    <a:pt x="71854" y="102768"/>
                  </a:lnTo>
                  <a:lnTo>
                    <a:pt x="65760" y="109949"/>
                  </a:lnTo>
                  <a:lnTo>
                    <a:pt x="59816" y="113483"/>
                  </a:lnTo>
                  <a:lnTo>
                    <a:pt x="53087" y="126279"/>
                  </a:lnTo>
                  <a:lnTo>
                    <a:pt x="46245" y="131429"/>
                  </a:lnTo>
                  <a:lnTo>
                    <a:pt x="37310" y="135072"/>
                  </a:lnTo>
                  <a:lnTo>
                    <a:pt x="35142" y="134162"/>
                  </a:lnTo>
                  <a:lnTo>
                    <a:pt x="30619" y="110033"/>
                  </a:lnTo>
                  <a:lnTo>
                    <a:pt x="29497" y="108094"/>
                  </a:lnTo>
                  <a:lnTo>
                    <a:pt x="12711" y="109865"/>
                  </a:lnTo>
                  <a:lnTo>
                    <a:pt x="5683" y="114239"/>
                  </a:lnTo>
                  <a:lnTo>
                    <a:pt x="748" y="113483"/>
                  </a:lnTo>
                  <a:lnTo>
                    <a:pt x="0" y="109443"/>
                  </a:lnTo>
                  <a:lnTo>
                    <a:pt x="5309" y="98610"/>
                  </a:lnTo>
                  <a:lnTo>
                    <a:pt x="19441" y="87430"/>
                  </a:lnTo>
                  <a:lnTo>
                    <a:pt x="17310" y="75982"/>
                  </a:lnTo>
                  <a:lnTo>
                    <a:pt x="16898" y="66874"/>
                  </a:lnTo>
                  <a:lnTo>
                    <a:pt x="20787" y="45195"/>
                  </a:lnTo>
                  <a:lnTo>
                    <a:pt x="23141" y="19187"/>
                  </a:lnTo>
                  <a:lnTo>
                    <a:pt x="25497" y="10674"/>
                  </a:lnTo>
                  <a:lnTo>
                    <a:pt x="28562" y="4207"/>
                  </a:lnTo>
                  <a:lnTo>
                    <a:pt x="34581" y="0"/>
                  </a:lnTo>
                  <a:lnTo>
                    <a:pt x="41797" y="8492"/>
                  </a:lnTo>
                  <a:lnTo>
                    <a:pt x="43255" y="14756"/>
                  </a:lnTo>
                  <a:lnTo>
                    <a:pt x="40451" y="20360"/>
                  </a:lnTo>
                  <a:lnTo>
                    <a:pt x="44301" y="240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oPE_MapPart_CAN_13_101" descr="Kanada">
              <a:extLst>
                <a:ext uri="{FF2B5EF4-FFF2-40B4-BE49-F238E27FC236}">
                  <a16:creationId xmlns:a16="http://schemas.microsoft.com/office/drawing/2014/main" id="{641744FC-0E72-3B8F-C062-6F23A72B672F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4109793" y="2043392"/>
              <a:ext cx="109612" cy="155723"/>
            </a:xfrm>
            <a:custGeom>
              <a:avLst/>
              <a:gdLst/>
              <a:ahLst/>
              <a:cxnLst/>
              <a:rect l="0" t="0" r="0" b="0"/>
              <a:pathLst>
                <a:path w="109612" h="155723">
                  <a:moveTo>
                    <a:pt x="51104" y="1234"/>
                  </a:moveTo>
                  <a:lnTo>
                    <a:pt x="63254" y="7246"/>
                  </a:lnTo>
                  <a:lnTo>
                    <a:pt x="70806" y="15533"/>
                  </a:lnTo>
                  <a:lnTo>
                    <a:pt x="83105" y="11329"/>
                  </a:lnTo>
                  <a:lnTo>
                    <a:pt x="94395" y="12822"/>
                  </a:lnTo>
                  <a:lnTo>
                    <a:pt x="107480" y="20398"/>
                  </a:lnTo>
                  <a:lnTo>
                    <a:pt x="109611" y="23362"/>
                  </a:lnTo>
                  <a:lnTo>
                    <a:pt x="109050" y="26587"/>
                  </a:lnTo>
                  <a:lnTo>
                    <a:pt x="105237" y="36878"/>
                  </a:lnTo>
                  <a:lnTo>
                    <a:pt x="97573" y="48535"/>
                  </a:lnTo>
                  <a:lnTo>
                    <a:pt x="91031" y="64908"/>
                  </a:lnTo>
                  <a:lnTo>
                    <a:pt x="84713" y="69713"/>
                  </a:lnTo>
                  <a:lnTo>
                    <a:pt x="87367" y="72690"/>
                  </a:lnTo>
                  <a:lnTo>
                    <a:pt x="86657" y="76306"/>
                  </a:lnTo>
                  <a:lnTo>
                    <a:pt x="79816" y="92574"/>
                  </a:lnTo>
                  <a:lnTo>
                    <a:pt x="72974" y="103974"/>
                  </a:lnTo>
                  <a:lnTo>
                    <a:pt x="67292" y="106494"/>
                  </a:lnTo>
                  <a:lnTo>
                    <a:pt x="47590" y="100691"/>
                  </a:lnTo>
                  <a:lnTo>
                    <a:pt x="29495" y="103722"/>
                  </a:lnTo>
                  <a:lnTo>
                    <a:pt x="38655" y="110013"/>
                  </a:lnTo>
                  <a:lnTo>
                    <a:pt x="43328" y="119513"/>
                  </a:lnTo>
                  <a:lnTo>
                    <a:pt x="43141" y="127087"/>
                  </a:lnTo>
                  <a:lnTo>
                    <a:pt x="36599" y="138669"/>
                  </a:lnTo>
                  <a:lnTo>
                    <a:pt x="33122" y="153785"/>
                  </a:lnTo>
                  <a:lnTo>
                    <a:pt x="30916" y="155722"/>
                  </a:lnTo>
                  <a:lnTo>
                    <a:pt x="23589" y="152815"/>
                  </a:lnTo>
                  <a:lnTo>
                    <a:pt x="12972" y="154875"/>
                  </a:lnTo>
                  <a:lnTo>
                    <a:pt x="9121" y="153906"/>
                  </a:lnTo>
                  <a:lnTo>
                    <a:pt x="9682" y="143565"/>
                  </a:lnTo>
                  <a:lnTo>
                    <a:pt x="7925" y="121504"/>
                  </a:lnTo>
                  <a:lnTo>
                    <a:pt x="1756" y="102082"/>
                  </a:lnTo>
                  <a:lnTo>
                    <a:pt x="635" y="94862"/>
                  </a:lnTo>
                  <a:lnTo>
                    <a:pt x="0" y="36212"/>
                  </a:lnTo>
                  <a:lnTo>
                    <a:pt x="5121" y="31810"/>
                  </a:lnTo>
                  <a:lnTo>
                    <a:pt x="19402" y="38607"/>
                  </a:lnTo>
                  <a:lnTo>
                    <a:pt x="15252" y="34747"/>
                  </a:lnTo>
                  <a:lnTo>
                    <a:pt x="10355" y="22420"/>
                  </a:lnTo>
                  <a:lnTo>
                    <a:pt x="10131" y="16481"/>
                  </a:lnTo>
                  <a:lnTo>
                    <a:pt x="12299" y="11736"/>
                  </a:lnTo>
                  <a:lnTo>
                    <a:pt x="23888" y="4926"/>
                  </a:lnTo>
                  <a:lnTo>
                    <a:pt x="38356" y="4517"/>
                  </a:lnTo>
                  <a:lnTo>
                    <a:pt x="4613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oPE_MapPart_CAN_14_102" descr="Kanada">
              <a:extLst>
                <a:ext uri="{FF2B5EF4-FFF2-40B4-BE49-F238E27FC236}">
                  <a16:creationId xmlns:a16="http://schemas.microsoft.com/office/drawing/2014/main" id="{F39214F4-8313-9A98-1060-196F93AA76E4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3543415" y="1755505"/>
              <a:ext cx="154250" cy="155578"/>
            </a:xfrm>
            <a:custGeom>
              <a:avLst/>
              <a:gdLst/>
              <a:ahLst/>
              <a:cxnLst/>
              <a:rect l="0" t="0" r="0" b="0"/>
              <a:pathLst>
                <a:path w="154250" h="155578">
                  <a:moveTo>
                    <a:pt x="152679" y="17557"/>
                  </a:moveTo>
                  <a:lnTo>
                    <a:pt x="154249" y="21311"/>
                  </a:lnTo>
                  <a:lnTo>
                    <a:pt x="153614" y="24374"/>
                  </a:lnTo>
                  <a:lnTo>
                    <a:pt x="136529" y="38902"/>
                  </a:lnTo>
                  <a:lnTo>
                    <a:pt x="147295" y="57236"/>
                  </a:lnTo>
                  <a:lnTo>
                    <a:pt x="138099" y="60705"/>
                  </a:lnTo>
                  <a:lnTo>
                    <a:pt x="144454" y="78068"/>
                  </a:lnTo>
                  <a:lnTo>
                    <a:pt x="138772" y="86980"/>
                  </a:lnTo>
                  <a:lnTo>
                    <a:pt x="122584" y="94063"/>
                  </a:lnTo>
                  <a:lnTo>
                    <a:pt x="121650" y="108267"/>
                  </a:lnTo>
                  <a:lnTo>
                    <a:pt x="117724" y="116175"/>
                  </a:lnTo>
                  <a:lnTo>
                    <a:pt x="112341" y="116963"/>
                  </a:lnTo>
                  <a:lnTo>
                    <a:pt x="101948" y="105248"/>
                  </a:lnTo>
                  <a:lnTo>
                    <a:pt x="101387" y="101744"/>
                  </a:lnTo>
                  <a:lnTo>
                    <a:pt x="102546" y="90366"/>
                  </a:lnTo>
                  <a:lnTo>
                    <a:pt x="106360" y="71381"/>
                  </a:lnTo>
                  <a:lnTo>
                    <a:pt x="104303" y="69581"/>
                  </a:lnTo>
                  <a:lnTo>
                    <a:pt x="95555" y="75789"/>
                  </a:lnTo>
                  <a:lnTo>
                    <a:pt x="93312" y="82451"/>
                  </a:lnTo>
                  <a:lnTo>
                    <a:pt x="92079" y="92778"/>
                  </a:lnTo>
                  <a:lnTo>
                    <a:pt x="85387" y="95828"/>
                  </a:lnTo>
                  <a:lnTo>
                    <a:pt x="85200" y="100148"/>
                  </a:lnTo>
                  <a:lnTo>
                    <a:pt x="88452" y="104294"/>
                  </a:lnTo>
                  <a:lnTo>
                    <a:pt x="88826" y="108901"/>
                  </a:lnTo>
                  <a:lnTo>
                    <a:pt x="81162" y="128098"/>
                  </a:lnTo>
                  <a:lnTo>
                    <a:pt x="77536" y="129658"/>
                  </a:lnTo>
                  <a:lnTo>
                    <a:pt x="70171" y="111120"/>
                  </a:lnTo>
                  <a:lnTo>
                    <a:pt x="68975" y="112227"/>
                  </a:lnTo>
                  <a:lnTo>
                    <a:pt x="67554" y="116332"/>
                  </a:lnTo>
                  <a:lnTo>
                    <a:pt x="67779" y="127161"/>
                  </a:lnTo>
                  <a:lnTo>
                    <a:pt x="65685" y="130437"/>
                  </a:lnTo>
                  <a:lnTo>
                    <a:pt x="69610" y="136189"/>
                  </a:lnTo>
                  <a:lnTo>
                    <a:pt x="70134" y="140833"/>
                  </a:lnTo>
                  <a:lnTo>
                    <a:pt x="62096" y="152673"/>
                  </a:lnTo>
                  <a:lnTo>
                    <a:pt x="51778" y="155577"/>
                  </a:lnTo>
                  <a:lnTo>
                    <a:pt x="48563" y="139906"/>
                  </a:lnTo>
                  <a:lnTo>
                    <a:pt x="42656" y="124815"/>
                  </a:lnTo>
                  <a:lnTo>
                    <a:pt x="39104" y="138978"/>
                  </a:lnTo>
                  <a:lnTo>
                    <a:pt x="35067" y="142069"/>
                  </a:lnTo>
                  <a:lnTo>
                    <a:pt x="20636" y="137584"/>
                  </a:lnTo>
                  <a:lnTo>
                    <a:pt x="7664" y="144844"/>
                  </a:lnTo>
                  <a:lnTo>
                    <a:pt x="5421" y="139906"/>
                  </a:lnTo>
                  <a:lnTo>
                    <a:pt x="7402" y="133705"/>
                  </a:lnTo>
                  <a:lnTo>
                    <a:pt x="6094" y="130126"/>
                  </a:lnTo>
                  <a:lnTo>
                    <a:pt x="6430" y="126692"/>
                  </a:lnTo>
                  <a:lnTo>
                    <a:pt x="0" y="129034"/>
                  </a:lnTo>
                  <a:lnTo>
                    <a:pt x="9944" y="106679"/>
                  </a:lnTo>
                  <a:lnTo>
                    <a:pt x="27852" y="101106"/>
                  </a:lnTo>
                  <a:lnTo>
                    <a:pt x="37385" y="82613"/>
                  </a:lnTo>
                  <a:lnTo>
                    <a:pt x="50208" y="70563"/>
                  </a:lnTo>
                  <a:lnTo>
                    <a:pt x="53834" y="60376"/>
                  </a:lnTo>
                  <a:lnTo>
                    <a:pt x="79181" y="23184"/>
                  </a:lnTo>
                  <a:lnTo>
                    <a:pt x="101724" y="15847"/>
                  </a:lnTo>
                  <a:lnTo>
                    <a:pt x="113874" y="21992"/>
                  </a:lnTo>
                  <a:lnTo>
                    <a:pt x="119482" y="17899"/>
                  </a:lnTo>
                  <a:lnTo>
                    <a:pt x="125837" y="19947"/>
                  </a:lnTo>
                  <a:lnTo>
                    <a:pt x="128753" y="16018"/>
                  </a:lnTo>
                  <a:lnTo>
                    <a:pt x="121949" y="11046"/>
                  </a:lnTo>
                  <a:lnTo>
                    <a:pt x="121762" y="7949"/>
                  </a:lnTo>
                  <a:lnTo>
                    <a:pt x="125987" y="1733"/>
                  </a:lnTo>
                  <a:lnTo>
                    <a:pt x="132716" y="0"/>
                  </a:lnTo>
                  <a:lnTo>
                    <a:pt x="143183" y="82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oPE_MapPart_CAN_15_103" descr="Kanada">
              <a:extLst>
                <a:ext uri="{FF2B5EF4-FFF2-40B4-BE49-F238E27FC236}">
                  <a16:creationId xmlns:a16="http://schemas.microsoft.com/office/drawing/2014/main" id="{39AFD83B-BE2C-64CC-EACC-AA4B261CB33F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3960964" y="1835035"/>
              <a:ext cx="113426" cy="145350"/>
            </a:xfrm>
            <a:custGeom>
              <a:avLst/>
              <a:gdLst/>
              <a:ahLst/>
              <a:cxnLst/>
              <a:rect l="0" t="0" r="0" b="0"/>
              <a:pathLst>
                <a:path w="113426" h="145350">
                  <a:moveTo>
                    <a:pt x="105873" y="20458"/>
                  </a:moveTo>
                  <a:lnTo>
                    <a:pt x="105088" y="32064"/>
                  </a:lnTo>
                  <a:lnTo>
                    <a:pt x="109388" y="45441"/>
                  </a:lnTo>
                  <a:lnTo>
                    <a:pt x="109388" y="51686"/>
                  </a:lnTo>
                  <a:lnTo>
                    <a:pt x="106920" y="62847"/>
                  </a:lnTo>
                  <a:lnTo>
                    <a:pt x="107929" y="73908"/>
                  </a:lnTo>
                  <a:lnTo>
                    <a:pt x="101910" y="81531"/>
                  </a:lnTo>
                  <a:lnTo>
                    <a:pt x="111967" y="88955"/>
                  </a:lnTo>
                  <a:lnTo>
                    <a:pt x="111930" y="99035"/>
                  </a:lnTo>
                  <a:lnTo>
                    <a:pt x="113425" y="109925"/>
                  </a:lnTo>
                  <a:lnTo>
                    <a:pt x="106845" y="102626"/>
                  </a:lnTo>
                  <a:lnTo>
                    <a:pt x="102172" y="110221"/>
                  </a:lnTo>
                  <a:lnTo>
                    <a:pt x="102696" y="123071"/>
                  </a:lnTo>
                  <a:lnTo>
                    <a:pt x="106695" y="131856"/>
                  </a:lnTo>
                  <a:lnTo>
                    <a:pt x="103817" y="134770"/>
                  </a:lnTo>
                  <a:lnTo>
                    <a:pt x="98210" y="128057"/>
                  </a:lnTo>
                  <a:lnTo>
                    <a:pt x="98060" y="131710"/>
                  </a:lnTo>
                  <a:lnTo>
                    <a:pt x="100602" y="139274"/>
                  </a:lnTo>
                  <a:lnTo>
                    <a:pt x="99817" y="140433"/>
                  </a:lnTo>
                  <a:lnTo>
                    <a:pt x="85050" y="143616"/>
                  </a:lnTo>
                  <a:lnTo>
                    <a:pt x="72115" y="140143"/>
                  </a:lnTo>
                  <a:lnTo>
                    <a:pt x="65872" y="145349"/>
                  </a:lnTo>
                  <a:lnTo>
                    <a:pt x="52040" y="141881"/>
                  </a:lnTo>
                  <a:lnTo>
                    <a:pt x="48077" y="128935"/>
                  </a:lnTo>
                  <a:lnTo>
                    <a:pt x="55068" y="124246"/>
                  </a:lnTo>
                  <a:lnTo>
                    <a:pt x="42918" y="115998"/>
                  </a:lnTo>
                  <a:lnTo>
                    <a:pt x="43329" y="111112"/>
                  </a:lnTo>
                  <a:lnTo>
                    <a:pt x="52301" y="106504"/>
                  </a:lnTo>
                  <a:lnTo>
                    <a:pt x="63180" y="92124"/>
                  </a:lnTo>
                  <a:lnTo>
                    <a:pt x="74545" y="89257"/>
                  </a:lnTo>
                  <a:lnTo>
                    <a:pt x="74844" y="86687"/>
                  </a:lnTo>
                  <a:lnTo>
                    <a:pt x="27777" y="94382"/>
                  </a:lnTo>
                  <a:lnTo>
                    <a:pt x="5346" y="102178"/>
                  </a:lnTo>
                  <a:lnTo>
                    <a:pt x="0" y="94983"/>
                  </a:lnTo>
                  <a:lnTo>
                    <a:pt x="11328" y="80010"/>
                  </a:lnTo>
                  <a:lnTo>
                    <a:pt x="10954" y="77115"/>
                  </a:lnTo>
                  <a:lnTo>
                    <a:pt x="13571" y="71765"/>
                  </a:lnTo>
                  <a:lnTo>
                    <a:pt x="17757" y="70999"/>
                  </a:lnTo>
                  <a:lnTo>
                    <a:pt x="31926" y="81683"/>
                  </a:lnTo>
                  <a:lnTo>
                    <a:pt x="37908" y="78335"/>
                  </a:lnTo>
                  <a:lnTo>
                    <a:pt x="31366" y="79097"/>
                  </a:lnTo>
                  <a:lnTo>
                    <a:pt x="26842" y="68083"/>
                  </a:lnTo>
                  <a:lnTo>
                    <a:pt x="28375" y="61767"/>
                  </a:lnTo>
                  <a:lnTo>
                    <a:pt x="20225" y="57589"/>
                  </a:lnTo>
                  <a:lnTo>
                    <a:pt x="19440" y="52465"/>
                  </a:lnTo>
                  <a:lnTo>
                    <a:pt x="26356" y="42307"/>
                  </a:lnTo>
                  <a:lnTo>
                    <a:pt x="25758" y="40737"/>
                  </a:lnTo>
                  <a:lnTo>
                    <a:pt x="18431" y="40894"/>
                  </a:lnTo>
                  <a:lnTo>
                    <a:pt x="13720" y="36487"/>
                  </a:lnTo>
                  <a:lnTo>
                    <a:pt x="17309" y="26354"/>
                  </a:lnTo>
                  <a:lnTo>
                    <a:pt x="20973" y="21735"/>
                  </a:lnTo>
                  <a:lnTo>
                    <a:pt x="30282" y="25400"/>
                  </a:lnTo>
                  <a:lnTo>
                    <a:pt x="34469" y="31115"/>
                  </a:lnTo>
                  <a:lnTo>
                    <a:pt x="36188" y="39794"/>
                  </a:lnTo>
                  <a:lnTo>
                    <a:pt x="55927" y="64544"/>
                  </a:lnTo>
                  <a:lnTo>
                    <a:pt x="60900" y="67622"/>
                  </a:lnTo>
                  <a:lnTo>
                    <a:pt x="64563" y="64544"/>
                  </a:lnTo>
                  <a:lnTo>
                    <a:pt x="58544" y="58519"/>
                  </a:lnTo>
                  <a:lnTo>
                    <a:pt x="55778" y="51063"/>
                  </a:lnTo>
                  <a:lnTo>
                    <a:pt x="67629" y="48568"/>
                  </a:lnTo>
                  <a:lnTo>
                    <a:pt x="49497" y="40108"/>
                  </a:lnTo>
                  <a:lnTo>
                    <a:pt x="58582" y="33962"/>
                  </a:lnTo>
                  <a:lnTo>
                    <a:pt x="41086" y="23011"/>
                  </a:lnTo>
                  <a:lnTo>
                    <a:pt x="39628" y="19659"/>
                  </a:lnTo>
                  <a:lnTo>
                    <a:pt x="40862" y="15336"/>
                  </a:lnTo>
                  <a:lnTo>
                    <a:pt x="50058" y="7288"/>
                  </a:lnTo>
                  <a:lnTo>
                    <a:pt x="61983" y="5672"/>
                  </a:lnTo>
                  <a:lnTo>
                    <a:pt x="64975" y="6319"/>
                  </a:lnTo>
                  <a:lnTo>
                    <a:pt x="75368" y="21576"/>
                  </a:lnTo>
                  <a:lnTo>
                    <a:pt x="81162" y="20458"/>
                  </a:lnTo>
                  <a:lnTo>
                    <a:pt x="78396" y="7127"/>
                  </a:lnTo>
                  <a:lnTo>
                    <a:pt x="84901" y="0"/>
                  </a:lnTo>
                  <a:lnTo>
                    <a:pt x="105350" y="177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oPE_MapPart_CAN_16_104" descr="Kanada">
              <a:extLst>
                <a:ext uri="{FF2B5EF4-FFF2-40B4-BE49-F238E27FC236}">
                  <a16:creationId xmlns:a16="http://schemas.microsoft.com/office/drawing/2014/main" id="{08282701-2723-28A8-127F-F1F465745BCC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3903354" y="1568047"/>
              <a:ext cx="136493" cy="163472"/>
            </a:xfrm>
            <a:custGeom>
              <a:avLst/>
              <a:gdLst/>
              <a:ahLst/>
              <a:cxnLst/>
              <a:rect l="0" t="0" r="0" b="0"/>
              <a:pathLst>
                <a:path w="136493" h="163472">
                  <a:moveTo>
                    <a:pt x="44563" y="4040"/>
                  </a:moveTo>
                  <a:lnTo>
                    <a:pt x="55180" y="13480"/>
                  </a:lnTo>
                  <a:lnTo>
                    <a:pt x="60638" y="28393"/>
                  </a:lnTo>
                  <a:lnTo>
                    <a:pt x="60713" y="35880"/>
                  </a:lnTo>
                  <a:lnTo>
                    <a:pt x="58993" y="42148"/>
                  </a:lnTo>
                  <a:lnTo>
                    <a:pt x="61797" y="45076"/>
                  </a:lnTo>
                  <a:lnTo>
                    <a:pt x="62209" y="51879"/>
                  </a:lnTo>
                  <a:lnTo>
                    <a:pt x="65349" y="46050"/>
                  </a:lnTo>
                  <a:lnTo>
                    <a:pt x="66022" y="37646"/>
                  </a:lnTo>
                  <a:lnTo>
                    <a:pt x="80340" y="30170"/>
                  </a:lnTo>
                  <a:lnTo>
                    <a:pt x="94172" y="45465"/>
                  </a:lnTo>
                  <a:lnTo>
                    <a:pt x="91892" y="57873"/>
                  </a:lnTo>
                  <a:lnTo>
                    <a:pt x="92303" y="60185"/>
                  </a:lnTo>
                  <a:lnTo>
                    <a:pt x="106696" y="58258"/>
                  </a:lnTo>
                  <a:lnTo>
                    <a:pt x="115407" y="68052"/>
                  </a:lnTo>
                  <a:lnTo>
                    <a:pt x="124416" y="85522"/>
                  </a:lnTo>
                  <a:lnTo>
                    <a:pt x="118883" y="98462"/>
                  </a:lnTo>
                  <a:lnTo>
                    <a:pt x="120416" y="103116"/>
                  </a:lnTo>
                  <a:lnTo>
                    <a:pt x="120902" y="112372"/>
                  </a:lnTo>
                  <a:lnTo>
                    <a:pt x="124828" y="114767"/>
                  </a:lnTo>
                  <a:lnTo>
                    <a:pt x="133762" y="131219"/>
                  </a:lnTo>
                  <a:lnTo>
                    <a:pt x="136492" y="143324"/>
                  </a:lnTo>
                  <a:lnTo>
                    <a:pt x="133052" y="157266"/>
                  </a:lnTo>
                  <a:lnTo>
                    <a:pt x="116640" y="163471"/>
                  </a:lnTo>
                  <a:lnTo>
                    <a:pt x="103556" y="153885"/>
                  </a:lnTo>
                  <a:lnTo>
                    <a:pt x="99967" y="145300"/>
                  </a:lnTo>
                  <a:lnTo>
                    <a:pt x="98546" y="134302"/>
                  </a:lnTo>
                  <a:lnTo>
                    <a:pt x="93425" y="123569"/>
                  </a:lnTo>
                  <a:lnTo>
                    <a:pt x="73013" y="114767"/>
                  </a:lnTo>
                  <a:lnTo>
                    <a:pt x="61573" y="117892"/>
                  </a:lnTo>
                  <a:lnTo>
                    <a:pt x="58134" y="112003"/>
                  </a:lnTo>
                  <a:lnTo>
                    <a:pt x="58993" y="105530"/>
                  </a:lnTo>
                  <a:lnTo>
                    <a:pt x="39366" y="110711"/>
                  </a:lnTo>
                  <a:lnTo>
                    <a:pt x="33759" y="116790"/>
                  </a:lnTo>
                  <a:lnTo>
                    <a:pt x="25908" y="115871"/>
                  </a:lnTo>
                  <a:lnTo>
                    <a:pt x="16786" y="107383"/>
                  </a:lnTo>
                  <a:lnTo>
                    <a:pt x="12188" y="95474"/>
                  </a:lnTo>
                  <a:lnTo>
                    <a:pt x="11964" y="90227"/>
                  </a:lnTo>
                  <a:lnTo>
                    <a:pt x="17534" y="83824"/>
                  </a:lnTo>
                  <a:lnTo>
                    <a:pt x="41572" y="87971"/>
                  </a:lnTo>
                  <a:lnTo>
                    <a:pt x="43404" y="82313"/>
                  </a:lnTo>
                  <a:lnTo>
                    <a:pt x="41198" y="79285"/>
                  </a:lnTo>
                  <a:lnTo>
                    <a:pt x="32226" y="77958"/>
                  </a:lnTo>
                  <a:lnTo>
                    <a:pt x="45684" y="67287"/>
                  </a:lnTo>
                  <a:lnTo>
                    <a:pt x="28787" y="62493"/>
                  </a:lnTo>
                  <a:lnTo>
                    <a:pt x="35217" y="49356"/>
                  </a:lnTo>
                  <a:lnTo>
                    <a:pt x="29497" y="39997"/>
                  </a:lnTo>
                  <a:lnTo>
                    <a:pt x="14057" y="59607"/>
                  </a:lnTo>
                  <a:lnTo>
                    <a:pt x="12524" y="54396"/>
                  </a:lnTo>
                  <a:lnTo>
                    <a:pt x="17384" y="39801"/>
                  </a:lnTo>
                  <a:lnTo>
                    <a:pt x="17123" y="35880"/>
                  </a:lnTo>
                  <a:lnTo>
                    <a:pt x="748" y="35290"/>
                  </a:lnTo>
                  <a:lnTo>
                    <a:pt x="0" y="20860"/>
                  </a:lnTo>
                  <a:lnTo>
                    <a:pt x="3814" y="3031"/>
                  </a:lnTo>
                  <a:lnTo>
                    <a:pt x="3873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oPE_MapPart_CPV_1_105" descr="Kap Verde">
              <a:extLst>
                <a:ext uri="{FF2B5EF4-FFF2-40B4-BE49-F238E27FC236}">
                  <a16:creationId xmlns:a16="http://schemas.microsoft.com/office/drawing/2014/main" id="{1A53FEE6-9666-97F3-F8E9-7AA2FA82FE74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5569774" y="4029362"/>
              <a:ext cx="7403" cy="5593"/>
            </a:xfrm>
            <a:custGeom>
              <a:avLst/>
              <a:gdLst/>
              <a:ahLst/>
              <a:cxnLst/>
              <a:rect l="0" t="0" r="0" b="0"/>
              <a:pathLst>
                <a:path w="7403" h="5593">
                  <a:moveTo>
                    <a:pt x="3477" y="5358"/>
                  </a:moveTo>
                  <a:lnTo>
                    <a:pt x="598" y="5592"/>
                  </a:lnTo>
                  <a:lnTo>
                    <a:pt x="0" y="2230"/>
                  </a:lnTo>
                  <a:lnTo>
                    <a:pt x="4636" y="0"/>
                  </a:lnTo>
                  <a:lnTo>
                    <a:pt x="6281" y="391"/>
                  </a:lnTo>
                  <a:lnTo>
                    <a:pt x="7402" y="2152"/>
                  </a:lnTo>
                  <a:lnTo>
                    <a:pt x="6655" y="31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6" name="oPE_MapPart_CPV_2_106" descr="Kap Verde">
              <a:extLst>
                <a:ext uri="{FF2B5EF4-FFF2-40B4-BE49-F238E27FC236}">
                  <a16:creationId xmlns:a16="http://schemas.microsoft.com/office/drawing/2014/main" id="{E9C9CF9A-C577-3572-A9C0-7C45490C4D65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5602000" y="4069708"/>
              <a:ext cx="7066" cy="8870"/>
            </a:xfrm>
            <a:custGeom>
              <a:avLst/>
              <a:gdLst/>
              <a:ahLst/>
              <a:cxnLst/>
              <a:rect l="0" t="0" r="0" b="0"/>
              <a:pathLst>
                <a:path w="7066" h="8870">
                  <a:moveTo>
                    <a:pt x="7065" y="6895"/>
                  </a:moveTo>
                  <a:lnTo>
                    <a:pt x="5831" y="8869"/>
                  </a:lnTo>
                  <a:lnTo>
                    <a:pt x="3065" y="8714"/>
                  </a:lnTo>
                  <a:lnTo>
                    <a:pt x="0" y="5424"/>
                  </a:lnTo>
                  <a:lnTo>
                    <a:pt x="785" y="0"/>
                  </a:lnTo>
                  <a:lnTo>
                    <a:pt x="5196" y="406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oPE_MapPart_CPV_3_107" descr="Kap Verde">
              <a:extLst>
                <a:ext uri="{FF2B5EF4-FFF2-40B4-BE49-F238E27FC236}">
                  <a16:creationId xmlns:a16="http://schemas.microsoft.com/office/drawing/2014/main" id="{9890744C-0512-8A48-5546-88720FAD278F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5574821" y="4035267"/>
              <a:ext cx="4300" cy="2774"/>
            </a:xfrm>
            <a:custGeom>
              <a:avLst/>
              <a:gdLst/>
              <a:ahLst/>
              <a:cxnLst/>
              <a:rect l="0" t="0" r="0" b="0"/>
              <a:pathLst>
                <a:path w="4300" h="2774">
                  <a:moveTo>
                    <a:pt x="4299" y="2266"/>
                  </a:moveTo>
                  <a:lnTo>
                    <a:pt x="2580" y="2773"/>
                  </a:lnTo>
                  <a:lnTo>
                    <a:pt x="0" y="1953"/>
                  </a:lnTo>
                  <a:lnTo>
                    <a:pt x="3252" y="0"/>
                  </a:lnTo>
                  <a:lnTo>
                    <a:pt x="4187" y="16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oPE_MapPart_CPV_4_108" descr="Kap Verde">
              <a:extLst>
                <a:ext uri="{FF2B5EF4-FFF2-40B4-BE49-F238E27FC236}">
                  <a16:creationId xmlns:a16="http://schemas.microsoft.com/office/drawing/2014/main" id="{875F6E55-B783-EF35-FAF7-C90D584317B8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5619159" y="4050089"/>
              <a:ext cx="5758" cy="5294"/>
            </a:xfrm>
            <a:custGeom>
              <a:avLst/>
              <a:gdLst/>
              <a:ahLst/>
              <a:cxnLst/>
              <a:rect l="0" t="0" r="0" b="0"/>
              <a:pathLst>
                <a:path w="5758" h="5294">
                  <a:moveTo>
                    <a:pt x="860" y="0"/>
                  </a:moveTo>
                  <a:lnTo>
                    <a:pt x="4337" y="351"/>
                  </a:lnTo>
                  <a:lnTo>
                    <a:pt x="5757" y="2686"/>
                  </a:lnTo>
                  <a:lnTo>
                    <a:pt x="5159" y="4203"/>
                  </a:lnTo>
                  <a:lnTo>
                    <a:pt x="1570" y="5293"/>
                  </a:lnTo>
                  <a:lnTo>
                    <a:pt x="0" y="4164"/>
                  </a:lnTo>
                  <a:lnTo>
                    <a:pt x="898" y="19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9" name="oPE_MapPart_CPV_5_109" descr="Kap Verde">
              <a:extLst>
                <a:ext uri="{FF2B5EF4-FFF2-40B4-BE49-F238E27FC236}">
                  <a16:creationId xmlns:a16="http://schemas.microsoft.com/office/drawing/2014/main" id="{05449B17-A1D9-9556-1C76-D1EA5C351A09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5586784" y="4075945"/>
              <a:ext cx="4599" cy="4373"/>
            </a:xfrm>
            <a:custGeom>
              <a:avLst/>
              <a:gdLst/>
              <a:ahLst/>
              <a:cxnLst/>
              <a:rect l="0" t="0" r="0" b="0"/>
              <a:pathLst>
                <a:path w="4599" h="4373">
                  <a:moveTo>
                    <a:pt x="4337" y="3947"/>
                  </a:moveTo>
                  <a:lnTo>
                    <a:pt x="1607" y="4372"/>
                  </a:lnTo>
                  <a:lnTo>
                    <a:pt x="0" y="2322"/>
                  </a:lnTo>
                  <a:lnTo>
                    <a:pt x="2617" y="0"/>
                  </a:lnTo>
                  <a:lnTo>
                    <a:pt x="3925" y="426"/>
                  </a:lnTo>
                  <a:lnTo>
                    <a:pt x="4598" y="236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oPE_MapPart_CPV_6_110" descr="Kap Verde">
              <a:extLst>
                <a:ext uri="{FF2B5EF4-FFF2-40B4-BE49-F238E27FC236}">
                  <a16:creationId xmlns:a16="http://schemas.microsoft.com/office/drawing/2014/main" id="{AA555065-24D9-B341-DD9C-4271C5646350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5589363" y="4040851"/>
              <a:ext cx="7479" cy="3706"/>
            </a:xfrm>
            <a:custGeom>
              <a:avLst/>
              <a:gdLst/>
              <a:ahLst/>
              <a:cxnLst/>
              <a:rect l="0" t="0" r="0" b="0"/>
              <a:pathLst>
                <a:path w="7479" h="3706">
                  <a:moveTo>
                    <a:pt x="6356" y="897"/>
                  </a:moveTo>
                  <a:lnTo>
                    <a:pt x="7478" y="1990"/>
                  </a:lnTo>
                  <a:lnTo>
                    <a:pt x="3141" y="1405"/>
                  </a:lnTo>
                  <a:lnTo>
                    <a:pt x="1496" y="3705"/>
                  </a:lnTo>
                  <a:lnTo>
                    <a:pt x="0" y="0"/>
                  </a:lnTo>
                  <a:lnTo>
                    <a:pt x="2543" y="4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oPE_MapPart_CPV_7_111" descr="Kap Verde">
              <a:extLst>
                <a:ext uri="{FF2B5EF4-FFF2-40B4-BE49-F238E27FC236}">
                  <a16:creationId xmlns:a16="http://schemas.microsoft.com/office/drawing/2014/main" id="{A437159A-5A92-C666-94FC-6F9EB118F702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5618486" y="4036947"/>
              <a:ext cx="2132" cy="5114"/>
            </a:xfrm>
            <a:custGeom>
              <a:avLst/>
              <a:gdLst/>
              <a:ahLst/>
              <a:cxnLst/>
              <a:rect l="0" t="0" r="0" b="0"/>
              <a:pathLst>
                <a:path w="2132" h="5114">
                  <a:moveTo>
                    <a:pt x="2131" y="4021"/>
                  </a:moveTo>
                  <a:lnTo>
                    <a:pt x="1495" y="5113"/>
                  </a:lnTo>
                  <a:lnTo>
                    <a:pt x="225" y="3123"/>
                  </a:lnTo>
                  <a:lnTo>
                    <a:pt x="0" y="781"/>
                  </a:lnTo>
                  <a:lnTo>
                    <a:pt x="1197" y="78"/>
                  </a:lnTo>
                  <a:lnTo>
                    <a:pt x="1795" y="0"/>
                  </a:lnTo>
                  <a:lnTo>
                    <a:pt x="1832" y="24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oPE_MapPart_CPV_8_112" descr="Kap Verde">
              <a:extLst>
                <a:ext uri="{FF2B5EF4-FFF2-40B4-BE49-F238E27FC236}">
                  <a16:creationId xmlns:a16="http://schemas.microsoft.com/office/drawing/2014/main" id="{DF933E8A-D249-72EB-A20C-CC28FB8E50B4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5613066" y="4069824"/>
              <a:ext cx="2842" cy="4031"/>
            </a:xfrm>
            <a:custGeom>
              <a:avLst/>
              <a:gdLst/>
              <a:ahLst/>
              <a:cxnLst/>
              <a:rect l="0" t="0" r="0" b="0"/>
              <a:pathLst>
                <a:path w="2842" h="4031">
                  <a:moveTo>
                    <a:pt x="1457" y="4030"/>
                  </a:moveTo>
                  <a:lnTo>
                    <a:pt x="0" y="3139"/>
                  </a:lnTo>
                  <a:lnTo>
                    <a:pt x="859" y="0"/>
                  </a:lnTo>
                  <a:lnTo>
                    <a:pt x="2392" y="117"/>
                  </a:lnTo>
                  <a:lnTo>
                    <a:pt x="2841" y="33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oPE_MapPart_CYM_1_113" descr="Cayman Islands">
              <a:extLst>
                <a:ext uri="{FF2B5EF4-FFF2-40B4-BE49-F238E27FC236}">
                  <a16:creationId xmlns:a16="http://schemas.microsoft.com/office/drawing/2014/main" id="{2D564991-939E-87D7-E137-DC704C08B100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4404982" y="3981441"/>
              <a:ext cx="6468" cy="2339"/>
            </a:xfrm>
            <a:custGeom>
              <a:avLst/>
              <a:gdLst/>
              <a:ahLst/>
              <a:cxnLst/>
              <a:rect l="0" t="0" r="0" b="0"/>
              <a:pathLst>
                <a:path w="6468" h="2339">
                  <a:moveTo>
                    <a:pt x="1046" y="792"/>
                  </a:moveTo>
                  <a:lnTo>
                    <a:pt x="6018" y="832"/>
                  </a:lnTo>
                  <a:lnTo>
                    <a:pt x="6467" y="1743"/>
                  </a:lnTo>
                  <a:lnTo>
                    <a:pt x="298" y="2338"/>
                  </a:lnTo>
                  <a:lnTo>
                    <a:pt x="0" y="198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oPE_MapPart_CYM_2_114" descr="Cayman Islands">
              <a:extLst>
                <a:ext uri="{FF2B5EF4-FFF2-40B4-BE49-F238E27FC236}">
                  <a16:creationId xmlns:a16="http://schemas.microsoft.com/office/drawing/2014/main" id="{571C1298-44B5-EC5E-CEA1-8FD906590D5F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4431861" y="3974261"/>
              <a:ext cx="3103" cy="953"/>
            </a:xfrm>
            <a:custGeom>
              <a:avLst/>
              <a:gdLst/>
              <a:ahLst/>
              <a:cxnLst/>
              <a:rect l="0" t="0" r="0" b="0"/>
              <a:pathLst>
                <a:path w="3103" h="953">
                  <a:moveTo>
                    <a:pt x="3028" y="39"/>
                  </a:moveTo>
                  <a:lnTo>
                    <a:pt x="635" y="952"/>
                  </a:lnTo>
                  <a:lnTo>
                    <a:pt x="0" y="913"/>
                  </a:lnTo>
                  <a:lnTo>
                    <a:pt x="860" y="79"/>
                  </a:lnTo>
                  <a:lnTo>
                    <a:pt x="310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5" name="oPE_MapPart_CYM_3_115" descr="Cayman Islands">
              <a:extLst>
                <a:ext uri="{FF2B5EF4-FFF2-40B4-BE49-F238E27FC236}">
                  <a16:creationId xmlns:a16="http://schemas.microsoft.com/office/drawing/2014/main" id="{4C885C50-98E1-014C-67DB-9547657BA455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4436421" y="3973188"/>
              <a:ext cx="3404" cy="1232"/>
            </a:xfrm>
            <a:custGeom>
              <a:avLst/>
              <a:gdLst/>
              <a:ahLst/>
              <a:cxnLst/>
              <a:rect l="0" t="0" r="0" b="0"/>
              <a:pathLst>
                <a:path w="3404" h="1232">
                  <a:moveTo>
                    <a:pt x="1721" y="1032"/>
                  </a:moveTo>
                  <a:lnTo>
                    <a:pt x="0" y="1231"/>
                  </a:lnTo>
                  <a:lnTo>
                    <a:pt x="2131" y="0"/>
                  </a:lnTo>
                  <a:lnTo>
                    <a:pt x="3403" y="15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6" name="oPE_MapPart_CAF_1_116" descr="Zentralafrikanische Republik">
              <a:extLst>
                <a:ext uri="{FF2B5EF4-FFF2-40B4-BE49-F238E27FC236}">
                  <a16:creationId xmlns:a16="http://schemas.microsoft.com/office/drawing/2014/main" id="{9032EDEB-F5C8-AFBD-4D7A-4AB09CD9960C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6395713" y="4162145"/>
              <a:ext cx="269432" cy="182645"/>
            </a:xfrm>
            <a:custGeom>
              <a:avLst/>
              <a:gdLst/>
              <a:ahLst/>
              <a:cxnLst/>
              <a:rect l="0" t="0" r="0" b="0"/>
              <a:pathLst>
                <a:path w="269432" h="182645">
                  <a:moveTo>
                    <a:pt x="201802" y="49139"/>
                  </a:moveTo>
                  <a:lnTo>
                    <a:pt x="203335" y="50348"/>
                  </a:lnTo>
                  <a:lnTo>
                    <a:pt x="202475" y="53411"/>
                  </a:lnTo>
                  <a:lnTo>
                    <a:pt x="203073" y="55338"/>
                  </a:lnTo>
                  <a:lnTo>
                    <a:pt x="204793" y="57001"/>
                  </a:lnTo>
                  <a:lnTo>
                    <a:pt x="216457" y="60211"/>
                  </a:lnTo>
                  <a:lnTo>
                    <a:pt x="223672" y="67119"/>
                  </a:lnTo>
                  <a:lnTo>
                    <a:pt x="224644" y="68893"/>
                  </a:lnTo>
                  <a:lnTo>
                    <a:pt x="223298" y="72400"/>
                  </a:lnTo>
                  <a:lnTo>
                    <a:pt x="225317" y="75116"/>
                  </a:lnTo>
                  <a:lnTo>
                    <a:pt x="227410" y="77075"/>
                  </a:lnTo>
                  <a:lnTo>
                    <a:pt x="237990" y="82690"/>
                  </a:lnTo>
                  <a:lnTo>
                    <a:pt x="247785" y="91689"/>
                  </a:lnTo>
                  <a:lnTo>
                    <a:pt x="246700" y="95452"/>
                  </a:lnTo>
                  <a:lnTo>
                    <a:pt x="250963" y="103501"/>
                  </a:lnTo>
                  <a:lnTo>
                    <a:pt x="255374" y="105005"/>
                  </a:lnTo>
                  <a:lnTo>
                    <a:pt x="264047" y="110755"/>
                  </a:lnTo>
                  <a:lnTo>
                    <a:pt x="265505" y="112896"/>
                  </a:lnTo>
                  <a:lnTo>
                    <a:pt x="266403" y="119768"/>
                  </a:lnTo>
                  <a:lnTo>
                    <a:pt x="269431" y="123560"/>
                  </a:lnTo>
                  <a:lnTo>
                    <a:pt x="262552" y="121645"/>
                  </a:lnTo>
                  <a:lnTo>
                    <a:pt x="257355" y="124535"/>
                  </a:lnTo>
                  <a:lnTo>
                    <a:pt x="230439" y="119318"/>
                  </a:lnTo>
                  <a:lnTo>
                    <a:pt x="227821" y="120482"/>
                  </a:lnTo>
                  <a:lnTo>
                    <a:pt x="224681" y="125324"/>
                  </a:lnTo>
                  <a:lnTo>
                    <a:pt x="220868" y="126487"/>
                  </a:lnTo>
                  <a:lnTo>
                    <a:pt x="214662" y="127275"/>
                  </a:lnTo>
                  <a:lnTo>
                    <a:pt x="207820" y="125624"/>
                  </a:lnTo>
                  <a:lnTo>
                    <a:pt x="205391" y="125924"/>
                  </a:lnTo>
                  <a:lnTo>
                    <a:pt x="186661" y="132828"/>
                  </a:lnTo>
                  <a:lnTo>
                    <a:pt x="180380" y="131290"/>
                  </a:lnTo>
                  <a:lnTo>
                    <a:pt x="175184" y="131590"/>
                  </a:lnTo>
                  <a:lnTo>
                    <a:pt x="172006" y="134328"/>
                  </a:lnTo>
                  <a:lnTo>
                    <a:pt x="167707" y="142314"/>
                  </a:lnTo>
                  <a:lnTo>
                    <a:pt x="165987" y="143851"/>
                  </a:lnTo>
                  <a:lnTo>
                    <a:pt x="150697" y="140777"/>
                  </a:lnTo>
                  <a:lnTo>
                    <a:pt x="147595" y="141564"/>
                  </a:lnTo>
                  <a:lnTo>
                    <a:pt x="143706" y="140178"/>
                  </a:lnTo>
                  <a:lnTo>
                    <a:pt x="141201" y="140365"/>
                  </a:lnTo>
                  <a:lnTo>
                    <a:pt x="135519" y="138041"/>
                  </a:lnTo>
                  <a:lnTo>
                    <a:pt x="127256" y="137027"/>
                  </a:lnTo>
                  <a:lnTo>
                    <a:pt x="123855" y="132377"/>
                  </a:lnTo>
                  <a:lnTo>
                    <a:pt x="120378" y="129376"/>
                  </a:lnTo>
                  <a:lnTo>
                    <a:pt x="111667" y="123972"/>
                  </a:lnTo>
                  <a:lnTo>
                    <a:pt x="105312" y="123147"/>
                  </a:lnTo>
                  <a:lnTo>
                    <a:pt x="101611" y="124348"/>
                  </a:lnTo>
                  <a:lnTo>
                    <a:pt x="96340" y="128101"/>
                  </a:lnTo>
                  <a:lnTo>
                    <a:pt x="91405" y="135753"/>
                  </a:lnTo>
                  <a:lnTo>
                    <a:pt x="88676" y="138678"/>
                  </a:lnTo>
                  <a:lnTo>
                    <a:pt x="86470" y="139427"/>
                  </a:lnTo>
                  <a:lnTo>
                    <a:pt x="85910" y="141302"/>
                  </a:lnTo>
                  <a:lnTo>
                    <a:pt x="87293" y="147599"/>
                  </a:lnTo>
                  <a:lnTo>
                    <a:pt x="86806" y="157527"/>
                  </a:lnTo>
                  <a:lnTo>
                    <a:pt x="84003" y="154493"/>
                  </a:lnTo>
                  <a:lnTo>
                    <a:pt x="77460" y="157077"/>
                  </a:lnTo>
                  <a:lnTo>
                    <a:pt x="76451" y="155991"/>
                  </a:lnTo>
                  <a:lnTo>
                    <a:pt x="71666" y="155953"/>
                  </a:lnTo>
                  <a:lnTo>
                    <a:pt x="63591" y="153144"/>
                  </a:lnTo>
                  <a:lnTo>
                    <a:pt x="58021" y="155017"/>
                  </a:lnTo>
                  <a:lnTo>
                    <a:pt x="45273" y="156965"/>
                  </a:lnTo>
                  <a:lnTo>
                    <a:pt x="42506" y="164043"/>
                  </a:lnTo>
                  <a:lnTo>
                    <a:pt x="42319" y="170968"/>
                  </a:lnTo>
                  <a:lnTo>
                    <a:pt x="36412" y="182644"/>
                  </a:lnTo>
                  <a:lnTo>
                    <a:pt x="34805" y="178416"/>
                  </a:lnTo>
                  <a:lnTo>
                    <a:pt x="33907" y="169359"/>
                  </a:lnTo>
                  <a:lnTo>
                    <a:pt x="30617" y="165465"/>
                  </a:lnTo>
                  <a:lnTo>
                    <a:pt x="27926" y="164829"/>
                  </a:lnTo>
                  <a:lnTo>
                    <a:pt x="14505" y="150259"/>
                  </a:lnTo>
                  <a:lnTo>
                    <a:pt x="12561" y="146325"/>
                  </a:lnTo>
                  <a:lnTo>
                    <a:pt x="14654" y="145875"/>
                  </a:lnTo>
                  <a:lnTo>
                    <a:pt x="13159" y="140740"/>
                  </a:lnTo>
                  <a:lnTo>
                    <a:pt x="6243" y="134103"/>
                  </a:lnTo>
                  <a:lnTo>
                    <a:pt x="4373" y="122096"/>
                  </a:lnTo>
                  <a:lnTo>
                    <a:pt x="2766" y="119994"/>
                  </a:lnTo>
                  <a:lnTo>
                    <a:pt x="3850" y="115488"/>
                  </a:lnTo>
                  <a:lnTo>
                    <a:pt x="3850" y="107786"/>
                  </a:lnTo>
                  <a:lnTo>
                    <a:pt x="3027" y="106696"/>
                  </a:lnTo>
                  <a:lnTo>
                    <a:pt x="1495" y="106696"/>
                  </a:lnTo>
                  <a:lnTo>
                    <a:pt x="0" y="104140"/>
                  </a:lnTo>
                  <a:lnTo>
                    <a:pt x="1682" y="101583"/>
                  </a:lnTo>
                  <a:lnTo>
                    <a:pt x="6392" y="99101"/>
                  </a:lnTo>
                  <a:lnTo>
                    <a:pt x="8972" y="93346"/>
                  </a:lnTo>
                  <a:lnTo>
                    <a:pt x="12561" y="88565"/>
                  </a:lnTo>
                  <a:lnTo>
                    <a:pt x="16112" y="79751"/>
                  </a:lnTo>
                  <a:lnTo>
                    <a:pt x="19701" y="76548"/>
                  </a:lnTo>
                  <a:lnTo>
                    <a:pt x="21795" y="73079"/>
                  </a:lnTo>
                  <a:lnTo>
                    <a:pt x="29384" y="74097"/>
                  </a:lnTo>
                  <a:lnTo>
                    <a:pt x="31702" y="73419"/>
                  </a:lnTo>
                  <a:lnTo>
                    <a:pt x="33234" y="72061"/>
                  </a:lnTo>
                  <a:lnTo>
                    <a:pt x="40450" y="69722"/>
                  </a:lnTo>
                  <a:lnTo>
                    <a:pt x="41011" y="67874"/>
                  </a:lnTo>
                  <a:lnTo>
                    <a:pt x="43926" y="65912"/>
                  </a:lnTo>
                  <a:lnTo>
                    <a:pt x="44824" y="68477"/>
                  </a:lnTo>
                  <a:lnTo>
                    <a:pt x="48899" y="72514"/>
                  </a:lnTo>
                  <a:lnTo>
                    <a:pt x="51104" y="70779"/>
                  </a:lnTo>
                  <a:lnTo>
                    <a:pt x="55815" y="69346"/>
                  </a:lnTo>
                  <a:lnTo>
                    <a:pt x="58506" y="67006"/>
                  </a:lnTo>
                  <a:lnTo>
                    <a:pt x="66843" y="63458"/>
                  </a:lnTo>
                  <a:lnTo>
                    <a:pt x="85834" y="62137"/>
                  </a:lnTo>
                  <a:lnTo>
                    <a:pt x="87293" y="59569"/>
                  </a:lnTo>
                  <a:lnTo>
                    <a:pt x="92975" y="54620"/>
                  </a:lnTo>
                  <a:lnTo>
                    <a:pt x="97162" y="49327"/>
                  </a:lnTo>
                  <a:lnTo>
                    <a:pt x="92527" y="45545"/>
                  </a:lnTo>
                  <a:lnTo>
                    <a:pt x="92564" y="44410"/>
                  </a:lnTo>
                  <a:lnTo>
                    <a:pt x="97910" y="41761"/>
                  </a:lnTo>
                  <a:lnTo>
                    <a:pt x="108789" y="41647"/>
                  </a:lnTo>
                  <a:lnTo>
                    <a:pt x="117163" y="39300"/>
                  </a:lnTo>
                  <a:lnTo>
                    <a:pt x="122771" y="39414"/>
                  </a:lnTo>
                  <a:lnTo>
                    <a:pt x="131743" y="33580"/>
                  </a:lnTo>
                  <a:lnTo>
                    <a:pt x="141911" y="21596"/>
                  </a:lnTo>
                  <a:lnTo>
                    <a:pt x="144678" y="21026"/>
                  </a:lnTo>
                  <a:lnTo>
                    <a:pt x="147407" y="16660"/>
                  </a:lnTo>
                  <a:lnTo>
                    <a:pt x="150622" y="14912"/>
                  </a:lnTo>
                  <a:lnTo>
                    <a:pt x="151520" y="13316"/>
                  </a:lnTo>
                  <a:lnTo>
                    <a:pt x="151632" y="8183"/>
                  </a:lnTo>
                  <a:lnTo>
                    <a:pt x="156492" y="5482"/>
                  </a:lnTo>
                  <a:lnTo>
                    <a:pt x="158099" y="3656"/>
                  </a:lnTo>
                  <a:lnTo>
                    <a:pt x="160454" y="3617"/>
                  </a:lnTo>
                  <a:lnTo>
                    <a:pt x="167483" y="0"/>
                  </a:lnTo>
                  <a:lnTo>
                    <a:pt x="175072" y="1638"/>
                  </a:lnTo>
                  <a:lnTo>
                    <a:pt x="177240" y="5178"/>
                  </a:lnTo>
                  <a:lnTo>
                    <a:pt x="184456" y="12860"/>
                  </a:lnTo>
                  <a:lnTo>
                    <a:pt x="191409" y="24784"/>
                  </a:lnTo>
                  <a:lnTo>
                    <a:pt x="190923" y="34945"/>
                  </a:lnTo>
                  <a:lnTo>
                    <a:pt x="187708" y="39679"/>
                  </a:lnTo>
                  <a:lnTo>
                    <a:pt x="188119" y="42253"/>
                  </a:lnTo>
                  <a:lnTo>
                    <a:pt x="189428" y="43313"/>
                  </a:lnTo>
                  <a:lnTo>
                    <a:pt x="189128" y="45961"/>
                  </a:lnTo>
                  <a:lnTo>
                    <a:pt x="192082" y="47739"/>
                  </a:lnTo>
                  <a:lnTo>
                    <a:pt x="199746" y="485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7" name="oPE_MapPart_TCD_1_117" descr="Tschad">
              <a:extLst>
                <a:ext uri="{FF2B5EF4-FFF2-40B4-BE49-F238E27FC236}">
                  <a16:creationId xmlns:a16="http://schemas.microsoft.com/office/drawing/2014/main" id="{D3049A17-CD0F-B40D-DC7E-B6B5CDE16A40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6375300" y="3890822"/>
              <a:ext cx="218739" cy="345421"/>
            </a:xfrm>
            <a:custGeom>
              <a:avLst/>
              <a:gdLst/>
              <a:ahLst/>
              <a:cxnLst/>
              <a:rect l="0" t="0" r="0" b="0"/>
              <a:pathLst>
                <a:path w="218739" h="345421">
                  <a:moveTo>
                    <a:pt x="218738" y="88161"/>
                  </a:moveTo>
                  <a:lnTo>
                    <a:pt x="218551" y="170428"/>
                  </a:lnTo>
                  <a:lnTo>
                    <a:pt x="210924" y="169884"/>
                  </a:lnTo>
                  <a:lnTo>
                    <a:pt x="200569" y="170816"/>
                  </a:lnTo>
                  <a:lnTo>
                    <a:pt x="197018" y="174465"/>
                  </a:lnTo>
                  <a:lnTo>
                    <a:pt x="197765" y="179274"/>
                  </a:lnTo>
                  <a:lnTo>
                    <a:pt x="196980" y="182490"/>
                  </a:lnTo>
                  <a:lnTo>
                    <a:pt x="193466" y="185975"/>
                  </a:lnTo>
                  <a:lnTo>
                    <a:pt x="191746" y="189147"/>
                  </a:lnTo>
                  <a:lnTo>
                    <a:pt x="191560" y="191931"/>
                  </a:lnTo>
                  <a:lnTo>
                    <a:pt x="187335" y="193825"/>
                  </a:lnTo>
                  <a:lnTo>
                    <a:pt x="185541" y="195601"/>
                  </a:lnTo>
                  <a:lnTo>
                    <a:pt x="186961" y="201315"/>
                  </a:lnTo>
                  <a:lnTo>
                    <a:pt x="188793" y="203937"/>
                  </a:lnTo>
                  <a:lnTo>
                    <a:pt x="181204" y="209332"/>
                  </a:lnTo>
                  <a:lnTo>
                    <a:pt x="179821" y="211681"/>
                  </a:lnTo>
                  <a:lnTo>
                    <a:pt x="182213" y="218721"/>
                  </a:lnTo>
                  <a:lnTo>
                    <a:pt x="182363" y="221757"/>
                  </a:lnTo>
                  <a:lnTo>
                    <a:pt x="180904" y="224176"/>
                  </a:lnTo>
                  <a:lnTo>
                    <a:pt x="177428" y="226365"/>
                  </a:lnTo>
                  <a:lnTo>
                    <a:pt x="173989" y="233232"/>
                  </a:lnTo>
                  <a:lnTo>
                    <a:pt x="176119" y="235646"/>
                  </a:lnTo>
                  <a:lnTo>
                    <a:pt x="182475" y="234956"/>
                  </a:lnTo>
                  <a:lnTo>
                    <a:pt x="184942" y="235991"/>
                  </a:lnTo>
                  <a:lnTo>
                    <a:pt x="186213" y="238443"/>
                  </a:lnTo>
                  <a:lnTo>
                    <a:pt x="185727" y="240204"/>
                  </a:lnTo>
                  <a:lnTo>
                    <a:pt x="187447" y="248621"/>
                  </a:lnTo>
                  <a:lnTo>
                    <a:pt x="189690" y="250265"/>
                  </a:lnTo>
                  <a:lnTo>
                    <a:pt x="189166" y="257064"/>
                  </a:lnTo>
                  <a:lnTo>
                    <a:pt x="189915" y="258972"/>
                  </a:lnTo>
                  <a:lnTo>
                    <a:pt x="193877" y="262558"/>
                  </a:lnTo>
                  <a:lnTo>
                    <a:pt x="196793" y="263931"/>
                  </a:lnTo>
                  <a:lnTo>
                    <a:pt x="197093" y="267171"/>
                  </a:lnTo>
                  <a:lnTo>
                    <a:pt x="195485" y="272961"/>
                  </a:lnTo>
                  <a:lnTo>
                    <a:pt x="187896" y="271323"/>
                  </a:lnTo>
                  <a:lnTo>
                    <a:pt x="180867" y="274940"/>
                  </a:lnTo>
                  <a:lnTo>
                    <a:pt x="178512" y="274979"/>
                  </a:lnTo>
                  <a:lnTo>
                    <a:pt x="176905" y="276805"/>
                  </a:lnTo>
                  <a:lnTo>
                    <a:pt x="172867" y="278784"/>
                  </a:lnTo>
                  <a:lnTo>
                    <a:pt x="171521" y="280229"/>
                  </a:lnTo>
                  <a:lnTo>
                    <a:pt x="171933" y="284639"/>
                  </a:lnTo>
                  <a:lnTo>
                    <a:pt x="171035" y="286235"/>
                  </a:lnTo>
                  <a:lnTo>
                    <a:pt x="167820" y="287983"/>
                  </a:lnTo>
                  <a:lnTo>
                    <a:pt x="165091" y="292349"/>
                  </a:lnTo>
                  <a:lnTo>
                    <a:pt x="162324" y="292919"/>
                  </a:lnTo>
                  <a:lnTo>
                    <a:pt x="152156" y="304903"/>
                  </a:lnTo>
                  <a:lnTo>
                    <a:pt x="143184" y="310737"/>
                  </a:lnTo>
                  <a:lnTo>
                    <a:pt x="137576" y="310623"/>
                  </a:lnTo>
                  <a:lnTo>
                    <a:pt x="129202" y="312970"/>
                  </a:lnTo>
                  <a:lnTo>
                    <a:pt x="118323" y="313084"/>
                  </a:lnTo>
                  <a:lnTo>
                    <a:pt x="114397" y="314711"/>
                  </a:lnTo>
                  <a:lnTo>
                    <a:pt x="112977" y="315733"/>
                  </a:lnTo>
                  <a:lnTo>
                    <a:pt x="112940" y="316868"/>
                  </a:lnTo>
                  <a:lnTo>
                    <a:pt x="117575" y="320650"/>
                  </a:lnTo>
                  <a:lnTo>
                    <a:pt x="113388" y="325943"/>
                  </a:lnTo>
                  <a:lnTo>
                    <a:pt x="107706" y="330892"/>
                  </a:lnTo>
                  <a:lnTo>
                    <a:pt x="106247" y="333460"/>
                  </a:lnTo>
                  <a:lnTo>
                    <a:pt x="87256" y="334781"/>
                  </a:lnTo>
                  <a:lnTo>
                    <a:pt x="78919" y="338329"/>
                  </a:lnTo>
                  <a:lnTo>
                    <a:pt x="76228" y="340669"/>
                  </a:lnTo>
                  <a:lnTo>
                    <a:pt x="71517" y="342102"/>
                  </a:lnTo>
                  <a:lnTo>
                    <a:pt x="69312" y="343837"/>
                  </a:lnTo>
                  <a:lnTo>
                    <a:pt x="65237" y="339800"/>
                  </a:lnTo>
                  <a:lnTo>
                    <a:pt x="64339" y="337235"/>
                  </a:lnTo>
                  <a:lnTo>
                    <a:pt x="61424" y="339197"/>
                  </a:lnTo>
                  <a:lnTo>
                    <a:pt x="60863" y="341045"/>
                  </a:lnTo>
                  <a:lnTo>
                    <a:pt x="53647" y="343384"/>
                  </a:lnTo>
                  <a:lnTo>
                    <a:pt x="52115" y="344742"/>
                  </a:lnTo>
                  <a:lnTo>
                    <a:pt x="49797" y="345420"/>
                  </a:lnTo>
                  <a:lnTo>
                    <a:pt x="42208" y="344402"/>
                  </a:lnTo>
                  <a:lnTo>
                    <a:pt x="43703" y="341461"/>
                  </a:lnTo>
                  <a:lnTo>
                    <a:pt x="43666" y="338857"/>
                  </a:lnTo>
                  <a:lnTo>
                    <a:pt x="41423" y="337537"/>
                  </a:lnTo>
                  <a:lnTo>
                    <a:pt x="34656" y="322730"/>
                  </a:lnTo>
                  <a:lnTo>
                    <a:pt x="18356" y="309146"/>
                  </a:lnTo>
                  <a:lnTo>
                    <a:pt x="11590" y="301037"/>
                  </a:lnTo>
                  <a:lnTo>
                    <a:pt x="10992" y="298876"/>
                  </a:lnTo>
                  <a:lnTo>
                    <a:pt x="16525" y="292805"/>
                  </a:lnTo>
                  <a:lnTo>
                    <a:pt x="28824" y="293602"/>
                  </a:lnTo>
                  <a:lnTo>
                    <a:pt x="34992" y="292729"/>
                  </a:lnTo>
                  <a:lnTo>
                    <a:pt x="43479" y="293185"/>
                  </a:lnTo>
                  <a:lnTo>
                    <a:pt x="45834" y="292197"/>
                  </a:lnTo>
                  <a:lnTo>
                    <a:pt x="37983" y="284829"/>
                  </a:lnTo>
                  <a:lnTo>
                    <a:pt x="34992" y="278669"/>
                  </a:lnTo>
                  <a:lnTo>
                    <a:pt x="32862" y="268847"/>
                  </a:lnTo>
                  <a:lnTo>
                    <a:pt x="33385" y="263435"/>
                  </a:lnTo>
                  <a:lnTo>
                    <a:pt x="34768" y="259773"/>
                  </a:lnTo>
                  <a:lnTo>
                    <a:pt x="33871" y="257636"/>
                  </a:lnTo>
                  <a:lnTo>
                    <a:pt x="33908" y="253321"/>
                  </a:lnTo>
                  <a:lnTo>
                    <a:pt x="29759" y="244338"/>
                  </a:lnTo>
                  <a:lnTo>
                    <a:pt x="29048" y="239362"/>
                  </a:lnTo>
                  <a:lnTo>
                    <a:pt x="27291" y="236106"/>
                  </a:lnTo>
                  <a:lnTo>
                    <a:pt x="22768" y="232618"/>
                  </a:lnTo>
                  <a:lnTo>
                    <a:pt x="22207" y="229205"/>
                  </a:lnTo>
                  <a:lnTo>
                    <a:pt x="21048" y="228322"/>
                  </a:lnTo>
                  <a:lnTo>
                    <a:pt x="12786" y="227094"/>
                  </a:lnTo>
                  <a:lnTo>
                    <a:pt x="3291" y="213720"/>
                  </a:lnTo>
                  <a:lnTo>
                    <a:pt x="0" y="199269"/>
                  </a:lnTo>
                  <a:lnTo>
                    <a:pt x="4038" y="193902"/>
                  </a:lnTo>
                  <a:lnTo>
                    <a:pt x="7477" y="186671"/>
                  </a:lnTo>
                  <a:lnTo>
                    <a:pt x="19104" y="169807"/>
                  </a:lnTo>
                  <a:lnTo>
                    <a:pt x="42096" y="144718"/>
                  </a:lnTo>
                  <a:lnTo>
                    <a:pt x="47516" y="79147"/>
                  </a:lnTo>
                  <a:lnTo>
                    <a:pt x="52227" y="69392"/>
                  </a:lnTo>
                  <a:lnTo>
                    <a:pt x="44451" y="60769"/>
                  </a:lnTo>
                  <a:lnTo>
                    <a:pt x="43479" y="57649"/>
                  </a:lnTo>
                  <a:lnTo>
                    <a:pt x="44862" y="55888"/>
                  </a:lnTo>
                  <a:lnTo>
                    <a:pt x="36002" y="43214"/>
                  </a:lnTo>
                  <a:lnTo>
                    <a:pt x="35815" y="34280"/>
                  </a:lnTo>
                  <a:lnTo>
                    <a:pt x="31815" y="10129"/>
                  </a:lnTo>
                  <a:lnTo>
                    <a:pt x="52675" y="0"/>
                  </a:lnTo>
                  <a:lnTo>
                    <a:pt x="208794" y="829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8" name="oPE_MapPart_CHL_1_118" descr="Chile">
              <a:extLst>
                <a:ext uri="{FF2B5EF4-FFF2-40B4-BE49-F238E27FC236}">
                  <a16:creationId xmlns:a16="http://schemas.microsoft.com/office/drawing/2014/main" id="{BF65E994-B7AC-5FD6-4985-C0DC0ED5E87C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4523603" y="4761340"/>
              <a:ext cx="180681" cy="964235"/>
            </a:xfrm>
            <a:custGeom>
              <a:avLst/>
              <a:gdLst/>
              <a:ahLst/>
              <a:cxnLst/>
              <a:rect l="0" t="0" r="0" b="0"/>
              <a:pathLst>
                <a:path w="180681" h="964235">
                  <a:moveTo>
                    <a:pt x="109873" y="18310"/>
                  </a:moveTo>
                  <a:lnTo>
                    <a:pt x="114733" y="17877"/>
                  </a:lnTo>
                  <a:lnTo>
                    <a:pt x="120079" y="15239"/>
                  </a:lnTo>
                  <a:lnTo>
                    <a:pt x="122658" y="10559"/>
                  </a:lnTo>
                  <a:lnTo>
                    <a:pt x="121612" y="4275"/>
                  </a:lnTo>
                  <a:lnTo>
                    <a:pt x="125088" y="3098"/>
                  </a:lnTo>
                  <a:lnTo>
                    <a:pt x="128715" y="0"/>
                  </a:lnTo>
                  <a:lnTo>
                    <a:pt x="129051" y="2470"/>
                  </a:lnTo>
                  <a:lnTo>
                    <a:pt x="131893" y="5766"/>
                  </a:lnTo>
                  <a:lnTo>
                    <a:pt x="132827" y="9497"/>
                  </a:lnTo>
                  <a:lnTo>
                    <a:pt x="137351" y="11856"/>
                  </a:lnTo>
                  <a:lnTo>
                    <a:pt x="136304" y="13901"/>
                  </a:lnTo>
                  <a:lnTo>
                    <a:pt x="139968" y="31963"/>
                  </a:lnTo>
                  <a:lnTo>
                    <a:pt x="150473" y="42176"/>
                  </a:lnTo>
                  <a:lnTo>
                    <a:pt x="145576" y="48525"/>
                  </a:lnTo>
                  <a:lnTo>
                    <a:pt x="148080" y="51504"/>
                  </a:lnTo>
                  <a:lnTo>
                    <a:pt x="148454" y="53969"/>
                  </a:lnTo>
                  <a:lnTo>
                    <a:pt x="147631" y="55681"/>
                  </a:lnTo>
                  <a:lnTo>
                    <a:pt x="144379" y="56716"/>
                  </a:lnTo>
                  <a:lnTo>
                    <a:pt x="145800" y="61535"/>
                  </a:lnTo>
                  <a:lnTo>
                    <a:pt x="144304" y="63888"/>
                  </a:lnTo>
                  <a:lnTo>
                    <a:pt x="150024" y="68599"/>
                  </a:lnTo>
                  <a:lnTo>
                    <a:pt x="148379" y="70636"/>
                  </a:lnTo>
                  <a:lnTo>
                    <a:pt x="148492" y="74676"/>
                  </a:lnTo>
                  <a:lnTo>
                    <a:pt x="151033" y="75716"/>
                  </a:lnTo>
                  <a:lnTo>
                    <a:pt x="156006" y="83531"/>
                  </a:lnTo>
                  <a:lnTo>
                    <a:pt x="156230" y="90641"/>
                  </a:lnTo>
                  <a:lnTo>
                    <a:pt x="157762" y="93658"/>
                  </a:lnTo>
                  <a:lnTo>
                    <a:pt x="158510" y="98815"/>
                  </a:lnTo>
                  <a:lnTo>
                    <a:pt x="160342" y="100469"/>
                  </a:lnTo>
                  <a:lnTo>
                    <a:pt x="161127" y="106686"/>
                  </a:lnTo>
                  <a:lnTo>
                    <a:pt x="162548" y="110245"/>
                  </a:lnTo>
                  <a:lnTo>
                    <a:pt x="162585" y="117658"/>
                  </a:lnTo>
                  <a:lnTo>
                    <a:pt x="164343" y="118957"/>
                  </a:lnTo>
                  <a:lnTo>
                    <a:pt x="168828" y="119240"/>
                  </a:lnTo>
                  <a:lnTo>
                    <a:pt x="176829" y="117658"/>
                  </a:lnTo>
                  <a:lnTo>
                    <a:pt x="180680" y="121717"/>
                  </a:lnTo>
                  <a:lnTo>
                    <a:pt x="173465" y="145079"/>
                  </a:lnTo>
                  <a:lnTo>
                    <a:pt x="154884" y="153237"/>
                  </a:lnTo>
                  <a:lnTo>
                    <a:pt x="149538" y="158660"/>
                  </a:lnTo>
                  <a:lnTo>
                    <a:pt x="148416" y="161376"/>
                  </a:lnTo>
                  <a:lnTo>
                    <a:pt x="148416" y="163435"/>
                  </a:lnTo>
                  <a:lnTo>
                    <a:pt x="150398" y="165413"/>
                  </a:lnTo>
                  <a:lnTo>
                    <a:pt x="152118" y="169249"/>
                  </a:lnTo>
                  <a:lnTo>
                    <a:pt x="149763" y="170860"/>
                  </a:lnTo>
                  <a:lnTo>
                    <a:pt x="147781" y="176773"/>
                  </a:lnTo>
                  <a:lnTo>
                    <a:pt x="151482" y="193713"/>
                  </a:lnTo>
                  <a:lnTo>
                    <a:pt x="148117" y="198298"/>
                  </a:lnTo>
                  <a:lnTo>
                    <a:pt x="147818" y="201052"/>
                  </a:lnTo>
                  <a:lnTo>
                    <a:pt x="153463" y="210508"/>
                  </a:lnTo>
                  <a:lnTo>
                    <a:pt x="153463" y="212730"/>
                  </a:lnTo>
                  <a:lnTo>
                    <a:pt x="152903" y="214031"/>
                  </a:lnTo>
                  <a:lnTo>
                    <a:pt x="148940" y="215332"/>
                  </a:lnTo>
                  <a:lnTo>
                    <a:pt x="147781" y="216634"/>
                  </a:lnTo>
                  <a:lnTo>
                    <a:pt x="145351" y="215794"/>
                  </a:lnTo>
                  <a:lnTo>
                    <a:pt x="142510" y="216928"/>
                  </a:lnTo>
                  <a:lnTo>
                    <a:pt x="135706" y="235016"/>
                  </a:lnTo>
                  <a:lnTo>
                    <a:pt x="130248" y="241328"/>
                  </a:lnTo>
                  <a:lnTo>
                    <a:pt x="129163" y="241498"/>
                  </a:lnTo>
                  <a:lnTo>
                    <a:pt x="125687" y="246509"/>
                  </a:lnTo>
                  <a:lnTo>
                    <a:pt x="122135" y="262841"/>
                  </a:lnTo>
                  <a:lnTo>
                    <a:pt x="117986" y="268110"/>
                  </a:lnTo>
                  <a:lnTo>
                    <a:pt x="120041" y="278724"/>
                  </a:lnTo>
                  <a:lnTo>
                    <a:pt x="119369" y="286143"/>
                  </a:lnTo>
                  <a:lnTo>
                    <a:pt x="121388" y="287180"/>
                  </a:lnTo>
                  <a:lnTo>
                    <a:pt x="121799" y="288477"/>
                  </a:lnTo>
                  <a:lnTo>
                    <a:pt x="119444" y="292893"/>
                  </a:lnTo>
                  <a:lnTo>
                    <a:pt x="116415" y="293586"/>
                  </a:lnTo>
                  <a:lnTo>
                    <a:pt x="115369" y="292936"/>
                  </a:lnTo>
                  <a:lnTo>
                    <a:pt x="111331" y="306013"/>
                  </a:lnTo>
                  <a:lnTo>
                    <a:pt x="112116" y="308934"/>
                  </a:lnTo>
                  <a:lnTo>
                    <a:pt x="110472" y="311291"/>
                  </a:lnTo>
                  <a:lnTo>
                    <a:pt x="107742" y="311990"/>
                  </a:lnTo>
                  <a:lnTo>
                    <a:pt x="106397" y="322235"/>
                  </a:lnTo>
                  <a:lnTo>
                    <a:pt x="109200" y="328870"/>
                  </a:lnTo>
                  <a:lnTo>
                    <a:pt x="113275" y="331688"/>
                  </a:lnTo>
                  <a:lnTo>
                    <a:pt x="110995" y="334775"/>
                  </a:lnTo>
                  <a:lnTo>
                    <a:pt x="111892" y="339280"/>
                  </a:lnTo>
                  <a:lnTo>
                    <a:pt x="115032" y="344326"/>
                  </a:lnTo>
                  <a:lnTo>
                    <a:pt x="114883" y="348140"/>
                  </a:lnTo>
                  <a:lnTo>
                    <a:pt x="116154" y="352584"/>
                  </a:lnTo>
                  <a:lnTo>
                    <a:pt x="118097" y="354497"/>
                  </a:lnTo>
                  <a:lnTo>
                    <a:pt x="116602" y="358017"/>
                  </a:lnTo>
                  <a:lnTo>
                    <a:pt x="116789" y="362346"/>
                  </a:lnTo>
                  <a:lnTo>
                    <a:pt x="118135" y="364089"/>
                  </a:lnTo>
                  <a:lnTo>
                    <a:pt x="120714" y="363598"/>
                  </a:lnTo>
                  <a:lnTo>
                    <a:pt x="122285" y="364402"/>
                  </a:lnTo>
                  <a:lnTo>
                    <a:pt x="122734" y="367266"/>
                  </a:lnTo>
                  <a:lnTo>
                    <a:pt x="120752" y="375567"/>
                  </a:lnTo>
                  <a:lnTo>
                    <a:pt x="121612" y="387919"/>
                  </a:lnTo>
                  <a:lnTo>
                    <a:pt x="117462" y="389819"/>
                  </a:lnTo>
                  <a:lnTo>
                    <a:pt x="112527" y="400708"/>
                  </a:lnTo>
                  <a:lnTo>
                    <a:pt x="110396" y="411197"/>
                  </a:lnTo>
                  <a:lnTo>
                    <a:pt x="107032" y="413760"/>
                  </a:lnTo>
                  <a:lnTo>
                    <a:pt x="107480" y="415316"/>
                  </a:lnTo>
                  <a:lnTo>
                    <a:pt x="108789" y="415774"/>
                  </a:lnTo>
                  <a:lnTo>
                    <a:pt x="109910" y="420775"/>
                  </a:lnTo>
                  <a:lnTo>
                    <a:pt x="110658" y="427124"/>
                  </a:lnTo>
                  <a:lnTo>
                    <a:pt x="110135" y="434555"/>
                  </a:lnTo>
                  <a:lnTo>
                    <a:pt x="109051" y="436406"/>
                  </a:lnTo>
                  <a:lnTo>
                    <a:pt x="106845" y="436730"/>
                  </a:lnTo>
                  <a:lnTo>
                    <a:pt x="103555" y="440252"/>
                  </a:lnTo>
                  <a:lnTo>
                    <a:pt x="102994" y="443083"/>
                  </a:lnTo>
                  <a:lnTo>
                    <a:pt x="99742" y="443779"/>
                  </a:lnTo>
                  <a:lnTo>
                    <a:pt x="96639" y="446476"/>
                  </a:lnTo>
                  <a:lnTo>
                    <a:pt x="96415" y="449595"/>
                  </a:lnTo>
                  <a:lnTo>
                    <a:pt x="93798" y="454774"/>
                  </a:lnTo>
                  <a:lnTo>
                    <a:pt x="95331" y="461794"/>
                  </a:lnTo>
                  <a:lnTo>
                    <a:pt x="93611" y="466628"/>
                  </a:lnTo>
                  <a:lnTo>
                    <a:pt x="94994" y="470439"/>
                  </a:lnTo>
                  <a:lnTo>
                    <a:pt x="93910" y="475295"/>
                  </a:lnTo>
                  <a:lnTo>
                    <a:pt x="94283" y="478744"/>
                  </a:lnTo>
                  <a:lnTo>
                    <a:pt x="97200" y="486088"/>
                  </a:lnTo>
                  <a:lnTo>
                    <a:pt x="98433" y="496798"/>
                  </a:lnTo>
                  <a:lnTo>
                    <a:pt x="100938" y="499330"/>
                  </a:lnTo>
                  <a:lnTo>
                    <a:pt x="98770" y="504546"/>
                  </a:lnTo>
                  <a:lnTo>
                    <a:pt x="95966" y="505073"/>
                  </a:lnTo>
                  <a:lnTo>
                    <a:pt x="89424" y="509826"/>
                  </a:lnTo>
                  <a:lnTo>
                    <a:pt x="89050" y="519221"/>
                  </a:lnTo>
                  <a:lnTo>
                    <a:pt x="86582" y="527693"/>
                  </a:lnTo>
                  <a:lnTo>
                    <a:pt x="84190" y="527498"/>
                  </a:lnTo>
                  <a:lnTo>
                    <a:pt x="82844" y="528615"/>
                  </a:lnTo>
                  <a:lnTo>
                    <a:pt x="84527" y="535375"/>
                  </a:lnTo>
                  <a:lnTo>
                    <a:pt x="84078" y="539033"/>
                  </a:lnTo>
                  <a:lnTo>
                    <a:pt x="80788" y="543236"/>
                  </a:lnTo>
                  <a:lnTo>
                    <a:pt x="81162" y="545096"/>
                  </a:lnTo>
                  <a:lnTo>
                    <a:pt x="83330" y="547546"/>
                  </a:lnTo>
                  <a:lnTo>
                    <a:pt x="81087" y="550393"/>
                  </a:lnTo>
                  <a:lnTo>
                    <a:pt x="78432" y="557283"/>
                  </a:lnTo>
                  <a:lnTo>
                    <a:pt x="78246" y="559996"/>
                  </a:lnTo>
                  <a:lnTo>
                    <a:pt x="79666" y="562813"/>
                  </a:lnTo>
                  <a:lnTo>
                    <a:pt x="79704" y="581255"/>
                  </a:lnTo>
                  <a:lnTo>
                    <a:pt x="78844" y="583755"/>
                  </a:lnTo>
                  <a:lnTo>
                    <a:pt x="82209" y="594796"/>
                  </a:lnTo>
                  <a:lnTo>
                    <a:pt x="81984" y="596357"/>
                  </a:lnTo>
                  <a:lnTo>
                    <a:pt x="79890" y="597617"/>
                  </a:lnTo>
                  <a:lnTo>
                    <a:pt x="76451" y="597667"/>
                  </a:lnTo>
                  <a:lnTo>
                    <a:pt x="74769" y="600544"/>
                  </a:lnTo>
                  <a:lnTo>
                    <a:pt x="75890" y="606767"/>
                  </a:lnTo>
                  <a:lnTo>
                    <a:pt x="74021" y="609709"/>
                  </a:lnTo>
                  <a:lnTo>
                    <a:pt x="74657" y="615354"/>
                  </a:lnTo>
                  <a:lnTo>
                    <a:pt x="73984" y="621374"/>
                  </a:lnTo>
                  <a:lnTo>
                    <a:pt x="74881" y="623522"/>
                  </a:lnTo>
                  <a:lnTo>
                    <a:pt x="81535" y="626441"/>
                  </a:lnTo>
                  <a:lnTo>
                    <a:pt x="82209" y="628441"/>
                  </a:lnTo>
                  <a:lnTo>
                    <a:pt x="81910" y="630084"/>
                  </a:lnTo>
                  <a:lnTo>
                    <a:pt x="78994" y="631574"/>
                  </a:lnTo>
                  <a:lnTo>
                    <a:pt x="78994" y="634198"/>
                  </a:lnTo>
                  <a:lnTo>
                    <a:pt x="82209" y="638529"/>
                  </a:lnTo>
                  <a:lnTo>
                    <a:pt x="82470" y="641783"/>
                  </a:lnTo>
                  <a:lnTo>
                    <a:pt x="81274" y="643180"/>
                  </a:lnTo>
                  <a:lnTo>
                    <a:pt x="83666" y="648259"/>
                  </a:lnTo>
                  <a:lnTo>
                    <a:pt x="80900" y="653354"/>
                  </a:lnTo>
                  <a:lnTo>
                    <a:pt x="80750" y="661391"/>
                  </a:lnTo>
                  <a:lnTo>
                    <a:pt x="93349" y="663118"/>
                  </a:lnTo>
                  <a:lnTo>
                    <a:pt x="94658" y="664637"/>
                  </a:lnTo>
                  <a:lnTo>
                    <a:pt x="94471" y="666578"/>
                  </a:lnTo>
                  <a:lnTo>
                    <a:pt x="92340" y="672464"/>
                  </a:lnTo>
                  <a:lnTo>
                    <a:pt x="90358" y="673148"/>
                  </a:lnTo>
                  <a:lnTo>
                    <a:pt x="88340" y="672096"/>
                  </a:lnTo>
                  <a:lnTo>
                    <a:pt x="75704" y="672728"/>
                  </a:lnTo>
                  <a:lnTo>
                    <a:pt x="76152" y="676629"/>
                  </a:lnTo>
                  <a:lnTo>
                    <a:pt x="85386" y="678795"/>
                  </a:lnTo>
                  <a:lnTo>
                    <a:pt x="90433" y="686210"/>
                  </a:lnTo>
                  <a:lnTo>
                    <a:pt x="90508" y="689185"/>
                  </a:lnTo>
                  <a:lnTo>
                    <a:pt x="87592" y="692326"/>
                  </a:lnTo>
                  <a:lnTo>
                    <a:pt x="87218" y="694564"/>
                  </a:lnTo>
                  <a:lnTo>
                    <a:pt x="83367" y="695205"/>
                  </a:lnTo>
                  <a:lnTo>
                    <a:pt x="82283" y="696539"/>
                  </a:lnTo>
                  <a:lnTo>
                    <a:pt x="82209" y="704249"/>
                  </a:lnTo>
                  <a:lnTo>
                    <a:pt x="84676" y="707687"/>
                  </a:lnTo>
                  <a:lnTo>
                    <a:pt x="83555" y="710324"/>
                  </a:lnTo>
                  <a:lnTo>
                    <a:pt x="79592" y="713882"/>
                  </a:lnTo>
                  <a:lnTo>
                    <a:pt x="81947" y="718639"/>
                  </a:lnTo>
                  <a:lnTo>
                    <a:pt x="83255" y="728630"/>
                  </a:lnTo>
                  <a:lnTo>
                    <a:pt x="78246" y="734084"/>
                  </a:lnTo>
                  <a:lnTo>
                    <a:pt x="77797" y="739722"/>
                  </a:lnTo>
                  <a:lnTo>
                    <a:pt x="78994" y="745380"/>
                  </a:lnTo>
                  <a:lnTo>
                    <a:pt x="76152" y="746591"/>
                  </a:lnTo>
                  <a:lnTo>
                    <a:pt x="74881" y="749733"/>
                  </a:lnTo>
                  <a:lnTo>
                    <a:pt x="69834" y="754319"/>
                  </a:lnTo>
                  <a:lnTo>
                    <a:pt x="69909" y="756755"/>
                  </a:lnTo>
                  <a:lnTo>
                    <a:pt x="66245" y="766147"/>
                  </a:lnTo>
                  <a:lnTo>
                    <a:pt x="66432" y="769160"/>
                  </a:lnTo>
                  <a:lnTo>
                    <a:pt x="70208" y="773409"/>
                  </a:lnTo>
                  <a:lnTo>
                    <a:pt x="70918" y="777109"/>
                  </a:lnTo>
                  <a:lnTo>
                    <a:pt x="69647" y="781380"/>
                  </a:lnTo>
                  <a:lnTo>
                    <a:pt x="66656" y="783012"/>
                  </a:lnTo>
                  <a:lnTo>
                    <a:pt x="64376" y="786169"/>
                  </a:lnTo>
                  <a:lnTo>
                    <a:pt x="64264" y="794772"/>
                  </a:lnTo>
                  <a:lnTo>
                    <a:pt x="61871" y="798067"/>
                  </a:lnTo>
                  <a:lnTo>
                    <a:pt x="55553" y="801768"/>
                  </a:lnTo>
                  <a:lnTo>
                    <a:pt x="53161" y="807306"/>
                  </a:lnTo>
                  <a:lnTo>
                    <a:pt x="53422" y="810856"/>
                  </a:lnTo>
                  <a:lnTo>
                    <a:pt x="46656" y="811315"/>
                  </a:lnTo>
                  <a:lnTo>
                    <a:pt x="44263" y="819884"/>
                  </a:lnTo>
                  <a:lnTo>
                    <a:pt x="46469" y="826703"/>
                  </a:lnTo>
                  <a:lnTo>
                    <a:pt x="45272" y="830413"/>
                  </a:lnTo>
                  <a:lnTo>
                    <a:pt x="45834" y="837337"/>
                  </a:lnTo>
                  <a:lnTo>
                    <a:pt x="48226" y="840781"/>
                  </a:lnTo>
                  <a:lnTo>
                    <a:pt x="53049" y="857350"/>
                  </a:lnTo>
                  <a:lnTo>
                    <a:pt x="54544" y="858059"/>
                  </a:lnTo>
                  <a:lnTo>
                    <a:pt x="59030" y="854576"/>
                  </a:lnTo>
                  <a:lnTo>
                    <a:pt x="66432" y="853044"/>
                  </a:lnTo>
                  <a:lnTo>
                    <a:pt x="69946" y="855519"/>
                  </a:lnTo>
                  <a:lnTo>
                    <a:pt x="71255" y="862972"/>
                  </a:lnTo>
                  <a:lnTo>
                    <a:pt x="70619" y="867068"/>
                  </a:lnTo>
                  <a:lnTo>
                    <a:pt x="69199" y="869091"/>
                  </a:lnTo>
                  <a:lnTo>
                    <a:pt x="70731" y="875832"/>
                  </a:lnTo>
                  <a:lnTo>
                    <a:pt x="68563" y="883925"/>
                  </a:lnTo>
                  <a:lnTo>
                    <a:pt x="71442" y="888923"/>
                  </a:lnTo>
                  <a:lnTo>
                    <a:pt x="77984" y="895268"/>
                  </a:lnTo>
                  <a:lnTo>
                    <a:pt x="77610" y="898117"/>
                  </a:lnTo>
                  <a:lnTo>
                    <a:pt x="119369" y="899574"/>
                  </a:lnTo>
                  <a:lnTo>
                    <a:pt x="129163" y="903953"/>
                  </a:lnTo>
                  <a:lnTo>
                    <a:pt x="135033" y="903953"/>
                  </a:lnTo>
                  <a:lnTo>
                    <a:pt x="150510" y="909139"/>
                  </a:lnTo>
                  <a:lnTo>
                    <a:pt x="150884" y="911403"/>
                  </a:lnTo>
                  <a:lnTo>
                    <a:pt x="134323" y="906270"/>
                  </a:lnTo>
                  <a:lnTo>
                    <a:pt x="130023" y="908467"/>
                  </a:lnTo>
                  <a:lnTo>
                    <a:pt x="126434" y="915080"/>
                  </a:lnTo>
                  <a:lnTo>
                    <a:pt x="106845" y="922215"/>
                  </a:lnTo>
                  <a:lnTo>
                    <a:pt x="102022" y="925486"/>
                  </a:lnTo>
                  <a:lnTo>
                    <a:pt x="101125" y="929631"/>
                  </a:lnTo>
                  <a:lnTo>
                    <a:pt x="101499" y="932174"/>
                  </a:lnTo>
                  <a:lnTo>
                    <a:pt x="98097" y="946393"/>
                  </a:lnTo>
                  <a:lnTo>
                    <a:pt x="98882" y="953239"/>
                  </a:lnTo>
                  <a:lnTo>
                    <a:pt x="97872" y="960560"/>
                  </a:lnTo>
                  <a:lnTo>
                    <a:pt x="91592" y="964234"/>
                  </a:lnTo>
                  <a:lnTo>
                    <a:pt x="83367" y="961446"/>
                  </a:lnTo>
                  <a:lnTo>
                    <a:pt x="73386" y="955444"/>
                  </a:lnTo>
                  <a:lnTo>
                    <a:pt x="69199" y="949780"/>
                  </a:lnTo>
                  <a:lnTo>
                    <a:pt x="68451" y="945578"/>
                  </a:lnTo>
                  <a:lnTo>
                    <a:pt x="70656" y="942200"/>
                  </a:lnTo>
                  <a:lnTo>
                    <a:pt x="78208" y="941513"/>
                  </a:lnTo>
                  <a:lnTo>
                    <a:pt x="80078" y="943326"/>
                  </a:lnTo>
                  <a:lnTo>
                    <a:pt x="80564" y="947270"/>
                  </a:lnTo>
                  <a:lnTo>
                    <a:pt x="79255" y="951604"/>
                  </a:lnTo>
                  <a:lnTo>
                    <a:pt x="81348" y="950283"/>
                  </a:lnTo>
                  <a:lnTo>
                    <a:pt x="82396" y="941513"/>
                  </a:lnTo>
                  <a:lnTo>
                    <a:pt x="91779" y="934597"/>
                  </a:lnTo>
                  <a:lnTo>
                    <a:pt x="94396" y="929569"/>
                  </a:lnTo>
                  <a:lnTo>
                    <a:pt x="94545" y="928145"/>
                  </a:lnTo>
                  <a:lnTo>
                    <a:pt x="93050" y="926907"/>
                  </a:lnTo>
                  <a:lnTo>
                    <a:pt x="89723" y="925300"/>
                  </a:lnTo>
                  <a:lnTo>
                    <a:pt x="71255" y="938020"/>
                  </a:lnTo>
                  <a:lnTo>
                    <a:pt x="66769" y="943513"/>
                  </a:lnTo>
                  <a:lnTo>
                    <a:pt x="65610" y="949404"/>
                  </a:lnTo>
                  <a:lnTo>
                    <a:pt x="61909" y="948023"/>
                  </a:lnTo>
                  <a:lnTo>
                    <a:pt x="55142" y="941888"/>
                  </a:lnTo>
                  <a:lnTo>
                    <a:pt x="57983" y="937646"/>
                  </a:lnTo>
                  <a:lnTo>
                    <a:pt x="58544" y="929012"/>
                  </a:lnTo>
                  <a:lnTo>
                    <a:pt x="61909" y="925238"/>
                  </a:lnTo>
                  <a:lnTo>
                    <a:pt x="62955" y="924807"/>
                  </a:lnTo>
                  <a:lnTo>
                    <a:pt x="64002" y="927155"/>
                  </a:lnTo>
                  <a:lnTo>
                    <a:pt x="67591" y="927031"/>
                  </a:lnTo>
                  <a:lnTo>
                    <a:pt x="74582" y="921414"/>
                  </a:lnTo>
                  <a:lnTo>
                    <a:pt x="81236" y="922523"/>
                  </a:lnTo>
                  <a:lnTo>
                    <a:pt x="85499" y="921783"/>
                  </a:lnTo>
                  <a:lnTo>
                    <a:pt x="87181" y="919874"/>
                  </a:lnTo>
                  <a:lnTo>
                    <a:pt x="80900" y="917537"/>
                  </a:lnTo>
                  <a:lnTo>
                    <a:pt x="72339" y="916983"/>
                  </a:lnTo>
                  <a:lnTo>
                    <a:pt x="67928" y="920612"/>
                  </a:lnTo>
                  <a:lnTo>
                    <a:pt x="66544" y="918335"/>
                  </a:lnTo>
                  <a:lnTo>
                    <a:pt x="62208" y="917475"/>
                  </a:lnTo>
                  <a:lnTo>
                    <a:pt x="60899" y="918950"/>
                  </a:lnTo>
                  <a:lnTo>
                    <a:pt x="60338" y="923572"/>
                  </a:lnTo>
                  <a:lnTo>
                    <a:pt x="57647" y="925918"/>
                  </a:lnTo>
                  <a:lnTo>
                    <a:pt x="55815" y="929693"/>
                  </a:lnTo>
                  <a:lnTo>
                    <a:pt x="55778" y="934224"/>
                  </a:lnTo>
                  <a:lnTo>
                    <a:pt x="53684" y="936027"/>
                  </a:lnTo>
                  <a:lnTo>
                    <a:pt x="49235" y="935343"/>
                  </a:lnTo>
                  <a:lnTo>
                    <a:pt x="42842" y="927836"/>
                  </a:lnTo>
                  <a:lnTo>
                    <a:pt x="51254" y="923387"/>
                  </a:lnTo>
                  <a:lnTo>
                    <a:pt x="54731" y="917475"/>
                  </a:lnTo>
                  <a:lnTo>
                    <a:pt x="53684" y="915878"/>
                  </a:lnTo>
                  <a:lnTo>
                    <a:pt x="52413" y="915878"/>
                  </a:lnTo>
                  <a:lnTo>
                    <a:pt x="52525" y="918397"/>
                  </a:lnTo>
                  <a:lnTo>
                    <a:pt x="51179" y="920550"/>
                  </a:lnTo>
                  <a:lnTo>
                    <a:pt x="48301" y="919566"/>
                  </a:lnTo>
                  <a:lnTo>
                    <a:pt x="44076" y="922646"/>
                  </a:lnTo>
                  <a:lnTo>
                    <a:pt x="37235" y="922708"/>
                  </a:lnTo>
                  <a:lnTo>
                    <a:pt x="35178" y="921043"/>
                  </a:lnTo>
                  <a:lnTo>
                    <a:pt x="34693" y="912995"/>
                  </a:lnTo>
                  <a:lnTo>
                    <a:pt x="32338" y="912259"/>
                  </a:lnTo>
                  <a:lnTo>
                    <a:pt x="29347" y="903283"/>
                  </a:lnTo>
                  <a:lnTo>
                    <a:pt x="29982" y="902857"/>
                  </a:lnTo>
                  <a:lnTo>
                    <a:pt x="38917" y="907246"/>
                  </a:lnTo>
                  <a:lnTo>
                    <a:pt x="41646" y="906026"/>
                  </a:lnTo>
                  <a:lnTo>
                    <a:pt x="42020" y="901945"/>
                  </a:lnTo>
                  <a:lnTo>
                    <a:pt x="45198" y="904502"/>
                  </a:lnTo>
                  <a:lnTo>
                    <a:pt x="50843" y="904685"/>
                  </a:lnTo>
                  <a:lnTo>
                    <a:pt x="57422" y="900911"/>
                  </a:lnTo>
                  <a:lnTo>
                    <a:pt x="60488" y="897632"/>
                  </a:lnTo>
                  <a:lnTo>
                    <a:pt x="62581" y="898846"/>
                  </a:lnTo>
                  <a:lnTo>
                    <a:pt x="62581" y="900850"/>
                  </a:lnTo>
                  <a:lnTo>
                    <a:pt x="65161" y="906086"/>
                  </a:lnTo>
                  <a:lnTo>
                    <a:pt x="64899" y="907918"/>
                  </a:lnTo>
                  <a:lnTo>
                    <a:pt x="62171" y="911403"/>
                  </a:lnTo>
                  <a:lnTo>
                    <a:pt x="63890" y="911893"/>
                  </a:lnTo>
                  <a:lnTo>
                    <a:pt x="66133" y="907979"/>
                  </a:lnTo>
                  <a:lnTo>
                    <a:pt x="66133" y="905111"/>
                  </a:lnTo>
                  <a:lnTo>
                    <a:pt x="64039" y="899574"/>
                  </a:lnTo>
                  <a:lnTo>
                    <a:pt x="64039" y="897511"/>
                  </a:lnTo>
                  <a:lnTo>
                    <a:pt x="66731" y="894178"/>
                  </a:lnTo>
                  <a:lnTo>
                    <a:pt x="66844" y="891397"/>
                  </a:lnTo>
                  <a:lnTo>
                    <a:pt x="65759" y="889465"/>
                  </a:lnTo>
                  <a:lnTo>
                    <a:pt x="61199" y="885008"/>
                  </a:lnTo>
                  <a:lnTo>
                    <a:pt x="53609" y="880563"/>
                  </a:lnTo>
                  <a:lnTo>
                    <a:pt x="52151" y="881823"/>
                  </a:lnTo>
                  <a:lnTo>
                    <a:pt x="60600" y="886392"/>
                  </a:lnTo>
                  <a:lnTo>
                    <a:pt x="64899" y="890492"/>
                  </a:lnTo>
                  <a:lnTo>
                    <a:pt x="64563" y="892546"/>
                  </a:lnTo>
                  <a:lnTo>
                    <a:pt x="57721" y="894602"/>
                  </a:lnTo>
                  <a:lnTo>
                    <a:pt x="48301" y="901701"/>
                  </a:lnTo>
                  <a:lnTo>
                    <a:pt x="45497" y="900728"/>
                  </a:lnTo>
                  <a:lnTo>
                    <a:pt x="42731" y="894481"/>
                  </a:lnTo>
                  <a:lnTo>
                    <a:pt x="40599" y="892425"/>
                  </a:lnTo>
                  <a:lnTo>
                    <a:pt x="37683" y="891156"/>
                  </a:lnTo>
                  <a:lnTo>
                    <a:pt x="36038" y="892062"/>
                  </a:lnTo>
                  <a:lnTo>
                    <a:pt x="31403" y="888561"/>
                  </a:lnTo>
                  <a:lnTo>
                    <a:pt x="34020" y="885188"/>
                  </a:lnTo>
                  <a:lnTo>
                    <a:pt x="36936" y="886513"/>
                  </a:lnTo>
                  <a:lnTo>
                    <a:pt x="37646" y="876909"/>
                  </a:lnTo>
                  <a:lnTo>
                    <a:pt x="36711" y="874756"/>
                  </a:lnTo>
                  <a:lnTo>
                    <a:pt x="32973" y="872429"/>
                  </a:lnTo>
                  <a:lnTo>
                    <a:pt x="28562" y="872429"/>
                  </a:lnTo>
                  <a:lnTo>
                    <a:pt x="18542" y="868020"/>
                  </a:lnTo>
                  <a:lnTo>
                    <a:pt x="13570" y="858887"/>
                  </a:lnTo>
                  <a:lnTo>
                    <a:pt x="12748" y="855461"/>
                  </a:lnTo>
                  <a:lnTo>
                    <a:pt x="21234" y="854871"/>
                  </a:lnTo>
                  <a:lnTo>
                    <a:pt x="21982" y="853397"/>
                  </a:lnTo>
                  <a:lnTo>
                    <a:pt x="19365" y="848573"/>
                  </a:lnTo>
                  <a:lnTo>
                    <a:pt x="22094" y="844995"/>
                  </a:lnTo>
                  <a:lnTo>
                    <a:pt x="27889" y="849161"/>
                  </a:lnTo>
                  <a:lnTo>
                    <a:pt x="32562" y="859951"/>
                  </a:lnTo>
                  <a:lnTo>
                    <a:pt x="39478" y="863921"/>
                  </a:lnTo>
                  <a:lnTo>
                    <a:pt x="39104" y="860543"/>
                  </a:lnTo>
                  <a:lnTo>
                    <a:pt x="40861" y="855992"/>
                  </a:lnTo>
                  <a:lnTo>
                    <a:pt x="43403" y="854517"/>
                  </a:lnTo>
                  <a:lnTo>
                    <a:pt x="41833" y="851807"/>
                  </a:lnTo>
                  <a:lnTo>
                    <a:pt x="42655" y="849278"/>
                  </a:lnTo>
                  <a:lnTo>
                    <a:pt x="40674" y="850865"/>
                  </a:lnTo>
                  <a:lnTo>
                    <a:pt x="37721" y="858827"/>
                  </a:lnTo>
                  <a:lnTo>
                    <a:pt x="35926" y="860247"/>
                  </a:lnTo>
                  <a:lnTo>
                    <a:pt x="31365" y="853161"/>
                  </a:lnTo>
                  <a:lnTo>
                    <a:pt x="31627" y="849043"/>
                  </a:lnTo>
                  <a:lnTo>
                    <a:pt x="36487" y="849866"/>
                  </a:lnTo>
                  <a:lnTo>
                    <a:pt x="26655" y="844643"/>
                  </a:lnTo>
                  <a:lnTo>
                    <a:pt x="22393" y="839613"/>
                  </a:lnTo>
                  <a:lnTo>
                    <a:pt x="28524" y="832505"/>
                  </a:lnTo>
                  <a:lnTo>
                    <a:pt x="35066" y="834017"/>
                  </a:lnTo>
                  <a:lnTo>
                    <a:pt x="36337" y="833144"/>
                  </a:lnTo>
                  <a:lnTo>
                    <a:pt x="35254" y="830994"/>
                  </a:lnTo>
                  <a:lnTo>
                    <a:pt x="33945" y="831633"/>
                  </a:lnTo>
                  <a:lnTo>
                    <a:pt x="31926" y="830297"/>
                  </a:lnTo>
                  <a:lnTo>
                    <a:pt x="28749" y="826297"/>
                  </a:lnTo>
                  <a:lnTo>
                    <a:pt x="29421" y="820576"/>
                  </a:lnTo>
                  <a:lnTo>
                    <a:pt x="33347" y="819019"/>
                  </a:lnTo>
                  <a:lnTo>
                    <a:pt x="38880" y="820749"/>
                  </a:lnTo>
                  <a:lnTo>
                    <a:pt x="37721" y="817981"/>
                  </a:lnTo>
                  <a:lnTo>
                    <a:pt x="33496" y="814990"/>
                  </a:lnTo>
                  <a:lnTo>
                    <a:pt x="34992" y="809080"/>
                  </a:lnTo>
                  <a:lnTo>
                    <a:pt x="35141" y="804220"/>
                  </a:lnTo>
                  <a:lnTo>
                    <a:pt x="36824" y="801996"/>
                  </a:lnTo>
                  <a:lnTo>
                    <a:pt x="34879" y="802167"/>
                  </a:lnTo>
                  <a:lnTo>
                    <a:pt x="30879" y="817233"/>
                  </a:lnTo>
                  <a:lnTo>
                    <a:pt x="27851" y="814070"/>
                  </a:lnTo>
                  <a:lnTo>
                    <a:pt x="27552" y="794829"/>
                  </a:lnTo>
                  <a:lnTo>
                    <a:pt x="28375" y="788599"/>
                  </a:lnTo>
                  <a:lnTo>
                    <a:pt x="31814" y="785380"/>
                  </a:lnTo>
                  <a:lnTo>
                    <a:pt x="35291" y="784816"/>
                  </a:lnTo>
                  <a:lnTo>
                    <a:pt x="31926" y="783294"/>
                  </a:lnTo>
                  <a:lnTo>
                    <a:pt x="28337" y="785324"/>
                  </a:lnTo>
                  <a:lnTo>
                    <a:pt x="25608" y="784421"/>
                  </a:lnTo>
                  <a:lnTo>
                    <a:pt x="23477" y="778513"/>
                  </a:lnTo>
                  <a:lnTo>
                    <a:pt x="23328" y="769942"/>
                  </a:lnTo>
                  <a:lnTo>
                    <a:pt x="38506" y="771283"/>
                  </a:lnTo>
                  <a:lnTo>
                    <a:pt x="45272" y="776155"/>
                  </a:lnTo>
                  <a:lnTo>
                    <a:pt x="48263" y="775482"/>
                  </a:lnTo>
                  <a:lnTo>
                    <a:pt x="48114" y="774530"/>
                  </a:lnTo>
                  <a:lnTo>
                    <a:pt x="45834" y="773297"/>
                  </a:lnTo>
                  <a:lnTo>
                    <a:pt x="43590" y="769774"/>
                  </a:lnTo>
                  <a:lnTo>
                    <a:pt x="41384" y="759306"/>
                  </a:lnTo>
                  <a:lnTo>
                    <a:pt x="38655" y="765868"/>
                  </a:lnTo>
                  <a:lnTo>
                    <a:pt x="36711" y="767764"/>
                  </a:lnTo>
                  <a:lnTo>
                    <a:pt x="30767" y="768992"/>
                  </a:lnTo>
                  <a:lnTo>
                    <a:pt x="28187" y="768266"/>
                  </a:lnTo>
                  <a:lnTo>
                    <a:pt x="27664" y="764699"/>
                  </a:lnTo>
                  <a:lnTo>
                    <a:pt x="22842" y="762472"/>
                  </a:lnTo>
                  <a:lnTo>
                    <a:pt x="21870" y="760749"/>
                  </a:lnTo>
                  <a:lnTo>
                    <a:pt x="24374" y="756588"/>
                  </a:lnTo>
                  <a:lnTo>
                    <a:pt x="30431" y="760028"/>
                  </a:lnTo>
                  <a:lnTo>
                    <a:pt x="32674" y="757309"/>
                  </a:lnTo>
                  <a:lnTo>
                    <a:pt x="25459" y="752383"/>
                  </a:lnTo>
                  <a:lnTo>
                    <a:pt x="27104" y="749236"/>
                  </a:lnTo>
                  <a:lnTo>
                    <a:pt x="32188" y="744830"/>
                  </a:lnTo>
                  <a:lnTo>
                    <a:pt x="31141" y="741753"/>
                  </a:lnTo>
                  <a:lnTo>
                    <a:pt x="32300" y="738462"/>
                  </a:lnTo>
                  <a:lnTo>
                    <a:pt x="28973" y="732773"/>
                  </a:lnTo>
                  <a:lnTo>
                    <a:pt x="26057" y="732174"/>
                  </a:lnTo>
                  <a:lnTo>
                    <a:pt x="25758" y="735123"/>
                  </a:lnTo>
                  <a:lnTo>
                    <a:pt x="24823" y="735724"/>
                  </a:lnTo>
                  <a:lnTo>
                    <a:pt x="21122" y="735123"/>
                  </a:lnTo>
                  <a:lnTo>
                    <a:pt x="14580" y="731354"/>
                  </a:lnTo>
                  <a:lnTo>
                    <a:pt x="13608" y="727921"/>
                  </a:lnTo>
                  <a:lnTo>
                    <a:pt x="15028" y="724441"/>
                  </a:lnTo>
                  <a:lnTo>
                    <a:pt x="11664" y="727105"/>
                  </a:lnTo>
                  <a:lnTo>
                    <a:pt x="3476" y="730101"/>
                  </a:lnTo>
                  <a:lnTo>
                    <a:pt x="2953" y="730973"/>
                  </a:lnTo>
                  <a:lnTo>
                    <a:pt x="5458" y="731682"/>
                  </a:lnTo>
                  <a:lnTo>
                    <a:pt x="6691" y="735068"/>
                  </a:lnTo>
                  <a:lnTo>
                    <a:pt x="5757" y="737257"/>
                  </a:lnTo>
                  <a:lnTo>
                    <a:pt x="4373" y="737421"/>
                  </a:lnTo>
                  <a:lnTo>
                    <a:pt x="1495" y="735068"/>
                  </a:lnTo>
                  <a:lnTo>
                    <a:pt x="0" y="732391"/>
                  </a:lnTo>
                  <a:lnTo>
                    <a:pt x="37" y="730264"/>
                  </a:lnTo>
                  <a:lnTo>
                    <a:pt x="1046" y="727431"/>
                  </a:lnTo>
                  <a:lnTo>
                    <a:pt x="16262" y="713828"/>
                  </a:lnTo>
                  <a:lnTo>
                    <a:pt x="13159" y="709194"/>
                  </a:lnTo>
                  <a:lnTo>
                    <a:pt x="13308" y="705322"/>
                  </a:lnTo>
                  <a:lnTo>
                    <a:pt x="19627" y="703820"/>
                  </a:lnTo>
                  <a:lnTo>
                    <a:pt x="25870" y="704302"/>
                  </a:lnTo>
                  <a:lnTo>
                    <a:pt x="32188" y="702104"/>
                  </a:lnTo>
                  <a:lnTo>
                    <a:pt x="33758" y="699480"/>
                  </a:lnTo>
                  <a:lnTo>
                    <a:pt x="32936" y="694084"/>
                  </a:lnTo>
                  <a:lnTo>
                    <a:pt x="34693" y="691740"/>
                  </a:lnTo>
                  <a:lnTo>
                    <a:pt x="36375" y="691367"/>
                  </a:lnTo>
                  <a:lnTo>
                    <a:pt x="39104" y="692592"/>
                  </a:lnTo>
                  <a:lnTo>
                    <a:pt x="36300" y="704142"/>
                  </a:lnTo>
                  <a:lnTo>
                    <a:pt x="34206" y="707472"/>
                  </a:lnTo>
                  <a:lnTo>
                    <a:pt x="35066" y="710755"/>
                  </a:lnTo>
                  <a:lnTo>
                    <a:pt x="33796" y="713019"/>
                  </a:lnTo>
                  <a:lnTo>
                    <a:pt x="27328" y="715557"/>
                  </a:lnTo>
                  <a:lnTo>
                    <a:pt x="27739" y="716421"/>
                  </a:lnTo>
                  <a:lnTo>
                    <a:pt x="33608" y="715719"/>
                  </a:lnTo>
                  <a:lnTo>
                    <a:pt x="36150" y="713666"/>
                  </a:lnTo>
                  <a:lnTo>
                    <a:pt x="37982" y="704464"/>
                  </a:lnTo>
                  <a:lnTo>
                    <a:pt x="40973" y="703444"/>
                  </a:lnTo>
                  <a:lnTo>
                    <a:pt x="41796" y="704893"/>
                  </a:lnTo>
                  <a:lnTo>
                    <a:pt x="41534" y="711186"/>
                  </a:lnTo>
                  <a:lnTo>
                    <a:pt x="39403" y="720372"/>
                  </a:lnTo>
                  <a:lnTo>
                    <a:pt x="36524" y="725093"/>
                  </a:lnTo>
                  <a:lnTo>
                    <a:pt x="36636" y="726235"/>
                  </a:lnTo>
                  <a:lnTo>
                    <a:pt x="38693" y="726072"/>
                  </a:lnTo>
                  <a:lnTo>
                    <a:pt x="42506" y="717990"/>
                  </a:lnTo>
                  <a:lnTo>
                    <a:pt x="43964" y="706074"/>
                  </a:lnTo>
                  <a:lnTo>
                    <a:pt x="43889" y="702426"/>
                  </a:lnTo>
                  <a:lnTo>
                    <a:pt x="40525" y="700175"/>
                  </a:lnTo>
                  <a:lnTo>
                    <a:pt x="40039" y="697983"/>
                  </a:lnTo>
                  <a:lnTo>
                    <a:pt x="41048" y="693605"/>
                  </a:lnTo>
                  <a:lnTo>
                    <a:pt x="44824" y="693711"/>
                  </a:lnTo>
                  <a:lnTo>
                    <a:pt x="50731" y="689610"/>
                  </a:lnTo>
                  <a:lnTo>
                    <a:pt x="57610" y="692751"/>
                  </a:lnTo>
                  <a:lnTo>
                    <a:pt x="51553" y="686953"/>
                  </a:lnTo>
                  <a:lnTo>
                    <a:pt x="46992" y="686422"/>
                  </a:lnTo>
                  <a:lnTo>
                    <a:pt x="48712" y="678795"/>
                  </a:lnTo>
                  <a:lnTo>
                    <a:pt x="54618" y="677104"/>
                  </a:lnTo>
                  <a:lnTo>
                    <a:pt x="61647" y="671622"/>
                  </a:lnTo>
                  <a:lnTo>
                    <a:pt x="62881" y="667522"/>
                  </a:lnTo>
                  <a:lnTo>
                    <a:pt x="63217" y="662961"/>
                  </a:lnTo>
                  <a:lnTo>
                    <a:pt x="59815" y="661757"/>
                  </a:lnTo>
                  <a:lnTo>
                    <a:pt x="50731" y="655177"/>
                  </a:lnTo>
                  <a:lnTo>
                    <a:pt x="51591" y="647378"/>
                  </a:lnTo>
                  <a:lnTo>
                    <a:pt x="54806" y="646340"/>
                  </a:lnTo>
                  <a:lnTo>
                    <a:pt x="56301" y="639716"/>
                  </a:lnTo>
                  <a:lnTo>
                    <a:pt x="54132" y="634662"/>
                  </a:lnTo>
                  <a:lnTo>
                    <a:pt x="54656" y="630906"/>
                  </a:lnTo>
                  <a:lnTo>
                    <a:pt x="57497" y="627671"/>
                  </a:lnTo>
                  <a:lnTo>
                    <a:pt x="58768" y="623062"/>
                  </a:lnTo>
                  <a:lnTo>
                    <a:pt x="61273" y="622806"/>
                  </a:lnTo>
                  <a:lnTo>
                    <a:pt x="61086" y="619076"/>
                  </a:lnTo>
                  <a:lnTo>
                    <a:pt x="59478" y="616219"/>
                  </a:lnTo>
                  <a:lnTo>
                    <a:pt x="59404" y="612300"/>
                  </a:lnTo>
                  <a:lnTo>
                    <a:pt x="60937" y="607680"/>
                  </a:lnTo>
                  <a:lnTo>
                    <a:pt x="63890" y="607780"/>
                  </a:lnTo>
                  <a:lnTo>
                    <a:pt x="60713" y="601959"/>
                  </a:lnTo>
                  <a:lnTo>
                    <a:pt x="60937" y="600746"/>
                  </a:lnTo>
                  <a:lnTo>
                    <a:pt x="63890" y="599079"/>
                  </a:lnTo>
                  <a:lnTo>
                    <a:pt x="68077" y="605653"/>
                  </a:lnTo>
                  <a:lnTo>
                    <a:pt x="68451" y="604387"/>
                  </a:lnTo>
                  <a:lnTo>
                    <a:pt x="66656" y="592984"/>
                  </a:lnTo>
                  <a:lnTo>
                    <a:pt x="61685" y="593336"/>
                  </a:lnTo>
                  <a:lnTo>
                    <a:pt x="59890" y="590974"/>
                  </a:lnTo>
                  <a:lnTo>
                    <a:pt x="63292" y="586308"/>
                  </a:lnTo>
                  <a:lnTo>
                    <a:pt x="66918" y="585757"/>
                  </a:lnTo>
                  <a:lnTo>
                    <a:pt x="69535" y="583704"/>
                  </a:lnTo>
                  <a:lnTo>
                    <a:pt x="70395" y="579556"/>
                  </a:lnTo>
                  <a:lnTo>
                    <a:pt x="68114" y="583654"/>
                  </a:lnTo>
                  <a:lnTo>
                    <a:pt x="65759" y="584855"/>
                  </a:lnTo>
                  <a:lnTo>
                    <a:pt x="63105" y="584004"/>
                  </a:lnTo>
                  <a:lnTo>
                    <a:pt x="60301" y="580805"/>
                  </a:lnTo>
                  <a:lnTo>
                    <a:pt x="57235" y="580006"/>
                  </a:lnTo>
                  <a:lnTo>
                    <a:pt x="51217" y="587410"/>
                  </a:lnTo>
                  <a:lnTo>
                    <a:pt x="43291" y="587210"/>
                  </a:lnTo>
                  <a:lnTo>
                    <a:pt x="40973" y="586308"/>
                  </a:lnTo>
                  <a:lnTo>
                    <a:pt x="43291" y="581854"/>
                  </a:lnTo>
                  <a:lnTo>
                    <a:pt x="39403" y="580056"/>
                  </a:lnTo>
                  <a:lnTo>
                    <a:pt x="36188" y="569006"/>
                  </a:lnTo>
                  <a:lnTo>
                    <a:pt x="35814" y="565090"/>
                  </a:lnTo>
                  <a:lnTo>
                    <a:pt x="39964" y="551179"/>
                  </a:lnTo>
                  <a:lnTo>
                    <a:pt x="42356" y="540693"/>
                  </a:lnTo>
                  <a:lnTo>
                    <a:pt x="42319" y="537471"/>
                  </a:lnTo>
                  <a:lnTo>
                    <a:pt x="47702" y="532746"/>
                  </a:lnTo>
                  <a:lnTo>
                    <a:pt x="51067" y="522847"/>
                  </a:lnTo>
                  <a:lnTo>
                    <a:pt x="51553" y="517531"/>
                  </a:lnTo>
                  <a:lnTo>
                    <a:pt x="45422" y="498469"/>
                  </a:lnTo>
                  <a:lnTo>
                    <a:pt x="45198" y="494699"/>
                  </a:lnTo>
                  <a:lnTo>
                    <a:pt x="46581" y="486088"/>
                  </a:lnTo>
                  <a:lnTo>
                    <a:pt x="42506" y="477090"/>
                  </a:lnTo>
                  <a:lnTo>
                    <a:pt x="42431" y="474257"/>
                  </a:lnTo>
                  <a:lnTo>
                    <a:pt x="43702" y="471334"/>
                  </a:lnTo>
                  <a:lnTo>
                    <a:pt x="42469" y="467710"/>
                  </a:lnTo>
                  <a:lnTo>
                    <a:pt x="43740" y="463717"/>
                  </a:lnTo>
                  <a:lnTo>
                    <a:pt x="48450" y="464656"/>
                  </a:lnTo>
                  <a:lnTo>
                    <a:pt x="51740" y="463154"/>
                  </a:lnTo>
                  <a:lnTo>
                    <a:pt x="53796" y="450714"/>
                  </a:lnTo>
                  <a:lnTo>
                    <a:pt x="56114" y="449549"/>
                  </a:lnTo>
                  <a:lnTo>
                    <a:pt x="58843" y="443036"/>
                  </a:lnTo>
                  <a:lnTo>
                    <a:pt x="60862" y="432429"/>
                  </a:lnTo>
                  <a:lnTo>
                    <a:pt x="64825" y="426801"/>
                  </a:lnTo>
                  <a:lnTo>
                    <a:pt x="64039" y="422383"/>
                  </a:lnTo>
                  <a:lnTo>
                    <a:pt x="68974" y="413576"/>
                  </a:lnTo>
                  <a:lnTo>
                    <a:pt x="72376" y="409918"/>
                  </a:lnTo>
                  <a:lnTo>
                    <a:pt x="75853" y="397754"/>
                  </a:lnTo>
                  <a:lnTo>
                    <a:pt x="76937" y="386427"/>
                  </a:lnTo>
                  <a:lnTo>
                    <a:pt x="80526" y="377770"/>
                  </a:lnTo>
                  <a:lnTo>
                    <a:pt x="83965" y="373589"/>
                  </a:lnTo>
                  <a:lnTo>
                    <a:pt x="84564" y="370268"/>
                  </a:lnTo>
                  <a:lnTo>
                    <a:pt x="83330" y="368028"/>
                  </a:lnTo>
                  <a:lnTo>
                    <a:pt x="82358" y="359712"/>
                  </a:lnTo>
                  <a:lnTo>
                    <a:pt x="85499" y="356590"/>
                  </a:lnTo>
                  <a:lnTo>
                    <a:pt x="88377" y="348939"/>
                  </a:lnTo>
                  <a:lnTo>
                    <a:pt x="89050" y="342244"/>
                  </a:lnTo>
                  <a:lnTo>
                    <a:pt x="87143" y="337821"/>
                  </a:lnTo>
                  <a:lnTo>
                    <a:pt x="86844" y="327990"/>
                  </a:lnTo>
                  <a:lnTo>
                    <a:pt x="84041" y="312470"/>
                  </a:lnTo>
                  <a:lnTo>
                    <a:pt x="83069" y="299400"/>
                  </a:lnTo>
                  <a:lnTo>
                    <a:pt x="83891" y="292199"/>
                  </a:lnTo>
                  <a:lnTo>
                    <a:pt x="89461" y="287699"/>
                  </a:lnTo>
                  <a:lnTo>
                    <a:pt x="91218" y="275883"/>
                  </a:lnTo>
                  <a:lnTo>
                    <a:pt x="90994" y="270941"/>
                  </a:lnTo>
                  <a:lnTo>
                    <a:pt x="90433" y="268753"/>
                  </a:lnTo>
                  <a:lnTo>
                    <a:pt x="87704" y="265110"/>
                  </a:lnTo>
                  <a:lnTo>
                    <a:pt x="86994" y="258651"/>
                  </a:lnTo>
                  <a:lnTo>
                    <a:pt x="91405" y="252636"/>
                  </a:lnTo>
                  <a:lnTo>
                    <a:pt x="93910" y="245658"/>
                  </a:lnTo>
                  <a:lnTo>
                    <a:pt x="95966" y="232394"/>
                  </a:lnTo>
                  <a:lnTo>
                    <a:pt x="99331" y="227116"/>
                  </a:lnTo>
                  <a:lnTo>
                    <a:pt x="99892" y="217727"/>
                  </a:lnTo>
                  <a:lnTo>
                    <a:pt x="105125" y="197755"/>
                  </a:lnTo>
                  <a:lnTo>
                    <a:pt x="105349" y="189966"/>
                  </a:lnTo>
                  <a:lnTo>
                    <a:pt x="103742" y="185188"/>
                  </a:lnTo>
                  <a:lnTo>
                    <a:pt x="105387" y="179672"/>
                  </a:lnTo>
                  <a:lnTo>
                    <a:pt x="108378" y="175779"/>
                  </a:lnTo>
                  <a:lnTo>
                    <a:pt x="109163" y="172925"/>
                  </a:lnTo>
                  <a:lnTo>
                    <a:pt x="106621" y="158989"/>
                  </a:lnTo>
                  <a:lnTo>
                    <a:pt x="108004" y="141725"/>
                  </a:lnTo>
                  <a:lnTo>
                    <a:pt x="110396" y="134456"/>
                  </a:lnTo>
                  <a:lnTo>
                    <a:pt x="106321" y="129973"/>
                  </a:lnTo>
                  <a:lnTo>
                    <a:pt x="106210" y="127449"/>
                  </a:lnTo>
                  <a:lnTo>
                    <a:pt x="106845" y="122936"/>
                  </a:lnTo>
                  <a:lnTo>
                    <a:pt x="109200" y="122448"/>
                  </a:lnTo>
                  <a:lnTo>
                    <a:pt x="111668" y="118267"/>
                  </a:lnTo>
                  <a:lnTo>
                    <a:pt x="116715" y="87868"/>
                  </a:lnTo>
                  <a:lnTo>
                    <a:pt x="116715" y="82488"/>
                  </a:lnTo>
                  <a:lnTo>
                    <a:pt x="114471" y="70756"/>
                  </a:lnTo>
                  <a:lnTo>
                    <a:pt x="115481" y="50391"/>
                  </a:lnTo>
                  <a:lnTo>
                    <a:pt x="112826" y="38531"/>
                  </a:lnTo>
                  <a:lnTo>
                    <a:pt x="111032" y="194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9" name="oPE_MapPart_CHL_2_119" descr="Chile">
              <a:extLst>
                <a:ext uri="{FF2B5EF4-FFF2-40B4-BE49-F238E27FC236}">
                  <a16:creationId xmlns:a16="http://schemas.microsoft.com/office/drawing/2014/main" id="{8BF8768E-E0E2-8B0C-6C87-69FC17850B4D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4602110" y="5677156"/>
              <a:ext cx="68490" cy="85024"/>
            </a:xfrm>
            <a:custGeom>
              <a:avLst/>
              <a:gdLst/>
              <a:ahLst/>
              <a:cxnLst/>
              <a:rect l="0" t="0" r="0" b="0"/>
              <a:pathLst>
                <a:path w="68490" h="85024">
                  <a:moveTo>
                    <a:pt x="68489" y="5659"/>
                  </a:moveTo>
                  <a:lnTo>
                    <a:pt x="68003" y="83008"/>
                  </a:lnTo>
                  <a:lnTo>
                    <a:pt x="59105" y="85023"/>
                  </a:lnTo>
                  <a:lnTo>
                    <a:pt x="50731" y="83203"/>
                  </a:lnTo>
                  <a:lnTo>
                    <a:pt x="45796" y="77952"/>
                  </a:lnTo>
                  <a:lnTo>
                    <a:pt x="39404" y="81645"/>
                  </a:lnTo>
                  <a:lnTo>
                    <a:pt x="37161" y="81775"/>
                  </a:lnTo>
                  <a:lnTo>
                    <a:pt x="34207" y="79376"/>
                  </a:lnTo>
                  <a:lnTo>
                    <a:pt x="29721" y="81451"/>
                  </a:lnTo>
                  <a:lnTo>
                    <a:pt x="20824" y="78016"/>
                  </a:lnTo>
                  <a:lnTo>
                    <a:pt x="14506" y="77304"/>
                  </a:lnTo>
                  <a:lnTo>
                    <a:pt x="10132" y="74591"/>
                  </a:lnTo>
                  <a:lnTo>
                    <a:pt x="561" y="73945"/>
                  </a:lnTo>
                  <a:lnTo>
                    <a:pt x="0" y="71366"/>
                  </a:lnTo>
                  <a:lnTo>
                    <a:pt x="2655" y="67955"/>
                  </a:lnTo>
                  <a:lnTo>
                    <a:pt x="6692" y="70206"/>
                  </a:lnTo>
                  <a:lnTo>
                    <a:pt x="11104" y="66734"/>
                  </a:lnTo>
                  <a:lnTo>
                    <a:pt x="17609" y="68341"/>
                  </a:lnTo>
                  <a:lnTo>
                    <a:pt x="19964" y="67441"/>
                  </a:lnTo>
                  <a:lnTo>
                    <a:pt x="21385" y="64552"/>
                  </a:lnTo>
                  <a:lnTo>
                    <a:pt x="23478" y="64168"/>
                  </a:lnTo>
                  <a:lnTo>
                    <a:pt x="25534" y="64938"/>
                  </a:lnTo>
                  <a:lnTo>
                    <a:pt x="25497" y="69820"/>
                  </a:lnTo>
                  <a:lnTo>
                    <a:pt x="33572" y="71366"/>
                  </a:lnTo>
                  <a:lnTo>
                    <a:pt x="33871" y="69820"/>
                  </a:lnTo>
                  <a:lnTo>
                    <a:pt x="28824" y="63335"/>
                  </a:lnTo>
                  <a:lnTo>
                    <a:pt x="24263" y="61094"/>
                  </a:lnTo>
                  <a:lnTo>
                    <a:pt x="22132" y="56431"/>
                  </a:lnTo>
                  <a:lnTo>
                    <a:pt x="22020" y="48481"/>
                  </a:lnTo>
                  <a:lnTo>
                    <a:pt x="26656" y="46326"/>
                  </a:lnTo>
                  <a:lnTo>
                    <a:pt x="25609" y="42974"/>
                  </a:lnTo>
                  <a:lnTo>
                    <a:pt x="29011" y="39439"/>
                  </a:lnTo>
                  <a:lnTo>
                    <a:pt x="32151" y="52101"/>
                  </a:lnTo>
                  <a:lnTo>
                    <a:pt x="26955" y="52737"/>
                  </a:lnTo>
                  <a:lnTo>
                    <a:pt x="28936" y="57388"/>
                  </a:lnTo>
                  <a:lnTo>
                    <a:pt x="32151" y="58920"/>
                  </a:lnTo>
                  <a:lnTo>
                    <a:pt x="34918" y="62374"/>
                  </a:lnTo>
                  <a:lnTo>
                    <a:pt x="34992" y="64873"/>
                  </a:lnTo>
                  <a:lnTo>
                    <a:pt x="36525" y="66028"/>
                  </a:lnTo>
                  <a:lnTo>
                    <a:pt x="42806" y="65579"/>
                  </a:lnTo>
                  <a:lnTo>
                    <a:pt x="45423" y="63399"/>
                  </a:lnTo>
                  <a:lnTo>
                    <a:pt x="52114" y="66991"/>
                  </a:lnTo>
                  <a:lnTo>
                    <a:pt x="54059" y="69885"/>
                  </a:lnTo>
                  <a:lnTo>
                    <a:pt x="54320" y="72848"/>
                  </a:lnTo>
                  <a:lnTo>
                    <a:pt x="55554" y="72397"/>
                  </a:lnTo>
                  <a:lnTo>
                    <a:pt x="59891" y="66991"/>
                  </a:lnTo>
                  <a:lnTo>
                    <a:pt x="40301" y="56431"/>
                  </a:lnTo>
                  <a:lnTo>
                    <a:pt x="36899" y="48608"/>
                  </a:lnTo>
                  <a:lnTo>
                    <a:pt x="36936" y="44112"/>
                  </a:lnTo>
                  <a:lnTo>
                    <a:pt x="38133" y="42721"/>
                  </a:lnTo>
                  <a:lnTo>
                    <a:pt x="52713" y="34970"/>
                  </a:lnTo>
                  <a:lnTo>
                    <a:pt x="53498" y="34279"/>
                  </a:lnTo>
                  <a:lnTo>
                    <a:pt x="53423" y="32082"/>
                  </a:lnTo>
                  <a:lnTo>
                    <a:pt x="52638" y="30577"/>
                  </a:lnTo>
                  <a:lnTo>
                    <a:pt x="47591" y="29200"/>
                  </a:lnTo>
                  <a:lnTo>
                    <a:pt x="42656" y="29762"/>
                  </a:lnTo>
                  <a:lnTo>
                    <a:pt x="38170" y="32144"/>
                  </a:lnTo>
                  <a:lnTo>
                    <a:pt x="33198" y="30703"/>
                  </a:lnTo>
                  <a:lnTo>
                    <a:pt x="30469" y="24761"/>
                  </a:lnTo>
                  <a:lnTo>
                    <a:pt x="30843" y="20585"/>
                  </a:lnTo>
                  <a:lnTo>
                    <a:pt x="31927" y="18532"/>
                  </a:lnTo>
                  <a:lnTo>
                    <a:pt x="37348" y="15676"/>
                  </a:lnTo>
                  <a:lnTo>
                    <a:pt x="32151" y="9114"/>
                  </a:lnTo>
                  <a:lnTo>
                    <a:pt x="36114" y="8126"/>
                  </a:lnTo>
                  <a:lnTo>
                    <a:pt x="41385" y="11463"/>
                  </a:lnTo>
                  <a:lnTo>
                    <a:pt x="44937" y="8373"/>
                  </a:lnTo>
                  <a:lnTo>
                    <a:pt x="50470" y="184"/>
                  </a:lnTo>
                  <a:lnTo>
                    <a:pt x="52227" y="0"/>
                  </a:lnTo>
                  <a:lnTo>
                    <a:pt x="57348" y="6214"/>
                  </a:lnTo>
                  <a:lnTo>
                    <a:pt x="59143" y="6461"/>
                  </a:lnTo>
                  <a:lnTo>
                    <a:pt x="65162" y="3073"/>
                  </a:lnTo>
                  <a:lnTo>
                    <a:pt x="67891" y="49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" name="oPE_MapPart_CHL_3_120" descr="Chile">
              <a:extLst>
                <a:ext uri="{FF2B5EF4-FFF2-40B4-BE49-F238E27FC236}">
                  <a16:creationId xmlns:a16="http://schemas.microsoft.com/office/drawing/2014/main" id="{4A9B1825-656E-3178-108C-DD52A5529FFC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4551043" y="5349152"/>
              <a:ext cx="20039" cy="44072"/>
            </a:xfrm>
            <a:custGeom>
              <a:avLst/>
              <a:gdLst/>
              <a:ahLst/>
              <a:cxnLst/>
              <a:rect l="0" t="0" r="0" b="0"/>
              <a:pathLst>
                <a:path w="20039" h="44072">
                  <a:moveTo>
                    <a:pt x="12748" y="43711"/>
                  </a:moveTo>
                  <a:lnTo>
                    <a:pt x="5645" y="44071"/>
                  </a:lnTo>
                  <a:lnTo>
                    <a:pt x="0" y="40476"/>
                  </a:lnTo>
                  <a:lnTo>
                    <a:pt x="3701" y="30447"/>
                  </a:lnTo>
                  <a:lnTo>
                    <a:pt x="4785" y="22252"/>
                  </a:lnTo>
                  <a:lnTo>
                    <a:pt x="3888" y="19209"/>
                  </a:lnTo>
                  <a:lnTo>
                    <a:pt x="4486" y="13237"/>
                  </a:lnTo>
                  <a:lnTo>
                    <a:pt x="6542" y="8646"/>
                  </a:lnTo>
                  <a:lnTo>
                    <a:pt x="7626" y="2659"/>
                  </a:lnTo>
                  <a:lnTo>
                    <a:pt x="6729" y="752"/>
                  </a:lnTo>
                  <a:lnTo>
                    <a:pt x="7290" y="0"/>
                  </a:lnTo>
                  <a:lnTo>
                    <a:pt x="17832" y="2810"/>
                  </a:lnTo>
                  <a:lnTo>
                    <a:pt x="20038" y="11066"/>
                  </a:lnTo>
                  <a:lnTo>
                    <a:pt x="19664" y="13490"/>
                  </a:lnTo>
                  <a:lnTo>
                    <a:pt x="17720" y="14500"/>
                  </a:lnTo>
                  <a:lnTo>
                    <a:pt x="19029" y="18752"/>
                  </a:lnTo>
                  <a:lnTo>
                    <a:pt x="12412" y="22151"/>
                  </a:lnTo>
                  <a:lnTo>
                    <a:pt x="17010" y="27083"/>
                  </a:lnTo>
                  <a:lnTo>
                    <a:pt x="19739" y="32081"/>
                  </a:lnTo>
                  <a:lnTo>
                    <a:pt x="17571" y="35966"/>
                  </a:lnTo>
                  <a:lnTo>
                    <a:pt x="13234" y="38373"/>
                  </a:lnTo>
                  <a:lnTo>
                    <a:pt x="13496" y="4216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oPE_MapPart_CHL_4_121" descr="Chile">
              <a:extLst>
                <a:ext uri="{FF2B5EF4-FFF2-40B4-BE49-F238E27FC236}">
                  <a16:creationId xmlns:a16="http://schemas.microsoft.com/office/drawing/2014/main" id="{E137BFBB-1466-C0A7-972C-6A16F2440FC1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4526481" y="5553334"/>
              <a:ext cx="23068" cy="41674"/>
            </a:xfrm>
            <a:custGeom>
              <a:avLst/>
              <a:gdLst/>
              <a:ahLst/>
              <a:cxnLst/>
              <a:rect l="0" t="0" r="0" b="0"/>
              <a:pathLst>
                <a:path w="23068" h="41674">
                  <a:moveTo>
                    <a:pt x="22692" y="13997"/>
                  </a:moveTo>
                  <a:lnTo>
                    <a:pt x="21758" y="29159"/>
                  </a:lnTo>
                  <a:lnTo>
                    <a:pt x="23067" y="31353"/>
                  </a:lnTo>
                  <a:lnTo>
                    <a:pt x="22805" y="34419"/>
                  </a:lnTo>
                  <a:lnTo>
                    <a:pt x="20225" y="41499"/>
                  </a:lnTo>
                  <a:lnTo>
                    <a:pt x="16749" y="41673"/>
                  </a:lnTo>
                  <a:lnTo>
                    <a:pt x="14319" y="32451"/>
                  </a:lnTo>
                  <a:lnTo>
                    <a:pt x="15889" y="25757"/>
                  </a:lnTo>
                  <a:lnTo>
                    <a:pt x="17571" y="22823"/>
                  </a:lnTo>
                  <a:lnTo>
                    <a:pt x="12636" y="26276"/>
                  </a:lnTo>
                  <a:lnTo>
                    <a:pt x="11963" y="33319"/>
                  </a:lnTo>
                  <a:lnTo>
                    <a:pt x="10468" y="36563"/>
                  </a:lnTo>
                  <a:lnTo>
                    <a:pt x="5608" y="36388"/>
                  </a:lnTo>
                  <a:lnTo>
                    <a:pt x="2467" y="33898"/>
                  </a:lnTo>
                  <a:lnTo>
                    <a:pt x="412" y="34592"/>
                  </a:lnTo>
                  <a:lnTo>
                    <a:pt x="0" y="31527"/>
                  </a:lnTo>
                  <a:lnTo>
                    <a:pt x="1010" y="29159"/>
                  </a:lnTo>
                  <a:lnTo>
                    <a:pt x="4823" y="29331"/>
                  </a:lnTo>
                  <a:lnTo>
                    <a:pt x="5459" y="25067"/>
                  </a:lnTo>
                  <a:lnTo>
                    <a:pt x="2131" y="20756"/>
                  </a:lnTo>
                  <a:lnTo>
                    <a:pt x="2842" y="19551"/>
                  </a:lnTo>
                  <a:lnTo>
                    <a:pt x="5047" y="17831"/>
                  </a:lnTo>
                  <a:lnTo>
                    <a:pt x="10057" y="17889"/>
                  </a:lnTo>
                  <a:lnTo>
                    <a:pt x="9870" y="15198"/>
                  </a:lnTo>
                  <a:lnTo>
                    <a:pt x="7477" y="13997"/>
                  </a:lnTo>
                  <a:lnTo>
                    <a:pt x="8001" y="11998"/>
                  </a:lnTo>
                  <a:lnTo>
                    <a:pt x="12898" y="8065"/>
                  </a:lnTo>
                  <a:lnTo>
                    <a:pt x="12450" y="2721"/>
                  </a:lnTo>
                  <a:lnTo>
                    <a:pt x="16113" y="0"/>
                  </a:lnTo>
                  <a:lnTo>
                    <a:pt x="20824" y="1587"/>
                  </a:lnTo>
                  <a:lnTo>
                    <a:pt x="21571" y="34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" name="oPE_MapPart_CHL_5_122" descr="Chile">
              <a:extLst>
                <a:ext uri="{FF2B5EF4-FFF2-40B4-BE49-F238E27FC236}">
                  <a16:creationId xmlns:a16="http://schemas.microsoft.com/office/drawing/2014/main" id="{899DE123-79F0-BF04-9F80-5235EA116E3A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4642561" y="5761204"/>
              <a:ext cx="40114" cy="28019"/>
            </a:xfrm>
            <a:custGeom>
              <a:avLst/>
              <a:gdLst/>
              <a:ahLst/>
              <a:cxnLst/>
              <a:rect l="0" t="0" r="0" b="0"/>
              <a:pathLst>
                <a:path w="40114" h="28019">
                  <a:moveTo>
                    <a:pt x="5757" y="1365"/>
                  </a:moveTo>
                  <a:lnTo>
                    <a:pt x="22430" y="4882"/>
                  </a:lnTo>
                  <a:lnTo>
                    <a:pt x="27552" y="2732"/>
                  </a:lnTo>
                  <a:lnTo>
                    <a:pt x="31627" y="2797"/>
                  </a:lnTo>
                  <a:lnTo>
                    <a:pt x="32823" y="5795"/>
                  </a:lnTo>
                  <a:lnTo>
                    <a:pt x="28412" y="9911"/>
                  </a:lnTo>
                  <a:lnTo>
                    <a:pt x="34281" y="12203"/>
                  </a:lnTo>
                  <a:lnTo>
                    <a:pt x="35253" y="13515"/>
                  </a:lnTo>
                  <a:lnTo>
                    <a:pt x="34431" y="15484"/>
                  </a:lnTo>
                  <a:lnTo>
                    <a:pt x="34805" y="17259"/>
                  </a:lnTo>
                  <a:lnTo>
                    <a:pt x="39926" y="23124"/>
                  </a:lnTo>
                  <a:lnTo>
                    <a:pt x="40113" y="27754"/>
                  </a:lnTo>
                  <a:lnTo>
                    <a:pt x="39403" y="28018"/>
                  </a:lnTo>
                  <a:lnTo>
                    <a:pt x="36375" y="26230"/>
                  </a:lnTo>
                  <a:lnTo>
                    <a:pt x="34094" y="22662"/>
                  </a:lnTo>
                  <a:lnTo>
                    <a:pt x="28786" y="20683"/>
                  </a:lnTo>
                  <a:lnTo>
                    <a:pt x="23141" y="20683"/>
                  </a:lnTo>
                  <a:lnTo>
                    <a:pt x="21795" y="17719"/>
                  </a:lnTo>
                  <a:lnTo>
                    <a:pt x="22655" y="13055"/>
                  </a:lnTo>
                  <a:lnTo>
                    <a:pt x="20187" y="13581"/>
                  </a:lnTo>
                  <a:lnTo>
                    <a:pt x="16374" y="10500"/>
                  </a:lnTo>
                  <a:lnTo>
                    <a:pt x="14206" y="10304"/>
                  </a:lnTo>
                  <a:lnTo>
                    <a:pt x="12897" y="15222"/>
                  </a:lnTo>
                  <a:lnTo>
                    <a:pt x="16598" y="21539"/>
                  </a:lnTo>
                  <a:lnTo>
                    <a:pt x="11813" y="20418"/>
                  </a:lnTo>
                  <a:lnTo>
                    <a:pt x="6953" y="15944"/>
                  </a:lnTo>
                  <a:lnTo>
                    <a:pt x="6691" y="12597"/>
                  </a:lnTo>
                  <a:lnTo>
                    <a:pt x="3252" y="12859"/>
                  </a:lnTo>
                  <a:lnTo>
                    <a:pt x="0" y="9584"/>
                  </a:lnTo>
                  <a:lnTo>
                    <a:pt x="1233" y="6513"/>
                  </a:lnTo>
                  <a:lnTo>
                    <a:pt x="198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" name="oPE_MapPart_CHL_6_123" descr="Chile">
              <a:extLst>
                <a:ext uri="{FF2B5EF4-FFF2-40B4-BE49-F238E27FC236}">
                  <a16:creationId xmlns:a16="http://schemas.microsoft.com/office/drawing/2014/main" id="{9DBBEC4C-77D9-7E0B-FB4F-0E9F05760D9D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4546258" y="5415528"/>
              <a:ext cx="18992" cy="35264"/>
            </a:xfrm>
            <a:custGeom>
              <a:avLst/>
              <a:gdLst/>
              <a:ahLst/>
              <a:cxnLst/>
              <a:rect l="0" t="0" r="0" b="0"/>
              <a:pathLst>
                <a:path w="18992" h="35264">
                  <a:moveTo>
                    <a:pt x="18318" y="7569"/>
                  </a:moveTo>
                  <a:lnTo>
                    <a:pt x="13159" y="10449"/>
                  </a:lnTo>
                  <a:lnTo>
                    <a:pt x="12897" y="11707"/>
                  </a:lnTo>
                  <a:lnTo>
                    <a:pt x="12785" y="13282"/>
                  </a:lnTo>
                  <a:lnTo>
                    <a:pt x="15365" y="17276"/>
                  </a:lnTo>
                  <a:lnTo>
                    <a:pt x="18468" y="28733"/>
                  </a:lnTo>
                  <a:lnTo>
                    <a:pt x="17982" y="33084"/>
                  </a:lnTo>
                  <a:lnTo>
                    <a:pt x="16337" y="33562"/>
                  </a:lnTo>
                  <a:lnTo>
                    <a:pt x="15963" y="35263"/>
                  </a:lnTo>
                  <a:lnTo>
                    <a:pt x="10767" y="34837"/>
                  </a:lnTo>
                  <a:lnTo>
                    <a:pt x="10953" y="31013"/>
                  </a:lnTo>
                  <a:lnTo>
                    <a:pt x="8748" y="29475"/>
                  </a:lnTo>
                  <a:lnTo>
                    <a:pt x="5532" y="22599"/>
                  </a:lnTo>
                  <a:lnTo>
                    <a:pt x="0" y="14910"/>
                  </a:lnTo>
                  <a:lnTo>
                    <a:pt x="2841" y="13072"/>
                  </a:lnTo>
                  <a:lnTo>
                    <a:pt x="2392" y="9873"/>
                  </a:lnTo>
                  <a:lnTo>
                    <a:pt x="6580" y="7569"/>
                  </a:lnTo>
                  <a:lnTo>
                    <a:pt x="8411" y="8511"/>
                  </a:lnTo>
                  <a:lnTo>
                    <a:pt x="10804" y="7412"/>
                  </a:lnTo>
                  <a:lnTo>
                    <a:pt x="11103" y="1510"/>
                  </a:lnTo>
                  <a:lnTo>
                    <a:pt x="12935" y="155"/>
                  </a:lnTo>
                  <a:lnTo>
                    <a:pt x="14879" y="0"/>
                  </a:lnTo>
                  <a:lnTo>
                    <a:pt x="16598" y="2919"/>
                  </a:lnTo>
                  <a:lnTo>
                    <a:pt x="18991" y="4068"/>
                  </a:lnTo>
                  <a:lnTo>
                    <a:pt x="18954" y="55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oPE_MapPart_CHL_7_124" descr="Chile">
              <a:extLst>
                <a:ext uri="{FF2B5EF4-FFF2-40B4-BE49-F238E27FC236}">
                  <a16:creationId xmlns:a16="http://schemas.microsoft.com/office/drawing/2014/main" id="{2ED7C283-C113-131F-099D-EA344FE9A847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4562296" y="5708548"/>
              <a:ext cx="34058" cy="25550"/>
            </a:xfrm>
            <a:custGeom>
              <a:avLst/>
              <a:gdLst/>
              <a:ahLst/>
              <a:cxnLst/>
              <a:rect l="0" t="0" r="0" b="0"/>
              <a:pathLst>
                <a:path w="34058" h="25550">
                  <a:moveTo>
                    <a:pt x="19141" y="2950"/>
                  </a:moveTo>
                  <a:lnTo>
                    <a:pt x="20000" y="6346"/>
                  </a:lnTo>
                  <a:lnTo>
                    <a:pt x="28300" y="6661"/>
                  </a:lnTo>
                  <a:lnTo>
                    <a:pt x="34057" y="14365"/>
                  </a:lnTo>
                  <a:lnTo>
                    <a:pt x="31963" y="16265"/>
                  </a:lnTo>
                  <a:lnTo>
                    <a:pt x="29833" y="21281"/>
                  </a:lnTo>
                  <a:lnTo>
                    <a:pt x="20860" y="25549"/>
                  </a:lnTo>
                  <a:lnTo>
                    <a:pt x="18393" y="23509"/>
                  </a:lnTo>
                  <a:lnTo>
                    <a:pt x="22094" y="19565"/>
                  </a:lnTo>
                  <a:lnTo>
                    <a:pt x="22468" y="16392"/>
                  </a:lnTo>
                  <a:lnTo>
                    <a:pt x="16748" y="15251"/>
                  </a:lnTo>
                  <a:lnTo>
                    <a:pt x="15888" y="21091"/>
                  </a:lnTo>
                  <a:lnTo>
                    <a:pt x="13159" y="20646"/>
                  </a:lnTo>
                  <a:lnTo>
                    <a:pt x="11215" y="19185"/>
                  </a:lnTo>
                  <a:lnTo>
                    <a:pt x="11028" y="11645"/>
                  </a:lnTo>
                  <a:lnTo>
                    <a:pt x="7776" y="11835"/>
                  </a:lnTo>
                  <a:lnTo>
                    <a:pt x="4224" y="6031"/>
                  </a:lnTo>
                  <a:lnTo>
                    <a:pt x="0" y="5213"/>
                  </a:lnTo>
                  <a:lnTo>
                    <a:pt x="3290" y="1066"/>
                  </a:lnTo>
                  <a:lnTo>
                    <a:pt x="8262" y="439"/>
                  </a:lnTo>
                  <a:lnTo>
                    <a:pt x="9944" y="2572"/>
                  </a:lnTo>
                  <a:lnTo>
                    <a:pt x="15477" y="4018"/>
                  </a:lnTo>
                  <a:lnTo>
                    <a:pt x="15140" y="1757"/>
                  </a:lnTo>
                  <a:lnTo>
                    <a:pt x="16001" y="0"/>
                  </a:lnTo>
                  <a:lnTo>
                    <a:pt x="18655" y="156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5" name="oPE_MapPart_CHL_8_125" descr="Chile">
              <a:extLst>
                <a:ext uri="{FF2B5EF4-FFF2-40B4-BE49-F238E27FC236}">
                  <a16:creationId xmlns:a16="http://schemas.microsoft.com/office/drawing/2014/main" id="{DFCEDE13-F395-067B-91DB-940C026D402D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4596241" y="5725637"/>
              <a:ext cx="25049" cy="17099"/>
            </a:xfrm>
            <a:custGeom>
              <a:avLst/>
              <a:gdLst/>
              <a:ahLst/>
              <a:cxnLst/>
              <a:rect l="0" t="0" r="0" b="0"/>
              <a:pathLst>
                <a:path w="25049" h="17099">
                  <a:moveTo>
                    <a:pt x="17047" y="5211"/>
                  </a:moveTo>
                  <a:lnTo>
                    <a:pt x="21645" y="8077"/>
                  </a:lnTo>
                  <a:lnTo>
                    <a:pt x="24674" y="8014"/>
                  </a:lnTo>
                  <a:lnTo>
                    <a:pt x="25048" y="12805"/>
                  </a:lnTo>
                  <a:lnTo>
                    <a:pt x="22693" y="17098"/>
                  </a:lnTo>
                  <a:lnTo>
                    <a:pt x="15328" y="12229"/>
                  </a:lnTo>
                  <a:lnTo>
                    <a:pt x="9346" y="12229"/>
                  </a:lnTo>
                  <a:lnTo>
                    <a:pt x="5458" y="14726"/>
                  </a:lnTo>
                  <a:lnTo>
                    <a:pt x="4935" y="11398"/>
                  </a:lnTo>
                  <a:lnTo>
                    <a:pt x="0" y="5784"/>
                  </a:lnTo>
                  <a:lnTo>
                    <a:pt x="1346" y="1904"/>
                  </a:lnTo>
                  <a:lnTo>
                    <a:pt x="4449" y="0"/>
                  </a:lnTo>
                  <a:lnTo>
                    <a:pt x="13645" y="25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6" name="oPE_MapPart_CHL_9_126" descr="Chile">
              <a:extLst>
                <a:ext uri="{FF2B5EF4-FFF2-40B4-BE49-F238E27FC236}">
                  <a16:creationId xmlns:a16="http://schemas.microsoft.com/office/drawing/2014/main" id="{F148000F-47BE-331E-89AB-34F2C54D82AD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4533173" y="5526317"/>
              <a:ext cx="14133" cy="24584"/>
            </a:xfrm>
            <a:custGeom>
              <a:avLst/>
              <a:gdLst/>
              <a:ahLst/>
              <a:cxnLst/>
              <a:rect l="0" t="0" r="0" b="0"/>
              <a:pathLst>
                <a:path w="14133" h="24584">
                  <a:moveTo>
                    <a:pt x="14132" y="23509"/>
                  </a:moveTo>
                  <a:lnTo>
                    <a:pt x="6730" y="24583"/>
                  </a:lnTo>
                  <a:lnTo>
                    <a:pt x="4860" y="21701"/>
                  </a:lnTo>
                  <a:lnTo>
                    <a:pt x="4038" y="17190"/>
                  </a:lnTo>
                  <a:lnTo>
                    <a:pt x="710" y="9384"/>
                  </a:lnTo>
                  <a:lnTo>
                    <a:pt x="0" y="5859"/>
                  </a:lnTo>
                  <a:lnTo>
                    <a:pt x="1009" y="4238"/>
                  </a:lnTo>
                  <a:lnTo>
                    <a:pt x="5645" y="2620"/>
                  </a:lnTo>
                  <a:lnTo>
                    <a:pt x="7290" y="0"/>
                  </a:lnTo>
                  <a:lnTo>
                    <a:pt x="8711" y="390"/>
                  </a:lnTo>
                  <a:lnTo>
                    <a:pt x="8337" y="5635"/>
                  </a:lnTo>
                  <a:lnTo>
                    <a:pt x="11066" y="9553"/>
                  </a:lnTo>
                  <a:lnTo>
                    <a:pt x="13384" y="16515"/>
                  </a:lnTo>
                  <a:lnTo>
                    <a:pt x="13047" y="1826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" name="oPE_MapPart_CHL_10_127" descr="Chile">
              <a:extLst>
                <a:ext uri="{FF2B5EF4-FFF2-40B4-BE49-F238E27FC236}">
                  <a16:creationId xmlns:a16="http://schemas.microsoft.com/office/drawing/2014/main" id="{CE092DD1-42BD-F500-754F-417AF677B47C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4677440" y="5762894"/>
              <a:ext cx="25348" cy="13204"/>
            </a:xfrm>
            <a:custGeom>
              <a:avLst/>
              <a:gdLst/>
              <a:ahLst/>
              <a:cxnLst/>
              <a:rect l="0" t="0" r="0" b="0"/>
              <a:pathLst>
                <a:path w="25348" h="13204">
                  <a:moveTo>
                    <a:pt x="25347" y="8156"/>
                  </a:moveTo>
                  <a:lnTo>
                    <a:pt x="23441" y="11365"/>
                  </a:lnTo>
                  <a:lnTo>
                    <a:pt x="19964" y="13203"/>
                  </a:lnTo>
                  <a:lnTo>
                    <a:pt x="16749" y="9007"/>
                  </a:lnTo>
                  <a:lnTo>
                    <a:pt x="11066" y="12022"/>
                  </a:lnTo>
                  <a:lnTo>
                    <a:pt x="4786" y="10579"/>
                  </a:lnTo>
                  <a:lnTo>
                    <a:pt x="2617" y="5149"/>
                  </a:lnTo>
                  <a:lnTo>
                    <a:pt x="0" y="1888"/>
                  </a:lnTo>
                  <a:lnTo>
                    <a:pt x="4038" y="0"/>
                  </a:lnTo>
                  <a:lnTo>
                    <a:pt x="21945" y="1758"/>
                  </a:lnTo>
                  <a:lnTo>
                    <a:pt x="25235" y="67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8" name="oPE_MapPart_CHL_11_128" descr="Chile">
              <a:extLst>
                <a:ext uri="{FF2B5EF4-FFF2-40B4-BE49-F238E27FC236}">
                  <a16:creationId xmlns:a16="http://schemas.microsoft.com/office/drawing/2014/main" id="{BF3D5341-8717-9794-2B82-83D29C558EE9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4524799" y="5531952"/>
              <a:ext cx="10282" cy="23253"/>
            </a:xfrm>
            <a:custGeom>
              <a:avLst/>
              <a:gdLst/>
              <a:ahLst/>
              <a:cxnLst/>
              <a:rect l="0" t="0" r="0" b="0"/>
              <a:pathLst>
                <a:path w="10282" h="23253">
                  <a:moveTo>
                    <a:pt x="2916" y="23252"/>
                  </a:moveTo>
                  <a:lnTo>
                    <a:pt x="560" y="23252"/>
                  </a:lnTo>
                  <a:lnTo>
                    <a:pt x="0" y="17647"/>
                  </a:lnTo>
                  <a:lnTo>
                    <a:pt x="2729" y="9586"/>
                  </a:lnTo>
                  <a:lnTo>
                    <a:pt x="1869" y="1566"/>
                  </a:lnTo>
                  <a:lnTo>
                    <a:pt x="5383" y="0"/>
                  </a:lnTo>
                  <a:lnTo>
                    <a:pt x="10281" y="12626"/>
                  </a:lnTo>
                  <a:lnTo>
                    <a:pt x="10206" y="18835"/>
                  </a:lnTo>
                  <a:lnTo>
                    <a:pt x="4486" y="218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9" name="oPE_MapPart_CHL_12_129" descr="Chile">
              <a:extLst>
                <a:ext uri="{FF2B5EF4-FFF2-40B4-BE49-F238E27FC236}">
                  <a16:creationId xmlns:a16="http://schemas.microsoft.com/office/drawing/2014/main" id="{51387BC5-41CD-3E64-36D8-4ADC8C24544E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4570595" y="5421790"/>
              <a:ext cx="14170" cy="14861"/>
            </a:xfrm>
            <a:custGeom>
              <a:avLst/>
              <a:gdLst/>
              <a:ahLst/>
              <a:cxnLst/>
              <a:rect l="0" t="0" r="0" b="0"/>
              <a:pathLst>
                <a:path w="14170" h="14861">
                  <a:moveTo>
                    <a:pt x="9533" y="12541"/>
                  </a:moveTo>
                  <a:lnTo>
                    <a:pt x="4523" y="14860"/>
                  </a:lnTo>
                  <a:lnTo>
                    <a:pt x="1982" y="14069"/>
                  </a:lnTo>
                  <a:lnTo>
                    <a:pt x="1010" y="12383"/>
                  </a:lnTo>
                  <a:lnTo>
                    <a:pt x="0" y="8490"/>
                  </a:lnTo>
                  <a:lnTo>
                    <a:pt x="3402" y="4030"/>
                  </a:lnTo>
                  <a:lnTo>
                    <a:pt x="3851" y="0"/>
                  </a:lnTo>
                  <a:lnTo>
                    <a:pt x="8674" y="993"/>
                  </a:lnTo>
                  <a:lnTo>
                    <a:pt x="13907" y="4607"/>
                  </a:lnTo>
                  <a:lnTo>
                    <a:pt x="14169" y="5760"/>
                  </a:lnTo>
                  <a:lnTo>
                    <a:pt x="11402" y="105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0" name="oPE_MapPart_CHL_13_130" descr="Chile">
              <a:extLst>
                <a:ext uri="{FF2B5EF4-FFF2-40B4-BE49-F238E27FC236}">
                  <a16:creationId xmlns:a16="http://schemas.microsoft.com/office/drawing/2014/main" id="{C120CA72-A0EB-207D-F26D-050B31F1A96E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4536127" y="5648213"/>
              <a:ext cx="11814" cy="21901"/>
            </a:xfrm>
            <a:custGeom>
              <a:avLst/>
              <a:gdLst/>
              <a:ahLst/>
              <a:cxnLst/>
              <a:rect l="0" t="0" r="0" b="0"/>
              <a:pathLst>
                <a:path w="11814" h="21901">
                  <a:moveTo>
                    <a:pt x="5869" y="0"/>
                  </a:moveTo>
                  <a:lnTo>
                    <a:pt x="6729" y="6580"/>
                  </a:lnTo>
                  <a:lnTo>
                    <a:pt x="9496" y="7971"/>
                  </a:lnTo>
                  <a:lnTo>
                    <a:pt x="11813" y="11305"/>
                  </a:lnTo>
                  <a:lnTo>
                    <a:pt x="9121" y="17872"/>
                  </a:lnTo>
                  <a:lnTo>
                    <a:pt x="8524" y="21900"/>
                  </a:lnTo>
                  <a:lnTo>
                    <a:pt x="5271" y="21594"/>
                  </a:lnTo>
                  <a:lnTo>
                    <a:pt x="1831" y="13734"/>
                  </a:lnTo>
                  <a:lnTo>
                    <a:pt x="0" y="5371"/>
                  </a:lnTo>
                  <a:lnTo>
                    <a:pt x="2018" y="3136"/>
                  </a:lnTo>
                  <a:lnTo>
                    <a:pt x="3925" y="3619"/>
                  </a:lnTo>
                  <a:lnTo>
                    <a:pt x="4075" y="6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" name="oPE_MapPart_CHL_14_131" descr="Chile">
              <a:extLst>
                <a:ext uri="{FF2B5EF4-FFF2-40B4-BE49-F238E27FC236}">
                  <a16:creationId xmlns:a16="http://schemas.microsoft.com/office/drawing/2014/main" id="{DEE7AAD7-A051-19BA-A56F-54058D70E6B7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4544314" y="5685653"/>
              <a:ext cx="32563" cy="20954"/>
            </a:xfrm>
            <a:custGeom>
              <a:avLst/>
              <a:gdLst/>
              <a:ahLst/>
              <a:cxnLst/>
              <a:rect l="0" t="0" r="0" b="0"/>
              <a:pathLst>
                <a:path w="32563" h="20954">
                  <a:moveTo>
                    <a:pt x="6766" y="6434"/>
                  </a:moveTo>
                  <a:lnTo>
                    <a:pt x="21944" y="11527"/>
                  </a:lnTo>
                  <a:lnTo>
                    <a:pt x="26169" y="14143"/>
                  </a:lnTo>
                  <a:lnTo>
                    <a:pt x="32562" y="20953"/>
                  </a:lnTo>
                  <a:lnTo>
                    <a:pt x="23739" y="19763"/>
                  </a:lnTo>
                  <a:lnTo>
                    <a:pt x="22730" y="17076"/>
                  </a:lnTo>
                  <a:lnTo>
                    <a:pt x="17533" y="12461"/>
                  </a:lnTo>
                  <a:lnTo>
                    <a:pt x="9159" y="11964"/>
                  </a:lnTo>
                  <a:lnTo>
                    <a:pt x="3177" y="6434"/>
                  </a:lnTo>
                  <a:lnTo>
                    <a:pt x="0" y="1173"/>
                  </a:lnTo>
                  <a:lnTo>
                    <a:pt x="860" y="0"/>
                  </a:lnTo>
                  <a:lnTo>
                    <a:pt x="5981" y="43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" name="oPE_MapPart_CHL_15_132" descr="Chile">
              <a:extLst>
                <a:ext uri="{FF2B5EF4-FFF2-40B4-BE49-F238E27FC236}">
                  <a16:creationId xmlns:a16="http://schemas.microsoft.com/office/drawing/2014/main" id="{1EFB5842-B4A5-D4CC-0289-628704D38462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4544762" y="5445851"/>
              <a:ext cx="9347" cy="17326"/>
            </a:xfrm>
            <a:custGeom>
              <a:avLst/>
              <a:gdLst/>
              <a:ahLst/>
              <a:cxnLst/>
              <a:rect l="0" t="0" r="0" b="0"/>
              <a:pathLst>
                <a:path w="9347" h="17326">
                  <a:moveTo>
                    <a:pt x="7814" y="15344"/>
                  </a:moveTo>
                  <a:lnTo>
                    <a:pt x="4636" y="17325"/>
                  </a:lnTo>
                  <a:lnTo>
                    <a:pt x="225" y="16736"/>
                  </a:lnTo>
                  <a:lnTo>
                    <a:pt x="0" y="14487"/>
                  </a:lnTo>
                  <a:lnTo>
                    <a:pt x="4038" y="7495"/>
                  </a:lnTo>
                  <a:lnTo>
                    <a:pt x="3888" y="3292"/>
                  </a:lnTo>
                  <a:lnTo>
                    <a:pt x="5571" y="903"/>
                  </a:lnTo>
                  <a:lnTo>
                    <a:pt x="7851" y="0"/>
                  </a:lnTo>
                  <a:lnTo>
                    <a:pt x="7776" y="8614"/>
                  </a:lnTo>
                  <a:lnTo>
                    <a:pt x="9346" y="11869"/>
                  </a:lnTo>
                  <a:lnTo>
                    <a:pt x="9234" y="142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3" name="oPE_MapPart_CHL_16_133" descr="Chile">
              <a:extLst>
                <a:ext uri="{FF2B5EF4-FFF2-40B4-BE49-F238E27FC236}">
                  <a16:creationId xmlns:a16="http://schemas.microsoft.com/office/drawing/2014/main" id="{A30F9DCA-0FBE-A3F3-7E41-D64784DD339C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4612316" y="5759645"/>
              <a:ext cx="23965" cy="12257"/>
            </a:xfrm>
            <a:custGeom>
              <a:avLst/>
              <a:gdLst/>
              <a:ahLst/>
              <a:cxnLst/>
              <a:rect l="0" t="0" r="0" b="0"/>
              <a:pathLst>
                <a:path w="23965" h="12257">
                  <a:moveTo>
                    <a:pt x="9234" y="1039"/>
                  </a:moveTo>
                  <a:lnTo>
                    <a:pt x="10580" y="3770"/>
                  </a:lnTo>
                  <a:lnTo>
                    <a:pt x="13123" y="4681"/>
                  </a:lnTo>
                  <a:lnTo>
                    <a:pt x="21160" y="2534"/>
                  </a:lnTo>
                  <a:lnTo>
                    <a:pt x="23964" y="8203"/>
                  </a:lnTo>
                  <a:lnTo>
                    <a:pt x="23665" y="9966"/>
                  </a:lnTo>
                  <a:lnTo>
                    <a:pt x="19964" y="12256"/>
                  </a:lnTo>
                  <a:lnTo>
                    <a:pt x="18543" y="11667"/>
                  </a:lnTo>
                  <a:lnTo>
                    <a:pt x="17422" y="8790"/>
                  </a:lnTo>
                  <a:lnTo>
                    <a:pt x="15066" y="9705"/>
                  </a:lnTo>
                  <a:lnTo>
                    <a:pt x="10319" y="8072"/>
                  </a:lnTo>
                  <a:lnTo>
                    <a:pt x="9272" y="5464"/>
                  </a:lnTo>
                  <a:lnTo>
                    <a:pt x="4860" y="1949"/>
                  </a:lnTo>
                  <a:lnTo>
                    <a:pt x="636" y="3314"/>
                  </a:lnTo>
                  <a:lnTo>
                    <a:pt x="0" y="1819"/>
                  </a:lnTo>
                  <a:lnTo>
                    <a:pt x="524" y="0"/>
                  </a:lnTo>
                  <a:lnTo>
                    <a:pt x="7216" y="10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4" name="oPE_MapPart_COL_1_134" descr="Kolumbien">
              <a:extLst>
                <a:ext uri="{FF2B5EF4-FFF2-40B4-BE49-F238E27FC236}">
                  <a16:creationId xmlns:a16="http://schemas.microsoft.com/office/drawing/2014/main" id="{20A596B0-0D8F-043B-12DD-76A00DBFD3C3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4454703" y="4131677"/>
              <a:ext cx="252347" cy="348313"/>
            </a:xfrm>
            <a:custGeom>
              <a:avLst/>
              <a:gdLst/>
              <a:ahLst/>
              <a:cxnLst/>
              <a:rect l="0" t="0" r="0" b="0"/>
              <a:pathLst>
                <a:path w="252347" h="348313">
                  <a:moveTo>
                    <a:pt x="160043" y="12122"/>
                  </a:moveTo>
                  <a:lnTo>
                    <a:pt x="146772" y="16285"/>
                  </a:lnTo>
                  <a:lnTo>
                    <a:pt x="140753" y="26240"/>
                  </a:lnTo>
                  <a:lnTo>
                    <a:pt x="136641" y="27954"/>
                  </a:lnTo>
                  <a:lnTo>
                    <a:pt x="131594" y="33857"/>
                  </a:lnTo>
                  <a:lnTo>
                    <a:pt x="127855" y="41161"/>
                  </a:lnTo>
                  <a:lnTo>
                    <a:pt x="125014" y="55972"/>
                  </a:lnTo>
                  <a:lnTo>
                    <a:pt x="117537" y="68481"/>
                  </a:lnTo>
                  <a:lnTo>
                    <a:pt x="121126" y="68481"/>
                  </a:lnTo>
                  <a:lnTo>
                    <a:pt x="123930" y="67117"/>
                  </a:lnTo>
                  <a:lnTo>
                    <a:pt x="125986" y="69730"/>
                  </a:lnTo>
                  <a:lnTo>
                    <a:pt x="129388" y="70260"/>
                  </a:lnTo>
                  <a:lnTo>
                    <a:pt x="132080" y="80401"/>
                  </a:lnTo>
                  <a:lnTo>
                    <a:pt x="137276" y="85542"/>
                  </a:lnTo>
                  <a:lnTo>
                    <a:pt x="137800" y="87544"/>
                  </a:lnTo>
                  <a:lnTo>
                    <a:pt x="138472" y="91737"/>
                  </a:lnTo>
                  <a:lnTo>
                    <a:pt x="136641" y="94266"/>
                  </a:lnTo>
                  <a:lnTo>
                    <a:pt x="136117" y="103547"/>
                  </a:lnTo>
                  <a:lnTo>
                    <a:pt x="137724" y="105847"/>
                  </a:lnTo>
                  <a:lnTo>
                    <a:pt x="141613" y="106752"/>
                  </a:lnTo>
                  <a:lnTo>
                    <a:pt x="144155" y="112480"/>
                  </a:lnTo>
                  <a:lnTo>
                    <a:pt x="145763" y="113837"/>
                  </a:lnTo>
                  <a:lnTo>
                    <a:pt x="148155" y="114703"/>
                  </a:lnTo>
                  <a:lnTo>
                    <a:pt x="153800" y="113837"/>
                  </a:lnTo>
                  <a:lnTo>
                    <a:pt x="164006" y="114778"/>
                  </a:lnTo>
                  <a:lnTo>
                    <a:pt x="172156" y="112631"/>
                  </a:lnTo>
                  <a:lnTo>
                    <a:pt x="179409" y="115079"/>
                  </a:lnTo>
                  <a:lnTo>
                    <a:pt x="184755" y="115493"/>
                  </a:lnTo>
                  <a:lnTo>
                    <a:pt x="199335" y="132841"/>
                  </a:lnTo>
                  <a:lnTo>
                    <a:pt x="200793" y="132315"/>
                  </a:lnTo>
                  <a:lnTo>
                    <a:pt x="202662" y="133329"/>
                  </a:lnTo>
                  <a:lnTo>
                    <a:pt x="206363" y="131563"/>
                  </a:lnTo>
                  <a:lnTo>
                    <a:pt x="209541" y="131299"/>
                  </a:lnTo>
                  <a:lnTo>
                    <a:pt x="219186" y="132164"/>
                  </a:lnTo>
                  <a:lnTo>
                    <a:pt x="226027" y="131299"/>
                  </a:lnTo>
                  <a:lnTo>
                    <a:pt x="231897" y="129382"/>
                  </a:lnTo>
                  <a:lnTo>
                    <a:pt x="237953" y="130359"/>
                  </a:lnTo>
                  <a:lnTo>
                    <a:pt x="239748" y="131675"/>
                  </a:lnTo>
                  <a:lnTo>
                    <a:pt x="240645" y="134871"/>
                  </a:lnTo>
                  <a:lnTo>
                    <a:pt x="239934" y="136901"/>
                  </a:lnTo>
                  <a:lnTo>
                    <a:pt x="237804" y="138893"/>
                  </a:lnTo>
                  <a:lnTo>
                    <a:pt x="236420" y="144641"/>
                  </a:lnTo>
                  <a:lnTo>
                    <a:pt x="232607" y="150649"/>
                  </a:lnTo>
                  <a:lnTo>
                    <a:pt x="232009" y="166558"/>
                  </a:lnTo>
                  <a:lnTo>
                    <a:pt x="236009" y="179940"/>
                  </a:lnTo>
                  <a:lnTo>
                    <a:pt x="243299" y="189268"/>
                  </a:lnTo>
                  <a:lnTo>
                    <a:pt x="242402" y="191216"/>
                  </a:lnTo>
                  <a:lnTo>
                    <a:pt x="232420" y="200163"/>
                  </a:lnTo>
                  <a:lnTo>
                    <a:pt x="231934" y="202222"/>
                  </a:lnTo>
                  <a:lnTo>
                    <a:pt x="233841" y="201399"/>
                  </a:lnTo>
                  <a:lnTo>
                    <a:pt x="236906" y="202222"/>
                  </a:lnTo>
                  <a:lnTo>
                    <a:pt x="237953" y="204393"/>
                  </a:lnTo>
                  <a:lnTo>
                    <a:pt x="245392" y="210605"/>
                  </a:lnTo>
                  <a:lnTo>
                    <a:pt x="245280" y="213000"/>
                  </a:lnTo>
                  <a:lnTo>
                    <a:pt x="247412" y="217676"/>
                  </a:lnTo>
                  <a:lnTo>
                    <a:pt x="247037" y="218723"/>
                  </a:lnTo>
                  <a:lnTo>
                    <a:pt x="252159" y="232038"/>
                  </a:lnTo>
                  <a:lnTo>
                    <a:pt x="252346" y="234881"/>
                  </a:lnTo>
                  <a:lnTo>
                    <a:pt x="248047" y="235628"/>
                  </a:lnTo>
                  <a:lnTo>
                    <a:pt x="247299" y="224895"/>
                  </a:lnTo>
                  <a:lnTo>
                    <a:pt x="241430" y="216292"/>
                  </a:lnTo>
                  <a:lnTo>
                    <a:pt x="238214" y="217190"/>
                  </a:lnTo>
                  <a:lnTo>
                    <a:pt x="232831" y="223100"/>
                  </a:lnTo>
                  <a:lnTo>
                    <a:pt x="230327" y="223960"/>
                  </a:lnTo>
                  <a:lnTo>
                    <a:pt x="228308" y="223137"/>
                  </a:lnTo>
                  <a:lnTo>
                    <a:pt x="226289" y="219621"/>
                  </a:lnTo>
                  <a:lnTo>
                    <a:pt x="224980" y="218985"/>
                  </a:lnTo>
                  <a:lnTo>
                    <a:pt x="223672" y="221940"/>
                  </a:lnTo>
                  <a:lnTo>
                    <a:pt x="225317" y="224559"/>
                  </a:lnTo>
                  <a:lnTo>
                    <a:pt x="201578" y="224521"/>
                  </a:lnTo>
                  <a:lnTo>
                    <a:pt x="196942" y="223436"/>
                  </a:lnTo>
                  <a:lnTo>
                    <a:pt x="190586" y="224783"/>
                  </a:lnTo>
                  <a:lnTo>
                    <a:pt x="190512" y="238245"/>
                  </a:lnTo>
                  <a:lnTo>
                    <a:pt x="201727" y="238432"/>
                  </a:lnTo>
                  <a:lnTo>
                    <a:pt x="204830" y="242321"/>
                  </a:lnTo>
                  <a:lnTo>
                    <a:pt x="205017" y="246583"/>
                  </a:lnTo>
                  <a:lnTo>
                    <a:pt x="202326" y="247256"/>
                  </a:lnTo>
                  <a:lnTo>
                    <a:pt x="198400" y="245088"/>
                  </a:lnTo>
                  <a:lnTo>
                    <a:pt x="191447" y="247667"/>
                  </a:lnTo>
                  <a:lnTo>
                    <a:pt x="186325" y="248266"/>
                  </a:lnTo>
                  <a:lnTo>
                    <a:pt x="185988" y="263145"/>
                  </a:lnTo>
                  <a:lnTo>
                    <a:pt x="189054" y="266846"/>
                  </a:lnTo>
                  <a:lnTo>
                    <a:pt x="195035" y="270847"/>
                  </a:lnTo>
                  <a:lnTo>
                    <a:pt x="195933" y="273538"/>
                  </a:lnTo>
                  <a:lnTo>
                    <a:pt x="195521" y="276118"/>
                  </a:lnTo>
                  <a:lnTo>
                    <a:pt x="196942" y="279333"/>
                  </a:lnTo>
                  <a:lnTo>
                    <a:pt x="198886" y="281016"/>
                  </a:lnTo>
                  <a:lnTo>
                    <a:pt x="199895" y="285091"/>
                  </a:lnTo>
                  <a:lnTo>
                    <a:pt x="188157" y="348312"/>
                  </a:lnTo>
                  <a:lnTo>
                    <a:pt x="183970" y="344452"/>
                  </a:lnTo>
                  <a:lnTo>
                    <a:pt x="182474" y="340966"/>
                  </a:lnTo>
                  <a:lnTo>
                    <a:pt x="180381" y="339543"/>
                  </a:lnTo>
                  <a:lnTo>
                    <a:pt x="177352" y="340704"/>
                  </a:lnTo>
                  <a:lnTo>
                    <a:pt x="172193" y="338869"/>
                  </a:lnTo>
                  <a:lnTo>
                    <a:pt x="185914" y="317412"/>
                  </a:lnTo>
                  <a:lnTo>
                    <a:pt x="185465" y="315503"/>
                  </a:lnTo>
                  <a:lnTo>
                    <a:pt x="173988" y="310264"/>
                  </a:lnTo>
                  <a:lnTo>
                    <a:pt x="167333" y="306111"/>
                  </a:lnTo>
                  <a:lnTo>
                    <a:pt x="162586" y="308319"/>
                  </a:lnTo>
                  <a:lnTo>
                    <a:pt x="158436" y="308767"/>
                  </a:lnTo>
                  <a:lnTo>
                    <a:pt x="151034" y="304989"/>
                  </a:lnTo>
                  <a:lnTo>
                    <a:pt x="146249" y="308618"/>
                  </a:lnTo>
                  <a:lnTo>
                    <a:pt x="141389" y="310152"/>
                  </a:lnTo>
                  <a:lnTo>
                    <a:pt x="137687" y="310713"/>
                  </a:lnTo>
                  <a:lnTo>
                    <a:pt x="132939" y="309104"/>
                  </a:lnTo>
                  <a:lnTo>
                    <a:pt x="131071" y="309965"/>
                  </a:lnTo>
                  <a:lnTo>
                    <a:pt x="126360" y="310002"/>
                  </a:lnTo>
                  <a:lnTo>
                    <a:pt x="121949" y="307608"/>
                  </a:lnTo>
                  <a:lnTo>
                    <a:pt x="121575" y="306148"/>
                  </a:lnTo>
                  <a:lnTo>
                    <a:pt x="122509" y="303493"/>
                  </a:lnTo>
                  <a:lnTo>
                    <a:pt x="121051" y="298293"/>
                  </a:lnTo>
                  <a:lnTo>
                    <a:pt x="120491" y="297395"/>
                  </a:lnTo>
                  <a:lnTo>
                    <a:pt x="117874" y="297320"/>
                  </a:lnTo>
                  <a:lnTo>
                    <a:pt x="114845" y="295450"/>
                  </a:lnTo>
                  <a:lnTo>
                    <a:pt x="114322" y="290364"/>
                  </a:lnTo>
                  <a:lnTo>
                    <a:pt x="111331" y="286213"/>
                  </a:lnTo>
                  <a:lnTo>
                    <a:pt x="107219" y="285129"/>
                  </a:lnTo>
                  <a:lnTo>
                    <a:pt x="103256" y="281614"/>
                  </a:lnTo>
                  <a:lnTo>
                    <a:pt x="99256" y="280417"/>
                  </a:lnTo>
                  <a:lnTo>
                    <a:pt x="97424" y="277950"/>
                  </a:lnTo>
                  <a:lnTo>
                    <a:pt x="95705" y="272342"/>
                  </a:lnTo>
                  <a:lnTo>
                    <a:pt x="91555" y="267968"/>
                  </a:lnTo>
                  <a:lnTo>
                    <a:pt x="88676" y="266472"/>
                  </a:lnTo>
                  <a:lnTo>
                    <a:pt x="87704" y="264416"/>
                  </a:lnTo>
                  <a:lnTo>
                    <a:pt x="84751" y="264192"/>
                  </a:lnTo>
                  <a:lnTo>
                    <a:pt x="79779" y="261126"/>
                  </a:lnTo>
                  <a:lnTo>
                    <a:pt x="77685" y="262472"/>
                  </a:lnTo>
                  <a:lnTo>
                    <a:pt x="70769" y="258958"/>
                  </a:lnTo>
                  <a:lnTo>
                    <a:pt x="67479" y="258397"/>
                  </a:lnTo>
                  <a:lnTo>
                    <a:pt x="61423" y="253088"/>
                  </a:lnTo>
                  <a:lnTo>
                    <a:pt x="57198" y="251145"/>
                  </a:lnTo>
                  <a:lnTo>
                    <a:pt x="54768" y="251855"/>
                  </a:lnTo>
                  <a:lnTo>
                    <a:pt x="53946" y="254845"/>
                  </a:lnTo>
                  <a:lnTo>
                    <a:pt x="52563" y="255368"/>
                  </a:lnTo>
                  <a:lnTo>
                    <a:pt x="47703" y="254621"/>
                  </a:lnTo>
                  <a:lnTo>
                    <a:pt x="45609" y="255107"/>
                  </a:lnTo>
                  <a:lnTo>
                    <a:pt x="39703" y="252901"/>
                  </a:lnTo>
                  <a:lnTo>
                    <a:pt x="33833" y="252079"/>
                  </a:lnTo>
                  <a:lnTo>
                    <a:pt x="32338" y="247032"/>
                  </a:lnTo>
                  <a:lnTo>
                    <a:pt x="28599" y="245237"/>
                  </a:lnTo>
                  <a:lnTo>
                    <a:pt x="27478" y="242882"/>
                  </a:lnTo>
                  <a:lnTo>
                    <a:pt x="24824" y="243106"/>
                  </a:lnTo>
                  <a:lnTo>
                    <a:pt x="14804" y="238545"/>
                  </a:lnTo>
                  <a:lnTo>
                    <a:pt x="7140" y="233608"/>
                  </a:lnTo>
                  <a:lnTo>
                    <a:pt x="0" y="226541"/>
                  </a:lnTo>
                  <a:lnTo>
                    <a:pt x="1420" y="223885"/>
                  </a:lnTo>
                  <a:lnTo>
                    <a:pt x="4822" y="221866"/>
                  </a:lnTo>
                  <a:lnTo>
                    <a:pt x="9309" y="223436"/>
                  </a:lnTo>
                  <a:lnTo>
                    <a:pt x="9869" y="220295"/>
                  </a:lnTo>
                  <a:lnTo>
                    <a:pt x="8225" y="217564"/>
                  </a:lnTo>
                  <a:lnTo>
                    <a:pt x="9009" y="211316"/>
                  </a:lnTo>
                  <a:lnTo>
                    <a:pt x="12636" y="208659"/>
                  </a:lnTo>
                  <a:lnTo>
                    <a:pt x="14168" y="209146"/>
                  </a:lnTo>
                  <a:lnTo>
                    <a:pt x="15140" y="208098"/>
                  </a:lnTo>
                  <a:lnTo>
                    <a:pt x="19926" y="208136"/>
                  </a:lnTo>
                  <a:lnTo>
                    <a:pt x="23889" y="203644"/>
                  </a:lnTo>
                  <a:lnTo>
                    <a:pt x="25160" y="203831"/>
                  </a:lnTo>
                  <a:lnTo>
                    <a:pt x="28151" y="200463"/>
                  </a:lnTo>
                  <a:lnTo>
                    <a:pt x="27664" y="197094"/>
                  </a:lnTo>
                  <a:lnTo>
                    <a:pt x="30468" y="196345"/>
                  </a:lnTo>
                  <a:lnTo>
                    <a:pt x="33384" y="190803"/>
                  </a:lnTo>
                  <a:lnTo>
                    <a:pt x="34656" y="190691"/>
                  </a:lnTo>
                  <a:lnTo>
                    <a:pt x="35328" y="188069"/>
                  </a:lnTo>
                  <a:lnTo>
                    <a:pt x="40487" y="178929"/>
                  </a:lnTo>
                  <a:lnTo>
                    <a:pt x="38618" y="179978"/>
                  </a:lnTo>
                  <a:lnTo>
                    <a:pt x="36600" y="179341"/>
                  </a:lnTo>
                  <a:lnTo>
                    <a:pt x="36898" y="176268"/>
                  </a:lnTo>
                  <a:lnTo>
                    <a:pt x="36300" y="175893"/>
                  </a:lnTo>
                  <a:lnTo>
                    <a:pt x="34618" y="178255"/>
                  </a:lnTo>
                  <a:lnTo>
                    <a:pt x="33197" y="175855"/>
                  </a:lnTo>
                  <a:lnTo>
                    <a:pt x="33571" y="171957"/>
                  </a:lnTo>
                  <a:lnTo>
                    <a:pt x="31253" y="172708"/>
                  </a:lnTo>
                  <a:lnTo>
                    <a:pt x="34730" y="168846"/>
                  </a:lnTo>
                  <a:lnTo>
                    <a:pt x="36114" y="162095"/>
                  </a:lnTo>
                  <a:lnTo>
                    <a:pt x="35029" y="159656"/>
                  </a:lnTo>
                  <a:lnTo>
                    <a:pt x="34319" y="149523"/>
                  </a:lnTo>
                  <a:lnTo>
                    <a:pt x="33721" y="147608"/>
                  </a:lnTo>
                  <a:lnTo>
                    <a:pt x="30954" y="145091"/>
                  </a:lnTo>
                  <a:lnTo>
                    <a:pt x="35328" y="142199"/>
                  </a:lnTo>
                  <a:lnTo>
                    <a:pt x="36898" y="140020"/>
                  </a:lnTo>
                  <a:lnTo>
                    <a:pt x="32300" y="131713"/>
                  </a:lnTo>
                  <a:lnTo>
                    <a:pt x="32225" y="129456"/>
                  </a:lnTo>
                  <a:lnTo>
                    <a:pt x="33796" y="129682"/>
                  </a:lnTo>
                  <a:lnTo>
                    <a:pt x="34394" y="123400"/>
                  </a:lnTo>
                  <a:lnTo>
                    <a:pt x="32935" y="120991"/>
                  </a:lnTo>
                  <a:lnTo>
                    <a:pt x="31141" y="120953"/>
                  </a:lnTo>
                  <a:lnTo>
                    <a:pt x="25384" y="111652"/>
                  </a:lnTo>
                  <a:lnTo>
                    <a:pt x="23365" y="109730"/>
                  </a:lnTo>
                  <a:lnTo>
                    <a:pt x="24861" y="105244"/>
                  </a:lnTo>
                  <a:lnTo>
                    <a:pt x="26618" y="103283"/>
                  </a:lnTo>
                  <a:lnTo>
                    <a:pt x="26244" y="99889"/>
                  </a:lnTo>
                  <a:lnTo>
                    <a:pt x="27402" y="100040"/>
                  </a:lnTo>
                  <a:lnTo>
                    <a:pt x="29870" y="103133"/>
                  </a:lnTo>
                  <a:lnTo>
                    <a:pt x="30880" y="102680"/>
                  </a:lnTo>
                  <a:lnTo>
                    <a:pt x="34768" y="99738"/>
                  </a:lnTo>
                  <a:lnTo>
                    <a:pt x="34880" y="96983"/>
                  </a:lnTo>
                  <a:lnTo>
                    <a:pt x="37982" y="94153"/>
                  </a:lnTo>
                  <a:lnTo>
                    <a:pt x="33608" y="84597"/>
                  </a:lnTo>
                  <a:lnTo>
                    <a:pt x="32113" y="83122"/>
                  </a:lnTo>
                  <a:lnTo>
                    <a:pt x="33908" y="80023"/>
                  </a:lnTo>
                  <a:lnTo>
                    <a:pt x="34917" y="80212"/>
                  </a:lnTo>
                  <a:lnTo>
                    <a:pt x="36637" y="83198"/>
                  </a:lnTo>
                  <a:lnTo>
                    <a:pt x="45160" y="91661"/>
                  </a:lnTo>
                  <a:lnTo>
                    <a:pt x="43889" y="92869"/>
                  </a:lnTo>
                  <a:lnTo>
                    <a:pt x="44225" y="94832"/>
                  </a:lnTo>
                  <a:lnTo>
                    <a:pt x="46506" y="95021"/>
                  </a:lnTo>
                  <a:lnTo>
                    <a:pt x="47404" y="93511"/>
                  </a:lnTo>
                  <a:lnTo>
                    <a:pt x="46805" y="87053"/>
                  </a:lnTo>
                  <a:lnTo>
                    <a:pt x="45834" y="83803"/>
                  </a:lnTo>
                  <a:lnTo>
                    <a:pt x="43702" y="81535"/>
                  </a:lnTo>
                  <a:lnTo>
                    <a:pt x="57086" y="72797"/>
                  </a:lnTo>
                  <a:lnTo>
                    <a:pt x="60039" y="66966"/>
                  </a:lnTo>
                  <a:lnTo>
                    <a:pt x="62283" y="64882"/>
                  </a:lnTo>
                  <a:lnTo>
                    <a:pt x="64825" y="63518"/>
                  </a:lnTo>
                  <a:lnTo>
                    <a:pt x="70320" y="63101"/>
                  </a:lnTo>
                  <a:lnTo>
                    <a:pt x="71068" y="61244"/>
                  </a:lnTo>
                  <a:lnTo>
                    <a:pt x="69498" y="57224"/>
                  </a:lnTo>
                  <a:lnTo>
                    <a:pt x="71292" y="51646"/>
                  </a:lnTo>
                  <a:lnTo>
                    <a:pt x="71218" y="48875"/>
                  </a:lnTo>
                  <a:lnTo>
                    <a:pt x="72414" y="47166"/>
                  </a:lnTo>
                  <a:lnTo>
                    <a:pt x="72003" y="46520"/>
                  </a:lnTo>
                  <a:lnTo>
                    <a:pt x="68900" y="48495"/>
                  </a:lnTo>
                  <a:lnTo>
                    <a:pt x="72114" y="44582"/>
                  </a:lnTo>
                  <a:lnTo>
                    <a:pt x="74358" y="38613"/>
                  </a:lnTo>
                  <a:lnTo>
                    <a:pt x="86845" y="28069"/>
                  </a:lnTo>
                  <a:lnTo>
                    <a:pt x="94957" y="30621"/>
                  </a:lnTo>
                  <a:lnTo>
                    <a:pt x="97499" y="30468"/>
                  </a:lnTo>
                  <a:lnTo>
                    <a:pt x="94134" y="31763"/>
                  </a:lnTo>
                  <a:lnTo>
                    <a:pt x="93648" y="33286"/>
                  </a:lnTo>
                  <a:lnTo>
                    <a:pt x="96041" y="35342"/>
                  </a:lnTo>
                  <a:lnTo>
                    <a:pt x="99817" y="28145"/>
                  </a:lnTo>
                  <a:lnTo>
                    <a:pt x="100228" y="24753"/>
                  </a:lnTo>
                  <a:lnTo>
                    <a:pt x="101387" y="23610"/>
                  </a:lnTo>
                  <a:lnTo>
                    <a:pt x="103144" y="23190"/>
                  </a:lnTo>
                  <a:lnTo>
                    <a:pt x="108602" y="24562"/>
                  </a:lnTo>
                  <a:lnTo>
                    <a:pt x="118621" y="24143"/>
                  </a:lnTo>
                  <a:lnTo>
                    <a:pt x="130921" y="15292"/>
                  </a:lnTo>
                  <a:lnTo>
                    <a:pt x="140192" y="11550"/>
                  </a:lnTo>
                  <a:lnTo>
                    <a:pt x="143108" y="5204"/>
                  </a:lnTo>
                  <a:lnTo>
                    <a:pt x="146548" y="4133"/>
                  </a:lnTo>
                  <a:lnTo>
                    <a:pt x="147594" y="2641"/>
                  </a:lnTo>
                  <a:lnTo>
                    <a:pt x="151856" y="268"/>
                  </a:lnTo>
                  <a:lnTo>
                    <a:pt x="156417" y="0"/>
                  </a:lnTo>
                  <a:lnTo>
                    <a:pt x="161240" y="2067"/>
                  </a:lnTo>
                  <a:lnTo>
                    <a:pt x="163445" y="5701"/>
                  </a:lnTo>
                  <a:lnTo>
                    <a:pt x="163819" y="8225"/>
                  </a:lnTo>
                  <a:lnTo>
                    <a:pt x="160791" y="1093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5" name="oPE_MapPart_COL_2_135" descr="Kolumbien">
              <a:extLst>
                <a:ext uri="{FF2B5EF4-FFF2-40B4-BE49-F238E27FC236}">
                  <a16:creationId xmlns:a16="http://schemas.microsoft.com/office/drawing/2014/main" id="{0E8AE5DE-1688-A9D9-1337-D9B325AC9266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4471638" y="4336969"/>
              <a:ext cx="1983" cy="2620"/>
            </a:xfrm>
            <a:custGeom>
              <a:avLst/>
              <a:gdLst/>
              <a:ahLst/>
              <a:cxnLst/>
              <a:rect l="0" t="0" r="0" b="0"/>
              <a:pathLst>
                <a:path w="1983" h="2620">
                  <a:moveTo>
                    <a:pt x="1982" y="2170"/>
                  </a:moveTo>
                  <a:lnTo>
                    <a:pt x="1421" y="2619"/>
                  </a:lnTo>
                  <a:lnTo>
                    <a:pt x="0" y="748"/>
                  </a:lnTo>
                  <a:lnTo>
                    <a:pt x="673" y="0"/>
                  </a:lnTo>
                  <a:lnTo>
                    <a:pt x="1869" y="8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6" name="oPE_MapPart_COM_1_136" descr="Komoren">
              <a:extLst>
                <a:ext uri="{FF2B5EF4-FFF2-40B4-BE49-F238E27FC236}">
                  <a16:creationId xmlns:a16="http://schemas.microsoft.com/office/drawing/2014/main" id="{2820E125-5B7A-3EE3-FA7B-2A1929B758D1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7014428" y="4644520"/>
              <a:ext cx="6357" cy="6082"/>
            </a:xfrm>
            <a:custGeom>
              <a:avLst/>
              <a:gdLst/>
              <a:ahLst/>
              <a:cxnLst/>
              <a:rect l="0" t="0" r="0" b="0"/>
              <a:pathLst>
                <a:path w="6357" h="6082">
                  <a:moveTo>
                    <a:pt x="5309" y="229"/>
                  </a:moveTo>
                  <a:lnTo>
                    <a:pt x="6356" y="3174"/>
                  </a:lnTo>
                  <a:lnTo>
                    <a:pt x="5906" y="6081"/>
                  </a:lnTo>
                  <a:lnTo>
                    <a:pt x="0" y="2141"/>
                  </a:lnTo>
                  <a:lnTo>
                    <a:pt x="3289" y="2027"/>
                  </a:lnTo>
                  <a:lnTo>
                    <a:pt x="478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7" name="oPE_MapPart_COM_2_137" descr="Komoren">
              <a:extLst>
                <a:ext uri="{FF2B5EF4-FFF2-40B4-BE49-F238E27FC236}">
                  <a16:creationId xmlns:a16="http://schemas.microsoft.com/office/drawing/2014/main" id="{07628679-CB48-8DB9-C4E7-79F78FD4359C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7002204" y="4648267"/>
              <a:ext cx="4710" cy="2566"/>
            </a:xfrm>
            <a:custGeom>
              <a:avLst/>
              <a:gdLst/>
              <a:ahLst/>
              <a:cxnLst/>
              <a:rect l="0" t="0" r="0" b="0"/>
              <a:pathLst>
                <a:path w="4710" h="2566">
                  <a:moveTo>
                    <a:pt x="3252" y="1263"/>
                  </a:moveTo>
                  <a:lnTo>
                    <a:pt x="4709" y="2565"/>
                  </a:lnTo>
                  <a:lnTo>
                    <a:pt x="672" y="2028"/>
                  </a:lnTo>
                  <a:lnTo>
                    <a:pt x="0" y="0"/>
                  </a:lnTo>
                  <a:lnTo>
                    <a:pt x="1495" y="1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8" name="oPE_MapPart_COM_3_138" descr="Komoren">
              <a:extLst>
                <a:ext uri="{FF2B5EF4-FFF2-40B4-BE49-F238E27FC236}">
                  <a16:creationId xmlns:a16="http://schemas.microsoft.com/office/drawing/2014/main" id="{BA195DF5-FE8E-61AD-EFAA-C32F5FE4DF18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6993792" y="4629629"/>
              <a:ext cx="5497" cy="11300"/>
            </a:xfrm>
            <a:custGeom>
              <a:avLst/>
              <a:gdLst/>
              <a:ahLst/>
              <a:cxnLst/>
              <a:rect l="0" t="0" r="0" b="0"/>
              <a:pathLst>
                <a:path w="5497" h="11300">
                  <a:moveTo>
                    <a:pt x="4972" y="11299"/>
                  </a:moveTo>
                  <a:lnTo>
                    <a:pt x="1570" y="10076"/>
                  </a:lnTo>
                  <a:lnTo>
                    <a:pt x="0" y="8128"/>
                  </a:lnTo>
                  <a:lnTo>
                    <a:pt x="1121" y="458"/>
                  </a:lnTo>
                  <a:lnTo>
                    <a:pt x="2393" y="0"/>
                  </a:lnTo>
                  <a:lnTo>
                    <a:pt x="3440" y="840"/>
                  </a:lnTo>
                  <a:lnTo>
                    <a:pt x="3178" y="5189"/>
                  </a:lnTo>
                  <a:lnTo>
                    <a:pt x="5496" y="1045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9" name="oPE_MapPart_COK_1_139" descr="Cookinseln">
              <a:extLst>
                <a:ext uri="{FF2B5EF4-FFF2-40B4-BE49-F238E27FC236}">
                  <a16:creationId xmlns:a16="http://schemas.microsoft.com/office/drawing/2014/main" id="{CD0F6C83-5766-DFAF-04F7-AE284B46685A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2766077" y="4831057"/>
              <a:ext cx="22432" cy="24063"/>
            </a:xfrm>
            <a:custGeom>
              <a:avLst/>
              <a:gdLst/>
              <a:ahLst/>
              <a:cxnLst/>
              <a:rect l="0" t="0" r="0" b="0"/>
              <a:pathLst>
                <a:path w="22432" h="24063">
                  <a:moveTo>
                    <a:pt x="0" y="0"/>
                  </a:moveTo>
                  <a:lnTo>
                    <a:pt x="22431" y="0"/>
                  </a:lnTo>
                  <a:lnTo>
                    <a:pt x="22431" y="24062"/>
                  </a:lnTo>
                  <a:lnTo>
                    <a:pt x="0" y="2406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0" name="oPE_MapPart_CRI_1_140" descr="Costa Rica">
              <a:extLst>
                <a:ext uri="{FF2B5EF4-FFF2-40B4-BE49-F238E27FC236}">
                  <a16:creationId xmlns:a16="http://schemas.microsoft.com/office/drawing/2014/main" id="{F009D995-230B-E5FD-2029-112749EA3939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4311744" y="4158069"/>
              <a:ext cx="69462" cy="65685"/>
            </a:xfrm>
            <a:custGeom>
              <a:avLst/>
              <a:gdLst/>
              <a:ahLst/>
              <a:cxnLst/>
              <a:rect l="0" t="0" r="0" b="0"/>
              <a:pathLst>
                <a:path w="69462" h="65685">
                  <a:moveTo>
                    <a:pt x="69461" y="34056"/>
                  </a:moveTo>
                  <a:lnTo>
                    <a:pt x="67816" y="35534"/>
                  </a:lnTo>
                  <a:lnTo>
                    <a:pt x="64526" y="33714"/>
                  </a:lnTo>
                  <a:lnTo>
                    <a:pt x="61647" y="36709"/>
                  </a:lnTo>
                  <a:lnTo>
                    <a:pt x="61647" y="44929"/>
                  </a:lnTo>
                  <a:lnTo>
                    <a:pt x="64900" y="46367"/>
                  </a:lnTo>
                  <a:lnTo>
                    <a:pt x="66059" y="47956"/>
                  </a:lnTo>
                  <a:lnTo>
                    <a:pt x="62133" y="51626"/>
                  </a:lnTo>
                  <a:lnTo>
                    <a:pt x="63404" y="53858"/>
                  </a:lnTo>
                  <a:lnTo>
                    <a:pt x="63292" y="57676"/>
                  </a:lnTo>
                  <a:lnTo>
                    <a:pt x="59853" y="60094"/>
                  </a:lnTo>
                  <a:lnTo>
                    <a:pt x="62208" y="63003"/>
                  </a:lnTo>
                  <a:lnTo>
                    <a:pt x="62918" y="65684"/>
                  </a:lnTo>
                  <a:lnTo>
                    <a:pt x="57834" y="59754"/>
                  </a:lnTo>
                  <a:lnTo>
                    <a:pt x="57049" y="54841"/>
                  </a:lnTo>
                  <a:lnTo>
                    <a:pt x="54469" y="53215"/>
                  </a:lnTo>
                  <a:lnTo>
                    <a:pt x="52264" y="52118"/>
                  </a:lnTo>
                  <a:lnTo>
                    <a:pt x="50656" y="52345"/>
                  </a:lnTo>
                  <a:lnTo>
                    <a:pt x="54208" y="56542"/>
                  </a:lnTo>
                  <a:lnTo>
                    <a:pt x="54357" y="58658"/>
                  </a:lnTo>
                  <a:lnTo>
                    <a:pt x="47852" y="57109"/>
                  </a:lnTo>
                  <a:lnTo>
                    <a:pt x="45161" y="54273"/>
                  </a:lnTo>
                  <a:lnTo>
                    <a:pt x="47665" y="50302"/>
                  </a:lnTo>
                  <a:lnTo>
                    <a:pt x="47179" y="45421"/>
                  </a:lnTo>
                  <a:lnTo>
                    <a:pt x="41796" y="40346"/>
                  </a:lnTo>
                  <a:lnTo>
                    <a:pt x="35029" y="36444"/>
                  </a:lnTo>
                  <a:lnTo>
                    <a:pt x="27552" y="34207"/>
                  </a:lnTo>
                  <a:lnTo>
                    <a:pt x="25945" y="32577"/>
                  </a:lnTo>
                  <a:lnTo>
                    <a:pt x="26281" y="29542"/>
                  </a:lnTo>
                  <a:lnTo>
                    <a:pt x="24786" y="27228"/>
                  </a:lnTo>
                  <a:lnTo>
                    <a:pt x="18356" y="22673"/>
                  </a:lnTo>
                  <a:lnTo>
                    <a:pt x="13421" y="19710"/>
                  </a:lnTo>
                  <a:lnTo>
                    <a:pt x="13945" y="22862"/>
                  </a:lnTo>
                  <a:lnTo>
                    <a:pt x="15515" y="24761"/>
                  </a:lnTo>
                  <a:lnTo>
                    <a:pt x="19627" y="26507"/>
                  </a:lnTo>
                  <a:lnTo>
                    <a:pt x="21235" y="28898"/>
                  </a:lnTo>
                  <a:lnTo>
                    <a:pt x="16487" y="33942"/>
                  </a:lnTo>
                  <a:lnTo>
                    <a:pt x="12337" y="29087"/>
                  </a:lnTo>
                  <a:lnTo>
                    <a:pt x="5907" y="27190"/>
                  </a:lnTo>
                  <a:lnTo>
                    <a:pt x="2318" y="22331"/>
                  </a:lnTo>
                  <a:lnTo>
                    <a:pt x="1234" y="18950"/>
                  </a:lnTo>
                  <a:lnTo>
                    <a:pt x="1607" y="16708"/>
                  </a:lnTo>
                  <a:lnTo>
                    <a:pt x="5084" y="11688"/>
                  </a:lnTo>
                  <a:lnTo>
                    <a:pt x="5010" y="9406"/>
                  </a:lnTo>
                  <a:lnTo>
                    <a:pt x="0" y="6171"/>
                  </a:lnTo>
                  <a:lnTo>
                    <a:pt x="3252" y="4305"/>
                  </a:lnTo>
                  <a:lnTo>
                    <a:pt x="3402" y="2667"/>
                  </a:lnTo>
                  <a:lnTo>
                    <a:pt x="6729" y="0"/>
                  </a:lnTo>
                  <a:lnTo>
                    <a:pt x="20749" y="5143"/>
                  </a:lnTo>
                  <a:lnTo>
                    <a:pt x="25085" y="2896"/>
                  </a:lnTo>
                  <a:lnTo>
                    <a:pt x="32413" y="4419"/>
                  </a:lnTo>
                  <a:lnTo>
                    <a:pt x="36151" y="8645"/>
                  </a:lnTo>
                  <a:lnTo>
                    <a:pt x="41310" y="9596"/>
                  </a:lnTo>
                  <a:lnTo>
                    <a:pt x="45609" y="8531"/>
                  </a:lnTo>
                  <a:lnTo>
                    <a:pt x="47067" y="5752"/>
                  </a:lnTo>
                  <a:lnTo>
                    <a:pt x="53198" y="18456"/>
                  </a:lnTo>
                  <a:lnTo>
                    <a:pt x="65012" y="32084"/>
                  </a:lnTo>
                  <a:lnTo>
                    <a:pt x="68489" y="332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1" name="oPE_MapPart_HRV_1_141" descr="Kroatien">
              <a:extLst>
                <a:ext uri="{FF2B5EF4-FFF2-40B4-BE49-F238E27FC236}">
                  <a16:creationId xmlns:a16="http://schemas.microsoft.com/office/drawing/2014/main" id="{70C592C8-CA02-26E6-8254-3C603F5DBA75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6376758" y="3297399"/>
              <a:ext cx="122174" cy="104592"/>
            </a:xfrm>
            <a:custGeom>
              <a:avLst/>
              <a:gdLst/>
              <a:ahLst/>
              <a:cxnLst/>
              <a:rect l="0" t="0" r="0" b="0"/>
              <a:pathLst>
                <a:path w="122174" h="104592">
                  <a:moveTo>
                    <a:pt x="1234" y="30476"/>
                  </a:moveTo>
                  <a:lnTo>
                    <a:pt x="2019" y="31650"/>
                  </a:lnTo>
                  <a:lnTo>
                    <a:pt x="7478" y="33088"/>
                  </a:lnTo>
                  <a:lnTo>
                    <a:pt x="9870" y="30689"/>
                  </a:lnTo>
                  <a:lnTo>
                    <a:pt x="17683" y="31543"/>
                  </a:lnTo>
                  <a:lnTo>
                    <a:pt x="21833" y="26310"/>
                  </a:lnTo>
                  <a:lnTo>
                    <a:pt x="26469" y="31596"/>
                  </a:lnTo>
                  <a:lnTo>
                    <a:pt x="29834" y="30956"/>
                  </a:lnTo>
                  <a:lnTo>
                    <a:pt x="35815" y="32716"/>
                  </a:lnTo>
                  <a:lnTo>
                    <a:pt x="37834" y="31969"/>
                  </a:lnTo>
                  <a:lnTo>
                    <a:pt x="36675" y="28608"/>
                  </a:lnTo>
                  <a:lnTo>
                    <a:pt x="38207" y="26630"/>
                  </a:lnTo>
                  <a:lnTo>
                    <a:pt x="36525" y="24061"/>
                  </a:lnTo>
                  <a:lnTo>
                    <a:pt x="44338" y="20201"/>
                  </a:lnTo>
                  <a:lnTo>
                    <a:pt x="44825" y="16600"/>
                  </a:lnTo>
                  <a:lnTo>
                    <a:pt x="43180" y="12830"/>
                  </a:lnTo>
                  <a:lnTo>
                    <a:pt x="43442" y="10941"/>
                  </a:lnTo>
                  <a:lnTo>
                    <a:pt x="51554" y="6942"/>
                  </a:lnTo>
                  <a:lnTo>
                    <a:pt x="52937" y="4938"/>
                  </a:lnTo>
                  <a:lnTo>
                    <a:pt x="56264" y="4884"/>
                  </a:lnTo>
                  <a:lnTo>
                    <a:pt x="56451" y="1575"/>
                  </a:lnTo>
                  <a:lnTo>
                    <a:pt x="58209" y="0"/>
                  </a:lnTo>
                  <a:lnTo>
                    <a:pt x="67068" y="3583"/>
                  </a:lnTo>
                  <a:lnTo>
                    <a:pt x="78770" y="16224"/>
                  </a:lnTo>
                  <a:lnTo>
                    <a:pt x="84939" y="18643"/>
                  </a:lnTo>
                  <a:lnTo>
                    <a:pt x="89088" y="22346"/>
                  </a:lnTo>
                  <a:lnTo>
                    <a:pt x="100528" y="23472"/>
                  </a:lnTo>
                  <a:lnTo>
                    <a:pt x="104154" y="22186"/>
                  </a:lnTo>
                  <a:lnTo>
                    <a:pt x="106921" y="18858"/>
                  </a:lnTo>
                  <a:lnTo>
                    <a:pt x="111892" y="18106"/>
                  </a:lnTo>
                  <a:lnTo>
                    <a:pt x="111631" y="20093"/>
                  </a:lnTo>
                  <a:lnTo>
                    <a:pt x="110510" y="21005"/>
                  </a:lnTo>
                  <a:lnTo>
                    <a:pt x="112752" y="26363"/>
                  </a:lnTo>
                  <a:lnTo>
                    <a:pt x="112154" y="27967"/>
                  </a:lnTo>
                  <a:lnTo>
                    <a:pt x="115182" y="30530"/>
                  </a:lnTo>
                  <a:lnTo>
                    <a:pt x="114024" y="31969"/>
                  </a:lnTo>
                  <a:lnTo>
                    <a:pt x="113949" y="33940"/>
                  </a:lnTo>
                  <a:lnTo>
                    <a:pt x="122173" y="39469"/>
                  </a:lnTo>
                  <a:lnTo>
                    <a:pt x="121912" y="40636"/>
                  </a:lnTo>
                  <a:lnTo>
                    <a:pt x="120155" y="40795"/>
                  </a:lnTo>
                  <a:lnTo>
                    <a:pt x="116715" y="39946"/>
                  </a:lnTo>
                  <a:lnTo>
                    <a:pt x="116566" y="41272"/>
                  </a:lnTo>
                  <a:lnTo>
                    <a:pt x="115145" y="41696"/>
                  </a:lnTo>
                  <a:lnTo>
                    <a:pt x="115930" y="46512"/>
                  </a:lnTo>
                  <a:lnTo>
                    <a:pt x="115631" y="47885"/>
                  </a:lnTo>
                  <a:lnTo>
                    <a:pt x="113762" y="48518"/>
                  </a:lnTo>
                  <a:lnTo>
                    <a:pt x="114024" y="49574"/>
                  </a:lnTo>
                  <a:lnTo>
                    <a:pt x="110472" y="49152"/>
                  </a:lnTo>
                  <a:lnTo>
                    <a:pt x="108566" y="44926"/>
                  </a:lnTo>
                  <a:lnTo>
                    <a:pt x="106846" y="43444"/>
                  </a:lnTo>
                  <a:lnTo>
                    <a:pt x="93013" y="41537"/>
                  </a:lnTo>
                  <a:lnTo>
                    <a:pt x="89200" y="43444"/>
                  </a:lnTo>
                  <a:lnTo>
                    <a:pt x="85911" y="40901"/>
                  </a:lnTo>
                  <a:lnTo>
                    <a:pt x="82770" y="42173"/>
                  </a:lnTo>
                  <a:lnTo>
                    <a:pt x="74919" y="40689"/>
                  </a:lnTo>
                  <a:lnTo>
                    <a:pt x="70620" y="37557"/>
                  </a:lnTo>
                  <a:lnTo>
                    <a:pt x="67966" y="39946"/>
                  </a:lnTo>
                  <a:lnTo>
                    <a:pt x="62583" y="39362"/>
                  </a:lnTo>
                  <a:lnTo>
                    <a:pt x="57648" y="45454"/>
                  </a:lnTo>
                  <a:lnTo>
                    <a:pt x="52152" y="40159"/>
                  </a:lnTo>
                  <a:lnTo>
                    <a:pt x="49236" y="39362"/>
                  </a:lnTo>
                  <a:lnTo>
                    <a:pt x="47143" y="40476"/>
                  </a:lnTo>
                  <a:lnTo>
                    <a:pt x="46096" y="52578"/>
                  </a:lnTo>
                  <a:lnTo>
                    <a:pt x="53685" y="59724"/>
                  </a:lnTo>
                  <a:lnTo>
                    <a:pt x="56003" y="68614"/>
                  </a:lnTo>
                  <a:lnTo>
                    <a:pt x="57797" y="71220"/>
                  </a:lnTo>
                  <a:lnTo>
                    <a:pt x="74059" y="88734"/>
                  </a:lnTo>
                  <a:lnTo>
                    <a:pt x="78022" y="90743"/>
                  </a:lnTo>
                  <a:lnTo>
                    <a:pt x="78396" y="94755"/>
                  </a:lnTo>
                  <a:lnTo>
                    <a:pt x="85312" y="102240"/>
                  </a:lnTo>
                  <a:lnTo>
                    <a:pt x="85686" y="104591"/>
                  </a:lnTo>
                  <a:lnTo>
                    <a:pt x="83480" y="104540"/>
                  </a:lnTo>
                  <a:lnTo>
                    <a:pt x="70321" y="92287"/>
                  </a:lnTo>
                  <a:lnTo>
                    <a:pt x="59741" y="87960"/>
                  </a:lnTo>
                  <a:lnTo>
                    <a:pt x="51255" y="88631"/>
                  </a:lnTo>
                  <a:lnTo>
                    <a:pt x="50320" y="84708"/>
                  </a:lnTo>
                  <a:lnTo>
                    <a:pt x="41161" y="77459"/>
                  </a:lnTo>
                  <a:lnTo>
                    <a:pt x="33348" y="67414"/>
                  </a:lnTo>
                  <a:lnTo>
                    <a:pt x="40563" y="66944"/>
                  </a:lnTo>
                  <a:lnTo>
                    <a:pt x="36376" y="63756"/>
                  </a:lnTo>
                  <a:lnTo>
                    <a:pt x="28599" y="54315"/>
                  </a:lnTo>
                  <a:lnTo>
                    <a:pt x="28824" y="46564"/>
                  </a:lnTo>
                  <a:lnTo>
                    <a:pt x="27777" y="43338"/>
                  </a:lnTo>
                  <a:lnTo>
                    <a:pt x="21459" y="36973"/>
                  </a:lnTo>
                  <a:lnTo>
                    <a:pt x="16487" y="35749"/>
                  </a:lnTo>
                  <a:lnTo>
                    <a:pt x="14917" y="41007"/>
                  </a:lnTo>
                  <a:lnTo>
                    <a:pt x="9309" y="50523"/>
                  </a:lnTo>
                  <a:lnTo>
                    <a:pt x="7104" y="50470"/>
                  </a:lnTo>
                  <a:lnTo>
                    <a:pt x="2318" y="42544"/>
                  </a:lnTo>
                  <a:lnTo>
                    <a:pt x="0" y="314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2" name="oPE_MapPart_HRV_2_142" descr="Kroatien">
              <a:extLst>
                <a:ext uri="{FF2B5EF4-FFF2-40B4-BE49-F238E27FC236}">
                  <a16:creationId xmlns:a16="http://schemas.microsoft.com/office/drawing/2014/main" id="{66DEC3F8-145B-48AB-92D7-EAC9CC4F3415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6441808" y="3400968"/>
              <a:ext cx="11179" cy="2861"/>
            </a:xfrm>
            <a:custGeom>
              <a:avLst/>
              <a:gdLst/>
              <a:ahLst/>
              <a:cxnLst/>
              <a:rect l="0" t="0" r="0" b="0"/>
              <a:pathLst>
                <a:path w="11179" h="2861">
                  <a:moveTo>
                    <a:pt x="0" y="0"/>
                  </a:moveTo>
                  <a:lnTo>
                    <a:pt x="9196" y="920"/>
                  </a:lnTo>
                  <a:lnTo>
                    <a:pt x="11178" y="2248"/>
                  </a:lnTo>
                  <a:lnTo>
                    <a:pt x="4150" y="2860"/>
                  </a:lnTo>
                  <a:lnTo>
                    <a:pt x="336" y="10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3" name="oPE_MapPart_HRV_3_143" descr="Kroatien">
              <a:extLst>
                <a:ext uri="{FF2B5EF4-FFF2-40B4-BE49-F238E27FC236}">
                  <a16:creationId xmlns:a16="http://schemas.microsoft.com/office/drawing/2014/main" id="{D318059B-DA5F-48E0-C0CE-9C0AAB9F47B4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6436125" y="3394362"/>
              <a:ext cx="16974" cy="3025"/>
            </a:xfrm>
            <a:custGeom>
              <a:avLst/>
              <a:gdLst/>
              <a:ahLst/>
              <a:cxnLst/>
              <a:rect l="0" t="0" r="0" b="0"/>
              <a:pathLst>
                <a:path w="16974" h="3025">
                  <a:moveTo>
                    <a:pt x="16973" y="2922"/>
                  </a:moveTo>
                  <a:lnTo>
                    <a:pt x="6281" y="3024"/>
                  </a:lnTo>
                  <a:lnTo>
                    <a:pt x="0" y="410"/>
                  </a:lnTo>
                  <a:lnTo>
                    <a:pt x="3028" y="0"/>
                  </a:lnTo>
                  <a:lnTo>
                    <a:pt x="14206" y="24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4" name="oPE_MapPart_HRV_4_144" descr="Kroatien">
              <a:extLst>
                <a:ext uri="{FF2B5EF4-FFF2-40B4-BE49-F238E27FC236}">
                  <a16:creationId xmlns:a16="http://schemas.microsoft.com/office/drawing/2014/main" id="{7E25946A-282B-13DC-8240-F7B5CFB1C559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6437097" y="3389841"/>
              <a:ext cx="9347" cy="3341"/>
            </a:xfrm>
            <a:custGeom>
              <a:avLst/>
              <a:gdLst/>
              <a:ahLst/>
              <a:cxnLst/>
              <a:rect l="0" t="0" r="0" b="0"/>
              <a:pathLst>
                <a:path w="9347" h="3341">
                  <a:moveTo>
                    <a:pt x="7515" y="3340"/>
                  </a:moveTo>
                  <a:lnTo>
                    <a:pt x="1383" y="2878"/>
                  </a:lnTo>
                  <a:lnTo>
                    <a:pt x="0" y="2005"/>
                  </a:lnTo>
                  <a:lnTo>
                    <a:pt x="524" y="0"/>
                  </a:lnTo>
                  <a:lnTo>
                    <a:pt x="8524" y="1028"/>
                  </a:lnTo>
                  <a:lnTo>
                    <a:pt x="9346" y="257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oPE_MapPart_HRV_5_145" descr="Kroatien">
              <a:extLst>
                <a:ext uri="{FF2B5EF4-FFF2-40B4-BE49-F238E27FC236}">
                  <a16:creationId xmlns:a16="http://schemas.microsoft.com/office/drawing/2014/main" id="{6F0687D0-EAEB-7048-1425-9D0A7AA5D095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6408909" y="3367682"/>
              <a:ext cx="3740" cy="3800"/>
            </a:xfrm>
            <a:custGeom>
              <a:avLst/>
              <a:gdLst/>
              <a:ahLst/>
              <a:cxnLst/>
              <a:rect l="0" t="0" r="0" b="0"/>
              <a:pathLst>
                <a:path w="3740" h="3800">
                  <a:moveTo>
                    <a:pt x="3440" y="2759"/>
                  </a:moveTo>
                  <a:lnTo>
                    <a:pt x="3739" y="3799"/>
                  </a:lnTo>
                  <a:lnTo>
                    <a:pt x="1159" y="18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6" name="oPE_MapPart_HRV_6_146" descr="Kroatien">
              <a:extLst>
                <a:ext uri="{FF2B5EF4-FFF2-40B4-BE49-F238E27FC236}">
                  <a16:creationId xmlns:a16="http://schemas.microsoft.com/office/drawing/2014/main" id="{098B98D0-F2E0-F780-2627-EFA54B25A2E4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6396124" y="3336496"/>
              <a:ext cx="7478" cy="7944"/>
            </a:xfrm>
            <a:custGeom>
              <a:avLst/>
              <a:gdLst/>
              <a:ahLst/>
              <a:cxnLst/>
              <a:rect l="0" t="0" r="0" b="0"/>
              <a:pathLst>
                <a:path w="7478" h="7944">
                  <a:moveTo>
                    <a:pt x="7477" y="7309"/>
                  </a:moveTo>
                  <a:lnTo>
                    <a:pt x="4897" y="7943"/>
                  </a:lnTo>
                  <a:lnTo>
                    <a:pt x="3364" y="5881"/>
                  </a:lnTo>
                  <a:lnTo>
                    <a:pt x="0" y="4294"/>
                  </a:lnTo>
                  <a:lnTo>
                    <a:pt x="2505" y="0"/>
                  </a:lnTo>
                  <a:lnTo>
                    <a:pt x="5981" y="47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7" name="oPE_MapPart_HRV_7_147" descr="Kroatien">
              <a:extLst>
                <a:ext uri="{FF2B5EF4-FFF2-40B4-BE49-F238E27FC236}">
                  <a16:creationId xmlns:a16="http://schemas.microsoft.com/office/drawing/2014/main" id="{7B0737AE-5C4D-B454-654B-AF0336BFE6D3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6400872" y="3347553"/>
              <a:ext cx="3702" cy="3898"/>
            </a:xfrm>
            <a:custGeom>
              <a:avLst/>
              <a:gdLst/>
              <a:ahLst/>
              <a:cxnLst/>
              <a:rect l="0" t="0" r="0" b="0"/>
              <a:pathLst>
                <a:path w="3702" h="3898">
                  <a:moveTo>
                    <a:pt x="3177" y="2635"/>
                  </a:moveTo>
                  <a:lnTo>
                    <a:pt x="3701" y="3897"/>
                  </a:lnTo>
                  <a:lnTo>
                    <a:pt x="0" y="2318"/>
                  </a:lnTo>
                  <a:lnTo>
                    <a:pt x="224" y="0"/>
                  </a:lnTo>
                  <a:lnTo>
                    <a:pt x="1757" y="7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8" name="oPE_MapPart_HRV_8_148" descr="Kroatien">
              <a:extLst>
                <a:ext uri="{FF2B5EF4-FFF2-40B4-BE49-F238E27FC236}">
                  <a16:creationId xmlns:a16="http://schemas.microsoft.com/office/drawing/2014/main" id="{92B9D2B5-0D7A-9C0E-3D48-F099EAE204C9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6402180" y="3351977"/>
              <a:ext cx="9796" cy="11323"/>
            </a:xfrm>
            <a:custGeom>
              <a:avLst/>
              <a:gdLst/>
              <a:ahLst/>
              <a:cxnLst/>
              <a:rect l="0" t="0" r="0" b="0"/>
              <a:pathLst>
                <a:path w="9796" h="11323">
                  <a:moveTo>
                    <a:pt x="9272" y="10538"/>
                  </a:moveTo>
                  <a:lnTo>
                    <a:pt x="8748" y="11322"/>
                  </a:lnTo>
                  <a:lnTo>
                    <a:pt x="3551" y="6194"/>
                  </a:lnTo>
                  <a:lnTo>
                    <a:pt x="0" y="0"/>
                  </a:lnTo>
                  <a:lnTo>
                    <a:pt x="9795" y="101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9" name="oPE_MapPart_HRV_9_149" descr="Kroatien">
              <a:extLst>
                <a:ext uri="{FF2B5EF4-FFF2-40B4-BE49-F238E27FC236}">
                  <a16:creationId xmlns:a16="http://schemas.microsoft.com/office/drawing/2014/main" id="{17182AC7-8903-AF79-812C-C600ECB9C9E4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6404722" y="3367369"/>
              <a:ext cx="6731" cy="7542"/>
            </a:xfrm>
            <a:custGeom>
              <a:avLst/>
              <a:gdLst/>
              <a:ahLst/>
              <a:cxnLst/>
              <a:rect l="0" t="0" r="0" b="0"/>
              <a:pathLst>
                <a:path w="6731" h="7542">
                  <a:moveTo>
                    <a:pt x="6730" y="7125"/>
                  </a:moveTo>
                  <a:lnTo>
                    <a:pt x="5645" y="7541"/>
                  </a:lnTo>
                  <a:lnTo>
                    <a:pt x="561" y="1250"/>
                  </a:lnTo>
                  <a:lnTo>
                    <a:pt x="0" y="0"/>
                  </a:lnTo>
                  <a:lnTo>
                    <a:pt x="1832" y="145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0" name="oPE_MapPart_HRV_10_150" descr="Kroatien">
              <a:extLst>
                <a:ext uri="{FF2B5EF4-FFF2-40B4-BE49-F238E27FC236}">
                  <a16:creationId xmlns:a16="http://schemas.microsoft.com/office/drawing/2014/main" id="{BEFCA89F-7885-4E45-A3DB-4FE899E4378D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6413134" y="3371949"/>
              <a:ext cx="3478" cy="3169"/>
            </a:xfrm>
            <a:custGeom>
              <a:avLst/>
              <a:gdLst/>
              <a:ahLst/>
              <a:cxnLst/>
              <a:rect l="0" t="0" r="0" b="0"/>
              <a:pathLst>
                <a:path w="3478" h="3169">
                  <a:moveTo>
                    <a:pt x="2131" y="1040"/>
                  </a:moveTo>
                  <a:lnTo>
                    <a:pt x="3477" y="3168"/>
                  </a:lnTo>
                  <a:lnTo>
                    <a:pt x="2168" y="2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1" name="oPE_MapPart_HRV_11_151" descr="Kroatien">
              <a:extLst>
                <a:ext uri="{FF2B5EF4-FFF2-40B4-BE49-F238E27FC236}">
                  <a16:creationId xmlns:a16="http://schemas.microsoft.com/office/drawing/2014/main" id="{DA404FC9-87AA-B4C8-7005-2F2A9C2DC208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6392722" y="3338194"/>
              <a:ext cx="4188" cy="15991"/>
            </a:xfrm>
            <a:custGeom>
              <a:avLst/>
              <a:gdLst/>
              <a:ahLst/>
              <a:cxnLst/>
              <a:rect l="0" t="0" r="0" b="0"/>
              <a:pathLst>
                <a:path w="4188" h="15991">
                  <a:moveTo>
                    <a:pt x="4187" y="14887"/>
                  </a:moveTo>
                  <a:lnTo>
                    <a:pt x="4038" y="15990"/>
                  </a:lnTo>
                  <a:lnTo>
                    <a:pt x="2766" y="14571"/>
                  </a:lnTo>
                  <a:lnTo>
                    <a:pt x="336" y="6668"/>
                  </a:lnTo>
                  <a:lnTo>
                    <a:pt x="1121" y="4342"/>
                  </a:lnTo>
                  <a:lnTo>
                    <a:pt x="0" y="689"/>
                  </a:lnTo>
                  <a:lnTo>
                    <a:pt x="1495" y="0"/>
                  </a:lnTo>
                  <a:lnTo>
                    <a:pt x="2243" y="4024"/>
                  </a:lnTo>
                  <a:lnTo>
                    <a:pt x="3738" y="5822"/>
                  </a:lnTo>
                  <a:lnTo>
                    <a:pt x="4074" y="138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2" name="oPE_MapPart_HRV_12_152" descr="Kroatien">
              <a:extLst>
                <a:ext uri="{FF2B5EF4-FFF2-40B4-BE49-F238E27FC236}">
                  <a16:creationId xmlns:a16="http://schemas.microsoft.com/office/drawing/2014/main" id="{7E1751F3-6CED-2D3A-010F-594324800977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6456238" y="3406530"/>
              <a:ext cx="8301" cy="2853"/>
            </a:xfrm>
            <a:custGeom>
              <a:avLst/>
              <a:gdLst/>
              <a:ahLst/>
              <a:cxnLst/>
              <a:rect l="0" t="0" r="0" b="0"/>
              <a:pathLst>
                <a:path w="8301" h="2853">
                  <a:moveTo>
                    <a:pt x="5459" y="867"/>
                  </a:moveTo>
                  <a:lnTo>
                    <a:pt x="8300" y="2852"/>
                  </a:lnTo>
                  <a:lnTo>
                    <a:pt x="0" y="306"/>
                  </a:lnTo>
                  <a:lnTo>
                    <a:pt x="179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3" name="oPE_MapPart_HRV_13_153" descr="Kroatien">
              <a:extLst>
                <a:ext uri="{FF2B5EF4-FFF2-40B4-BE49-F238E27FC236}">
                  <a16:creationId xmlns:a16="http://schemas.microsoft.com/office/drawing/2014/main" id="{9D6E66BB-3A36-2158-8757-4769CF45D3E1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6450032" y="3400150"/>
              <a:ext cx="30545" cy="16745"/>
            </a:xfrm>
            <a:custGeom>
              <a:avLst/>
              <a:gdLst/>
              <a:ahLst/>
              <a:cxnLst/>
              <a:rect l="0" t="0" r="0" b="0"/>
              <a:pathLst>
                <a:path w="30545" h="16745">
                  <a:moveTo>
                    <a:pt x="28861" y="13195"/>
                  </a:moveTo>
                  <a:lnTo>
                    <a:pt x="30544" y="16744"/>
                  </a:lnTo>
                  <a:lnTo>
                    <a:pt x="16150" y="6482"/>
                  </a:lnTo>
                  <a:lnTo>
                    <a:pt x="0" y="307"/>
                  </a:lnTo>
                  <a:lnTo>
                    <a:pt x="3627" y="0"/>
                  </a:lnTo>
                  <a:lnTo>
                    <a:pt x="14057" y="4953"/>
                  </a:lnTo>
                  <a:lnTo>
                    <a:pt x="12898" y="3627"/>
                  </a:lnTo>
                  <a:lnTo>
                    <a:pt x="15702" y="3474"/>
                  </a:lnTo>
                  <a:lnTo>
                    <a:pt x="16524" y="5106"/>
                  </a:lnTo>
                  <a:lnTo>
                    <a:pt x="27030" y="1243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4" name="oPE_MapPart_CUB_1_154" descr="Kuba">
              <a:extLst>
                <a:ext uri="{FF2B5EF4-FFF2-40B4-BE49-F238E27FC236}">
                  <a16:creationId xmlns:a16="http://schemas.microsoft.com/office/drawing/2014/main" id="{569DE0B6-4041-94F0-5DEA-54125BE6ABC3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4332941" y="3896562"/>
              <a:ext cx="222925" cy="74481"/>
            </a:xfrm>
            <a:custGeom>
              <a:avLst/>
              <a:gdLst/>
              <a:ahLst/>
              <a:cxnLst/>
              <a:rect l="0" t="0" r="0" b="0"/>
              <a:pathLst>
                <a:path w="222925" h="74481">
                  <a:moveTo>
                    <a:pt x="63367" y="651"/>
                  </a:moveTo>
                  <a:lnTo>
                    <a:pt x="68788" y="1667"/>
                  </a:lnTo>
                  <a:lnTo>
                    <a:pt x="75293" y="773"/>
                  </a:lnTo>
                  <a:lnTo>
                    <a:pt x="75106" y="1423"/>
                  </a:lnTo>
                  <a:lnTo>
                    <a:pt x="77760" y="3089"/>
                  </a:lnTo>
                  <a:lnTo>
                    <a:pt x="88003" y="1992"/>
                  </a:lnTo>
                  <a:lnTo>
                    <a:pt x="93948" y="5608"/>
                  </a:lnTo>
                  <a:lnTo>
                    <a:pt x="99967" y="5608"/>
                  </a:lnTo>
                  <a:lnTo>
                    <a:pt x="102359" y="7109"/>
                  </a:lnTo>
                  <a:lnTo>
                    <a:pt x="105238" y="6866"/>
                  </a:lnTo>
                  <a:lnTo>
                    <a:pt x="104602" y="8204"/>
                  </a:lnTo>
                  <a:lnTo>
                    <a:pt x="108228" y="10110"/>
                  </a:lnTo>
                  <a:lnTo>
                    <a:pt x="110883" y="13837"/>
                  </a:lnTo>
                  <a:lnTo>
                    <a:pt x="116566" y="17641"/>
                  </a:lnTo>
                  <a:lnTo>
                    <a:pt x="128790" y="18571"/>
                  </a:lnTo>
                  <a:lnTo>
                    <a:pt x="140080" y="24346"/>
                  </a:lnTo>
                  <a:lnTo>
                    <a:pt x="145875" y="29024"/>
                  </a:lnTo>
                  <a:lnTo>
                    <a:pt x="150585" y="31319"/>
                  </a:lnTo>
                  <a:lnTo>
                    <a:pt x="153501" y="31521"/>
                  </a:lnTo>
                  <a:lnTo>
                    <a:pt x="151707" y="29265"/>
                  </a:lnTo>
                  <a:lnTo>
                    <a:pt x="153501" y="29668"/>
                  </a:lnTo>
                  <a:lnTo>
                    <a:pt x="160829" y="34780"/>
                  </a:lnTo>
                  <a:lnTo>
                    <a:pt x="160081" y="35786"/>
                  </a:lnTo>
                  <a:lnTo>
                    <a:pt x="156231" y="35464"/>
                  </a:lnTo>
                  <a:lnTo>
                    <a:pt x="158586" y="38358"/>
                  </a:lnTo>
                  <a:lnTo>
                    <a:pt x="159520" y="38438"/>
                  </a:lnTo>
                  <a:lnTo>
                    <a:pt x="161763" y="35986"/>
                  </a:lnTo>
                  <a:lnTo>
                    <a:pt x="167222" y="40205"/>
                  </a:lnTo>
                  <a:lnTo>
                    <a:pt x="166586" y="41771"/>
                  </a:lnTo>
                  <a:lnTo>
                    <a:pt x="169502" y="41129"/>
                  </a:lnTo>
                  <a:lnTo>
                    <a:pt x="171147" y="42774"/>
                  </a:lnTo>
                  <a:lnTo>
                    <a:pt x="179222" y="44058"/>
                  </a:lnTo>
                  <a:lnTo>
                    <a:pt x="183072" y="46143"/>
                  </a:lnTo>
                  <a:lnTo>
                    <a:pt x="190363" y="46664"/>
                  </a:lnTo>
                  <a:lnTo>
                    <a:pt x="192980" y="49227"/>
                  </a:lnTo>
                  <a:lnTo>
                    <a:pt x="191596" y="51389"/>
                  </a:lnTo>
                  <a:lnTo>
                    <a:pt x="192980" y="52750"/>
                  </a:lnTo>
                  <a:lnTo>
                    <a:pt x="189989" y="53309"/>
                  </a:lnTo>
                  <a:lnTo>
                    <a:pt x="190325" y="55468"/>
                  </a:lnTo>
                  <a:lnTo>
                    <a:pt x="200942" y="55468"/>
                  </a:lnTo>
                  <a:lnTo>
                    <a:pt x="206214" y="56387"/>
                  </a:lnTo>
                  <a:lnTo>
                    <a:pt x="210924" y="58584"/>
                  </a:lnTo>
                  <a:lnTo>
                    <a:pt x="215485" y="62775"/>
                  </a:lnTo>
                  <a:lnTo>
                    <a:pt x="222663" y="64848"/>
                  </a:lnTo>
                  <a:lnTo>
                    <a:pt x="222924" y="67557"/>
                  </a:lnTo>
                  <a:lnTo>
                    <a:pt x="220869" y="69548"/>
                  </a:lnTo>
                  <a:lnTo>
                    <a:pt x="212943" y="70025"/>
                  </a:lnTo>
                  <a:lnTo>
                    <a:pt x="202961" y="73486"/>
                  </a:lnTo>
                  <a:lnTo>
                    <a:pt x="202214" y="71100"/>
                  </a:lnTo>
                  <a:lnTo>
                    <a:pt x="199335" y="73645"/>
                  </a:lnTo>
                  <a:lnTo>
                    <a:pt x="193914" y="73685"/>
                  </a:lnTo>
                  <a:lnTo>
                    <a:pt x="189465" y="72174"/>
                  </a:lnTo>
                  <a:lnTo>
                    <a:pt x="181316" y="71538"/>
                  </a:lnTo>
                  <a:lnTo>
                    <a:pt x="148978" y="74480"/>
                  </a:lnTo>
                  <a:lnTo>
                    <a:pt x="152343" y="69468"/>
                  </a:lnTo>
                  <a:lnTo>
                    <a:pt x="161689" y="62256"/>
                  </a:lnTo>
                  <a:lnTo>
                    <a:pt x="161576" y="60421"/>
                  </a:lnTo>
                  <a:lnTo>
                    <a:pt x="159072" y="57027"/>
                  </a:lnTo>
                  <a:lnTo>
                    <a:pt x="143108" y="55428"/>
                  </a:lnTo>
                  <a:lnTo>
                    <a:pt x="140641" y="54429"/>
                  </a:lnTo>
                  <a:lnTo>
                    <a:pt x="132865" y="47906"/>
                  </a:lnTo>
                  <a:lnTo>
                    <a:pt x="131071" y="39884"/>
                  </a:lnTo>
                  <a:lnTo>
                    <a:pt x="127930" y="35906"/>
                  </a:lnTo>
                  <a:lnTo>
                    <a:pt x="125949" y="35303"/>
                  </a:lnTo>
                  <a:lnTo>
                    <a:pt x="116603" y="36589"/>
                  </a:lnTo>
                  <a:lnTo>
                    <a:pt x="96714" y="29668"/>
                  </a:lnTo>
                  <a:lnTo>
                    <a:pt x="91443" y="24023"/>
                  </a:lnTo>
                  <a:lnTo>
                    <a:pt x="91144" y="25355"/>
                  </a:lnTo>
                  <a:lnTo>
                    <a:pt x="80003" y="25153"/>
                  </a:lnTo>
                  <a:lnTo>
                    <a:pt x="76900" y="20793"/>
                  </a:lnTo>
                  <a:lnTo>
                    <a:pt x="76115" y="23579"/>
                  </a:lnTo>
                  <a:lnTo>
                    <a:pt x="74844" y="24346"/>
                  </a:lnTo>
                  <a:lnTo>
                    <a:pt x="73386" y="24468"/>
                  </a:lnTo>
                  <a:lnTo>
                    <a:pt x="71592" y="22691"/>
                  </a:lnTo>
                  <a:lnTo>
                    <a:pt x="63105" y="22005"/>
                  </a:lnTo>
                  <a:lnTo>
                    <a:pt x="58358" y="18085"/>
                  </a:lnTo>
                  <a:lnTo>
                    <a:pt x="65984" y="15659"/>
                  </a:lnTo>
                  <a:lnTo>
                    <a:pt x="66171" y="13513"/>
                  </a:lnTo>
                  <a:lnTo>
                    <a:pt x="63329" y="11691"/>
                  </a:lnTo>
                  <a:lnTo>
                    <a:pt x="44638" y="11326"/>
                  </a:lnTo>
                  <a:lnTo>
                    <a:pt x="31328" y="21803"/>
                  </a:lnTo>
                  <a:lnTo>
                    <a:pt x="20487" y="22974"/>
                  </a:lnTo>
                  <a:lnTo>
                    <a:pt x="17795" y="28057"/>
                  </a:lnTo>
                  <a:lnTo>
                    <a:pt x="13459" y="29064"/>
                  </a:lnTo>
                  <a:lnTo>
                    <a:pt x="8000" y="31802"/>
                  </a:lnTo>
                  <a:lnTo>
                    <a:pt x="8038" y="28379"/>
                  </a:lnTo>
                  <a:lnTo>
                    <a:pt x="5421" y="28581"/>
                  </a:lnTo>
                  <a:lnTo>
                    <a:pt x="1047" y="30635"/>
                  </a:lnTo>
                  <a:lnTo>
                    <a:pt x="0" y="29991"/>
                  </a:lnTo>
                  <a:lnTo>
                    <a:pt x="225" y="29185"/>
                  </a:lnTo>
                  <a:lnTo>
                    <a:pt x="7365" y="26081"/>
                  </a:lnTo>
                  <a:lnTo>
                    <a:pt x="10692" y="26000"/>
                  </a:lnTo>
                  <a:lnTo>
                    <a:pt x="11664" y="25113"/>
                  </a:lnTo>
                  <a:lnTo>
                    <a:pt x="10505" y="21076"/>
                  </a:lnTo>
                  <a:lnTo>
                    <a:pt x="10954" y="18287"/>
                  </a:lnTo>
                  <a:lnTo>
                    <a:pt x="17496" y="11853"/>
                  </a:lnTo>
                  <a:lnTo>
                    <a:pt x="33871" y="5039"/>
                  </a:lnTo>
                  <a:lnTo>
                    <a:pt x="46170" y="3333"/>
                  </a:lnTo>
                  <a:lnTo>
                    <a:pt x="5787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5" name="oPE_MapPart_CUB_2_155" descr="Kuba">
              <a:extLst>
                <a:ext uri="{FF2B5EF4-FFF2-40B4-BE49-F238E27FC236}">
                  <a16:creationId xmlns:a16="http://schemas.microsoft.com/office/drawing/2014/main" id="{F236E8DF-FCC8-2E38-6973-7C51DE10A3D8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4477694" y="3921392"/>
              <a:ext cx="5908" cy="3711"/>
            </a:xfrm>
            <a:custGeom>
              <a:avLst/>
              <a:gdLst/>
              <a:ahLst/>
              <a:cxnLst/>
              <a:rect l="0" t="0" r="0" b="0"/>
              <a:pathLst>
                <a:path w="5908" h="3711">
                  <a:moveTo>
                    <a:pt x="5197" y="3025"/>
                  </a:moveTo>
                  <a:lnTo>
                    <a:pt x="4337" y="3710"/>
                  </a:lnTo>
                  <a:lnTo>
                    <a:pt x="374" y="1130"/>
                  </a:lnTo>
                  <a:lnTo>
                    <a:pt x="0" y="0"/>
                  </a:lnTo>
                  <a:lnTo>
                    <a:pt x="5907" y="767"/>
                  </a:lnTo>
                  <a:lnTo>
                    <a:pt x="5646" y="20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6" name="oPE_MapPart_CUB_3_156" descr="Kuba">
              <a:extLst>
                <a:ext uri="{FF2B5EF4-FFF2-40B4-BE49-F238E27FC236}">
                  <a16:creationId xmlns:a16="http://schemas.microsoft.com/office/drawing/2014/main" id="{1BC8B4FD-8841-931A-9DF0-5EF0DAA8D9B3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4470404" y="3913677"/>
              <a:ext cx="5048" cy="3276"/>
            </a:xfrm>
            <a:custGeom>
              <a:avLst/>
              <a:gdLst/>
              <a:ahLst/>
              <a:cxnLst/>
              <a:rect l="0" t="0" r="0" b="0"/>
              <a:pathLst>
                <a:path w="5048" h="3276">
                  <a:moveTo>
                    <a:pt x="5047" y="3275"/>
                  </a:moveTo>
                  <a:lnTo>
                    <a:pt x="1870" y="2466"/>
                  </a:lnTo>
                  <a:lnTo>
                    <a:pt x="0" y="647"/>
                  </a:lnTo>
                  <a:lnTo>
                    <a:pt x="2468" y="0"/>
                  </a:lnTo>
                  <a:lnTo>
                    <a:pt x="4300" y="28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7" name="oPE_MapPart_CUB_4_157" descr="Kuba">
              <a:extLst>
                <a:ext uri="{FF2B5EF4-FFF2-40B4-BE49-F238E27FC236}">
                  <a16:creationId xmlns:a16="http://schemas.microsoft.com/office/drawing/2014/main" id="{DF83228C-3A01-E08C-F548-16498EB50DE0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4461544" y="3910966"/>
              <a:ext cx="8562" cy="2186"/>
            </a:xfrm>
            <a:custGeom>
              <a:avLst/>
              <a:gdLst/>
              <a:ahLst/>
              <a:cxnLst/>
              <a:rect l="0" t="0" r="0" b="0"/>
              <a:pathLst>
                <a:path w="8562" h="2186">
                  <a:moveTo>
                    <a:pt x="1384" y="0"/>
                  </a:moveTo>
                  <a:lnTo>
                    <a:pt x="7178" y="324"/>
                  </a:lnTo>
                  <a:lnTo>
                    <a:pt x="8561" y="2185"/>
                  </a:lnTo>
                  <a:lnTo>
                    <a:pt x="3066" y="1983"/>
                  </a:lnTo>
                  <a:lnTo>
                    <a:pt x="0" y="40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8" name="oPE_MapPart_CUB_5_158" descr="Kuba">
              <a:extLst>
                <a:ext uri="{FF2B5EF4-FFF2-40B4-BE49-F238E27FC236}">
                  <a16:creationId xmlns:a16="http://schemas.microsoft.com/office/drawing/2014/main" id="{DBF98673-057E-3DAF-B9F6-FC944C808611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4475152" y="3916669"/>
              <a:ext cx="4114" cy="3837"/>
            </a:xfrm>
            <a:custGeom>
              <a:avLst/>
              <a:gdLst/>
              <a:ahLst/>
              <a:cxnLst/>
              <a:rect l="0" t="0" r="0" b="0"/>
              <a:pathLst>
                <a:path w="4114" h="3837">
                  <a:moveTo>
                    <a:pt x="3365" y="3836"/>
                  </a:moveTo>
                  <a:lnTo>
                    <a:pt x="0" y="2181"/>
                  </a:lnTo>
                  <a:lnTo>
                    <a:pt x="860" y="0"/>
                  </a:lnTo>
                  <a:lnTo>
                    <a:pt x="4113" y="33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9" name="oPE_MapPart_CUB_6_159" descr="Kuba">
              <a:extLst>
                <a:ext uri="{FF2B5EF4-FFF2-40B4-BE49-F238E27FC236}">
                  <a16:creationId xmlns:a16="http://schemas.microsoft.com/office/drawing/2014/main" id="{1DA96A6C-E5E3-939F-2BCD-E79EA3483CB5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4368344" y="3924659"/>
              <a:ext cx="12899" cy="11186"/>
            </a:xfrm>
            <a:custGeom>
              <a:avLst/>
              <a:gdLst/>
              <a:ahLst/>
              <a:cxnLst/>
              <a:rect l="0" t="0" r="0" b="0"/>
              <a:pathLst>
                <a:path w="12899" h="11186">
                  <a:moveTo>
                    <a:pt x="12898" y="8292"/>
                  </a:moveTo>
                  <a:lnTo>
                    <a:pt x="6842" y="11145"/>
                  </a:lnTo>
                  <a:lnTo>
                    <a:pt x="4636" y="11185"/>
                  </a:lnTo>
                  <a:lnTo>
                    <a:pt x="2430" y="10582"/>
                  </a:lnTo>
                  <a:lnTo>
                    <a:pt x="0" y="7809"/>
                  </a:lnTo>
                  <a:lnTo>
                    <a:pt x="75" y="7126"/>
                  </a:lnTo>
                  <a:lnTo>
                    <a:pt x="2655" y="8774"/>
                  </a:lnTo>
                  <a:lnTo>
                    <a:pt x="4374" y="7809"/>
                  </a:lnTo>
                  <a:lnTo>
                    <a:pt x="2094" y="3383"/>
                  </a:lnTo>
                  <a:lnTo>
                    <a:pt x="4001" y="0"/>
                  </a:lnTo>
                  <a:lnTo>
                    <a:pt x="9721" y="1168"/>
                  </a:lnTo>
                  <a:lnTo>
                    <a:pt x="12786" y="716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0" name="oPE_MapPart_CUB_7_160" descr="Kuba">
              <a:extLst>
                <a:ext uri="{FF2B5EF4-FFF2-40B4-BE49-F238E27FC236}">
                  <a16:creationId xmlns:a16="http://schemas.microsoft.com/office/drawing/2014/main" id="{4E1E1AC7-06E8-43F1-9B18-DA1DBF9E00E4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4442179" y="3905253"/>
              <a:ext cx="5795" cy="3203"/>
            </a:xfrm>
            <a:custGeom>
              <a:avLst/>
              <a:gdLst/>
              <a:ahLst/>
              <a:cxnLst/>
              <a:rect l="0" t="0" r="0" b="0"/>
              <a:pathLst>
                <a:path w="5795" h="3203">
                  <a:moveTo>
                    <a:pt x="5794" y="3202"/>
                  </a:moveTo>
                  <a:lnTo>
                    <a:pt x="2206" y="2149"/>
                  </a:lnTo>
                  <a:lnTo>
                    <a:pt x="0" y="0"/>
                  </a:lnTo>
                  <a:lnTo>
                    <a:pt x="1009" y="0"/>
                  </a:lnTo>
                  <a:lnTo>
                    <a:pt x="5122" y="27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1" name="oPE_MapPart_CUW_1_161" descr="Curaçao">
              <a:extLst>
                <a:ext uri="{FF2B5EF4-FFF2-40B4-BE49-F238E27FC236}">
                  <a16:creationId xmlns:a16="http://schemas.microsoft.com/office/drawing/2014/main" id="{0BB2446F-536E-9489-A666-ECFC96B9A9E1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4652617" y="4124858"/>
              <a:ext cx="22432" cy="22952"/>
            </a:xfrm>
            <a:custGeom>
              <a:avLst/>
              <a:gdLst/>
              <a:ahLst/>
              <a:cxnLst/>
              <a:rect l="0" t="0" r="0" b="0"/>
              <a:pathLst>
                <a:path w="22432" h="22952">
                  <a:moveTo>
                    <a:pt x="0" y="0"/>
                  </a:moveTo>
                  <a:lnTo>
                    <a:pt x="22431" y="0"/>
                  </a:lnTo>
                  <a:lnTo>
                    <a:pt x="22431" y="22951"/>
                  </a:lnTo>
                  <a:lnTo>
                    <a:pt x="0" y="229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2" name="oPE_MapPart_CYP_1_162" descr="Republik Zypern">
              <a:extLst>
                <a:ext uri="{FF2B5EF4-FFF2-40B4-BE49-F238E27FC236}">
                  <a16:creationId xmlns:a16="http://schemas.microsoft.com/office/drawing/2014/main" id="{91475AD7-C8E6-5C8E-730F-71A8092DC367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6766868" y="3610435"/>
              <a:ext cx="36338" cy="15540"/>
            </a:xfrm>
            <a:custGeom>
              <a:avLst/>
              <a:gdLst/>
              <a:ahLst/>
              <a:cxnLst/>
              <a:rect l="0" t="0" r="0" b="0"/>
              <a:pathLst>
                <a:path w="36338" h="15540">
                  <a:moveTo>
                    <a:pt x="8560" y="320"/>
                  </a:moveTo>
                  <a:lnTo>
                    <a:pt x="12859" y="2422"/>
                  </a:lnTo>
                  <a:lnTo>
                    <a:pt x="18467" y="228"/>
                  </a:lnTo>
                  <a:lnTo>
                    <a:pt x="22504" y="503"/>
                  </a:lnTo>
                  <a:lnTo>
                    <a:pt x="24000" y="2057"/>
                  </a:lnTo>
                  <a:lnTo>
                    <a:pt x="24411" y="4614"/>
                  </a:lnTo>
                  <a:lnTo>
                    <a:pt x="25421" y="3655"/>
                  </a:lnTo>
                  <a:lnTo>
                    <a:pt x="28561" y="4203"/>
                  </a:lnTo>
                  <a:lnTo>
                    <a:pt x="32524" y="2285"/>
                  </a:lnTo>
                  <a:lnTo>
                    <a:pt x="35365" y="2970"/>
                  </a:lnTo>
                  <a:lnTo>
                    <a:pt x="36337" y="4933"/>
                  </a:lnTo>
                  <a:lnTo>
                    <a:pt x="29047" y="5390"/>
                  </a:lnTo>
                  <a:lnTo>
                    <a:pt x="23140" y="10948"/>
                  </a:lnTo>
                  <a:lnTo>
                    <a:pt x="15813" y="12859"/>
                  </a:lnTo>
                  <a:lnTo>
                    <a:pt x="14692" y="15539"/>
                  </a:lnTo>
                  <a:lnTo>
                    <a:pt x="13308" y="15357"/>
                  </a:lnTo>
                  <a:lnTo>
                    <a:pt x="11776" y="13222"/>
                  </a:lnTo>
                  <a:lnTo>
                    <a:pt x="8149" y="13495"/>
                  </a:lnTo>
                  <a:lnTo>
                    <a:pt x="3065" y="11494"/>
                  </a:lnTo>
                  <a:lnTo>
                    <a:pt x="336" y="5800"/>
                  </a:lnTo>
                  <a:lnTo>
                    <a:pt x="0" y="2513"/>
                  </a:lnTo>
                  <a:lnTo>
                    <a:pt x="1868" y="3382"/>
                  </a:lnTo>
                  <a:lnTo>
                    <a:pt x="728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3" name="oPE_MapPart_CZE_1_163" descr="Tschechien">
              <a:extLst>
                <a:ext uri="{FF2B5EF4-FFF2-40B4-BE49-F238E27FC236}">
                  <a16:creationId xmlns:a16="http://schemas.microsoft.com/office/drawing/2014/main" id="{4ED21B62-C4D7-60F7-683C-2040DF4D8B21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6347113" y="3155597"/>
              <a:ext cx="140006" cy="78973"/>
            </a:xfrm>
            <a:custGeom>
              <a:avLst/>
              <a:gdLst/>
              <a:ahLst/>
              <a:cxnLst/>
              <a:rect l="0" t="0" r="0" b="0"/>
              <a:pathLst>
                <a:path w="140006" h="78973">
                  <a:moveTo>
                    <a:pt x="140005" y="49371"/>
                  </a:moveTo>
                  <a:lnTo>
                    <a:pt x="135108" y="50004"/>
                  </a:lnTo>
                  <a:lnTo>
                    <a:pt x="130323" y="54946"/>
                  </a:lnTo>
                  <a:lnTo>
                    <a:pt x="126060" y="57468"/>
                  </a:lnTo>
                  <a:lnTo>
                    <a:pt x="124528" y="63585"/>
                  </a:lnTo>
                  <a:lnTo>
                    <a:pt x="117724" y="69167"/>
                  </a:lnTo>
                  <a:lnTo>
                    <a:pt x="112004" y="71042"/>
                  </a:lnTo>
                  <a:lnTo>
                    <a:pt x="104789" y="70644"/>
                  </a:lnTo>
                  <a:lnTo>
                    <a:pt x="100975" y="78294"/>
                  </a:lnTo>
                  <a:lnTo>
                    <a:pt x="99555" y="74955"/>
                  </a:lnTo>
                  <a:lnTo>
                    <a:pt x="92489" y="72064"/>
                  </a:lnTo>
                  <a:lnTo>
                    <a:pt x="88825" y="73879"/>
                  </a:lnTo>
                  <a:lnTo>
                    <a:pt x="82395" y="73369"/>
                  </a:lnTo>
                  <a:lnTo>
                    <a:pt x="77572" y="69906"/>
                  </a:lnTo>
                  <a:lnTo>
                    <a:pt x="74993" y="70019"/>
                  </a:lnTo>
                  <a:lnTo>
                    <a:pt x="66881" y="66435"/>
                  </a:lnTo>
                  <a:lnTo>
                    <a:pt x="63777" y="67346"/>
                  </a:lnTo>
                  <a:lnTo>
                    <a:pt x="60301" y="65581"/>
                  </a:lnTo>
                  <a:lnTo>
                    <a:pt x="58806" y="72858"/>
                  </a:lnTo>
                  <a:lnTo>
                    <a:pt x="56712" y="72745"/>
                  </a:lnTo>
                  <a:lnTo>
                    <a:pt x="54319" y="75975"/>
                  </a:lnTo>
                  <a:lnTo>
                    <a:pt x="54020" y="78238"/>
                  </a:lnTo>
                  <a:lnTo>
                    <a:pt x="49796" y="77446"/>
                  </a:lnTo>
                  <a:lnTo>
                    <a:pt x="47291" y="78972"/>
                  </a:lnTo>
                  <a:lnTo>
                    <a:pt x="43590" y="78916"/>
                  </a:lnTo>
                  <a:lnTo>
                    <a:pt x="40674" y="78181"/>
                  </a:lnTo>
                  <a:lnTo>
                    <a:pt x="39441" y="75352"/>
                  </a:lnTo>
                  <a:lnTo>
                    <a:pt x="30244" y="66891"/>
                  </a:lnTo>
                  <a:lnTo>
                    <a:pt x="28038" y="67005"/>
                  </a:lnTo>
                  <a:lnTo>
                    <a:pt x="17159" y="55118"/>
                  </a:lnTo>
                  <a:lnTo>
                    <a:pt x="15028" y="55175"/>
                  </a:lnTo>
                  <a:lnTo>
                    <a:pt x="12262" y="52419"/>
                  </a:lnTo>
                  <a:lnTo>
                    <a:pt x="6243" y="42041"/>
                  </a:lnTo>
                  <a:lnTo>
                    <a:pt x="8747" y="37000"/>
                  </a:lnTo>
                  <a:lnTo>
                    <a:pt x="2429" y="30487"/>
                  </a:lnTo>
                  <a:lnTo>
                    <a:pt x="0" y="24940"/>
                  </a:lnTo>
                  <a:lnTo>
                    <a:pt x="934" y="23536"/>
                  </a:lnTo>
                  <a:lnTo>
                    <a:pt x="3888" y="27746"/>
                  </a:lnTo>
                  <a:lnTo>
                    <a:pt x="9533" y="20900"/>
                  </a:lnTo>
                  <a:lnTo>
                    <a:pt x="14019" y="19668"/>
                  </a:lnTo>
                  <a:lnTo>
                    <a:pt x="17683" y="20430"/>
                  </a:lnTo>
                  <a:lnTo>
                    <a:pt x="19215" y="17730"/>
                  </a:lnTo>
                  <a:lnTo>
                    <a:pt x="22655" y="17083"/>
                  </a:lnTo>
                  <a:lnTo>
                    <a:pt x="23813" y="14907"/>
                  </a:lnTo>
                  <a:lnTo>
                    <a:pt x="26655" y="13434"/>
                  </a:lnTo>
                  <a:lnTo>
                    <a:pt x="27963" y="14082"/>
                  </a:lnTo>
                  <a:lnTo>
                    <a:pt x="30468" y="10721"/>
                  </a:lnTo>
                  <a:lnTo>
                    <a:pt x="47328" y="4333"/>
                  </a:lnTo>
                  <a:lnTo>
                    <a:pt x="44973" y="950"/>
                  </a:lnTo>
                  <a:lnTo>
                    <a:pt x="45534" y="0"/>
                  </a:lnTo>
                  <a:lnTo>
                    <a:pt x="50992" y="1188"/>
                  </a:lnTo>
                  <a:lnTo>
                    <a:pt x="52600" y="3799"/>
                  </a:lnTo>
                  <a:lnTo>
                    <a:pt x="52413" y="5755"/>
                  </a:lnTo>
                  <a:lnTo>
                    <a:pt x="54693" y="7116"/>
                  </a:lnTo>
                  <a:lnTo>
                    <a:pt x="60077" y="4748"/>
                  </a:lnTo>
                  <a:lnTo>
                    <a:pt x="60301" y="535"/>
                  </a:lnTo>
                  <a:lnTo>
                    <a:pt x="65796" y="2376"/>
                  </a:lnTo>
                  <a:lnTo>
                    <a:pt x="67778" y="7175"/>
                  </a:lnTo>
                  <a:lnTo>
                    <a:pt x="75591" y="9540"/>
                  </a:lnTo>
                  <a:lnTo>
                    <a:pt x="80115" y="11843"/>
                  </a:lnTo>
                  <a:lnTo>
                    <a:pt x="81348" y="13729"/>
                  </a:lnTo>
                  <a:lnTo>
                    <a:pt x="87068" y="12314"/>
                  </a:lnTo>
                  <a:lnTo>
                    <a:pt x="88676" y="13434"/>
                  </a:lnTo>
                  <a:lnTo>
                    <a:pt x="89910" y="15024"/>
                  </a:lnTo>
                  <a:lnTo>
                    <a:pt x="89087" y="16848"/>
                  </a:lnTo>
                  <a:lnTo>
                    <a:pt x="85573" y="19903"/>
                  </a:lnTo>
                  <a:lnTo>
                    <a:pt x="88152" y="21720"/>
                  </a:lnTo>
                  <a:lnTo>
                    <a:pt x="94471" y="30312"/>
                  </a:lnTo>
                  <a:lnTo>
                    <a:pt x="101760" y="25993"/>
                  </a:lnTo>
                  <a:lnTo>
                    <a:pt x="99480" y="19785"/>
                  </a:lnTo>
                  <a:lnTo>
                    <a:pt x="105125" y="21369"/>
                  </a:lnTo>
                  <a:lnTo>
                    <a:pt x="110583" y="25408"/>
                  </a:lnTo>
                  <a:lnTo>
                    <a:pt x="116565" y="23712"/>
                  </a:lnTo>
                  <a:lnTo>
                    <a:pt x="117238" y="26168"/>
                  </a:lnTo>
                  <a:lnTo>
                    <a:pt x="114210" y="28563"/>
                  </a:lnTo>
                  <a:lnTo>
                    <a:pt x="114994" y="29904"/>
                  </a:lnTo>
                  <a:lnTo>
                    <a:pt x="120116" y="34561"/>
                  </a:lnTo>
                  <a:lnTo>
                    <a:pt x="123780" y="32584"/>
                  </a:lnTo>
                  <a:lnTo>
                    <a:pt x="129089" y="36420"/>
                  </a:lnTo>
                  <a:lnTo>
                    <a:pt x="133463" y="36768"/>
                  </a:lnTo>
                  <a:lnTo>
                    <a:pt x="134397" y="37523"/>
                  </a:lnTo>
                  <a:lnTo>
                    <a:pt x="135070" y="41463"/>
                  </a:lnTo>
                  <a:lnTo>
                    <a:pt x="139482" y="46085"/>
                  </a:lnTo>
                  <a:lnTo>
                    <a:pt x="139967" y="48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4" name="oPE_MapPart_COD_1_164" descr="Demokratische Republik Kongo">
              <a:extLst>
                <a:ext uri="{FF2B5EF4-FFF2-40B4-BE49-F238E27FC236}">
                  <a16:creationId xmlns:a16="http://schemas.microsoft.com/office/drawing/2014/main" id="{2B3F82E4-E8CF-511F-0A7D-677773CBC6AB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6349655" y="4281463"/>
              <a:ext cx="395866" cy="392190"/>
            </a:xfrm>
            <a:custGeom>
              <a:avLst/>
              <a:gdLst/>
              <a:ahLst/>
              <a:cxnLst/>
              <a:rect l="0" t="0" r="0" b="0"/>
              <a:pathLst>
                <a:path w="395866" h="392190">
                  <a:moveTo>
                    <a:pt x="385024" y="281238"/>
                  </a:moveTo>
                  <a:lnTo>
                    <a:pt x="346555" y="287359"/>
                  </a:lnTo>
                  <a:lnTo>
                    <a:pt x="347303" y="289552"/>
                  </a:lnTo>
                  <a:lnTo>
                    <a:pt x="345957" y="293674"/>
                  </a:lnTo>
                  <a:lnTo>
                    <a:pt x="342032" y="298479"/>
                  </a:lnTo>
                  <a:lnTo>
                    <a:pt x="336200" y="302910"/>
                  </a:lnTo>
                  <a:lnTo>
                    <a:pt x="339116" y="308896"/>
                  </a:lnTo>
                  <a:lnTo>
                    <a:pt x="340985" y="315684"/>
                  </a:lnTo>
                  <a:lnTo>
                    <a:pt x="340499" y="327608"/>
                  </a:lnTo>
                  <a:lnTo>
                    <a:pt x="341135" y="333351"/>
                  </a:lnTo>
                  <a:lnTo>
                    <a:pt x="339190" y="336166"/>
                  </a:lnTo>
                  <a:lnTo>
                    <a:pt x="335302" y="350569"/>
                  </a:lnTo>
                  <a:lnTo>
                    <a:pt x="337919" y="357555"/>
                  </a:lnTo>
                  <a:lnTo>
                    <a:pt x="349995" y="368948"/>
                  </a:lnTo>
                  <a:lnTo>
                    <a:pt x="358743" y="370440"/>
                  </a:lnTo>
                  <a:lnTo>
                    <a:pt x="359191" y="366384"/>
                  </a:lnTo>
                  <a:lnTo>
                    <a:pt x="365172" y="364854"/>
                  </a:lnTo>
                  <a:lnTo>
                    <a:pt x="364762" y="392189"/>
                  </a:lnTo>
                  <a:lnTo>
                    <a:pt x="362182" y="391651"/>
                  </a:lnTo>
                  <a:lnTo>
                    <a:pt x="361734" y="389191"/>
                  </a:lnTo>
                  <a:lnTo>
                    <a:pt x="360163" y="388154"/>
                  </a:lnTo>
                  <a:lnTo>
                    <a:pt x="352836" y="391343"/>
                  </a:lnTo>
                  <a:lnTo>
                    <a:pt x="350967" y="391267"/>
                  </a:lnTo>
                  <a:lnTo>
                    <a:pt x="347452" y="389384"/>
                  </a:lnTo>
                  <a:lnTo>
                    <a:pt x="347042" y="387386"/>
                  </a:lnTo>
                  <a:lnTo>
                    <a:pt x="341845" y="379865"/>
                  </a:lnTo>
                  <a:lnTo>
                    <a:pt x="339340" y="379328"/>
                  </a:lnTo>
                  <a:lnTo>
                    <a:pt x="336461" y="372546"/>
                  </a:lnTo>
                  <a:lnTo>
                    <a:pt x="324910" y="367608"/>
                  </a:lnTo>
                  <a:lnTo>
                    <a:pt x="320498" y="367225"/>
                  </a:lnTo>
                  <a:lnTo>
                    <a:pt x="318180" y="365695"/>
                  </a:lnTo>
                  <a:lnTo>
                    <a:pt x="315899" y="360382"/>
                  </a:lnTo>
                  <a:lnTo>
                    <a:pt x="312049" y="356943"/>
                  </a:lnTo>
                  <a:lnTo>
                    <a:pt x="310404" y="352629"/>
                  </a:lnTo>
                  <a:lnTo>
                    <a:pt x="308086" y="353393"/>
                  </a:lnTo>
                  <a:lnTo>
                    <a:pt x="306067" y="359388"/>
                  </a:lnTo>
                  <a:lnTo>
                    <a:pt x="303451" y="360802"/>
                  </a:lnTo>
                  <a:lnTo>
                    <a:pt x="298741" y="360954"/>
                  </a:lnTo>
                  <a:lnTo>
                    <a:pt x="286890" y="359235"/>
                  </a:lnTo>
                  <a:lnTo>
                    <a:pt x="278440" y="356142"/>
                  </a:lnTo>
                  <a:lnTo>
                    <a:pt x="276197" y="356332"/>
                  </a:lnTo>
                  <a:lnTo>
                    <a:pt x="272832" y="353546"/>
                  </a:lnTo>
                  <a:lnTo>
                    <a:pt x="271449" y="348929"/>
                  </a:lnTo>
                  <a:lnTo>
                    <a:pt x="272197" y="345383"/>
                  </a:lnTo>
                  <a:lnTo>
                    <a:pt x="271562" y="344850"/>
                  </a:lnTo>
                  <a:lnTo>
                    <a:pt x="258701" y="347823"/>
                  </a:lnTo>
                  <a:lnTo>
                    <a:pt x="255560" y="349654"/>
                  </a:lnTo>
                  <a:lnTo>
                    <a:pt x="252644" y="349196"/>
                  </a:lnTo>
                  <a:lnTo>
                    <a:pt x="251785" y="348204"/>
                  </a:lnTo>
                  <a:lnTo>
                    <a:pt x="253019" y="345765"/>
                  </a:lnTo>
                  <a:lnTo>
                    <a:pt x="252421" y="343097"/>
                  </a:lnTo>
                  <a:lnTo>
                    <a:pt x="251449" y="341877"/>
                  </a:lnTo>
                  <a:lnTo>
                    <a:pt x="247635" y="340925"/>
                  </a:lnTo>
                  <a:lnTo>
                    <a:pt x="246439" y="338070"/>
                  </a:lnTo>
                  <a:lnTo>
                    <a:pt x="244121" y="337650"/>
                  </a:lnTo>
                  <a:lnTo>
                    <a:pt x="242738" y="340011"/>
                  </a:lnTo>
                  <a:lnTo>
                    <a:pt x="241355" y="340659"/>
                  </a:lnTo>
                  <a:lnTo>
                    <a:pt x="233690" y="339707"/>
                  </a:lnTo>
                  <a:lnTo>
                    <a:pt x="225617" y="342221"/>
                  </a:lnTo>
                  <a:lnTo>
                    <a:pt x="214924" y="341535"/>
                  </a:lnTo>
                  <a:lnTo>
                    <a:pt x="209055" y="344469"/>
                  </a:lnTo>
                  <a:lnTo>
                    <a:pt x="206960" y="338070"/>
                  </a:lnTo>
                  <a:lnTo>
                    <a:pt x="209092" y="335785"/>
                  </a:lnTo>
                  <a:lnTo>
                    <a:pt x="209653" y="333845"/>
                  </a:lnTo>
                  <a:lnTo>
                    <a:pt x="208980" y="324683"/>
                  </a:lnTo>
                  <a:lnTo>
                    <a:pt x="207373" y="320087"/>
                  </a:lnTo>
                  <a:lnTo>
                    <a:pt x="200306" y="310678"/>
                  </a:lnTo>
                  <a:lnTo>
                    <a:pt x="199372" y="308024"/>
                  </a:lnTo>
                  <a:lnTo>
                    <a:pt x="201316" y="291745"/>
                  </a:lnTo>
                  <a:lnTo>
                    <a:pt x="201091" y="284336"/>
                  </a:lnTo>
                  <a:lnTo>
                    <a:pt x="199148" y="279538"/>
                  </a:lnTo>
                  <a:lnTo>
                    <a:pt x="198699" y="274367"/>
                  </a:lnTo>
                  <a:lnTo>
                    <a:pt x="199970" y="265050"/>
                  </a:lnTo>
                  <a:lnTo>
                    <a:pt x="198736" y="262826"/>
                  </a:lnTo>
                  <a:lnTo>
                    <a:pt x="174362" y="262034"/>
                  </a:lnTo>
                  <a:lnTo>
                    <a:pt x="172866" y="260037"/>
                  </a:lnTo>
                  <a:lnTo>
                    <a:pt x="173988" y="254537"/>
                  </a:lnTo>
                  <a:lnTo>
                    <a:pt x="159146" y="255931"/>
                  </a:lnTo>
                  <a:lnTo>
                    <a:pt x="154660" y="257023"/>
                  </a:lnTo>
                  <a:lnTo>
                    <a:pt x="151931" y="259246"/>
                  </a:lnTo>
                  <a:lnTo>
                    <a:pt x="150921" y="266105"/>
                  </a:lnTo>
                  <a:lnTo>
                    <a:pt x="148678" y="269952"/>
                  </a:lnTo>
                  <a:lnTo>
                    <a:pt x="148043" y="276480"/>
                  </a:lnTo>
                  <a:lnTo>
                    <a:pt x="139818" y="277198"/>
                  </a:lnTo>
                  <a:lnTo>
                    <a:pt x="131892" y="275839"/>
                  </a:lnTo>
                  <a:lnTo>
                    <a:pt x="120378" y="279425"/>
                  </a:lnTo>
                  <a:lnTo>
                    <a:pt x="118397" y="278594"/>
                  </a:lnTo>
                  <a:lnTo>
                    <a:pt x="111443" y="279236"/>
                  </a:lnTo>
                  <a:lnTo>
                    <a:pt x="99106" y="261619"/>
                  </a:lnTo>
                  <a:lnTo>
                    <a:pt x="97760" y="254838"/>
                  </a:lnTo>
                  <a:lnTo>
                    <a:pt x="94097" y="248250"/>
                  </a:lnTo>
                  <a:lnTo>
                    <a:pt x="93125" y="238770"/>
                  </a:lnTo>
                  <a:lnTo>
                    <a:pt x="89797" y="234597"/>
                  </a:lnTo>
                  <a:lnTo>
                    <a:pt x="87629" y="233244"/>
                  </a:lnTo>
                  <a:lnTo>
                    <a:pt x="79891" y="232492"/>
                  </a:lnTo>
                  <a:lnTo>
                    <a:pt x="22617" y="232868"/>
                  </a:lnTo>
                  <a:lnTo>
                    <a:pt x="16411" y="231891"/>
                  </a:lnTo>
                  <a:lnTo>
                    <a:pt x="12000" y="232755"/>
                  </a:lnTo>
                  <a:lnTo>
                    <a:pt x="9720" y="234522"/>
                  </a:lnTo>
                  <a:lnTo>
                    <a:pt x="6280" y="235424"/>
                  </a:lnTo>
                  <a:lnTo>
                    <a:pt x="4112" y="235048"/>
                  </a:lnTo>
                  <a:lnTo>
                    <a:pt x="0" y="230276"/>
                  </a:lnTo>
                  <a:lnTo>
                    <a:pt x="6056" y="228960"/>
                  </a:lnTo>
                  <a:lnTo>
                    <a:pt x="6430" y="217582"/>
                  </a:lnTo>
                  <a:lnTo>
                    <a:pt x="4934" y="215931"/>
                  </a:lnTo>
                  <a:lnTo>
                    <a:pt x="7963" y="214016"/>
                  </a:lnTo>
                  <a:lnTo>
                    <a:pt x="12823" y="208951"/>
                  </a:lnTo>
                  <a:lnTo>
                    <a:pt x="19178" y="206213"/>
                  </a:lnTo>
                  <a:lnTo>
                    <a:pt x="24973" y="211052"/>
                  </a:lnTo>
                  <a:lnTo>
                    <a:pt x="30057" y="208651"/>
                  </a:lnTo>
                  <a:lnTo>
                    <a:pt x="31702" y="202838"/>
                  </a:lnTo>
                  <a:lnTo>
                    <a:pt x="35889" y="203700"/>
                  </a:lnTo>
                  <a:lnTo>
                    <a:pt x="44562" y="199876"/>
                  </a:lnTo>
                  <a:lnTo>
                    <a:pt x="46469" y="202988"/>
                  </a:lnTo>
                  <a:lnTo>
                    <a:pt x="44712" y="205838"/>
                  </a:lnTo>
                  <a:lnTo>
                    <a:pt x="45646" y="210940"/>
                  </a:lnTo>
                  <a:lnTo>
                    <a:pt x="51815" y="211990"/>
                  </a:lnTo>
                  <a:lnTo>
                    <a:pt x="63442" y="200026"/>
                  </a:lnTo>
                  <a:lnTo>
                    <a:pt x="66096" y="198714"/>
                  </a:lnTo>
                  <a:lnTo>
                    <a:pt x="70358" y="194254"/>
                  </a:lnTo>
                  <a:lnTo>
                    <a:pt x="76002" y="192267"/>
                  </a:lnTo>
                  <a:lnTo>
                    <a:pt x="78432" y="188746"/>
                  </a:lnTo>
                  <a:lnTo>
                    <a:pt x="81685" y="182489"/>
                  </a:lnTo>
                  <a:lnTo>
                    <a:pt x="83181" y="173428"/>
                  </a:lnTo>
                  <a:lnTo>
                    <a:pt x="83143" y="155727"/>
                  </a:lnTo>
                  <a:lnTo>
                    <a:pt x="89872" y="148694"/>
                  </a:lnTo>
                  <a:lnTo>
                    <a:pt x="96938" y="135941"/>
                  </a:lnTo>
                  <a:lnTo>
                    <a:pt x="98882" y="134146"/>
                  </a:lnTo>
                  <a:lnTo>
                    <a:pt x="105200" y="131230"/>
                  </a:lnTo>
                  <a:lnTo>
                    <a:pt x="115069" y="121883"/>
                  </a:lnTo>
                  <a:lnTo>
                    <a:pt x="114471" y="116238"/>
                  </a:lnTo>
                  <a:lnTo>
                    <a:pt x="117873" y="105620"/>
                  </a:lnTo>
                  <a:lnTo>
                    <a:pt x="118621" y="99302"/>
                  </a:lnTo>
                  <a:lnTo>
                    <a:pt x="118173" y="87263"/>
                  </a:lnTo>
                  <a:lnTo>
                    <a:pt x="121388" y="78587"/>
                  </a:lnTo>
                  <a:lnTo>
                    <a:pt x="121686" y="68675"/>
                  </a:lnTo>
                  <a:lnTo>
                    <a:pt x="124603" y="60295"/>
                  </a:lnTo>
                  <a:lnTo>
                    <a:pt x="130398" y="49704"/>
                  </a:lnTo>
                  <a:lnTo>
                    <a:pt x="133126" y="41804"/>
                  </a:lnTo>
                  <a:lnTo>
                    <a:pt x="132566" y="34013"/>
                  </a:lnTo>
                  <a:lnTo>
                    <a:pt x="133351" y="28281"/>
                  </a:lnTo>
                  <a:lnTo>
                    <a:pt x="131968" y="21984"/>
                  </a:lnTo>
                  <a:lnTo>
                    <a:pt x="132528" y="20109"/>
                  </a:lnTo>
                  <a:lnTo>
                    <a:pt x="134734" y="19360"/>
                  </a:lnTo>
                  <a:lnTo>
                    <a:pt x="137463" y="16435"/>
                  </a:lnTo>
                  <a:lnTo>
                    <a:pt x="142398" y="8783"/>
                  </a:lnTo>
                  <a:lnTo>
                    <a:pt x="147669" y="5030"/>
                  </a:lnTo>
                  <a:lnTo>
                    <a:pt x="151370" y="3829"/>
                  </a:lnTo>
                  <a:lnTo>
                    <a:pt x="155221" y="3979"/>
                  </a:lnTo>
                  <a:lnTo>
                    <a:pt x="157725" y="4654"/>
                  </a:lnTo>
                  <a:lnTo>
                    <a:pt x="166436" y="10058"/>
                  </a:lnTo>
                  <a:lnTo>
                    <a:pt x="169913" y="13059"/>
                  </a:lnTo>
                  <a:lnTo>
                    <a:pt x="173314" y="17709"/>
                  </a:lnTo>
                  <a:lnTo>
                    <a:pt x="181577" y="18723"/>
                  </a:lnTo>
                  <a:lnTo>
                    <a:pt x="187259" y="21047"/>
                  </a:lnTo>
                  <a:lnTo>
                    <a:pt x="189764" y="20860"/>
                  </a:lnTo>
                  <a:lnTo>
                    <a:pt x="193653" y="22246"/>
                  </a:lnTo>
                  <a:lnTo>
                    <a:pt x="196755" y="21459"/>
                  </a:lnTo>
                  <a:lnTo>
                    <a:pt x="212045" y="24533"/>
                  </a:lnTo>
                  <a:lnTo>
                    <a:pt x="213765" y="22996"/>
                  </a:lnTo>
                  <a:lnTo>
                    <a:pt x="218064" y="15010"/>
                  </a:lnTo>
                  <a:lnTo>
                    <a:pt x="221242" y="12272"/>
                  </a:lnTo>
                  <a:lnTo>
                    <a:pt x="226438" y="11972"/>
                  </a:lnTo>
                  <a:lnTo>
                    <a:pt x="232719" y="13510"/>
                  </a:lnTo>
                  <a:lnTo>
                    <a:pt x="251449" y="6606"/>
                  </a:lnTo>
                  <a:lnTo>
                    <a:pt x="253878" y="6306"/>
                  </a:lnTo>
                  <a:lnTo>
                    <a:pt x="260720" y="7957"/>
                  </a:lnTo>
                  <a:lnTo>
                    <a:pt x="266926" y="7169"/>
                  </a:lnTo>
                  <a:lnTo>
                    <a:pt x="270739" y="6006"/>
                  </a:lnTo>
                  <a:lnTo>
                    <a:pt x="273879" y="1164"/>
                  </a:lnTo>
                  <a:lnTo>
                    <a:pt x="276497" y="0"/>
                  </a:lnTo>
                  <a:lnTo>
                    <a:pt x="303413" y="5217"/>
                  </a:lnTo>
                  <a:lnTo>
                    <a:pt x="307525" y="2665"/>
                  </a:lnTo>
                  <a:lnTo>
                    <a:pt x="309508" y="2365"/>
                  </a:lnTo>
                  <a:lnTo>
                    <a:pt x="315489" y="4242"/>
                  </a:lnTo>
                  <a:lnTo>
                    <a:pt x="317320" y="7169"/>
                  </a:lnTo>
                  <a:lnTo>
                    <a:pt x="322068" y="11108"/>
                  </a:lnTo>
                  <a:lnTo>
                    <a:pt x="323489" y="13922"/>
                  </a:lnTo>
                  <a:lnTo>
                    <a:pt x="331863" y="20035"/>
                  </a:lnTo>
                  <a:lnTo>
                    <a:pt x="336760" y="20597"/>
                  </a:lnTo>
                  <a:lnTo>
                    <a:pt x="342966" y="16810"/>
                  </a:lnTo>
                  <a:lnTo>
                    <a:pt x="347378" y="17185"/>
                  </a:lnTo>
                  <a:lnTo>
                    <a:pt x="353322" y="19172"/>
                  </a:lnTo>
                  <a:lnTo>
                    <a:pt x="356649" y="16960"/>
                  </a:lnTo>
                  <a:lnTo>
                    <a:pt x="358406" y="14597"/>
                  </a:lnTo>
                  <a:lnTo>
                    <a:pt x="360126" y="14072"/>
                  </a:lnTo>
                  <a:lnTo>
                    <a:pt x="362706" y="15122"/>
                  </a:lnTo>
                  <a:lnTo>
                    <a:pt x="373473" y="27719"/>
                  </a:lnTo>
                  <a:lnTo>
                    <a:pt x="379977" y="30754"/>
                  </a:lnTo>
                  <a:lnTo>
                    <a:pt x="381622" y="35175"/>
                  </a:lnTo>
                  <a:lnTo>
                    <a:pt x="385135" y="35175"/>
                  </a:lnTo>
                  <a:lnTo>
                    <a:pt x="388014" y="38508"/>
                  </a:lnTo>
                  <a:lnTo>
                    <a:pt x="388239" y="39632"/>
                  </a:lnTo>
                  <a:lnTo>
                    <a:pt x="385099" y="47270"/>
                  </a:lnTo>
                  <a:lnTo>
                    <a:pt x="387080" y="50340"/>
                  </a:lnTo>
                  <a:lnTo>
                    <a:pt x="384538" y="59472"/>
                  </a:lnTo>
                  <a:lnTo>
                    <a:pt x="386669" y="60594"/>
                  </a:lnTo>
                  <a:lnTo>
                    <a:pt x="389397" y="60557"/>
                  </a:lnTo>
                  <a:lnTo>
                    <a:pt x="391902" y="62952"/>
                  </a:lnTo>
                  <a:lnTo>
                    <a:pt x="393847" y="63326"/>
                  </a:lnTo>
                  <a:lnTo>
                    <a:pt x="395865" y="65907"/>
                  </a:lnTo>
                  <a:lnTo>
                    <a:pt x="395454" y="68003"/>
                  </a:lnTo>
                  <a:lnTo>
                    <a:pt x="388986" y="75521"/>
                  </a:lnTo>
                  <a:lnTo>
                    <a:pt x="379341" y="84757"/>
                  </a:lnTo>
                  <a:lnTo>
                    <a:pt x="376090" y="85842"/>
                  </a:lnTo>
                  <a:lnTo>
                    <a:pt x="373211" y="90254"/>
                  </a:lnTo>
                  <a:lnTo>
                    <a:pt x="368239" y="93470"/>
                  </a:lnTo>
                  <a:lnTo>
                    <a:pt x="368051" y="100125"/>
                  </a:lnTo>
                  <a:lnTo>
                    <a:pt x="363565" y="108424"/>
                  </a:lnTo>
                  <a:lnTo>
                    <a:pt x="360312" y="130781"/>
                  </a:lnTo>
                  <a:lnTo>
                    <a:pt x="360649" y="139307"/>
                  </a:lnTo>
                  <a:lnTo>
                    <a:pt x="355939" y="141999"/>
                  </a:lnTo>
                  <a:lnTo>
                    <a:pt x="352723" y="146226"/>
                  </a:lnTo>
                  <a:lnTo>
                    <a:pt x="351341" y="149105"/>
                  </a:lnTo>
                  <a:lnTo>
                    <a:pt x="351378" y="156101"/>
                  </a:lnTo>
                  <a:lnTo>
                    <a:pt x="345696" y="161301"/>
                  </a:lnTo>
                  <a:lnTo>
                    <a:pt x="346443" y="165231"/>
                  </a:lnTo>
                  <a:lnTo>
                    <a:pt x="348948" y="166990"/>
                  </a:lnTo>
                  <a:lnTo>
                    <a:pt x="348986" y="168637"/>
                  </a:lnTo>
                  <a:lnTo>
                    <a:pt x="353322" y="173915"/>
                  </a:lnTo>
                  <a:lnTo>
                    <a:pt x="353060" y="190169"/>
                  </a:lnTo>
                  <a:lnTo>
                    <a:pt x="355528" y="195602"/>
                  </a:lnTo>
                  <a:lnTo>
                    <a:pt x="357022" y="202988"/>
                  </a:lnTo>
                  <a:lnTo>
                    <a:pt x="355378" y="212365"/>
                  </a:lnTo>
                  <a:lnTo>
                    <a:pt x="361247" y="229524"/>
                  </a:lnTo>
                  <a:lnTo>
                    <a:pt x="358630" y="235838"/>
                  </a:lnTo>
                  <a:lnTo>
                    <a:pt x="359901" y="241892"/>
                  </a:lnTo>
                  <a:lnTo>
                    <a:pt x="363379" y="248212"/>
                  </a:lnTo>
                  <a:lnTo>
                    <a:pt x="373846" y="257023"/>
                  </a:lnTo>
                  <a:lnTo>
                    <a:pt x="384388" y="279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5" name="oPE_MapPart_DNK_1_165" descr="Dänemark">
              <a:extLst>
                <a:ext uri="{FF2B5EF4-FFF2-40B4-BE49-F238E27FC236}">
                  <a16:creationId xmlns:a16="http://schemas.microsoft.com/office/drawing/2014/main" id="{498578CC-0105-5C38-BB35-519089136478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6324009" y="2977333"/>
              <a:ext cx="33871" cy="49309"/>
            </a:xfrm>
            <a:custGeom>
              <a:avLst/>
              <a:gdLst/>
              <a:ahLst/>
              <a:cxnLst/>
              <a:rect l="0" t="0" r="0" b="0"/>
              <a:pathLst>
                <a:path w="33871" h="49309">
                  <a:moveTo>
                    <a:pt x="33048" y="12353"/>
                  </a:moveTo>
                  <a:lnTo>
                    <a:pt x="32562" y="17132"/>
                  </a:lnTo>
                  <a:lnTo>
                    <a:pt x="27889" y="19648"/>
                  </a:lnTo>
                  <a:lnTo>
                    <a:pt x="25683" y="24074"/>
                  </a:lnTo>
                  <a:lnTo>
                    <a:pt x="29235" y="27038"/>
                  </a:lnTo>
                  <a:lnTo>
                    <a:pt x="29795" y="30653"/>
                  </a:lnTo>
                  <a:lnTo>
                    <a:pt x="23104" y="34260"/>
                  </a:lnTo>
                  <a:lnTo>
                    <a:pt x="22281" y="47752"/>
                  </a:lnTo>
                  <a:lnTo>
                    <a:pt x="18355" y="49308"/>
                  </a:lnTo>
                  <a:lnTo>
                    <a:pt x="15851" y="44114"/>
                  </a:lnTo>
                  <a:lnTo>
                    <a:pt x="14019" y="34325"/>
                  </a:lnTo>
                  <a:lnTo>
                    <a:pt x="6393" y="33670"/>
                  </a:lnTo>
                  <a:lnTo>
                    <a:pt x="4000" y="29143"/>
                  </a:lnTo>
                  <a:lnTo>
                    <a:pt x="4411" y="24140"/>
                  </a:lnTo>
                  <a:lnTo>
                    <a:pt x="2953" y="19185"/>
                  </a:lnTo>
                  <a:lnTo>
                    <a:pt x="635" y="17530"/>
                  </a:lnTo>
                  <a:lnTo>
                    <a:pt x="0" y="14745"/>
                  </a:lnTo>
                  <a:lnTo>
                    <a:pt x="7140" y="13550"/>
                  </a:lnTo>
                  <a:lnTo>
                    <a:pt x="10094" y="8892"/>
                  </a:lnTo>
                  <a:lnTo>
                    <a:pt x="10318" y="6491"/>
                  </a:lnTo>
                  <a:lnTo>
                    <a:pt x="13496" y="6023"/>
                  </a:lnTo>
                  <a:lnTo>
                    <a:pt x="14916" y="7825"/>
                  </a:lnTo>
                  <a:lnTo>
                    <a:pt x="14804" y="14413"/>
                  </a:lnTo>
                  <a:lnTo>
                    <a:pt x="17496" y="15607"/>
                  </a:lnTo>
                  <a:lnTo>
                    <a:pt x="19851" y="8292"/>
                  </a:lnTo>
                  <a:lnTo>
                    <a:pt x="18431" y="5623"/>
                  </a:lnTo>
                  <a:lnTo>
                    <a:pt x="25758" y="0"/>
                  </a:lnTo>
                  <a:lnTo>
                    <a:pt x="33235" y="2011"/>
                  </a:lnTo>
                  <a:lnTo>
                    <a:pt x="33870" y="3216"/>
                  </a:lnTo>
                  <a:lnTo>
                    <a:pt x="32113" y="74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6" name="oPE_MapPart_DNK_2_166" descr="Dänemark">
              <a:extLst>
                <a:ext uri="{FF2B5EF4-FFF2-40B4-BE49-F238E27FC236}">
                  <a16:creationId xmlns:a16="http://schemas.microsoft.com/office/drawing/2014/main" id="{1D57FF14-8A90-6312-0059-4943B6540ED1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6264679" y="2915733"/>
              <a:ext cx="58247" cy="109613"/>
            </a:xfrm>
            <a:custGeom>
              <a:avLst/>
              <a:gdLst/>
              <a:ahLst/>
              <a:cxnLst/>
              <a:rect l="0" t="0" r="0" b="0"/>
              <a:pathLst>
                <a:path w="58247" h="109613">
                  <a:moveTo>
                    <a:pt x="33609" y="108963"/>
                  </a:moveTo>
                  <a:lnTo>
                    <a:pt x="31029" y="107924"/>
                  </a:lnTo>
                  <a:lnTo>
                    <a:pt x="23553" y="109612"/>
                  </a:lnTo>
                  <a:lnTo>
                    <a:pt x="16226" y="106430"/>
                  </a:lnTo>
                  <a:lnTo>
                    <a:pt x="11403" y="106170"/>
                  </a:lnTo>
                  <a:lnTo>
                    <a:pt x="9384" y="97823"/>
                  </a:lnTo>
                  <a:lnTo>
                    <a:pt x="11403" y="97038"/>
                  </a:lnTo>
                  <a:lnTo>
                    <a:pt x="10281" y="87453"/>
                  </a:lnTo>
                  <a:lnTo>
                    <a:pt x="225" y="80785"/>
                  </a:lnTo>
                  <a:lnTo>
                    <a:pt x="1683" y="66688"/>
                  </a:lnTo>
                  <a:lnTo>
                    <a:pt x="0" y="60796"/>
                  </a:lnTo>
                  <a:lnTo>
                    <a:pt x="897" y="43311"/>
                  </a:lnTo>
                  <a:lnTo>
                    <a:pt x="8973" y="45076"/>
                  </a:lnTo>
                  <a:lnTo>
                    <a:pt x="11440" y="47516"/>
                  </a:lnTo>
                  <a:lnTo>
                    <a:pt x="12749" y="42495"/>
                  </a:lnTo>
                  <a:lnTo>
                    <a:pt x="15926" y="38480"/>
                  </a:lnTo>
                  <a:lnTo>
                    <a:pt x="19627" y="36229"/>
                  </a:lnTo>
                  <a:lnTo>
                    <a:pt x="22319" y="39706"/>
                  </a:lnTo>
                  <a:lnTo>
                    <a:pt x="23553" y="27945"/>
                  </a:lnTo>
                  <a:lnTo>
                    <a:pt x="20525" y="26709"/>
                  </a:lnTo>
                  <a:lnTo>
                    <a:pt x="18094" y="27739"/>
                  </a:lnTo>
                  <a:lnTo>
                    <a:pt x="13496" y="38821"/>
                  </a:lnTo>
                  <a:lnTo>
                    <a:pt x="7216" y="41135"/>
                  </a:lnTo>
                  <a:lnTo>
                    <a:pt x="3029" y="37730"/>
                  </a:lnTo>
                  <a:lnTo>
                    <a:pt x="3365" y="33975"/>
                  </a:lnTo>
                  <a:lnTo>
                    <a:pt x="6356" y="28975"/>
                  </a:lnTo>
                  <a:lnTo>
                    <a:pt x="10319" y="24164"/>
                  </a:lnTo>
                  <a:lnTo>
                    <a:pt x="27254" y="21683"/>
                  </a:lnTo>
                  <a:lnTo>
                    <a:pt x="29759" y="19474"/>
                  </a:lnTo>
                  <a:lnTo>
                    <a:pt x="38245" y="6080"/>
                  </a:lnTo>
                  <a:lnTo>
                    <a:pt x="44376" y="4684"/>
                  </a:lnTo>
                  <a:lnTo>
                    <a:pt x="51666" y="0"/>
                  </a:lnTo>
                  <a:lnTo>
                    <a:pt x="48563" y="4754"/>
                  </a:lnTo>
                  <a:lnTo>
                    <a:pt x="48264" y="6777"/>
                  </a:lnTo>
                  <a:lnTo>
                    <a:pt x="50170" y="11161"/>
                  </a:lnTo>
                  <a:lnTo>
                    <a:pt x="49909" y="19060"/>
                  </a:lnTo>
                  <a:lnTo>
                    <a:pt x="45161" y="28426"/>
                  </a:lnTo>
                  <a:lnTo>
                    <a:pt x="44899" y="42767"/>
                  </a:lnTo>
                  <a:lnTo>
                    <a:pt x="49198" y="46567"/>
                  </a:lnTo>
                  <a:lnTo>
                    <a:pt x="56563" y="46500"/>
                  </a:lnTo>
                  <a:lnTo>
                    <a:pt x="58246" y="49478"/>
                  </a:lnTo>
                  <a:lnTo>
                    <a:pt x="56788" y="55013"/>
                  </a:lnTo>
                  <a:lnTo>
                    <a:pt x="54657" y="56966"/>
                  </a:lnTo>
                  <a:lnTo>
                    <a:pt x="50208" y="58580"/>
                  </a:lnTo>
                  <a:lnTo>
                    <a:pt x="47890" y="55687"/>
                  </a:lnTo>
                  <a:lnTo>
                    <a:pt x="46768" y="56629"/>
                  </a:lnTo>
                  <a:lnTo>
                    <a:pt x="45647" y="58109"/>
                  </a:lnTo>
                  <a:lnTo>
                    <a:pt x="42806" y="71025"/>
                  </a:lnTo>
                  <a:lnTo>
                    <a:pt x="37011" y="71824"/>
                  </a:lnTo>
                  <a:lnTo>
                    <a:pt x="39516" y="74817"/>
                  </a:lnTo>
                  <a:lnTo>
                    <a:pt x="30506" y="84684"/>
                  </a:lnTo>
                  <a:lnTo>
                    <a:pt x="32189" y="92975"/>
                  </a:lnTo>
                  <a:lnTo>
                    <a:pt x="27665" y="101219"/>
                  </a:lnTo>
                  <a:lnTo>
                    <a:pt x="31665" y="101872"/>
                  </a:lnTo>
                  <a:lnTo>
                    <a:pt x="33460" y="103827"/>
                  </a:lnTo>
                  <a:lnTo>
                    <a:pt x="32899" y="10525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7" name="oPE_MapPart_DNK_3_167" descr="Dänemark">
              <a:extLst>
                <a:ext uri="{FF2B5EF4-FFF2-40B4-BE49-F238E27FC236}">
                  <a16:creationId xmlns:a16="http://schemas.microsoft.com/office/drawing/2014/main" id="{7BF11525-953E-B55E-160B-6D57A1F43B0D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6300756" y="2996055"/>
              <a:ext cx="19964" cy="20572"/>
            </a:xfrm>
            <a:custGeom>
              <a:avLst/>
              <a:gdLst/>
              <a:ahLst/>
              <a:cxnLst/>
              <a:rect l="0" t="0" r="0" b="0"/>
              <a:pathLst>
                <a:path w="19964" h="20572">
                  <a:moveTo>
                    <a:pt x="16337" y="132"/>
                  </a:moveTo>
                  <a:lnTo>
                    <a:pt x="19963" y="10684"/>
                  </a:lnTo>
                  <a:lnTo>
                    <a:pt x="19252" y="17501"/>
                  </a:lnTo>
                  <a:lnTo>
                    <a:pt x="15888" y="20441"/>
                  </a:lnTo>
                  <a:lnTo>
                    <a:pt x="12150" y="20571"/>
                  </a:lnTo>
                  <a:lnTo>
                    <a:pt x="2691" y="16454"/>
                  </a:lnTo>
                  <a:lnTo>
                    <a:pt x="0" y="9369"/>
                  </a:lnTo>
                  <a:lnTo>
                    <a:pt x="37" y="3570"/>
                  </a:lnTo>
                  <a:lnTo>
                    <a:pt x="8897" y="66"/>
                  </a:lnTo>
                  <a:lnTo>
                    <a:pt x="13421" y="1984"/>
                  </a:lnTo>
                  <a:lnTo>
                    <a:pt x="1588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8" name="oPE_MapPart_DNK_4_168" descr="Dänemark">
              <a:extLst>
                <a:ext uri="{FF2B5EF4-FFF2-40B4-BE49-F238E27FC236}">
                  <a16:creationId xmlns:a16="http://schemas.microsoft.com/office/drawing/2014/main" id="{085C8BE0-0433-3280-3652-0F70FB6AB26D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6325205" y="3020146"/>
              <a:ext cx="15179" cy="11672"/>
            </a:xfrm>
            <a:custGeom>
              <a:avLst/>
              <a:gdLst/>
              <a:ahLst/>
              <a:cxnLst/>
              <a:rect l="0" t="0" r="0" b="0"/>
              <a:pathLst>
                <a:path w="15179" h="11672">
                  <a:moveTo>
                    <a:pt x="6767" y="2212"/>
                  </a:moveTo>
                  <a:lnTo>
                    <a:pt x="14617" y="5199"/>
                  </a:lnTo>
                  <a:lnTo>
                    <a:pt x="15178" y="9862"/>
                  </a:lnTo>
                  <a:lnTo>
                    <a:pt x="8748" y="11671"/>
                  </a:lnTo>
                  <a:lnTo>
                    <a:pt x="0" y="6495"/>
                  </a:lnTo>
                  <a:lnTo>
                    <a:pt x="486" y="390"/>
                  </a:lnTo>
                  <a:lnTo>
                    <a:pt x="463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9" name="oPE_MapPart_DNK_5_169" descr="Dänemark">
              <a:extLst>
                <a:ext uri="{FF2B5EF4-FFF2-40B4-BE49-F238E27FC236}">
                  <a16:creationId xmlns:a16="http://schemas.microsoft.com/office/drawing/2014/main" id="{A27FBEBB-0E5E-F558-1C03-7C67F5414581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6316607" y="3012771"/>
              <a:ext cx="6842" cy="14843"/>
            </a:xfrm>
            <a:custGeom>
              <a:avLst/>
              <a:gdLst/>
              <a:ahLst/>
              <a:cxnLst/>
              <a:rect l="0" t="0" r="0" b="0"/>
              <a:pathLst>
                <a:path w="6842" h="14843">
                  <a:moveTo>
                    <a:pt x="2318" y="14648"/>
                  </a:moveTo>
                  <a:lnTo>
                    <a:pt x="1420" y="14842"/>
                  </a:lnTo>
                  <a:lnTo>
                    <a:pt x="0" y="11016"/>
                  </a:lnTo>
                  <a:lnTo>
                    <a:pt x="6841" y="0"/>
                  </a:lnTo>
                  <a:lnTo>
                    <a:pt x="2991" y="128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0" name="oPE_MapPart_DNK_6_170" descr="Dänemark">
              <a:extLst>
                <a:ext uri="{FF2B5EF4-FFF2-40B4-BE49-F238E27FC236}">
                  <a16:creationId xmlns:a16="http://schemas.microsoft.com/office/drawing/2014/main" id="{64CB743D-14CD-01AC-8C51-D0EE2C1863CF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6347711" y="3016104"/>
              <a:ext cx="8936" cy="6190"/>
            </a:xfrm>
            <a:custGeom>
              <a:avLst/>
              <a:gdLst/>
              <a:ahLst/>
              <a:cxnLst/>
              <a:rect l="0" t="0" r="0" b="0"/>
              <a:pathLst>
                <a:path w="8936" h="6190">
                  <a:moveTo>
                    <a:pt x="8935" y="3521"/>
                  </a:moveTo>
                  <a:lnTo>
                    <a:pt x="4935" y="3716"/>
                  </a:lnTo>
                  <a:lnTo>
                    <a:pt x="1346" y="6189"/>
                  </a:lnTo>
                  <a:lnTo>
                    <a:pt x="0" y="5408"/>
                  </a:lnTo>
                  <a:lnTo>
                    <a:pt x="3215" y="0"/>
                  </a:lnTo>
                  <a:lnTo>
                    <a:pt x="8187" y="241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1" name="oPE_MapPart_DNK_7_171" descr="Dänemark">
              <a:extLst>
                <a:ext uri="{FF2B5EF4-FFF2-40B4-BE49-F238E27FC236}">
                  <a16:creationId xmlns:a16="http://schemas.microsoft.com/office/drawing/2014/main" id="{D8FEE524-9E55-D777-7950-54CBD753A89B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6356048" y="2993604"/>
              <a:ext cx="3028" cy="4635"/>
            </a:xfrm>
            <a:custGeom>
              <a:avLst/>
              <a:gdLst/>
              <a:ahLst/>
              <a:cxnLst/>
              <a:rect l="0" t="0" r="0" b="0"/>
              <a:pathLst>
                <a:path w="3028" h="4635">
                  <a:moveTo>
                    <a:pt x="3027" y="3047"/>
                  </a:moveTo>
                  <a:lnTo>
                    <a:pt x="1046" y="4634"/>
                  </a:lnTo>
                  <a:lnTo>
                    <a:pt x="0" y="2385"/>
                  </a:lnTo>
                  <a:lnTo>
                    <a:pt x="1645" y="0"/>
                  </a:lnTo>
                  <a:lnTo>
                    <a:pt x="2653" y="11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2" name="oPE_MapPart_DNK_8_172" descr="Dänemark">
              <a:extLst>
                <a:ext uri="{FF2B5EF4-FFF2-40B4-BE49-F238E27FC236}">
                  <a16:creationId xmlns:a16="http://schemas.microsoft.com/office/drawing/2014/main" id="{10847C04-043C-DB8C-07CF-350BD347D21F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6307858" y="3019755"/>
              <a:ext cx="6320" cy="4163"/>
            </a:xfrm>
            <a:custGeom>
              <a:avLst/>
              <a:gdLst/>
              <a:ahLst/>
              <a:cxnLst/>
              <a:rect l="0" t="0" r="0" b="0"/>
              <a:pathLst>
                <a:path w="6320" h="4163">
                  <a:moveTo>
                    <a:pt x="5907" y="4162"/>
                  </a:moveTo>
                  <a:lnTo>
                    <a:pt x="2917" y="3772"/>
                  </a:lnTo>
                  <a:lnTo>
                    <a:pt x="0" y="0"/>
                  </a:lnTo>
                  <a:lnTo>
                    <a:pt x="6319" y="37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3" name="oPE_MapPart_DNK_9_173" descr="Dänemark">
              <a:extLst>
                <a:ext uri="{FF2B5EF4-FFF2-40B4-BE49-F238E27FC236}">
                  <a16:creationId xmlns:a16="http://schemas.microsoft.com/office/drawing/2014/main" id="{D1462CB7-F29A-59AD-B95D-3C07DC034EB7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6298924" y="3016235"/>
              <a:ext cx="6057" cy="6319"/>
            </a:xfrm>
            <a:custGeom>
              <a:avLst/>
              <a:gdLst/>
              <a:ahLst/>
              <a:cxnLst/>
              <a:rect l="0" t="0" r="0" b="0"/>
              <a:pathLst>
                <a:path w="6057" h="6319">
                  <a:moveTo>
                    <a:pt x="6056" y="6318"/>
                  </a:moveTo>
                  <a:lnTo>
                    <a:pt x="747" y="5602"/>
                  </a:lnTo>
                  <a:lnTo>
                    <a:pt x="0" y="0"/>
                  </a:lnTo>
                  <a:lnTo>
                    <a:pt x="4747" y="2673"/>
                  </a:lnTo>
                  <a:lnTo>
                    <a:pt x="5981" y="55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4" name="oPE_MapPart_DNK_10_174" descr="Dänemark">
              <a:extLst>
                <a:ext uri="{FF2B5EF4-FFF2-40B4-BE49-F238E27FC236}">
                  <a16:creationId xmlns:a16="http://schemas.microsoft.com/office/drawing/2014/main" id="{4C041ADA-CF6A-4B6A-45A4-28BB4D915A70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6314401" y="2982020"/>
              <a:ext cx="3029" cy="7734"/>
            </a:xfrm>
            <a:custGeom>
              <a:avLst/>
              <a:gdLst/>
              <a:ahLst/>
              <a:cxnLst/>
              <a:rect l="0" t="0" r="0" b="0"/>
              <a:pathLst>
                <a:path w="3029" h="7734">
                  <a:moveTo>
                    <a:pt x="1907" y="7733"/>
                  </a:moveTo>
                  <a:lnTo>
                    <a:pt x="224" y="7733"/>
                  </a:lnTo>
                  <a:lnTo>
                    <a:pt x="0" y="1269"/>
                  </a:lnTo>
                  <a:lnTo>
                    <a:pt x="673" y="0"/>
                  </a:lnTo>
                  <a:lnTo>
                    <a:pt x="2505" y="2938"/>
                  </a:lnTo>
                  <a:lnTo>
                    <a:pt x="3028" y="4271"/>
                  </a:lnTo>
                  <a:lnTo>
                    <a:pt x="2318" y="587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oPE_MapPart_DNK_11_175" descr="Dänemark">
              <a:extLst>
                <a:ext uri="{FF2B5EF4-FFF2-40B4-BE49-F238E27FC236}">
                  <a16:creationId xmlns:a16="http://schemas.microsoft.com/office/drawing/2014/main" id="{5CC90532-FFD5-7D97-709A-1FC40F34B526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6321840" y="2931472"/>
              <a:ext cx="6245" cy="2976"/>
            </a:xfrm>
            <a:custGeom>
              <a:avLst/>
              <a:gdLst/>
              <a:ahLst/>
              <a:cxnLst/>
              <a:rect l="0" t="0" r="0" b="0"/>
              <a:pathLst>
                <a:path w="6245" h="2976">
                  <a:moveTo>
                    <a:pt x="3702" y="2975"/>
                  </a:moveTo>
                  <a:lnTo>
                    <a:pt x="0" y="2630"/>
                  </a:lnTo>
                  <a:lnTo>
                    <a:pt x="4412" y="0"/>
                  </a:lnTo>
                  <a:lnTo>
                    <a:pt x="6244" y="277"/>
                  </a:lnTo>
                  <a:lnTo>
                    <a:pt x="4225" y="20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6" name="oPE_MapPart_DNK_12_176" descr="Dänemark">
              <a:extLst>
                <a:ext uri="{FF2B5EF4-FFF2-40B4-BE49-F238E27FC236}">
                  <a16:creationId xmlns:a16="http://schemas.microsoft.com/office/drawing/2014/main" id="{3F2D886D-C15A-9FBB-B15F-AF4DCA0F8D12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6400984" y="3007658"/>
              <a:ext cx="9422" cy="9948"/>
            </a:xfrm>
            <a:custGeom>
              <a:avLst/>
              <a:gdLst/>
              <a:ahLst/>
              <a:cxnLst/>
              <a:rect l="0" t="0" r="0" b="0"/>
              <a:pathLst>
                <a:path w="9422" h="9948">
                  <a:moveTo>
                    <a:pt x="8374" y="9947"/>
                  </a:moveTo>
                  <a:lnTo>
                    <a:pt x="4187" y="9555"/>
                  </a:lnTo>
                  <a:lnTo>
                    <a:pt x="0" y="7074"/>
                  </a:lnTo>
                  <a:lnTo>
                    <a:pt x="598" y="2100"/>
                  </a:lnTo>
                  <a:lnTo>
                    <a:pt x="1682" y="0"/>
                  </a:lnTo>
                  <a:lnTo>
                    <a:pt x="9308" y="5505"/>
                  </a:lnTo>
                  <a:lnTo>
                    <a:pt x="9421" y="75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7" name="oPE_MapPart_DJI_1_177" descr="Dschibuti">
              <a:extLst>
                <a:ext uri="{FF2B5EF4-FFF2-40B4-BE49-F238E27FC236}">
                  <a16:creationId xmlns:a16="http://schemas.microsoft.com/office/drawing/2014/main" id="{FDD216B8-3A95-9A3B-A5D3-83F7AE74685B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6963435" y="4125817"/>
              <a:ext cx="34171" cy="37510"/>
            </a:xfrm>
            <a:custGeom>
              <a:avLst/>
              <a:gdLst/>
              <a:ahLst/>
              <a:cxnLst/>
              <a:rect l="0" t="0" r="0" b="0"/>
              <a:pathLst>
                <a:path w="34171" h="37510">
                  <a:moveTo>
                    <a:pt x="30768" y="25656"/>
                  </a:moveTo>
                  <a:lnTo>
                    <a:pt x="24038" y="36252"/>
                  </a:lnTo>
                  <a:lnTo>
                    <a:pt x="16450" y="34538"/>
                  </a:lnTo>
                  <a:lnTo>
                    <a:pt x="4001" y="37509"/>
                  </a:lnTo>
                  <a:lnTo>
                    <a:pt x="673" y="36671"/>
                  </a:lnTo>
                  <a:lnTo>
                    <a:pt x="0" y="27525"/>
                  </a:lnTo>
                  <a:lnTo>
                    <a:pt x="562" y="21725"/>
                  </a:lnTo>
                  <a:lnTo>
                    <a:pt x="14207" y="3984"/>
                  </a:lnTo>
                  <a:lnTo>
                    <a:pt x="19478" y="6970"/>
                  </a:lnTo>
                  <a:lnTo>
                    <a:pt x="20824" y="6052"/>
                  </a:lnTo>
                  <a:lnTo>
                    <a:pt x="22842" y="1800"/>
                  </a:lnTo>
                  <a:lnTo>
                    <a:pt x="28076" y="0"/>
                  </a:lnTo>
                  <a:lnTo>
                    <a:pt x="32974" y="7238"/>
                  </a:lnTo>
                  <a:lnTo>
                    <a:pt x="34170" y="11026"/>
                  </a:lnTo>
                  <a:lnTo>
                    <a:pt x="33535" y="13129"/>
                  </a:lnTo>
                  <a:lnTo>
                    <a:pt x="31292" y="15690"/>
                  </a:lnTo>
                  <a:lnTo>
                    <a:pt x="26655" y="18670"/>
                  </a:lnTo>
                  <a:lnTo>
                    <a:pt x="21460" y="20580"/>
                  </a:lnTo>
                  <a:lnTo>
                    <a:pt x="18169" y="24396"/>
                  </a:lnTo>
                  <a:lnTo>
                    <a:pt x="15702" y="24130"/>
                  </a:lnTo>
                  <a:lnTo>
                    <a:pt x="16075" y="25579"/>
                  </a:lnTo>
                  <a:lnTo>
                    <a:pt x="17010" y="25732"/>
                  </a:lnTo>
                  <a:lnTo>
                    <a:pt x="23814" y="23824"/>
                  </a:lnTo>
                  <a:lnTo>
                    <a:pt x="29011" y="242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oPE_MapPart_DMA_1_178" descr="Dominica">
              <a:extLst>
                <a:ext uri="{FF2B5EF4-FFF2-40B4-BE49-F238E27FC236}">
                  <a16:creationId xmlns:a16="http://schemas.microsoft.com/office/drawing/2014/main" id="{42F10465-6311-C99D-1091-346F7C1CD6BC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4810268" y="4055887"/>
              <a:ext cx="22432" cy="23271"/>
            </a:xfrm>
            <a:custGeom>
              <a:avLst/>
              <a:gdLst/>
              <a:ahLst/>
              <a:cxnLst/>
              <a:rect l="0" t="0" r="0" b="0"/>
              <a:pathLst>
                <a:path w="22432" h="23271">
                  <a:moveTo>
                    <a:pt x="0" y="0"/>
                  </a:moveTo>
                  <a:lnTo>
                    <a:pt x="22431" y="0"/>
                  </a:lnTo>
                  <a:lnTo>
                    <a:pt x="22431" y="23270"/>
                  </a:lnTo>
                  <a:lnTo>
                    <a:pt x="0" y="2327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9" name="oPE_MapPart_DOM_1_179" descr="Dominikanische Republik">
              <a:extLst>
                <a:ext uri="{FF2B5EF4-FFF2-40B4-BE49-F238E27FC236}">
                  <a16:creationId xmlns:a16="http://schemas.microsoft.com/office/drawing/2014/main" id="{73A0D7B2-2F64-9F2E-7D7D-8DDE36E2BE35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4600615" y="3969770"/>
              <a:ext cx="76041" cy="49955"/>
            </a:xfrm>
            <a:custGeom>
              <a:avLst/>
              <a:gdLst/>
              <a:ahLst/>
              <a:cxnLst/>
              <a:rect l="0" t="0" r="0" b="0"/>
              <a:pathLst>
                <a:path w="76041" h="49955">
                  <a:moveTo>
                    <a:pt x="4822" y="41156"/>
                  </a:moveTo>
                  <a:lnTo>
                    <a:pt x="4935" y="34545"/>
                  </a:lnTo>
                  <a:lnTo>
                    <a:pt x="2654" y="32930"/>
                  </a:lnTo>
                  <a:lnTo>
                    <a:pt x="0" y="28948"/>
                  </a:lnTo>
                  <a:lnTo>
                    <a:pt x="2767" y="28593"/>
                  </a:lnTo>
                  <a:lnTo>
                    <a:pt x="5346" y="25989"/>
                  </a:lnTo>
                  <a:lnTo>
                    <a:pt x="5533" y="23264"/>
                  </a:lnTo>
                  <a:lnTo>
                    <a:pt x="4000" y="20419"/>
                  </a:lnTo>
                  <a:lnTo>
                    <a:pt x="7365" y="16542"/>
                  </a:lnTo>
                  <a:lnTo>
                    <a:pt x="5271" y="13850"/>
                  </a:lnTo>
                  <a:lnTo>
                    <a:pt x="6094" y="10838"/>
                  </a:lnTo>
                  <a:lnTo>
                    <a:pt x="4598" y="4292"/>
                  </a:lnTo>
                  <a:lnTo>
                    <a:pt x="7963" y="795"/>
                  </a:lnTo>
                  <a:lnTo>
                    <a:pt x="11590" y="437"/>
                  </a:lnTo>
                  <a:lnTo>
                    <a:pt x="15851" y="1431"/>
                  </a:lnTo>
                  <a:lnTo>
                    <a:pt x="21721" y="0"/>
                  </a:lnTo>
                  <a:lnTo>
                    <a:pt x="28337" y="3060"/>
                  </a:lnTo>
                  <a:lnTo>
                    <a:pt x="32487" y="3140"/>
                  </a:lnTo>
                  <a:lnTo>
                    <a:pt x="37497" y="6078"/>
                  </a:lnTo>
                  <a:lnTo>
                    <a:pt x="42432" y="5324"/>
                  </a:lnTo>
                  <a:lnTo>
                    <a:pt x="43815" y="7150"/>
                  </a:lnTo>
                  <a:lnTo>
                    <a:pt x="45198" y="12027"/>
                  </a:lnTo>
                  <a:lnTo>
                    <a:pt x="46955" y="13533"/>
                  </a:lnTo>
                  <a:lnTo>
                    <a:pt x="55554" y="12899"/>
                  </a:lnTo>
                  <a:lnTo>
                    <a:pt x="57498" y="14127"/>
                  </a:lnTo>
                  <a:lnTo>
                    <a:pt x="55591" y="15711"/>
                  </a:lnTo>
                  <a:lnTo>
                    <a:pt x="49722" y="15592"/>
                  </a:lnTo>
                  <a:lnTo>
                    <a:pt x="49348" y="17532"/>
                  </a:lnTo>
                  <a:lnTo>
                    <a:pt x="64339" y="20379"/>
                  </a:lnTo>
                  <a:lnTo>
                    <a:pt x="68863" y="22197"/>
                  </a:lnTo>
                  <a:lnTo>
                    <a:pt x="76040" y="28633"/>
                  </a:lnTo>
                  <a:lnTo>
                    <a:pt x="73835" y="32891"/>
                  </a:lnTo>
                  <a:lnTo>
                    <a:pt x="71367" y="34269"/>
                  </a:lnTo>
                  <a:lnTo>
                    <a:pt x="69386" y="37183"/>
                  </a:lnTo>
                  <a:lnTo>
                    <a:pt x="68115" y="37262"/>
                  </a:lnTo>
                  <a:lnTo>
                    <a:pt x="63666" y="33088"/>
                  </a:lnTo>
                  <a:lnTo>
                    <a:pt x="56600" y="32418"/>
                  </a:lnTo>
                  <a:lnTo>
                    <a:pt x="46320" y="32339"/>
                  </a:lnTo>
                  <a:lnTo>
                    <a:pt x="41161" y="33836"/>
                  </a:lnTo>
                  <a:lnTo>
                    <a:pt x="37721" y="36514"/>
                  </a:lnTo>
                  <a:lnTo>
                    <a:pt x="31553" y="37262"/>
                  </a:lnTo>
                  <a:lnTo>
                    <a:pt x="28151" y="34663"/>
                  </a:lnTo>
                  <a:lnTo>
                    <a:pt x="25795" y="34466"/>
                  </a:lnTo>
                  <a:lnTo>
                    <a:pt x="19328" y="36553"/>
                  </a:lnTo>
                  <a:lnTo>
                    <a:pt x="18580" y="40488"/>
                  </a:lnTo>
                  <a:lnTo>
                    <a:pt x="12561" y="49758"/>
                  </a:lnTo>
                  <a:lnTo>
                    <a:pt x="11664" y="49954"/>
                  </a:lnTo>
                  <a:lnTo>
                    <a:pt x="7664" y="46971"/>
                  </a:lnTo>
                  <a:lnTo>
                    <a:pt x="5981" y="419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0" name="oPE_MapPart_TLS_1_180" descr="Osttimor">
              <a:extLst>
                <a:ext uri="{FF2B5EF4-FFF2-40B4-BE49-F238E27FC236}">
                  <a16:creationId xmlns:a16="http://schemas.microsoft.com/office/drawing/2014/main" id="{2B13B5C1-C1CF-9609-21C9-FDCFD418B4A4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8702680" y="4561568"/>
              <a:ext cx="2880" cy="3627"/>
            </a:xfrm>
            <a:custGeom>
              <a:avLst/>
              <a:gdLst/>
              <a:ahLst/>
              <a:cxnLst/>
              <a:rect l="0" t="0" r="0" b="0"/>
              <a:pathLst>
                <a:path w="2880" h="3627">
                  <a:moveTo>
                    <a:pt x="2879" y="0"/>
                  </a:moveTo>
                  <a:lnTo>
                    <a:pt x="1496" y="3626"/>
                  </a:lnTo>
                  <a:lnTo>
                    <a:pt x="0" y="2832"/>
                  </a:lnTo>
                  <a:lnTo>
                    <a:pt x="2356" y="2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1" name="oPE_MapPart_TLS_2_181" descr="Osttimor">
              <a:extLst>
                <a:ext uri="{FF2B5EF4-FFF2-40B4-BE49-F238E27FC236}">
                  <a16:creationId xmlns:a16="http://schemas.microsoft.com/office/drawing/2014/main" id="{282A5103-8E32-5B85-FB61-BBFF5498E9D1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8690530" y="4565270"/>
              <a:ext cx="49312" cy="25128"/>
            </a:xfrm>
            <a:custGeom>
              <a:avLst/>
              <a:gdLst/>
              <a:ahLst/>
              <a:cxnLst/>
              <a:rect l="0" t="0" r="0" b="0"/>
              <a:pathLst>
                <a:path w="49312" h="25128">
                  <a:moveTo>
                    <a:pt x="3029" y="25127"/>
                  </a:moveTo>
                  <a:lnTo>
                    <a:pt x="785" y="18875"/>
                  </a:lnTo>
                  <a:lnTo>
                    <a:pt x="3702" y="18345"/>
                  </a:lnTo>
                  <a:lnTo>
                    <a:pt x="4711" y="15278"/>
                  </a:lnTo>
                  <a:lnTo>
                    <a:pt x="3702" y="14446"/>
                  </a:lnTo>
                  <a:lnTo>
                    <a:pt x="299" y="15505"/>
                  </a:lnTo>
                  <a:lnTo>
                    <a:pt x="0" y="13158"/>
                  </a:lnTo>
                  <a:lnTo>
                    <a:pt x="5309" y="6955"/>
                  </a:lnTo>
                  <a:lnTo>
                    <a:pt x="18318" y="3703"/>
                  </a:lnTo>
                  <a:lnTo>
                    <a:pt x="35254" y="3023"/>
                  </a:lnTo>
                  <a:lnTo>
                    <a:pt x="42469" y="0"/>
                  </a:lnTo>
                  <a:lnTo>
                    <a:pt x="49311" y="2267"/>
                  </a:lnTo>
                  <a:lnTo>
                    <a:pt x="41385" y="8392"/>
                  </a:lnTo>
                  <a:lnTo>
                    <a:pt x="36226" y="9791"/>
                  </a:lnTo>
                  <a:lnTo>
                    <a:pt x="32525" y="12515"/>
                  </a:lnTo>
                  <a:lnTo>
                    <a:pt x="25795" y="14294"/>
                  </a:lnTo>
                  <a:lnTo>
                    <a:pt x="21272" y="16982"/>
                  </a:lnTo>
                  <a:lnTo>
                    <a:pt x="10094" y="20163"/>
                  </a:lnTo>
                  <a:lnTo>
                    <a:pt x="5983" y="228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2" name="oPE_MapPart_TLS_3_182" descr="Osttimor">
              <a:extLst>
                <a:ext uri="{FF2B5EF4-FFF2-40B4-BE49-F238E27FC236}">
                  <a16:creationId xmlns:a16="http://schemas.microsoft.com/office/drawing/2014/main" id="{F18BD3BD-B3C5-17C1-F8B1-EBA1D4224585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8672137" y="4583653"/>
              <a:ext cx="8488" cy="4888"/>
            </a:xfrm>
            <a:custGeom>
              <a:avLst/>
              <a:gdLst/>
              <a:ahLst/>
              <a:cxnLst/>
              <a:rect l="0" t="0" r="0" b="0"/>
              <a:pathLst>
                <a:path w="8488" h="4888">
                  <a:moveTo>
                    <a:pt x="0" y="3182"/>
                  </a:moveTo>
                  <a:lnTo>
                    <a:pt x="8487" y="0"/>
                  </a:lnTo>
                  <a:lnTo>
                    <a:pt x="7814" y="2614"/>
                  </a:lnTo>
                  <a:lnTo>
                    <a:pt x="5870" y="4697"/>
                  </a:lnTo>
                  <a:lnTo>
                    <a:pt x="1645" y="4887"/>
                  </a:lnTo>
                  <a:lnTo>
                    <a:pt x="337" y="390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3" name="oPE_MapPart_ECU_1_183" descr="Ecuador">
              <a:extLst>
                <a:ext uri="{FF2B5EF4-FFF2-40B4-BE49-F238E27FC236}">
                  <a16:creationId xmlns:a16="http://schemas.microsoft.com/office/drawing/2014/main" id="{3F429533-3B78-07D2-2D3B-DC54C1941C1F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4414477" y="4361696"/>
              <a:ext cx="118660" cy="133597"/>
            </a:xfrm>
            <a:custGeom>
              <a:avLst/>
              <a:gdLst/>
              <a:ahLst/>
              <a:cxnLst/>
              <a:rect l="0" t="0" r="0" b="0"/>
              <a:pathLst>
                <a:path w="118660" h="133597">
                  <a:moveTo>
                    <a:pt x="117911" y="32453"/>
                  </a:moveTo>
                  <a:lnTo>
                    <a:pt x="113948" y="33500"/>
                  </a:lnTo>
                  <a:lnTo>
                    <a:pt x="110808" y="32789"/>
                  </a:lnTo>
                  <a:lnTo>
                    <a:pt x="110696" y="33537"/>
                  </a:lnTo>
                  <a:lnTo>
                    <a:pt x="113649" y="35406"/>
                  </a:lnTo>
                  <a:lnTo>
                    <a:pt x="114995" y="38734"/>
                  </a:lnTo>
                  <a:lnTo>
                    <a:pt x="118434" y="42510"/>
                  </a:lnTo>
                  <a:lnTo>
                    <a:pt x="118659" y="50025"/>
                  </a:lnTo>
                  <a:lnTo>
                    <a:pt x="116602" y="50324"/>
                  </a:lnTo>
                  <a:lnTo>
                    <a:pt x="115369" y="49463"/>
                  </a:lnTo>
                  <a:lnTo>
                    <a:pt x="111967" y="62065"/>
                  </a:lnTo>
                  <a:lnTo>
                    <a:pt x="101200" y="74558"/>
                  </a:lnTo>
                  <a:lnTo>
                    <a:pt x="88938" y="83501"/>
                  </a:lnTo>
                  <a:lnTo>
                    <a:pt x="64414" y="92184"/>
                  </a:lnTo>
                  <a:lnTo>
                    <a:pt x="57722" y="99860"/>
                  </a:lnTo>
                  <a:lnTo>
                    <a:pt x="58245" y="102256"/>
                  </a:lnTo>
                  <a:lnTo>
                    <a:pt x="56824" y="102743"/>
                  </a:lnTo>
                  <a:lnTo>
                    <a:pt x="55628" y="100870"/>
                  </a:lnTo>
                  <a:lnTo>
                    <a:pt x="54357" y="100833"/>
                  </a:lnTo>
                  <a:lnTo>
                    <a:pt x="52787" y="108737"/>
                  </a:lnTo>
                  <a:lnTo>
                    <a:pt x="50095" y="113121"/>
                  </a:lnTo>
                  <a:lnTo>
                    <a:pt x="47403" y="120168"/>
                  </a:lnTo>
                  <a:lnTo>
                    <a:pt x="47965" y="122943"/>
                  </a:lnTo>
                  <a:lnTo>
                    <a:pt x="47292" y="125118"/>
                  </a:lnTo>
                  <a:lnTo>
                    <a:pt x="42656" y="128268"/>
                  </a:lnTo>
                  <a:lnTo>
                    <a:pt x="42432" y="131269"/>
                  </a:lnTo>
                  <a:lnTo>
                    <a:pt x="41273" y="131569"/>
                  </a:lnTo>
                  <a:lnTo>
                    <a:pt x="40076" y="133596"/>
                  </a:lnTo>
                  <a:lnTo>
                    <a:pt x="35179" y="133334"/>
                  </a:lnTo>
                  <a:lnTo>
                    <a:pt x="31291" y="129356"/>
                  </a:lnTo>
                  <a:lnTo>
                    <a:pt x="30020" y="124630"/>
                  </a:lnTo>
                  <a:lnTo>
                    <a:pt x="27478" y="122867"/>
                  </a:lnTo>
                  <a:lnTo>
                    <a:pt x="24188" y="123318"/>
                  </a:lnTo>
                  <a:lnTo>
                    <a:pt x="17085" y="119568"/>
                  </a:lnTo>
                  <a:lnTo>
                    <a:pt x="12038" y="123055"/>
                  </a:lnTo>
                  <a:lnTo>
                    <a:pt x="9832" y="121592"/>
                  </a:lnTo>
                  <a:lnTo>
                    <a:pt x="12673" y="117731"/>
                  </a:lnTo>
                  <a:lnTo>
                    <a:pt x="10542" y="117656"/>
                  </a:lnTo>
                  <a:lnTo>
                    <a:pt x="9832" y="116831"/>
                  </a:lnTo>
                  <a:lnTo>
                    <a:pt x="9795" y="113608"/>
                  </a:lnTo>
                  <a:lnTo>
                    <a:pt x="10916" y="112934"/>
                  </a:lnTo>
                  <a:lnTo>
                    <a:pt x="13683" y="113496"/>
                  </a:lnTo>
                  <a:lnTo>
                    <a:pt x="16262" y="110835"/>
                  </a:lnTo>
                  <a:lnTo>
                    <a:pt x="14319" y="101432"/>
                  </a:lnTo>
                  <a:lnTo>
                    <a:pt x="13234" y="100646"/>
                  </a:lnTo>
                  <a:lnTo>
                    <a:pt x="16673" y="99336"/>
                  </a:lnTo>
                  <a:lnTo>
                    <a:pt x="20748" y="95853"/>
                  </a:lnTo>
                  <a:lnTo>
                    <a:pt x="25609" y="83837"/>
                  </a:lnTo>
                  <a:lnTo>
                    <a:pt x="23665" y="79197"/>
                  </a:lnTo>
                  <a:lnTo>
                    <a:pt x="23253" y="73212"/>
                  </a:lnTo>
                  <a:lnTo>
                    <a:pt x="22206" y="74820"/>
                  </a:lnTo>
                  <a:lnTo>
                    <a:pt x="22468" y="80582"/>
                  </a:lnTo>
                  <a:lnTo>
                    <a:pt x="21534" y="83201"/>
                  </a:lnTo>
                  <a:lnTo>
                    <a:pt x="19365" y="83351"/>
                  </a:lnTo>
                  <a:lnTo>
                    <a:pt x="19851" y="79160"/>
                  </a:lnTo>
                  <a:lnTo>
                    <a:pt x="14057" y="86495"/>
                  </a:lnTo>
                  <a:lnTo>
                    <a:pt x="10654" y="84810"/>
                  </a:lnTo>
                  <a:lnTo>
                    <a:pt x="5757" y="80058"/>
                  </a:lnTo>
                  <a:lnTo>
                    <a:pt x="2542" y="79048"/>
                  </a:lnTo>
                  <a:lnTo>
                    <a:pt x="0" y="75718"/>
                  </a:lnTo>
                  <a:lnTo>
                    <a:pt x="4000" y="73398"/>
                  </a:lnTo>
                  <a:lnTo>
                    <a:pt x="4187" y="70444"/>
                  </a:lnTo>
                  <a:lnTo>
                    <a:pt x="2654" y="64159"/>
                  </a:lnTo>
                  <a:lnTo>
                    <a:pt x="3327" y="58999"/>
                  </a:lnTo>
                  <a:lnTo>
                    <a:pt x="1233" y="52642"/>
                  </a:lnTo>
                  <a:lnTo>
                    <a:pt x="2505" y="50511"/>
                  </a:lnTo>
                  <a:lnTo>
                    <a:pt x="8486" y="47856"/>
                  </a:lnTo>
                  <a:lnTo>
                    <a:pt x="10542" y="42397"/>
                  </a:lnTo>
                  <a:lnTo>
                    <a:pt x="14131" y="43145"/>
                  </a:lnTo>
                  <a:lnTo>
                    <a:pt x="12000" y="42360"/>
                  </a:lnTo>
                  <a:lnTo>
                    <a:pt x="9982" y="37911"/>
                  </a:lnTo>
                  <a:lnTo>
                    <a:pt x="17197" y="30359"/>
                  </a:lnTo>
                  <a:lnTo>
                    <a:pt x="19029" y="27032"/>
                  </a:lnTo>
                  <a:lnTo>
                    <a:pt x="19477" y="21723"/>
                  </a:lnTo>
                  <a:lnTo>
                    <a:pt x="18169" y="13947"/>
                  </a:lnTo>
                  <a:lnTo>
                    <a:pt x="25347" y="9909"/>
                  </a:lnTo>
                  <a:lnTo>
                    <a:pt x="28001" y="10058"/>
                  </a:lnTo>
                  <a:lnTo>
                    <a:pt x="31104" y="8226"/>
                  </a:lnTo>
                  <a:lnTo>
                    <a:pt x="42843" y="5198"/>
                  </a:lnTo>
                  <a:lnTo>
                    <a:pt x="44338" y="3328"/>
                  </a:lnTo>
                  <a:lnTo>
                    <a:pt x="43665" y="0"/>
                  </a:lnTo>
                  <a:lnTo>
                    <a:pt x="47366" y="3589"/>
                  </a:lnTo>
                  <a:lnTo>
                    <a:pt x="57759" y="10133"/>
                  </a:lnTo>
                  <a:lnTo>
                    <a:pt x="65050" y="13087"/>
                  </a:lnTo>
                  <a:lnTo>
                    <a:pt x="67704" y="12863"/>
                  </a:lnTo>
                  <a:lnTo>
                    <a:pt x="68825" y="15218"/>
                  </a:lnTo>
                  <a:lnTo>
                    <a:pt x="72564" y="17013"/>
                  </a:lnTo>
                  <a:lnTo>
                    <a:pt x="74059" y="22060"/>
                  </a:lnTo>
                  <a:lnTo>
                    <a:pt x="79929" y="22882"/>
                  </a:lnTo>
                  <a:lnTo>
                    <a:pt x="85835" y="25088"/>
                  </a:lnTo>
                  <a:lnTo>
                    <a:pt x="87929" y="24602"/>
                  </a:lnTo>
                  <a:lnTo>
                    <a:pt x="92789" y="25349"/>
                  </a:lnTo>
                  <a:lnTo>
                    <a:pt x="94172" y="24826"/>
                  </a:lnTo>
                  <a:lnTo>
                    <a:pt x="94471" y="22396"/>
                  </a:lnTo>
                  <a:lnTo>
                    <a:pt x="96602" y="20938"/>
                  </a:lnTo>
                  <a:lnTo>
                    <a:pt x="101649" y="23069"/>
                  </a:lnTo>
                  <a:lnTo>
                    <a:pt x="107705" y="28378"/>
                  </a:lnTo>
                  <a:lnTo>
                    <a:pt x="110995" y="28939"/>
                  </a:lnTo>
                  <a:lnTo>
                    <a:pt x="114210" y="310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4" name="oPE_MapPart_ECU_2_184" descr="Ecuador">
              <a:extLst>
                <a:ext uri="{FF2B5EF4-FFF2-40B4-BE49-F238E27FC236}">
                  <a16:creationId xmlns:a16="http://schemas.microsoft.com/office/drawing/2014/main" id="{343118F0-D552-564D-C13F-DF2D3C50770E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4428796" y="4447480"/>
              <a:ext cx="7552" cy="7037"/>
            </a:xfrm>
            <a:custGeom>
              <a:avLst/>
              <a:gdLst/>
              <a:ahLst/>
              <a:cxnLst/>
              <a:rect l="0" t="0" r="0" b="0"/>
              <a:pathLst>
                <a:path w="7552" h="7037">
                  <a:moveTo>
                    <a:pt x="2915" y="6250"/>
                  </a:moveTo>
                  <a:lnTo>
                    <a:pt x="2541" y="7036"/>
                  </a:lnTo>
                  <a:lnTo>
                    <a:pt x="0" y="6699"/>
                  </a:lnTo>
                  <a:lnTo>
                    <a:pt x="486" y="2882"/>
                  </a:lnTo>
                  <a:lnTo>
                    <a:pt x="2654" y="486"/>
                  </a:lnTo>
                  <a:lnTo>
                    <a:pt x="5719" y="0"/>
                  </a:lnTo>
                  <a:lnTo>
                    <a:pt x="7551" y="1085"/>
                  </a:lnTo>
                  <a:lnTo>
                    <a:pt x="3738" y="35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5" name="oPE_MapPart_ECU_3_185" descr="Ecuador">
              <a:extLst>
                <a:ext uri="{FF2B5EF4-FFF2-40B4-BE49-F238E27FC236}">
                  <a16:creationId xmlns:a16="http://schemas.microsoft.com/office/drawing/2014/main" id="{4839A732-5B13-E33A-2B35-A9D677F94CFD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4455413" y="4363715"/>
              <a:ext cx="1908" cy="2357"/>
            </a:xfrm>
            <a:custGeom>
              <a:avLst/>
              <a:gdLst/>
              <a:ahLst/>
              <a:cxnLst/>
              <a:rect l="0" t="0" r="0" b="0"/>
              <a:pathLst>
                <a:path w="1908" h="2357">
                  <a:moveTo>
                    <a:pt x="1720" y="2206"/>
                  </a:moveTo>
                  <a:lnTo>
                    <a:pt x="524" y="2356"/>
                  </a:lnTo>
                  <a:lnTo>
                    <a:pt x="0" y="1384"/>
                  </a:lnTo>
                  <a:lnTo>
                    <a:pt x="190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6" name="oPE_MapPart_ECU_4_186" descr="Ecuador">
              <a:extLst>
                <a:ext uri="{FF2B5EF4-FFF2-40B4-BE49-F238E27FC236}">
                  <a16:creationId xmlns:a16="http://schemas.microsoft.com/office/drawing/2014/main" id="{85709E5D-445D-FD2F-14FA-DE25236A704E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4215516" y="4402000"/>
              <a:ext cx="7403" cy="5982"/>
            </a:xfrm>
            <a:custGeom>
              <a:avLst/>
              <a:gdLst/>
              <a:ahLst/>
              <a:cxnLst/>
              <a:rect l="0" t="0" r="0" b="0"/>
              <a:pathLst>
                <a:path w="7403" h="5982">
                  <a:moveTo>
                    <a:pt x="4299" y="5981"/>
                  </a:moveTo>
                  <a:lnTo>
                    <a:pt x="0" y="4000"/>
                  </a:lnTo>
                  <a:lnTo>
                    <a:pt x="224" y="2019"/>
                  </a:lnTo>
                  <a:lnTo>
                    <a:pt x="1496" y="673"/>
                  </a:lnTo>
                  <a:lnTo>
                    <a:pt x="5645" y="0"/>
                  </a:lnTo>
                  <a:lnTo>
                    <a:pt x="7402" y="1271"/>
                  </a:lnTo>
                  <a:lnTo>
                    <a:pt x="7253" y="3626"/>
                  </a:lnTo>
                  <a:lnTo>
                    <a:pt x="4711" y="56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7" name="oPE_MapPart_ECU_5_187" descr="Ecuador">
              <a:extLst>
                <a:ext uri="{FF2B5EF4-FFF2-40B4-BE49-F238E27FC236}">
                  <a16:creationId xmlns:a16="http://schemas.microsoft.com/office/drawing/2014/main" id="{DDBBA751-74F5-928A-7193-5A9B7BD0B4F7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4234881" y="4406075"/>
              <a:ext cx="7254" cy="5647"/>
            </a:xfrm>
            <a:custGeom>
              <a:avLst/>
              <a:gdLst/>
              <a:ahLst/>
              <a:cxnLst/>
              <a:rect l="0" t="0" r="0" b="0"/>
              <a:pathLst>
                <a:path w="7254" h="5647">
                  <a:moveTo>
                    <a:pt x="3963" y="4786"/>
                  </a:moveTo>
                  <a:lnTo>
                    <a:pt x="1495" y="5646"/>
                  </a:lnTo>
                  <a:lnTo>
                    <a:pt x="0" y="4337"/>
                  </a:lnTo>
                  <a:lnTo>
                    <a:pt x="3851" y="860"/>
                  </a:lnTo>
                  <a:lnTo>
                    <a:pt x="6057" y="0"/>
                  </a:lnTo>
                  <a:lnTo>
                    <a:pt x="7253" y="1009"/>
                  </a:lnTo>
                  <a:lnTo>
                    <a:pt x="5197" y="30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8" name="oPE_MapPart_ECU_6_188" descr="Ecuador">
              <a:extLst>
                <a:ext uri="{FF2B5EF4-FFF2-40B4-BE49-F238E27FC236}">
                  <a16:creationId xmlns:a16="http://schemas.microsoft.com/office/drawing/2014/main" id="{12B3E2E9-EFFE-09CD-C09C-ED35B6048A36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4192562" y="4397252"/>
              <a:ext cx="5160" cy="4263"/>
            </a:xfrm>
            <a:custGeom>
              <a:avLst/>
              <a:gdLst/>
              <a:ahLst/>
              <a:cxnLst/>
              <a:rect l="0" t="0" r="0" b="0"/>
              <a:pathLst>
                <a:path w="5160" h="4263">
                  <a:moveTo>
                    <a:pt x="4598" y="4262"/>
                  </a:moveTo>
                  <a:lnTo>
                    <a:pt x="748" y="3925"/>
                  </a:lnTo>
                  <a:lnTo>
                    <a:pt x="0" y="598"/>
                  </a:lnTo>
                  <a:lnTo>
                    <a:pt x="3888" y="0"/>
                  </a:lnTo>
                  <a:lnTo>
                    <a:pt x="5159" y="1383"/>
                  </a:lnTo>
                  <a:lnTo>
                    <a:pt x="5121" y="34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9" name="oPE_MapPart_ECU_7_189" descr="Ecuador">
              <a:extLst>
                <a:ext uri="{FF2B5EF4-FFF2-40B4-BE49-F238E27FC236}">
                  <a16:creationId xmlns:a16="http://schemas.microsoft.com/office/drawing/2014/main" id="{2F079687-AD53-FA37-9E85-6DABB60573B7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4215964" y="4417292"/>
              <a:ext cx="2917" cy="2469"/>
            </a:xfrm>
            <a:custGeom>
              <a:avLst/>
              <a:gdLst/>
              <a:ahLst/>
              <a:cxnLst/>
              <a:rect l="0" t="0" r="0" b="0"/>
              <a:pathLst>
                <a:path w="2917" h="2469">
                  <a:moveTo>
                    <a:pt x="1982" y="2468"/>
                  </a:moveTo>
                  <a:lnTo>
                    <a:pt x="0" y="1645"/>
                  </a:lnTo>
                  <a:lnTo>
                    <a:pt x="898" y="0"/>
                  </a:lnTo>
                  <a:lnTo>
                    <a:pt x="2916" y="14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0" name="oPE_MapPart_ECU_8_190" descr="Ecuador">
              <a:extLst>
                <a:ext uri="{FF2B5EF4-FFF2-40B4-BE49-F238E27FC236}">
                  <a16:creationId xmlns:a16="http://schemas.microsoft.com/office/drawing/2014/main" id="{06B2DA44-BCEA-DCB6-B068-DFE1045C72D3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4193608" y="4389326"/>
              <a:ext cx="16563" cy="23779"/>
            </a:xfrm>
            <a:custGeom>
              <a:avLst/>
              <a:gdLst/>
              <a:ahLst/>
              <a:cxnLst/>
              <a:rect l="0" t="0" r="0" b="0"/>
              <a:pathLst>
                <a:path w="16563" h="23779">
                  <a:moveTo>
                    <a:pt x="6730" y="2094"/>
                  </a:moveTo>
                  <a:lnTo>
                    <a:pt x="8038" y="3440"/>
                  </a:lnTo>
                  <a:lnTo>
                    <a:pt x="8749" y="7253"/>
                  </a:lnTo>
                  <a:lnTo>
                    <a:pt x="12898" y="11291"/>
                  </a:lnTo>
                  <a:lnTo>
                    <a:pt x="13235" y="14992"/>
                  </a:lnTo>
                  <a:lnTo>
                    <a:pt x="16562" y="18245"/>
                  </a:lnTo>
                  <a:lnTo>
                    <a:pt x="14356" y="22170"/>
                  </a:lnTo>
                  <a:lnTo>
                    <a:pt x="9683" y="23778"/>
                  </a:lnTo>
                  <a:lnTo>
                    <a:pt x="4674" y="23740"/>
                  </a:lnTo>
                  <a:lnTo>
                    <a:pt x="2356" y="21833"/>
                  </a:lnTo>
                  <a:lnTo>
                    <a:pt x="2879" y="19217"/>
                  </a:lnTo>
                  <a:lnTo>
                    <a:pt x="9384" y="15552"/>
                  </a:lnTo>
                  <a:lnTo>
                    <a:pt x="9870" y="14244"/>
                  </a:lnTo>
                  <a:lnTo>
                    <a:pt x="7216" y="10393"/>
                  </a:lnTo>
                  <a:lnTo>
                    <a:pt x="4711" y="8599"/>
                  </a:lnTo>
                  <a:lnTo>
                    <a:pt x="3477" y="3104"/>
                  </a:lnTo>
                  <a:lnTo>
                    <a:pt x="972" y="3590"/>
                  </a:lnTo>
                  <a:lnTo>
                    <a:pt x="0" y="2580"/>
                  </a:lnTo>
                  <a:lnTo>
                    <a:pt x="2206" y="449"/>
                  </a:lnTo>
                  <a:lnTo>
                    <a:pt x="4898" y="0"/>
                  </a:lnTo>
                  <a:lnTo>
                    <a:pt x="6057" y="7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1" name="oPE_MapPart_ECU_9_191" descr="Ecuador">
              <a:extLst>
                <a:ext uri="{FF2B5EF4-FFF2-40B4-BE49-F238E27FC236}">
                  <a16:creationId xmlns:a16="http://schemas.microsoft.com/office/drawing/2014/main" id="{43462AF3-284B-56C7-FA62-5D4BB8E4C0F2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4208749" y="4395270"/>
              <a:ext cx="6544" cy="4226"/>
            </a:xfrm>
            <a:custGeom>
              <a:avLst/>
              <a:gdLst/>
              <a:ahLst/>
              <a:cxnLst/>
              <a:rect l="0" t="0" r="0" b="0"/>
              <a:pathLst>
                <a:path w="6544" h="4226">
                  <a:moveTo>
                    <a:pt x="6094" y="3627"/>
                  </a:moveTo>
                  <a:lnTo>
                    <a:pt x="5122" y="4225"/>
                  </a:lnTo>
                  <a:lnTo>
                    <a:pt x="1234" y="3514"/>
                  </a:lnTo>
                  <a:lnTo>
                    <a:pt x="0" y="2318"/>
                  </a:lnTo>
                  <a:lnTo>
                    <a:pt x="1795" y="0"/>
                  </a:lnTo>
                  <a:lnTo>
                    <a:pt x="6543" y="246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2" name="oPE_MapPart_EGY_1_192" descr="Ägypten">
              <a:extLst>
                <a:ext uri="{FF2B5EF4-FFF2-40B4-BE49-F238E27FC236}">
                  <a16:creationId xmlns:a16="http://schemas.microsoft.com/office/drawing/2014/main" id="{81BA3809-ADD4-BC3B-CB12-4F839A0D0B04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6609066" y="3698249"/>
              <a:ext cx="252722" cy="225242"/>
            </a:xfrm>
            <a:custGeom>
              <a:avLst/>
              <a:gdLst/>
              <a:ahLst/>
              <a:cxnLst/>
              <a:rect l="0" t="0" r="0" b="0"/>
              <a:pathLst>
                <a:path w="252722" h="225242">
                  <a:moveTo>
                    <a:pt x="252721" y="225200"/>
                  </a:moveTo>
                  <a:lnTo>
                    <a:pt x="139820" y="225200"/>
                  </a:lnTo>
                  <a:lnTo>
                    <a:pt x="140866" y="221812"/>
                  </a:lnTo>
                  <a:lnTo>
                    <a:pt x="139109" y="220561"/>
                  </a:lnTo>
                  <a:lnTo>
                    <a:pt x="138211" y="220883"/>
                  </a:lnTo>
                  <a:lnTo>
                    <a:pt x="136193" y="225080"/>
                  </a:lnTo>
                  <a:lnTo>
                    <a:pt x="135108" y="225241"/>
                  </a:lnTo>
                  <a:lnTo>
                    <a:pt x="5758" y="225200"/>
                  </a:lnTo>
                  <a:lnTo>
                    <a:pt x="5758" y="59573"/>
                  </a:lnTo>
                  <a:lnTo>
                    <a:pt x="0" y="35215"/>
                  </a:lnTo>
                  <a:lnTo>
                    <a:pt x="3627" y="29021"/>
                  </a:lnTo>
                  <a:lnTo>
                    <a:pt x="5347" y="23680"/>
                  </a:lnTo>
                  <a:lnTo>
                    <a:pt x="5608" y="21332"/>
                  </a:lnTo>
                  <a:lnTo>
                    <a:pt x="3627" y="14447"/>
                  </a:lnTo>
                  <a:lnTo>
                    <a:pt x="3104" y="7804"/>
                  </a:lnTo>
                  <a:lnTo>
                    <a:pt x="9272" y="0"/>
                  </a:lnTo>
                  <a:lnTo>
                    <a:pt x="10842" y="2940"/>
                  </a:lnTo>
                  <a:lnTo>
                    <a:pt x="14095" y="3467"/>
                  </a:lnTo>
                  <a:lnTo>
                    <a:pt x="24712" y="834"/>
                  </a:lnTo>
                  <a:lnTo>
                    <a:pt x="52862" y="6753"/>
                  </a:lnTo>
                  <a:lnTo>
                    <a:pt x="58919" y="10778"/>
                  </a:lnTo>
                  <a:lnTo>
                    <a:pt x="64937" y="11171"/>
                  </a:lnTo>
                  <a:lnTo>
                    <a:pt x="67816" y="13574"/>
                  </a:lnTo>
                  <a:lnTo>
                    <a:pt x="79182" y="14709"/>
                  </a:lnTo>
                  <a:lnTo>
                    <a:pt x="90733" y="20026"/>
                  </a:lnTo>
                  <a:lnTo>
                    <a:pt x="98135" y="17674"/>
                  </a:lnTo>
                  <a:lnTo>
                    <a:pt x="108566" y="10384"/>
                  </a:lnTo>
                  <a:lnTo>
                    <a:pt x="114621" y="9641"/>
                  </a:lnTo>
                  <a:lnTo>
                    <a:pt x="118210" y="4826"/>
                  </a:lnTo>
                  <a:lnTo>
                    <a:pt x="129202" y="2151"/>
                  </a:lnTo>
                  <a:lnTo>
                    <a:pt x="121688" y="5789"/>
                  </a:lnTo>
                  <a:lnTo>
                    <a:pt x="130809" y="4694"/>
                  </a:lnTo>
                  <a:lnTo>
                    <a:pt x="132491" y="1272"/>
                  </a:lnTo>
                  <a:lnTo>
                    <a:pt x="141688" y="4782"/>
                  </a:lnTo>
                  <a:lnTo>
                    <a:pt x="149240" y="2765"/>
                  </a:lnTo>
                  <a:lnTo>
                    <a:pt x="154361" y="7629"/>
                  </a:lnTo>
                  <a:lnTo>
                    <a:pt x="149315" y="4212"/>
                  </a:lnTo>
                  <a:lnTo>
                    <a:pt x="146810" y="8810"/>
                  </a:lnTo>
                  <a:lnTo>
                    <a:pt x="151707" y="10560"/>
                  </a:lnTo>
                  <a:lnTo>
                    <a:pt x="153651" y="13661"/>
                  </a:lnTo>
                  <a:lnTo>
                    <a:pt x="155858" y="13050"/>
                  </a:lnTo>
                  <a:lnTo>
                    <a:pt x="157390" y="11040"/>
                  </a:lnTo>
                  <a:lnTo>
                    <a:pt x="156044" y="8810"/>
                  </a:lnTo>
                  <a:lnTo>
                    <a:pt x="164082" y="14272"/>
                  </a:lnTo>
                  <a:lnTo>
                    <a:pt x="174997" y="11827"/>
                  </a:lnTo>
                  <a:lnTo>
                    <a:pt x="176344" y="13879"/>
                  </a:lnTo>
                  <a:lnTo>
                    <a:pt x="180157" y="12744"/>
                  </a:lnTo>
                  <a:lnTo>
                    <a:pt x="186176" y="12744"/>
                  </a:lnTo>
                  <a:lnTo>
                    <a:pt x="191073" y="11521"/>
                  </a:lnTo>
                  <a:lnTo>
                    <a:pt x="197205" y="8110"/>
                  </a:lnTo>
                  <a:lnTo>
                    <a:pt x="211859" y="52540"/>
                  </a:lnTo>
                  <a:lnTo>
                    <a:pt x="208383" y="57474"/>
                  </a:lnTo>
                  <a:lnTo>
                    <a:pt x="205915" y="69615"/>
                  </a:lnTo>
                  <a:lnTo>
                    <a:pt x="202363" y="79106"/>
                  </a:lnTo>
                  <a:lnTo>
                    <a:pt x="201391" y="87165"/>
                  </a:lnTo>
                  <a:lnTo>
                    <a:pt x="197653" y="93044"/>
                  </a:lnTo>
                  <a:lnTo>
                    <a:pt x="194026" y="91565"/>
                  </a:lnTo>
                  <a:lnTo>
                    <a:pt x="188120" y="86403"/>
                  </a:lnTo>
                  <a:lnTo>
                    <a:pt x="184643" y="81484"/>
                  </a:lnTo>
                  <a:lnTo>
                    <a:pt x="177465" y="74131"/>
                  </a:lnTo>
                  <a:lnTo>
                    <a:pt x="175035" y="64407"/>
                  </a:lnTo>
                  <a:lnTo>
                    <a:pt x="166549" y="51466"/>
                  </a:lnTo>
                  <a:lnTo>
                    <a:pt x="163297" y="40658"/>
                  </a:lnTo>
                  <a:lnTo>
                    <a:pt x="161391" y="41823"/>
                  </a:lnTo>
                  <a:lnTo>
                    <a:pt x="161727" y="43592"/>
                  </a:lnTo>
                  <a:lnTo>
                    <a:pt x="159035" y="48887"/>
                  </a:lnTo>
                  <a:lnTo>
                    <a:pt x="159783" y="51166"/>
                  </a:lnTo>
                  <a:lnTo>
                    <a:pt x="164007" y="56230"/>
                  </a:lnTo>
                  <a:lnTo>
                    <a:pt x="164680" y="64065"/>
                  </a:lnTo>
                  <a:lnTo>
                    <a:pt x="170213" y="74173"/>
                  </a:lnTo>
                  <a:lnTo>
                    <a:pt x="176531" y="82630"/>
                  </a:lnTo>
                  <a:lnTo>
                    <a:pt x="183671" y="89916"/>
                  </a:lnTo>
                  <a:lnTo>
                    <a:pt x="183746" y="96760"/>
                  </a:lnTo>
                  <a:lnTo>
                    <a:pt x="186811" y="102954"/>
                  </a:lnTo>
                  <a:lnTo>
                    <a:pt x="189952" y="106613"/>
                  </a:lnTo>
                  <a:lnTo>
                    <a:pt x="192232" y="119107"/>
                  </a:lnTo>
                  <a:lnTo>
                    <a:pt x="204831" y="141268"/>
                  </a:lnTo>
                  <a:lnTo>
                    <a:pt x="217879" y="169172"/>
                  </a:lnTo>
                  <a:lnTo>
                    <a:pt x="223785" y="176474"/>
                  </a:lnTo>
                  <a:lnTo>
                    <a:pt x="230140" y="181387"/>
                  </a:lnTo>
                  <a:lnTo>
                    <a:pt x="225094" y="181796"/>
                  </a:lnTo>
                  <a:lnTo>
                    <a:pt x="224346" y="184984"/>
                  </a:lnTo>
                  <a:lnTo>
                    <a:pt x="224720" y="192614"/>
                  </a:lnTo>
                  <a:lnTo>
                    <a:pt x="228346" y="203839"/>
                  </a:lnTo>
                  <a:lnTo>
                    <a:pt x="232832" y="208504"/>
                  </a:lnTo>
                  <a:lnTo>
                    <a:pt x="239412" y="210976"/>
                  </a:lnTo>
                  <a:lnTo>
                    <a:pt x="243224" y="216277"/>
                  </a:lnTo>
                  <a:lnTo>
                    <a:pt x="251861" y="222942"/>
                  </a:lnTo>
                  <a:lnTo>
                    <a:pt x="252721" y="2247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3" name="oPE_MapPart_SLV_1_193" descr="El Salvador">
              <a:extLst>
                <a:ext uri="{FF2B5EF4-FFF2-40B4-BE49-F238E27FC236}">
                  <a16:creationId xmlns:a16="http://schemas.microsoft.com/office/drawing/2014/main" id="{CEE265C5-2629-3C52-C61D-8183AEA2E462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4224600" y="4089088"/>
              <a:ext cx="49274" cy="27025"/>
            </a:xfrm>
            <a:custGeom>
              <a:avLst/>
              <a:gdLst/>
              <a:ahLst/>
              <a:cxnLst/>
              <a:rect l="0" t="0" r="0" b="0"/>
              <a:pathLst>
                <a:path w="49274" h="27025">
                  <a:moveTo>
                    <a:pt x="15403" y="231"/>
                  </a:moveTo>
                  <a:lnTo>
                    <a:pt x="21759" y="2084"/>
                  </a:lnTo>
                  <a:lnTo>
                    <a:pt x="29011" y="8446"/>
                  </a:lnTo>
                  <a:lnTo>
                    <a:pt x="33049" y="9602"/>
                  </a:lnTo>
                  <a:lnTo>
                    <a:pt x="33684" y="12260"/>
                  </a:lnTo>
                  <a:lnTo>
                    <a:pt x="40563" y="9410"/>
                  </a:lnTo>
                  <a:lnTo>
                    <a:pt x="43890" y="11721"/>
                  </a:lnTo>
                  <a:lnTo>
                    <a:pt x="47815" y="11490"/>
                  </a:lnTo>
                  <a:lnTo>
                    <a:pt x="49273" y="12568"/>
                  </a:lnTo>
                  <a:lnTo>
                    <a:pt x="48227" y="19378"/>
                  </a:lnTo>
                  <a:lnTo>
                    <a:pt x="49273" y="20186"/>
                  </a:lnTo>
                  <a:lnTo>
                    <a:pt x="47068" y="22261"/>
                  </a:lnTo>
                  <a:lnTo>
                    <a:pt x="47442" y="24413"/>
                  </a:lnTo>
                  <a:lnTo>
                    <a:pt x="45161" y="26640"/>
                  </a:lnTo>
                  <a:lnTo>
                    <a:pt x="39965" y="27024"/>
                  </a:lnTo>
                  <a:lnTo>
                    <a:pt x="29460" y="24490"/>
                  </a:lnTo>
                  <a:lnTo>
                    <a:pt x="33086" y="26602"/>
                  </a:lnTo>
                  <a:lnTo>
                    <a:pt x="25684" y="24451"/>
                  </a:lnTo>
                  <a:lnTo>
                    <a:pt x="17160" y="20301"/>
                  </a:lnTo>
                  <a:lnTo>
                    <a:pt x="6244" y="18571"/>
                  </a:lnTo>
                  <a:lnTo>
                    <a:pt x="187" y="14801"/>
                  </a:lnTo>
                  <a:lnTo>
                    <a:pt x="0" y="12683"/>
                  </a:lnTo>
                  <a:lnTo>
                    <a:pt x="3365" y="9217"/>
                  </a:lnTo>
                  <a:lnTo>
                    <a:pt x="6468" y="8061"/>
                  </a:lnTo>
                  <a:lnTo>
                    <a:pt x="9010" y="5247"/>
                  </a:lnTo>
                  <a:lnTo>
                    <a:pt x="11589" y="3975"/>
                  </a:lnTo>
                  <a:lnTo>
                    <a:pt x="11029" y="810"/>
                  </a:lnTo>
                  <a:lnTo>
                    <a:pt x="1499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4" name="oPE_MapPart_GNQ_1_194" descr="Äquatorialguinea">
              <a:extLst>
                <a:ext uri="{FF2B5EF4-FFF2-40B4-BE49-F238E27FC236}">
                  <a16:creationId xmlns:a16="http://schemas.microsoft.com/office/drawing/2014/main" id="{1160B71E-37FF-17B2-4C24-5DA560F1648B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6271184" y="4313828"/>
              <a:ext cx="10730" cy="11125"/>
            </a:xfrm>
            <a:custGeom>
              <a:avLst/>
              <a:gdLst/>
              <a:ahLst/>
              <a:cxnLst/>
              <a:rect l="0" t="0" r="0" b="0"/>
              <a:pathLst>
                <a:path w="10730" h="11125">
                  <a:moveTo>
                    <a:pt x="6244" y="0"/>
                  </a:moveTo>
                  <a:lnTo>
                    <a:pt x="9870" y="0"/>
                  </a:lnTo>
                  <a:lnTo>
                    <a:pt x="10729" y="1087"/>
                  </a:lnTo>
                  <a:lnTo>
                    <a:pt x="10618" y="2735"/>
                  </a:lnTo>
                  <a:lnTo>
                    <a:pt x="5608" y="11124"/>
                  </a:lnTo>
                  <a:lnTo>
                    <a:pt x="823" y="10263"/>
                  </a:lnTo>
                  <a:lnTo>
                    <a:pt x="0" y="8877"/>
                  </a:lnTo>
                  <a:lnTo>
                    <a:pt x="636" y="6405"/>
                  </a:lnTo>
                  <a:lnTo>
                    <a:pt x="2954" y="5732"/>
                  </a:lnTo>
                  <a:lnTo>
                    <a:pt x="5010" y="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5" name="oPE_MapPart_GNQ_2_195" descr="Äquatorialguinea">
              <a:extLst>
                <a:ext uri="{FF2B5EF4-FFF2-40B4-BE49-F238E27FC236}">
                  <a16:creationId xmlns:a16="http://schemas.microsoft.com/office/drawing/2014/main" id="{0C326AB4-3764-6504-CCCF-D59709FFA7FB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6290923" y="4344078"/>
              <a:ext cx="40489" cy="27939"/>
            </a:xfrm>
            <a:custGeom>
              <a:avLst/>
              <a:gdLst/>
              <a:ahLst/>
              <a:cxnLst/>
              <a:rect l="0" t="0" r="0" b="0"/>
              <a:pathLst>
                <a:path w="40489" h="27939">
                  <a:moveTo>
                    <a:pt x="40376" y="2843"/>
                  </a:moveTo>
                  <a:lnTo>
                    <a:pt x="40488" y="27116"/>
                  </a:lnTo>
                  <a:lnTo>
                    <a:pt x="13346" y="27003"/>
                  </a:lnTo>
                  <a:lnTo>
                    <a:pt x="10842" y="27938"/>
                  </a:lnTo>
                  <a:lnTo>
                    <a:pt x="8711" y="27116"/>
                  </a:lnTo>
                  <a:lnTo>
                    <a:pt x="7814" y="25545"/>
                  </a:lnTo>
                  <a:lnTo>
                    <a:pt x="4262" y="26443"/>
                  </a:lnTo>
                  <a:lnTo>
                    <a:pt x="2580" y="24723"/>
                  </a:lnTo>
                  <a:lnTo>
                    <a:pt x="0" y="24200"/>
                  </a:lnTo>
                  <a:lnTo>
                    <a:pt x="2281" y="18067"/>
                  </a:lnTo>
                  <a:lnTo>
                    <a:pt x="5122" y="15337"/>
                  </a:lnTo>
                  <a:lnTo>
                    <a:pt x="8748" y="7818"/>
                  </a:lnTo>
                  <a:lnTo>
                    <a:pt x="8636" y="0"/>
                  </a:lnTo>
                  <a:lnTo>
                    <a:pt x="10057" y="1871"/>
                  </a:lnTo>
                  <a:lnTo>
                    <a:pt x="12337" y="2843"/>
                  </a:lnTo>
                  <a:lnTo>
                    <a:pt x="35553" y="284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6" name="oPE_MapPart_ERI_1_196" descr="Eritrea">
              <a:extLst>
                <a:ext uri="{FF2B5EF4-FFF2-40B4-BE49-F238E27FC236}">
                  <a16:creationId xmlns:a16="http://schemas.microsoft.com/office/drawing/2014/main" id="{A9D4B33F-673C-8BA3-E688-AD5826F06D01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6852552" y="4011673"/>
              <a:ext cx="138960" cy="121115"/>
            </a:xfrm>
            <a:custGeom>
              <a:avLst/>
              <a:gdLst/>
              <a:ahLst/>
              <a:cxnLst/>
              <a:rect l="0" t="0" r="0" b="0"/>
              <a:pathLst>
                <a:path w="138960" h="121115">
                  <a:moveTo>
                    <a:pt x="2019" y="81081"/>
                  </a:moveTo>
                  <a:lnTo>
                    <a:pt x="0" y="62259"/>
                  </a:lnTo>
                  <a:lnTo>
                    <a:pt x="1982" y="59741"/>
                  </a:lnTo>
                  <a:lnTo>
                    <a:pt x="10131" y="37170"/>
                  </a:lnTo>
                  <a:lnTo>
                    <a:pt x="9571" y="30036"/>
                  </a:lnTo>
                  <a:lnTo>
                    <a:pt x="11478" y="26211"/>
                  </a:lnTo>
                  <a:lnTo>
                    <a:pt x="12113" y="20623"/>
                  </a:lnTo>
                  <a:lnTo>
                    <a:pt x="20450" y="20544"/>
                  </a:lnTo>
                  <a:lnTo>
                    <a:pt x="23292" y="14831"/>
                  </a:lnTo>
                  <a:lnTo>
                    <a:pt x="28151" y="11932"/>
                  </a:lnTo>
                  <a:lnTo>
                    <a:pt x="37946" y="9188"/>
                  </a:lnTo>
                  <a:lnTo>
                    <a:pt x="45348" y="0"/>
                  </a:lnTo>
                  <a:lnTo>
                    <a:pt x="51628" y="12598"/>
                  </a:lnTo>
                  <a:lnTo>
                    <a:pt x="54171" y="20036"/>
                  </a:lnTo>
                  <a:lnTo>
                    <a:pt x="59666" y="45264"/>
                  </a:lnTo>
                  <a:lnTo>
                    <a:pt x="62209" y="48178"/>
                  </a:lnTo>
                  <a:lnTo>
                    <a:pt x="63965" y="53653"/>
                  </a:lnTo>
                  <a:lnTo>
                    <a:pt x="65461" y="53847"/>
                  </a:lnTo>
                  <a:lnTo>
                    <a:pt x="66545" y="55360"/>
                  </a:lnTo>
                  <a:lnTo>
                    <a:pt x="69760" y="62413"/>
                  </a:lnTo>
                  <a:lnTo>
                    <a:pt x="70470" y="60787"/>
                  </a:lnTo>
                  <a:lnTo>
                    <a:pt x="69873" y="58268"/>
                  </a:lnTo>
                  <a:lnTo>
                    <a:pt x="71405" y="54972"/>
                  </a:lnTo>
                  <a:lnTo>
                    <a:pt x="75069" y="57919"/>
                  </a:lnTo>
                  <a:lnTo>
                    <a:pt x="75966" y="61833"/>
                  </a:lnTo>
                  <a:lnTo>
                    <a:pt x="78471" y="64814"/>
                  </a:lnTo>
                  <a:lnTo>
                    <a:pt x="85574" y="66556"/>
                  </a:lnTo>
                  <a:lnTo>
                    <a:pt x="90808" y="70616"/>
                  </a:lnTo>
                  <a:lnTo>
                    <a:pt x="98659" y="73283"/>
                  </a:lnTo>
                  <a:lnTo>
                    <a:pt x="108640" y="86940"/>
                  </a:lnTo>
                  <a:lnTo>
                    <a:pt x="120865" y="95370"/>
                  </a:lnTo>
                  <a:lnTo>
                    <a:pt x="124043" y="103402"/>
                  </a:lnTo>
                  <a:lnTo>
                    <a:pt x="126622" y="103211"/>
                  </a:lnTo>
                  <a:lnTo>
                    <a:pt x="130996" y="107510"/>
                  </a:lnTo>
                  <a:lnTo>
                    <a:pt x="132305" y="110809"/>
                  </a:lnTo>
                  <a:lnTo>
                    <a:pt x="135894" y="111997"/>
                  </a:lnTo>
                  <a:lnTo>
                    <a:pt x="136492" y="110080"/>
                  </a:lnTo>
                  <a:lnTo>
                    <a:pt x="138249" y="111652"/>
                  </a:lnTo>
                  <a:lnTo>
                    <a:pt x="138959" y="114144"/>
                  </a:lnTo>
                  <a:lnTo>
                    <a:pt x="133725" y="115944"/>
                  </a:lnTo>
                  <a:lnTo>
                    <a:pt x="131707" y="120196"/>
                  </a:lnTo>
                  <a:lnTo>
                    <a:pt x="130361" y="121114"/>
                  </a:lnTo>
                  <a:lnTo>
                    <a:pt x="125724" y="118281"/>
                  </a:lnTo>
                  <a:lnTo>
                    <a:pt x="123631" y="119277"/>
                  </a:lnTo>
                  <a:lnTo>
                    <a:pt x="118547" y="112802"/>
                  </a:lnTo>
                  <a:lnTo>
                    <a:pt x="114772" y="110425"/>
                  </a:lnTo>
                  <a:lnTo>
                    <a:pt x="110883" y="104017"/>
                  </a:lnTo>
                  <a:lnTo>
                    <a:pt x="102509" y="97254"/>
                  </a:lnTo>
                  <a:lnTo>
                    <a:pt x="91257" y="84166"/>
                  </a:lnTo>
                  <a:lnTo>
                    <a:pt x="85125" y="81736"/>
                  </a:lnTo>
                  <a:lnTo>
                    <a:pt x="77126" y="76798"/>
                  </a:lnTo>
                  <a:lnTo>
                    <a:pt x="72041" y="77106"/>
                  </a:lnTo>
                  <a:lnTo>
                    <a:pt x="64489" y="75060"/>
                  </a:lnTo>
                  <a:lnTo>
                    <a:pt x="57573" y="76295"/>
                  </a:lnTo>
                  <a:lnTo>
                    <a:pt x="56264" y="74094"/>
                  </a:lnTo>
                  <a:lnTo>
                    <a:pt x="53947" y="73090"/>
                  </a:lnTo>
                  <a:lnTo>
                    <a:pt x="49535" y="76218"/>
                  </a:lnTo>
                  <a:lnTo>
                    <a:pt x="41647" y="77376"/>
                  </a:lnTo>
                  <a:lnTo>
                    <a:pt x="37273" y="72626"/>
                  </a:lnTo>
                  <a:lnTo>
                    <a:pt x="32750" y="70771"/>
                  </a:lnTo>
                  <a:lnTo>
                    <a:pt x="30282" y="68296"/>
                  </a:lnTo>
                  <a:lnTo>
                    <a:pt x="23777" y="83356"/>
                  </a:lnTo>
                  <a:lnTo>
                    <a:pt x="22431" y="83202"/>
                  </a:lnTo>
                  <a:lnTo>
                    <a:pt x="17235" y="76836"/>
                  </a:lnTo>
                  <a:lnTo>
                    <a:pt x="15740" y="76991"/>
                  </a:lnTo>
                  <a:lnTo>
                    <a:pt x="12412" y="80734"/>
                  </a:lnTo>
                  <a:lnTo>
                    <a:pt x="8001" y="79808"/>
                  </a:lnTo>
                  <a:lnTo>
                    <a:pt x="2393" y="810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7" name="oPE_MapPart_ERI_2_197" descr="Eritrea">
              <a:extLst>
                <a:ext uri="{FF2B5EF4-FFF2-40B4-BE49-F238E27FC236}">
                  <a16:creationId xmlns:a16="http://schemas.microsoft.com/office/drawing/2014/main" id="{F4335061-94F1-8C3B-2EB6-8FFC3D1C23C6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6927023" y="4052970"/>
              <a:ext cx="2020" cy="2568"/>
            </a:xfrm>
            <a:custGeom>
              <a:avLst/>
              <a:gdLst/>
              <a:ahLst/>
              <a:cxnLst/>
              <a:rect l="0" t="0" r="0" b="0"/>
              <a:pathLst>
                <a:path w="2020" h="2568">
                  <a:moveTo>
                    <a:pt x="1346" y="467"/>
                  </a:moveTo>
                  <a:lnTo>
                    <a:pt x="2019" y="2567"/>
                  </a:lnTo>
                  <a:lnTo>
                    <a:pt x="0" y="1789"/>
                  </a:lnTo>
                  <a:lnTo>
                    <a:pt x="7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8" name="oPE_MapPart_ERI_3_198" descr="Eritrea">
              <a:extLst>
                <a:ext uri="{FF2B5EF4-FFF2-40B4-BE49-F238E27FC236}">
                  <a16:creationId xmlns:a16="http://schemas.microsoft.com/office/drawing/2014/main" id="{9BE0B9CC-6F0E-9731-477A-E5C7248C17BD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6925528" y="4057636"/>
              <a:ext cx="9721" cy="6682"/>
            </a:xfrm>
            <a:custGeom>
              <a:avLst/>
              <a:gdLst/>
              <a:ahLst/>
              <a:cxnLst/>
              <a:rect l="0" t="0" r="0" b="0"/>
              <a:pathLst>
                <a:path w="9721" h="6682">
                  <a:moveTo>
                    <a:pt x="4186" y="4158"/>
                  </a:moveTo>
                  <a:lnTo>
                    <a:pt x="5046" y="5283"/>
                  </a:lnTo>
                  <a:lnTo>
                    <a:pt x="6430" y="4002"/>
                  </a:lnTo>
                  <a:lnTo>
                    <a:pt x="9720" y="5594"/>
                  </a:lnTo>
                  <a:lnTo>
                    <a:pt x="9532" y="6681"/>
                  </a:lnTo>
                  <a:lnTo>
                    <a:pt x="710" y="5944"/>
                  </a:lnTo>
                  <a:lnTo>
                    <a:pt x="149" y="4158"/>
                  </a:lnTo>
                  <a:lnTo>
                    <a:pt x="2691" y="4585"/>
                  </a:lnTo>
                  <a:lnTo>
                    <a:pt x="0" y="3109"/>
                  </a:lnTo>
                  <a:lnTo>
                    <a:pt x="1233" y="1322"/>
                  </a:lnTo>
                  <a:lnTo>
                    <a:pt x="336" y="0"/>
                  </a:lnTo>
                  <a:lnTo>
                    <a:pt x="2131" y="273"/>
                  </a:lnTo>
                  <a:lnTo>
                    <a:pt x="3999" y="20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9" name="oPE_MapPart_EST_1_199" descr="Estland">
              <a:extLst>
                <a:ext uri="{FF2B5EF4-FFF2-40B4-BE49-F238E27FC236}">
                  <a16:creationId xmlns:a16="http://schemas.microsoft.com/office/drawing/2014/main" id="{3B252443-C7CE-43D1-1476-4177B526DEAE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6582673" y="2839675"/>
              <a:ext cx="97986" cy="84160"/>
            </a:xfrm>
            <a:custGeom>
              <a:avLst/>
              <a:gdLst/>
              <a:ahLst/>
              <a:cxnLst/>
              <a:rect l="0" t="0" r="0" b="0"/>
              <a:pathLst>
                <a:path w="97986" h="84160">
                  <a:moveTo>
                    <a:pt x="81424" y="84159"/>
                  </a:moveTo>
                  <a:lnTo>
                    <a:pt x="73386" y="81022"/>
                  </a:lnTo>
                  <a:lnTo>
                    <a:pt x="62918" y="83532"/>
                  </a:lnTo>
                  <a:lnTo>
                    <a:pt x="59517" y="81301"/>
                  </a:lnTo>
                  <a:lnTo>
                    <a:pt x="53161" y="72131"/>
                  </a:lnTo>
                  <a:lnTo>
                    <a:pt x="49049" y="70936"/>
                  </a:lnTo>
                  <a:lnTo>
                    <a:pt x="38431" y="63890"/>
                  </a:lnTo>
                  <a:lnTo>
                    <a:pt x="37907" y="65937"/>
                  </a:lnTo>
                  <a:lnTo>
                    <a:pt x="34880" y="63325"/>
                  </a:lnTo>
                  <a:lnTo>
                    <a:pt x="18505" y="70866"/>
                  </a:lnTo>
                  <a:lnTo>
                    <a:pt x="21422" y="61627"/>
                  </a:lnTo>
                  <a:lnTo>
                    <a:pt x="21907" y="55458"/>
                  </a:lnTo>
                  <a:lnTo>
                    <a:pt x="23215" y="53822"/>
                  </a:lnTo>
                  <a:lnTo>
                    <a:pt x="22767" y="51829"/>
                  </a:lnTo>
                  <a:lnTo>
                    <a:pt x="18805" y="50759"/>
                  </a:lnTo>
                  <a:lnTo>
                    <a:pt x="16673" y="54391"/>
                  </a:lnTo>
                  <a:lnTo>
                    <a:pt x="14169" y="55316"/>
                  </a:lnTo>
                  <a:lnTo>
                    <a:pt x="6954" y="51543"/>
                  </a:lnTo>
                  <a:lnTo>
                    <a:pt x="5384" y="45830"/>
                  </a:lnTo>
                  <a:lnTo>
                    <a:pt x="2692" y="43037"/>
                  </a:lnTo>
                  <a:lnTo>
                    <a:pt x="1607" y="39734"/>
                  </a:lnTo>
                  <a:lnTo>
                    <a:pt x="2057" y="37433"/>
                  </a:lnTo>
                  <a:lnTo>
                    <a:pt x="5159" y="34550"/>
                  </a:lnTo>
                  <a:lnTo>
                    <a:pt x="1496" y="34478"/>
                  </a:lnTo>
                  <a:lnTo>
                    <a:pt x="0" y="29201"/>
                  </a:lnTo>
                  <a:lnTo>
                    <a:pt x="1720" y="26083"/>
                  </a:lnTo>
                  <a:lnTo>
                    <a:pt x="748" y="24704"/>
                  </a:lnTo>
                  <a:lnTo>
                    <a:pt x="1758" y="21649"/>
                  </a:lnTo>
                  <a:lnTo>
                    <a:pt x="1271" y="18149"/>
                  </a:lnTo>
                  <a:lnTo>
                    <a:pt x="7291" y="14860"/>
                  </a:lnTo>
                  <a:lnTo>
                    <a:pt x="13534" y="14202"/>
                  </a:lnTo>
                  <a:lnTo>
                    <a:pt x="12898" y="10903"/>
                  </a:lnTo>
                  <a:lnTo>
                    <a:pt x="15440" y="10757"/>
                  </a:lnTo>
                  <a:lnTo>
                    <a:pt x="19702" y="6862"/>
                  </a:lnTo>
                  <a:lnTo>
                    <a:pt x="23926" y="7524"/>
                  </a:lnTo>
                  <a:lnTo>
                    <a:pt x="30020" y="4799"/>
                  </a:lnTo>
                  <a:lnTo>
                    <a:pt x="41758" y="4873"/>
                  </a:lnTo>
                  <a:lnTo>
                    <a:pt x="43366" y="3251"/>
                  </a:lnTo>
                  <a:lnTo>
                    <a:pt x="43142" y="0"/>
                  </a:lnTo>
                  <a:lnTo>
                    <a:pt x="66320" y="3472"/>
                  </a:lnTo>
                  <a:lnTo>
                    <a:pt x="73573" y="7744"/>
                  </a:lnTo>
                  <a:lnTo>
                    <a:pt x="92639" y="9214"/>
                  </a:lnTo>
                  <a:lnTo>
                    <a:pt x="95107" y="6346"/>
                  </a:lnTo>
                  <a:lnTo>
                    <a:pt x="97985" y="10830"/>
                  </a:lnTo>
                  <a:lnTo>
                    <a:pt x="92751" y="14787"/>
                  </a:lnTo>
                  <a:lnTo>
                    <a:pt x="89835" y="23904"/>
                  </a:lnTo>
                  <a:lnTo>
                    <a:pt x="83106" y="34550"/>
                  </a:lnTo>
                  <a:lnTo>
                    <a:pt x="85125" y="48619"/>
                  </a:lnTo>
                  <a:lnTo>
                    <a:pt x="84526" y="57091"/>
                  </a:lnTo>
                  <a:lnTo>
                    <a:pt x="88078" y="68333"/>
                  </a:lnTo>
                  <a:lnTo>
                    <a:pt x="90284" y="70866"/>
                  </a:lnTo>
                  <a:lnTo>
                    <a:pt x="85349" y="73605"/>
                  </a:lnTo>
                  <a:lnTo>
                    <a:pt x="82396" y="78787"/>
                  </a:lnTo>
                  <a:lnTo>
                    <a:pt x="81461" y="833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0" name="oPE_MapPart_EST_2_200" descr="Estland">
              <a:extLst>
                <a:ext uri="{FF2B5EF4-FFF2-40B4-BE49-F238E27FC236}">
                  <a16:creationId xmlns:a16="http://schemas.microsoft.com/office/drawing/2014/main" id="{BBB15A0A-C5A6-8700-3048-BBF71E17A676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6549887" y="2880631"/>
              <a:ext cx="30506" cy="27519"/>
            </a:xfrm>
            <a:custGeom>
              <a:avLst/>
              <a:gdLst/>
              <a:ahLst/>
              <a:cxnLst/>
              <a:rect l="0" t="0" r="0" b="0"/>
              <a:pathLst>
                <a:path w="30506" h="27519">
                  <a:moveTo>
                    <a:pt x="15851" y="287"/>
                  </a:moveTo>
                  <a:lnTo>
                    <a:pt x="23066" y="861"/>
                  </a:lnTo>
                  <a:lnTo>
                    <a:pt x="30505" y="7019"/>
                  </a:lnTo>
                  <a:lnTo>
                    <a:pt x="26431" y="7663"/>
                  </a:lnTo>
                  <a:lnTo>
                    <a:pt x="18206" y="15781"/>
                  </a:lnTo>
                  <a:lnTo>
                    <a:pt x="10767" y="16277"/>
                  </a:lnTo>
                  <a:lnTo>
                    <a:pt x="8636" y="18476"/>
                  </a:lnTo>
                  <a:lnTo>
                    <a:pt x="6206" y="26109"/>
                  </a:lnTo>
                  <a:lnTo>
                    <a:pt x="2953" y="27518"/>
                  </a:lnTo>
                  <a:lnTo>
                    <a:pt x="2729" y="24981"/>
                  </a:lnTo>
                  <a:lnTo>
                    <a:pt x="6916" y="18759"/>
                  </a:lnTo>
                  <a:lnTo>
                    <a:pt x="598" y="14502"/>
                  </a:lnTo>
                  <a:lnTo>
                    <a:pt x="0" y="12937"/>
                  </a:lnTo>
                  <a:lnTo>
                    <a:pt x="2691" y="9589"/>
                  </a:lnTo>
                  <a:lnTo>
                    <a:pt x="186" y="5232"/>
                  </a:lnTo>
                  <a:lnTo>
                    <a:pt x="8561" y="4803"/>
                  </a:lnTo>
                  <a:lnTo>
                    <a:pt x="9869" y="1866"/>
                  </a:lnTo>
                  <a:lnTo>
                    <a:pt x="1439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1" name="oPE_MapPart_EST_3_201" descr="Estland">
              <a:extLst>
                <a:ext uri="{FF2B5EF4-FFF2-40B4-BE49-F238E27FC236}">
                  <a16:creationId xmlns:a16="http://schemas.microsoft.com/office/drawing/2014/main" id="{C4F7713C-D955-C15E-1405-3C6765F877B8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6554074" y="2862197"/>
              <a:ext cx="19815" cy="15919"/>
            </a:xfrm>
            <a:custGeom>
              <a:avLst/>
              <a:gdLst/>
              <a:ahLst/>
              <a:cxnLst/>
              <a:rect l="0" t="0" r="0" b="0"/>
              <a:pathLst>
                <a:path w="19815" h="15919">
                  <a:moveTo>
                    <a:pt x="18019" y="10440"/>
                  </a:moveTo>
                  <a:lnTo>
                    <a:pt x="16337" y="12461"/>
                  </a:lnTo>
                  <a:lnTo>
                    <a:pt x="14767" y="10729"/>
                  </a:lnTo>
                  <a:lnTo>
                    <a:pt x="12598" y="15198"/>
                  </a:lnTo>
                  <a:lnTo>
                    <a:pt x="10094" y="15918"/>
                  </a:lnTo>
                  <a:lnTo>
                    <a:pt x="8673" y="15055"/>
                  </a:lnTo>
                  <a:lnTo>
                    <a:pt x="7402" y="8995"/>
                  </a:lnTo>
                  <a:lnTo>
                    <a:pt x="0" y="5810"/>
                  </a:lnTo>
                  <a:lnTo>
                    <a:pt x="8449" y="4505"/>
                  </a:lnTo>
                  <a:lnTo>
                    <a:pt x="11028" y="219"/>
                  </a:lnTo>
                  <a:lnTo>
                    <a:pt x="12337" y="0"/>
                  </a:lnTo>
                  <a:lnTo>
                    <a:pt x="13906" y="2908"/>
                  </a:lnTo>
                  <a:lnTo>
                    <a:pt x="17757" y="3852"/>
                  </a:lnTo>
                  <a:lnTo>
                    <a:pt x="19814" y="101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2" name="oPE_MapPart_EST_4_202" descr="Estland">
              <a:extLst>
                <a:ext uri="{FF2B5EF4-FFF2-40B4-BE49-F238E27FC236}">
                  <a16:creationId xmlns:a16="http://schemas.microsoft.com/office/drawing/2014/main" id="{93A0ECA1-E1C3-3E90-BB2A-FE6B769B0892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6575010" y="2878618"/>
              <a:ext cx="6094" cy="5528"/>
            </a:xfrm>
            <a:custGeom>
              <a:avLst/>
              <a:gdLst/>
              <a:ahLst/>
              <a:cxnLst/>
              <a:rect l="0" t="0" r="0" b="0"/>
              <a:pathLst>
                <a:path w="6094" h="5528">
                  <a:moveTo>
                    <a:pt x="5832" y="5097"/>
                  </a:moveTo>
                  <a:lnTo>
                    <a:pt x="4074" y="5527"/>
                  </a:lnTo>
                  <a:lnTo>
                    <a:pt x="0" y="2659"/>
                  </a:lnTo>
                  <a:lnTo>
                    <a:pt x="2130" y="0"/>
                  </a:lnTo>
                  <a:lnTo>
                    <a:pt x="5607" y="1151"/>
                  </a:lnTo>
                  <a:lnTo>
                    <a:pt x="6093" y="40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3" name="oPE_MapPart_SWZ_1_203" descr="Eswatini">
              <a:extLst>
                <a:ext uri="{FF2B5EF4-FFF2-40B4-BE49-F238E27FC236}">
                  <a16:creationId xmlns:a16="http://schemas.microsoft.com/office/drawing/2014/main" id="{259D6EA1-8ADD-BBE5-0D5C-51459722D886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6735427" y="4945656"/>
              <a:ext cx="27516" cy="36187"/>
            </a:xfrm>
            <a:custGeom>
              <a:avLst/>
              <a:gdLst/>
              <a:ahLst/>
              <a:cxnLst/>
              <a:rect l="0" t="0" r="0" b="0"/>
              <a:pathLst>
                <a:path w="27516" h="36187">
                  <a:moveTo>
                    <a:pt x="24112" y="4860"/>
                  </a:moveTo>
                  <a:lnTo>
                    <a:pt x="26430" y="6274"/>
                  </a:lnTo>
                  <a:lnTo>
                    <a:pt x="26056" y="12355"/>
                  </a:lnTo>
                  <a:lnTo>
                    <a:pt x="27402" y="17864"/>
                  </a:lnTo>
                  <a:lnTo>
                    <a:pt x="27515" y="25312"/>
                  </a:lnTo>
                  <a:lnTo>
                    <a:pt x="25084" y="24809"/>
                  </a:lnTo>
                  <a:lnTo>
                    <a:pt x="24337" y="36186"/>
                  </a:lnTo>
                  <a:lnTo>
                    <a:pt x="14169" y="35934"/>
                  </a:lnTo>
                  <a:lnTo>
                    <a:pt x="10093" y="34587"/>
                  </a:lnTo>
                  <a:lnTo>
                    <a:pt x="5720" y="31646"/>
                  </a:lnTo>
                  <a:lnTo>
                    <a:pt x="1980" y="24223"/>
                  </a:lnTo>
                  <a:lnTo>
                    <a:pt x="411" y="24055"/>
                  </a:lnTo>
                  <a:lnTo>
                    <a:pt x="0" y="20038"/>
                  </a:lnTo>
                  <a:lnTo>
                    <a:pt x="336" y="15401"/>
                  </a:lnTo>
                  <a:lnTo>
                    <a:pt x="6242" y="5401"/>
                  </a:lnTo>
                  <a:lnTo>
                    <a:pt x="11364" y="208"/>
                  </a:lnTo>
                  <a:lnTo>
                    <a:pt x="13047" y="0"/>
                  </a:lnTo>
                  <a:lnTo>
                    <a:pt x="22505" y="5401"/>
                  </a:lnTo>
                  <a:lnTo>
                    <a:pt x="23552" y="51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4" name="oPE_MapPart_ETH_1_204" descr="Äthiopien">
              <a:extLst>
                <a:ext uri="{FF2B5EF4-FFF2-40B4-BE49-F238E27FC236}">
                  <a16:creationId xmlns:a16="http://schemas.microsoft.com/office/drawing/2014/main" id="{CD27E393-9420-20DC-3C5F-1578086E5F8B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6781634" y="4079969"/>
              <a:ext cx="310853" cy="240153"/>
            </a:xfrm>
            <a:custGeom>
              <a:avLst/>
              <a:gdLst/>
              <a:ahLst/>
              <a:cxnLst/>
              <a:rect l="0" t="0" r="0" b="0"/>
              <a:pathLst>
                <a:path w="310853" h="240153">
                  <a:moveTo>
                    <a:pt x="46881" y="197739"/>
                  </a:moveTo>
                  <a:lnTo>
                    <a:pt x="42993" y="193945"/>
                  </a:lnTo>
                  <a:lnTo>
                    <a:pt x="40936" y="190074"/>
                  </a:lnTo>
                  <a:lnTo>
                    <a:pt x="40450" y="186203"/>
                  </a:lnTo>
                  <a:lnTo>
                    <a:pt x="35291" y="173339"/>
                  </a:lnTo>
                  <a:lnTo>
                    <a:pt x="30581" y="168369"/>
                  </a:lnTo>
                  <a:lnTo>
                    <a:pt x="26319" y="166184"/>
                  </a:lnTo>
                  <a:lnTo>
                    <a:pt x="21870" y="161513"/>
                  </a:lnTo>
                  <a:lnTo>
                    <a:pt x="20935" y="158536"/>
                  </a:lnTo>
                  <a:lnTo>
                    <a:pt x="18505" y="155557"/>
                  </a:lnTo>
                  <a:lnTo>
                    <a:pt x="13571" y="152163"/>
                  </a:lnTo>
                  <a:lnTo>
                    <a:pt x="1420" y="148956"/>
                  </a:lnTo>
                  <a:lnTo>
                    <a:pt x="37" y="148050"/>
                  </a:lnTo>
                  <a:lnTo>
                    <a:pt x="0" y="146276"/>
                  </a:lnTo>
                  <a:lnTo>
                    <a:pt x="5570" y="136116"/>
                  </a:lnTo>
                  <a:lnTo>
                    <a:pt x="19552" y="135964"/>
                  </a:lnTo>
                  <a:lnTo>
                    <a:pt x="22469" y="133054"/>
                  </a:lnTo>
                  <a:lnTo>
                    <a:pt x="22169" y="113482"/>
                  </a:lnTo>
                  <a:lnTo>
                    <a:pt x="23814" y="106314"/>
                  </a:lnTo>
                  <a:lnTo>
                    <a:pt x="26991" y="99177"/>
                  </a:lnTo>
                  <a:lnTo>
                    <a:pt x="26244" y="92071"/>
                  </a:lnTo>
                  <a:lnTo>
                    <a:pt x="29496" y="86593"/>
                  </a:lnTo>
                  <a:lnTo>
                    <a:pt x="32412" y="84613"/>
                  </a:lnTo>
                  <a:lnTo>
                    <a:pt x="36525" y="87468"/>
                  </a:lnTo>
                  <a:lnTo>
                    <a:pt x="39852" y="84956"/>
                  </a:lnTo>
                  <a:lnTo>
                    <a:pt x="40488" y="76232"/>
                  </a:lnTo>
                  <a:lnTo>
                    <a:pt x="43628" y="64786"/>
                  </a:lnTo>
                  <a:lnTo>
                    <a:pt x="46544" y="61805"/>
                  </a:lnTo>
                  <a:lnTo>
                    <a:pt x="55217" y="47648"/>
                  </a:lnTo>
                  <a:lnTo>
                    <a:pt x="64302" y="45464"/>
                  </a:lnTo>
                  <a:lnTo>
                    <a:pt x="65385" y="37640"/>
                  </a:lnTo>
                  <a:lnTo>
                    <a:pt x="70171" y="26266"/>
                  </a:lnTo>
                  <a:lnTo>
                    <a:pt x="72937" y="12785"/>
                  </a:lnTo>
                  <a:lnTo>
                    <a:pt x="78919" y="11512"/>
                  </a:lnTo>
                  <a:lnTo>
                    <a:pt x="83330" y="12438"/>
                  </a:lnTo>
                  <a:lnTo>
                    <a:pt x="86658" y="8695"/>
                  </a:lnTo>
                  <a:lnTo>
                    <a:pt x="88153" y="8540"/>
                  </a:lnTo>
                  <a:lnTo>
                    <a:pt x="93349" y="14906"/>
                  </a:lnTo>
                  <a:lnTo>
                    <a:pt x="94695" y="15060"/>
                  </a:lnTo>
                  <a:lnTo>
                    <a:pt x="101200" y="0"/>
                  </a:lnTo>
                  <a:lnTo>
                    <a:pt x="103668" y="2475"/>
                  </a:lnTo>
                  <a:lnTo>
                    <a:pt x="108191" y="4330"/>
                  </a:lnTo>
                  <a:lnTo>
                    <a:pt x="112565" y="9080"/>
                  </a:lnTo>
                  <a:lnTo>
                    <a:pt x="120453" y="7922"/>
                  </a:lnTo>
                  <a:lnTo>
                    <a:pt x="125912" y="4794"/>
                  </a:lnTo>
                  <a:lnTo>
                    <a:pt x="128491" y="7999"/>
                  </a:lnTo>
                  <a:lnTo>
                    <a:pt x="135407" y="6764"/>
                  </a:lnTo>
                  <a:lnTo>
                    <a:pt x="142959" y="8810"/>
                  </a:lnTo>
                  <a:lnTo>
                    <a:pt x="148044" y="8502"/>
                  </a:lnTo>
                  <a:lnTo>
                    <a:pt x="156043" y="13440"/>
                  </a:lnTo>
                  <a:lnTo>
                    <a:pt x="162175" y="15870"/>
                  </a:lnTo>
                  <a:lnTo>
                    <a:pt x="173427" y="28958"/>
                  </a:lnTo>
                  <a:lnTo>
                    <a:pt x="181801" y="35721"/>
                  </a:lnTo>
                  <a:lnTo>
                    <a:pt x="185690" y="42129"/>
                  </a:lnTo>
                  <a:lnTo>
                    <a:pt x="189465" y="44506"/>
                  </a:lnTo>
                  <a:lnTo>
                    <a:pt x="194549" y="50981"/>
                  </a:lnTo>
                  <a:lnTo>
                    <a:pt x="182363" y="67573"/>
                  </a:lnTo>
                  <a:lnTo>
                    <a:pt x="181801" y="73373"/>
                  </a:lnTo>
                  <a:lnTo>
                    <a:pt x="182474" y="82519"/>
                  </a:lnTo>
                  <a:lnTo>
                    <a:pt x="185802" y="83357"/>
                  </a:lnTo>
                  <a:lnTo>
                    <a:pt x="198251" y="80386"/>
                  </a:lnTo>
                  <a:lnTo>
                    <a:pt x="205839" y="82100"/>
                  </a:lnTo>
                  <a:lnTo>
                    <a:pt x="200307" y="90549"/>
                  </a:lnTo>
                  <a:lnTo>
                    <a:pt x="204158" y="98950"/>
                  </a:lnTo>
                  <a:lnTo>
                    <a:pt x="208868" y="104759"/>
                  </a:lnTo>
                  <a:lnTo>
                    <a:pt x="211223" y="105745"/>
                  </a:lnTo>
                  <a:lnTo>
                    <a:pt x="213728" y="111473"/>
                  </a:lnTo>
                  <a:lnTo>
                    <a:pt x="217466" y="116286"/>
                  </a:lnTo>
                  <a:lnTo>
                    <a:pt x="220345" y="117196"/>
                  </a:lnTo>
                  <a:lnTo>
                    <a:pt x="227859" y="124088"/>
                  </a:lnTo>
                  <a:lnTo>
                    <a:pt x="290068" y="145333"/>
                  </a:lnTo>
                  <a:lnTo>
                    <a:pt x="310852" y="145333"/>
                  </a:lnTo>
                  <a:lnTo>
                    <a:pt x="278553" y="176725"/>
                  </a:lnTo>
                  <a:lnTo>
                    <a:pt x="247748" y="209827"/>
                  </a:lnTo>
                  <a:lnTo>
                    <a:pt x="228794" y="209001"/>
                  </a:lnTo>
                  <a:lnTo>
                    <a:pt x="219560" y="211027"/>
                  </a:lnTo>
                  <a:lnTo>
                    <a:pt x="210065" y="215416"/>
                  </a:lnTo>
                  <a:lnTo>
                    <a:pt x="207784" y="217104"/>
                  </a:lnTo>
                  <a:lnTo>
                    <a:pt x="204457" y="222091"/>
                  </a:lnTo>
                  <a:lnTo>
                    <a:pt x="187185" y="225952"/>
                  </a:lnTo>
                  <a:lnTo>
                    <a:pt x="184269" y="229288"/>
                  </a:lnTo>
                  <a:lnTo>
                    <a:pt x="168829" y="229587"/>
                  </a:lnTo>
                  <a:lnTo>
                    <a:pt x="161015" y="223140"/>
                  </a:lnTo>
                  <a:lnTo>
                    <a:pt x="141874" y="231910"/>
                  </a:lnTo>
                  <a:lnTo>
                    <a:pt x="138024" y="237605"/>
                  </a:lnTo>
                  <a:lnTo>
                    <a:pt x="134621" y="240152"/>
                  </a:lnTo>
                  <a:lnTo>
                    <a:pt x="105387" y="236144"/>
                  </a:lnTo>
                  <a:lnTo>
                    <a:pt x="80863" y="220254"/>
                  </a:lnTo>
                  <a:lnTo>
                    <a:pt x="62507" y="219091"/>
                  </a:lnTo>
                  <a:lnTo>
                    <a:pt x="57124" y="212002"/>
                  </a:lnTo>
                  <a:lnTo>
                    <a:pt x="57908" y="204722"/>
                  </a:lnTo>
                  <a:lnTo>
                    <a:pt x="56750" y="200818"/>
                  </a:lnTo>
                  <a:lnTo>
                    <a:pt x="51030" y="199241"/>
                  </a:lnTo>
                  <a:lnTo>
                    <a:pt x="48039" y="200405"/>
                  </a:lnTo>
                  <a:lnTo>
                    <a:pt x="46768" y="19845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5" name="oPE_MapPart_FLK_1_205" descr="Falklandinseln">
              <a:extLst>
                <a:ext uri="{FF2B5EF4-FFF2-40B4-BE49-F238E27FC236}">
                  <a16:creationId xmlns:a16="http://schemas.microsoft.com/office/drawing/2014/main" id="{402F0B17-DE6F-8100-1062-35E80F2DC88F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4857148" y="5636216"/>
              <a:ext cx="38545" cy="34875"/>
            </a:xfrm>
            <a:custGeom>
              <a:avLst/>
              <a:gdLst/>
              <a:ahLst/>
              <a:cxnLst/>
              <a:rect l="0" t="0" r="0" b="0"/>
              <a:pathLst>
                <a:path w="38545" h="34875">
                  <a:moveTo>
                    <a:pt x="16561" y="0"/>
                  </a:moveTo>
                  <a:lnTo>
                    <a:pt x="19740" y="1973"/>
                  </a:lnTo>
                  <a:lnTo>
                    <a:pt x="25384" y="1794"/>
                  </a:lnTo>
                  <a:lnTo>
                    <a:pt x="26357" y="3470"/>
                  </a:lnTo>
                  <a:lnTo>
                    <a:pt x="25796" y="4968"/>
                  </a:lnTo>
                  <a:lnTo>
                    <a:pt x="23440" y="5147"/>
                  </a:lnTo>
                  <a:lnTo>
                    <a:pt x="23665" y="7127"/>
                  </a:lnTo>
                  <a:lnTo>
                    <a:pt x="28600" y="10192"/>
                  </a:lnTo>
                  <a:lnTo>
                    <a:pt x="29347" y="10312"/>
                  </a:lnTo>
                  <a:lnTo>
                    <a:pt x="28226" y="6287"/>
                  </a:lnTo>
                  <a:lnTo>
                    <a:pt x="28861" y="4908"/>
                  </a:lnTo>
                  <a:lnTo>
                    <a:pt x="34731" y="3829"/>
                  </a:lnTo>
                  <a:lnTo>
                    <a:pt x="38207" y="8268"/>
                  </a:lnTo>
                  <a:lnTo>
                    <a:pt x="35067" y="10433"/>
                  </a:lnTo>
                  <a:lnTo>
                    <a:pt x="38544" y="12238"/>
                  </a:lnTo>
                  <a:lnTo>
                    <a:pt x="37609" y="14650"/>
                  </a:lnTo>
                  <a:lnTo>
                    <a:pt x="20038" y="22271"/>
                  </a:lnTo>
                  <a:lnTo>
                    <a:pt x="21010" y="25245"/>
                  </a:lnTo>
                  <a:lnTo>
                    <a:pt x="20674" y="27799"/>
                  </a:lnTo>
                  <a:lnTo>
                    <a:pt x="9384" y="25062"/>
                  </a:lnTo>
                  <a:lnTo>
                    <a:pt x="12038" y="30296"/>
                  </a:lnTo>
                  <a:lnTo>
                    <a:pt x="6356" y="31088"/>
                  </a:lnTo>
                  <a:lnTo>
                    <a:pt x="5234" y="34874"/>
                  </a:lnTo>
                  <a:lnTo>
                    <a:pt x="0" y="29016"/>
                  </a:lnTo>
                  <a:lnTo>
                    <a:pt x="0" y="27069"/>
                  </a:lnTo>
                  <a:lnTo>
                    <a:pt x="2318" y="23484"/>
                  </a:lnTo>
                  <a:lnTo>
                    <a:pt x="1608" y="21907"/>
                  </a:lnTo>
                  <a:lnTo>
                    <a:pt x="8038" y="15616"/>
                  </a:lnTo>
                  <a:lnTo>
                    <a:pt x="12225" y="13865"/>
                  </a:lnTo>
                  <a:lnTo>
                    <a:pt x="11477" y="7367"/>
                  </a:lnTo>
                  <a:lnTo>
                    <a:pt x="15814" y="2930"/>
                  </a:lnTo>
                  <a:lnTo>
                    <a:pt x="15179" y="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6" name="oPE_MapPart_FLK_2_206" descr="Falklandinseln">
              <a:extLst>
                <a:ext uri="{FF2B5EF4-FFF2-40B4-BE49-F238E27FC236}">
                  <a16:creationId xmlns:a16="http://schemas.microsoft.com/office/drawing/2014/main" id="{F182B306-CC44-AE3A-C36B-4DB8FF9C3B88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4829895" y="5639146"/>
              <a:ext cx="35142" cy="28099"/>
            </a:xfrm>
            <a:custGeom>
              <a:avLst/>
              <a:gdLst/>
              <a:ahLst/>
              <a:cxnLst/>
              <a:rect l="0" t="0" r="0" b="0"/>
              <a:pathLst>
                <a:path w="35142" h="28099">
                  <a:moveTo>
                    <a:pt x="14019" y="3477"/>
                  </a:moveTo>
                  <a:lnTo>
                    <a:pt x="17010" y="4137"/>
                  </a:lnTo>
                  <a:lnTo>
                    <a:pt x="21683" y="1019"/>
                  </a:lnTo>
                  <a:lnTo>
                    <a:pt x="25945" y="2697"/>
                  </a:lnTo>
                  <a:lnTo>
                    <a:pt x="31066" y="1738"/>
                  </a:lnTo>
                  <a:lnTo>
                    <a:pt x="32674" y="61"/>
                  </a:lnTo>
                  <a:lnTo>
                    <a:pt x="35141" y="2338"/>
                  </a:lnTo>
                  <a:lnTo>
                    <a:pt x="34618" y="4017"/>
                  </a:lnTo>
                  <a:lnTo>
                    <a:pt x="21571" y="20494"/>
                  </a:lnTo>
                  <a:lnTo>
                    <a:pt x="14842" y="21040"/>
                  </a:lnTo>
                  <a:lnTo>
                    <a:pt x="12599" y="26269"/>
                  </a:lnTo>
                  <a:lnTo>
                    <a:pt x="9383" y="28098"/>
                  </a:lnTo>
                  <a:lnTo>
                    <a:pt x="3066" y="26513"/>
                  </a:lnTo>
                  <a:lnTo>
                    <a:pt x="0" y="23470"/>
                  </a:lnTo>
                  <a:lnTo>
                    <a:pt x="4112" y="19705"/>
                  </a:lnTo>
                  <a:lnTo>
                    <a:pt x="7664" y="19886"/>
                  </a:lnTo>
                  <a:lnTo>
                    <a:pt x="14991" y="13833"/>
                  </a:lnTo>
                  <a:lnTo>
                    <a:pt x="14206" y="11961"/>
                  </a:lnTo>
                  <a:lnTo>
                    <a:pt x="9570" y="13350"/>
                  </a:lnTo>
                  <a:lnTo>
                    <a:pt x="7851" y="11841"/>
                  </a:lnTo>
                  <a:lnTo>
                    <a:pt x="14842" y="9369"/>
                  </a:lnTo>
                  <a:lnTo>
                    <a:pt x="9458" y="4257"/>
                  </a:lnTo>
                  <a:lnTo>
                    <a:pt x="8150" y="0"/>
                  </a:lnTo>
                  <a:lnTo>
                    <a:pt x="10692" y="137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7" name="oPE_MapPart_FLK_3_207" descr="Falklandinseln">
              <a:extLst>
                <a:ext uri="{FF2B5EF4-FFF2-40B4-BE49-F238E27FC236}">
                  <a16:creationId xmlns:a16="http://schemas.microsoft.com/office/drawing/2014/main" id="{3D3AC1A1-44CA-AB6D-093C-36CD2621027D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4826081" y="5653463"/>
              <a:ext cx="5572" cy="5389"/>
            </a:xfrm>
            <a:custGeom>
              <a:avLst/>
              <a:gdLst/>
              <a:ahLst/>
              <a:cxnLst/>
              <a:rect l="0" t="0" r="0" b="0"/>
              <a:pathLst>
                <a:path w="5572" h="5389">
                  <a:moveTo>
                    <a:pt x="2618" y="0"/>
                  </a:moveTo>
                  <a:lnTo>
                    <a:pt x="5571" y="302"/>
                  </a:lnTo>
                  <a:lnTo>
                    <a:pt x="4076" y="5388"/>
                  </a:lnTo>
                  <a:lnTo>
                    <a:pt x="2318" y="5266"/>
                  </a:lnTo>
                  <a:lnTo>
                    <a:pt x="0" y="1814"/>
                  </a:lnTo>
                  <a:lnTo>
                    <a:pt x="1907" y="9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8" name="oPE_MapPart_FLK_4_208" descr="Falklandinseln">
              <a:extLst>
                <a:ext uri="{FF2B5EF4-FFF2-40B4-BE49-F238E27FC236}">
                  <a16:creationId xmlns:a16="http://schemas.microsoft.com/office/drawing/2014/main" id="{28D449D3-8F47-5973-D61D-7736B3EF7D94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4880140" y="5660732"/>
              <a:ext cx="2244" cy="3284"/>
            </a:xfrm>
            <a:custGeom>
              <a:avLst/>
              <a:gdLst/>
              <a:ahLst/>
              <a:cxnLst/>
              <a:rect l="0" t="0" r="0" b="0"/>
              <a:pathLst>
                <a:path w="2244" h="3284">
                  <a:moveTo>
                    <a:pt x="2131" y="304"/>
                  </a:moveTo>
                  <a:lnTo>
                    <a:pt x="2243" y="3283"/>
                  </a:lnTo>
                  <a:lnTo>
                    <a:pt x="598" y="2309"/>
                  </a:lnTo>
                  <a:lnTo>
                    <a:pt x="0" y="911"/>
                  </a:lnTo>
                  <a:lnTo>
                    <a:pt x="168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9" name="oPE_MapPart_FLK_5_209" descr="Falklandinseln">
              <a:extLst>
                <a:ext uri="{FF2B5EF4-FFF2-40B4-BE49-F238E27FC236}">
                  <a16:creationId xmlns:a16="http://schemas.microsoft.com/office/drawing/2014/main" id="{B3685016-ECFB-A8FF-999D-25D13B000056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4844138" y="5636336"/>
              <a:ext cx="4263" cy="4070"/>
            </a:xfrm>
            <a:custGeom>
              <a:avLst/>
              <a:gdLst/>
              <a:ahLst/>
              <a:cxnLst/>
              <a:rect l="0" t="0" r="0" b="0"/>
              <a:pathLst>
                <a:path w="4263" h="4070">
                  <a:moveTo>
                    <a:pt x="3403" y="4069"/>
                  </a:moveTo>
                  <a:lnTo>
                    <a:pt x="524" y="4069"/>
                  </a:lnTo>
                  <a:lnTo>
                    <a:pt x="0" y="239"/>
                  </a:lnTo>
                  <a:lnTo>
                    <a:pt x="2131" y="0"/>
                  </a:lnTo>
                  <a:lnTo>
                    <a:pt x="4262" y="1135"/>
                  </a:lnTo>
                  <a:lnTo>
                    <a:pt x="4113" y="23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0" name="oPE_MapPart_FLK_6_210" descr="Falklandinseln">
              <a:extLst>
                <a:ext uri="{FF2B5EF4-FFF2-40B4-BE49-F238E27FC236}">
                  <a16:creationId xmlns:a16="http://schemas.microsoft.com/office/drawing/2014/main" id="{21F58F73-927F-A38D-5A51-885E7C6A7581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4854120" y="5665171"/>
              <a:ext cx="2356" cy="3660"/>
            </a:xfrm>
            <a:custGeom>
              <a:avLst/>
              <a:gdLst/>
              <a:ahLst/>
              <a:cxnLst/>
              <a:rect l="0" t="0" r="0" b="0"/>
              <a:pathLst>
                <a:path w="2356" h="3660">
                  <a:moveTo>
                    <a:pt x="2318" y="3354"/>
                  </a:moveTo>
                  <a:lnTo>
                    <a:pt x="636" y="3659"/>
                  </a:lnTo>
                  <a:lnTo>
                    <a:pt x="0" y="0"/>
                  </a:lnTo>
                  <a:lnTo>
                    <a:pt x="2355" y="15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1" name="oPE_MapPart_FRO_1_211" descr="Färöer">
              <a:extLst>
                <a:ext uri="{FF2B5EF4-FFF2-40B4-BE49-F238E27FC236}">
                  <a16:creationId xmlns:a16="http://schemas.microsoft.com/office/drawing/2014/main" id="{DE877892-0D6D-CCEF-21DA-0F79AF884AC2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5941153" y="2719448"/>
              <a:ext cx="22432" cy="47629"/>
            </a:xfrm>
            <a:custGeom>
              <a:avLst/>
              <a:gdLst/>
              <a:ahLst/>
              <a:cxnLst/>
              <a:rect l="0" t="0" r="0" b="0"/>
              <a:pathLst>
                <a:path w="22432" h="47629">
                  <a:moveTo>
                    <a:pt x="0" y="0"/>
                  </a:moveTo>
                  <a:lnTo>
                    <a:pt x="22431" y="0"/>
                  </a:lnTo>
                  <a:lnTo>
                    <a:pt x="22431" y="47628"/>
                  </a:lnTo>
                  <a:lnTo>
                    <a:pt x="0" y="476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2" name="oPE_MapPart_FSM_1_212" descr="Föderierte Staaten von Mikronesien">
              <a:extLst>
                <a:ext uri="{FF2B5EF4-FFF2-40B4-BE49-F238E27FC236}">
                  <a16:creationId xmlns:a16="http://schemas.microsoft.com/office/drawing/2014/main" id="{2B1EECFF-E65B-AE0F-5EA7-4D301146F030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9479944" y="4280975"/>
              <a:ext cx="1309" cy="1202"/>
            </a:xfrm>
            <a:custGeom>
              <a:avLst/>
              <a:gdLst/>
              <a:ahLst/>
              <a:cxnLst/>
              <a:rect l="0" t="0" r="0" b="0"/>
              <a:pathLst>
                <a:path w="1309" h="1202">
                  <a:moveTo>
                    <a:pt x="1084" y="188"/>
                  </a:moveTo>
                  <a:lnTo>
                    <a:pt x="1308" y="1201"/>
                  </a:lnTo>
                  <a:lnTo>
                    <a:pt x="0" y="713"/>
                  </a:lnTo>
                  <a:lnTo>
                    <a:pt x="56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3" name="oPE_MapPart_FSM_2_213" descr="Föderierte Staaten von Mikronesien">
              <a:extLst>
                <a:ext uri="{FF2B5EF4-FFF2-40B4-BE49-F238E27FC236}">
                  <a16:creationId xmlns:a16="http://schemas.microsoft.com/office/drawing/2014/main" id="{B2F2717F-57B1-FCF9-5727-6ED76DC39348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8963438" y="4191746"/>
              <a:ext cx="3141" cy="3109"/>
            </a:xfrm>
            <a:custGeom>
              <a:avLst/>
              <a:gdLst/>
              <a:ahLst/>
              <a:cxnLst/>
              <a:rect l="0" t="0" r="0" b="0"/>
              <a:pathLst>
                <a:path w="3141" h="3109">
                  <a:moveTo>
                    <a:pt x="1682" y="1971"/>
                  </a:moveTo>
                  <a:lnTo>
                    <a:pt x="0" y="3108"/>
                  </a:lnTo>
                  <a:lnTo>
                    <a:pt x="2580" y="0"/>
                  </a:lnTo>
                  <a:lnTo>
                    <a:pt x="3140" y="985"/>
                  </a:lnTo>
                  <a:lnTo>
                    <a:pt x="2505" y="181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4" name="oPE_MapPart_FSM_3_214" descr="Föderierte Staaten von Mikronesien">
              <a:extLst>
                <a:ext uri="{FF2B5EF4-FFF2-40B4-BE49-F238E27FC236}">
                  <a16:creationId xmlns:a16="http://schemas.microsoft.com/office/drawing/2014/main" id="{9403BBB3-A88F-B332-AA5B-F50E4D0E8E50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9243972" y="4238052"/>
              <a:ext cx="1683" cy="906"/>
            </a:xfrm>
            <a:custGeom>
              <a:avLst/>
              <a:gdLst/>
              <a:ahLst/>
              <a:cxnLst/>
              <a:rect l="0" t="0" r="0" b="0"/>
              <a:pathLst>
                <a:path w="1683" h="906">
                  <a:moveTo>
                    <a:pt x="1645" y="905"/>
                  </a:moveTo>
                  <a:lnTo>
                    <a:pt x="0" y="905"/>
                  </a:lnTo>
                  <a:lnTo>
                    <a:pt x="748" y="0"/>
                  </a:lnTo>
                  <a:lnTo>
                    <a:pt x="1682" y="56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5" name="oPE_MapPart_FSM_4_215" descr="Föderierte Staaten von Mikronesien">
              <a:extLst>
                <a:ext uri="{FF2B5EF4-FFF2-40B4-BE49-F238E27FC236}">
                  <a16:creationId xmlns:a16="http://schemas.microsoft.com/office/drawing/2014/main" id="{85345D72-9D3F-0FAE-8A97-33D8C21A83A7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9250141" y="4236431"/>
              <a:ext cx="973" cy="718"/>
            </a:xfrm>
            <a:custGeom>
              <a:avLst/>
              <a:gdLst/>
              <a:ahLst/>
              <a:cxnLst/>
              <a:rect l="0" t="0" r="0" b="0"/>
              <a:pathLst>
                <a:path w="973" h="718">
                  <a:moveTo>
                    <a:pt x="336" y="717"/>
                  </a:moveTo>
                  <a:lnTo>
                    <a:pt x="0" y="0"/>
                  </a:lnTo>
                  <a:lnTo>
                    <a:pt x="972" y="2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6" name="oPE_MapPart_FSM_5_216" descr="Föderierte Staaten von Mikronesien">
              <a:extLst>
                <a:ext uri="{FF2B5EF4-FFF2-40B4-BE49-F238E27FC236}">
                  <a16:creationId xmlns:a16="http://schemas.microsoft.com/office/drawing/2014/main" id="{7EB18B27-FF37-2970-CD5E-086A050708F3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9380202" y="4246643"/>
              <a:ext cx="4300" cy="3730"/>
            </a:xfrm>
            <a:custGeom>
              <a:avLst/>
              <a:gdLst/>
              <a:ahLst/>
              <a:cxnLst/>
              <a:rect l="0" t="0" r="0" b="0"/>
              <a:pathLst>
                <a:path w="4300" h="3730">
                  <a:moveTo>
                    <a:pt x="3888" y="3465"/>
                  </a:moveTo>
                  <a:lnTo>
                    <a:pt x="1159" y="3729"/>
                  </a:lnTo>
                  <a:lnTo>
                    <a:pt x="0" y="1544"/>
                  </a:lnTo>
                  <a:lnTo>
                    <a:pt x="1197" y="0"/>
                  </a:lnTo>
                  <a:lnTo>
                    <a:pt x="3439" y="565"/>
                  </a:lnTo>
                  <a:lnTo>
                    <a:pt x="4299" y="1771"/>
                  </a:lnTo>
                  <a:lnTo>
                    <a:pt x="3776" y="25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7" name="oPE_MapPart_FJI_1_217" descr="Fidschi">
              <a:extLst>
                <a:ext uri="{FF2B5EF4-FFF2-40B4-BE49-F238E27FC236}">
                  <a16:creationId xmlns:a16="http://schemas.microsoft.com/office/drawing/2014/main" id="{DB4BC538-C887-A5CB-A0F4-5CD27C1AF7B6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9777638" y="4757461"/>
              <a:ext cx="29161" cy="20417"/>
            </a:xfrm>
            <a:custGeom>
              <a:avLst/>
              <a:gdLst/>
              <a:ahLst/>
              <a:cxnLst/>
              <a:rect l="0" t="0" r="0" b="0"/>
              <a:pathLst>
                <a:path w="29161" h="20417">
                  <a:moveTo>
                    <a:pt x="21122" y="939"/>
                  </a:moveTo>
                  <a:lnTo>
                    <a:pt x="21122" y="1919"/>
                  </a:lnTo>
                  <a:lnTo>
                    <a:pt x="27590" y="7016"/>
                  </a:lnTo>
                  <a:lnTo>
                    <a:pt x="27215" y="9174"/>
                  </a:lnTo>
                  <a:lnTo>
                    <a:pt x="29160" y="16403"/>
                  </a:lnTo>
                  <a:lnTo>
                    <a:pt x="22169" y="17584"/>
                  </a:lnTo>
                  <a:lnTo>
                    <a:pt x="18618" y="20102"/>
                  </a:lnTo>
                  <a:lnTo>
                    <a:pt x="14355" y="20416"/>
                  </a:lnTo>
                  <a:lnTo>
                    <a:pt x="4000" y="17859"/>
                  </a:lnTo>
                  <a:lnTo>
                    <a:pt x="1196" y="16324"/>
                  </a:lnTo>
                  <a:lnTo>
                    <a:pt x="0" y="13966"/>
                  </a:lnTo>
                  <a:lnTo>
                    <a:pt x="0" y="11648"/>
                  </a:lnTo>
                  <a:lnTo>
                    <a:pt x="3066" y="9253"/>
                  </a:lnTo>
                  <a:lnTo>
                    <a:pt x="2841" y="6585"/>
                  </a:lnTo>
                  <a:lnTo>
                    <a:pt x="5010" y="4584"/>
                  </a:lnTo>
                  <a:lnTo>
                    <a:pt x="11514" y="1292"/>
                  </a:lnTo>
                  <a:lnTo>
                    <a:pt x="2041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8" name="oPE_MapPart_FJI_2_218" descr="Fidschi">
              <a:extLst>
                <a:ext uri="{FF2B5EF4-FFF2-40B4-BE49-F238E27FC236}">
                  <a16:creationId xmlns:a16="http://schemas.microsoft.com/office/drawing/2014/main" id="{07E26A2B-EDA8-A61D-62A8-B96FDFE7F5C1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9803247" y="4731968"/>
              <a:ext cx="31217" cy="17825"/>
            </a:xfrm>
            <a:custGeom>
              <a:avLst/>
              <a:gdLst/>
              <a:ahLst/>
              <a:cxnLst/>
              <a:rect l="0" t="0" r="0" b="0"/>
              <a:pathLst>
                <a:path w="31217" h="17825">
                  <a:moveTo>
                    <a:pt x="31216" y="350"/>
                  </a:moveTo>
                  <a:lnTo>
                    <a:pt x="25982" y="6348"/>
                  </a:lnTo>
                  <a:lnTo>
                    <a:pt x="23290" y="8102"/>
                  </a:lnTo>
                  <a:lnTo>
                    <a:pt x="22169" y="10482"/>
                  </a:lnTo>
                  <a:lnTo>
                    <a:pt x="22243" y="12863"/>
                  </a:lnTo>
                  <a:lnTo>
                    <a:pt x="27926" y="8298"/>
                  </a:lnTo>
                  <a:lnTo>
                    <a:pt x="29757" y="7908"/>
                  </a:lnTo>
                  <a:lnTo>
                    <a:pt x="28935" y="11106"/>
                  </a:lnTo>
                  <a:lnTo>
                    <a:pt x="29720" y="12785"/>
                  </a:lnTo>
                  <a:lnTo>
                    <a:pt x="19140" y="14152"/>
                  </a:lnTo>
                  <a:lnTo>
                    <a:pt x="17159" y="12239"/>
                  </a:lnTo>
                  <a:lnTo>
                    <a:pt x="14654" y="12121"/>
                  </a:lnTo>
                  <a:lnTo>
                    <a:pt x="11589" y="14308"/>
                  </a:lnTo>
                  <a:lnTo>
                    <a:pt x="10580" y="16182"/>
                  </a:lnTo>
                  <a:lnTo>
                    <a:pt x="8037" y="15870"/>
                  </a:lnTo>
                  <a:lnTo>
                    <a:pt x="4336" y="17824"/>
                  </a:lnTo>
                  <a:lnTo>
                    <a:pt x="2205" y="14035"/>
                  </a:lnTo>
                  <a:lnTo>
                    <a:pt x="0" y="13761"/>
                  </a:lnTo>
                  <a:lnTo>
                    <a:pt x="1794" y="10131"/>
                  </a:lnTo>
                  <a:lnTo>
                    <a:pt x="3925" y="11106"/>
                  </a:lnTo>
                  <a:lnTo>
                    <a:pt x="6392" y="10365"/>
                  </a:lnTo>
                  <a:lnTo>
                    <a:pt x="9645" y="7128"/>
                  </a:lnTo>
                  <a:lnTo>
                    <a:pt x="17907" y="4906"/>
                  </a:lnTo>
                  <a:lnTo>
                    <a:pt x="23626" y="1517"/>
                  </a:lnTo>
                  <a:lnTo>
                    <a:pt x="28075" y="1323"/>
                  </a:lnTo>
                  <a:lnTo>
                    <a:pt x="3121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9" name="oPE_MapPart_FJI_3_219" descr="Fidschi">
              <a:extLst>
                <a:ext uri="{FF2B5EF4-FFF2-40B4-BE49-F238E27FC236}">
                  <a16:creationId xmlns:a16="http://schemas.microsoft.com/office/drawing/2014/main" id="{C7209A77-A73C-9553-C65E-ADF6091FE092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9792068" y="4792907"/>
              <a:ext cx="10993" cy="4431"/>
            </a:xfrm>
            <a:custGeom>
              <a:avLst/>
              <a:gdLst/>
              <a:ahLst/>
              <a:cxnLst/>
              <a:rect l="0" t="0" r="0" b="0"/>
              <a:pathLst>
                <a:path w="10993" h="4431">
                  <a:moveTo>
                    <a:pt x="10992" y="514"/>
                  </a:moveTo>
                  <a:lnTo>
                    <a:pt x="10992" y="1462"/>
                  </a:lnTo>
                  <a:lnTo>
                    <a:pt x="8300" y="2096"/>
                  </a:lnTo>
                  <a:lnTo>
                    <a:pt x="6842" y="1186"/>
                  </a:lnTo>
                  <a:lnTo>
                    <a:pt x="4636" y="3559"/>
                  </a:lnTo>
                  <a:lnTo>
                    <a:pt x="1271" y="4430"/>
                  </a:lnTo>
                  <a:lnTo>
                    <a:pt x="0" y="3757"/>
                  </a:lnTo>
                  <a:lnTo>
                    <a:pt x="3029" y="2531"/>
                  </a:lnTo>
                  <a:lnTo>
                    <a:pt x="5197" y="435"/>
                  </a:lnTo>
                  <a:lnTo>
                    <a:pt x="957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0" name="oPE_MapPart_FJI_4_220" descr="Fidschi">
              <a:extLst>
                <a:ext uri="{FF2B5EF4-FFF2-40B4-BE49-F238E27FC236}">
                  <a16:creationId xmlns:a16="http://schemas.microsoft.com/office/drawing/2014/main" id="{D7FF156D-0E12-E751-2481-B77B26170082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2357537" y="4743543"/>
              <a:ext cx="3703" cy="5977"/>
            </a:xfrm>
            <a:custGeom>
              <a:avLst/>
              <a:gdLst/>
              <a:ahLst/>
              <a:cxnLst/>
              <a:rect l="0" t="0" r="0" b="0"/>
              <a:pathLst>
                <a:path w="3703" h="5977">
                  <a:moveTo>
                    <a:pt x="524" y="5155"/>
                  </a:moveTo>
                  <a:lnTo>
                    <a:pt x="0" y="5976"/>
                  </a:lnTo>
                  <a:lnTo>
                    <a:pt x="0" y="2108"/>
                  </a:lnTo>
                  <a:lnTo>
                    <a:pt x="2206" y="273"/>
                  </a:lnTo>
                  <a:lnTo>
                    <a:pt x="2879" y="0"/>
                  </a:lnTo>
                  <a:lnTo>
                    <a:pt x="3702" y="1678"/>
                  </a:lnTo>
                  <a:lnTo>
                    <a:pt x="2730" y="351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1" name="oPE_MapPart_FJI_5_221" descr="Fidschi">
              <a:extLst>
                <a:ext uri="{FF2B5EF4-FFF2-40B4-BE49-F238E27FC236}">
                  <a16:creationId xmlns:a16="http://schemas.microsoft.com/office/drawing/2014/main" id="{8D1D6AD5-F016-88B0-1670-C2019335BE87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9832332" y="4745651"/>
              <a:ext cx="2132" cy="4690"/>
            </a:xfrm>
            <a:custGeom>
              <a:avLst/>
              <a:gdLst/>
              <a:ahLst/>
              <a:cxnLst/>
              <a:rect l="0" t="0" r="0" b="0"/>
              <a:pathLst>
                <a:path w="2132" h="4690">
                  <a:moveTo>
                    <a:pt x="2131" y="3868"/>
                  </a:moveTo>
                  <a:lnTo>
                    <a:pt x="598" y="4689"/>
                  </a:lnTo>
                  <a:lnTo>
                    <a:pt x="0" y="3868"/>
                  </a:lnTo>
                  <a:lnTo>
                    <a:pt x="2131" y="0"/>
                  </a:lnTo>
                  <a:lnTo>
                    <a:pt x="2131" y="16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2" name="oPE_MapPart_FJI_6_222" descr="Fidschi">
              <a:extLst>
                <a:ext uri="{FF2B5EF4-FFF2-40B4-BE49-F238E27FC236}">
                  <a16:creationId xmlns:a16="http://schemas.microsoft.com/office/drawing/2014/main" id="{607E939F-3247-5EB1-22E1-692790334B7D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9808442" y="4763770"/>
              <a:ext cx="2207" cy="2787"/>
            </a:xfrm>
            <a:custGeom>
              <a:avLst/>
              <a:gdLst/>
              <a:ahLst/>
              <a:cxnLst/>
              <a:rect l="0" t="0" r="0" b="0"/>
              <a:pathLst>
                <a:path w="2207" h="2787">
                  <a:moveTo>
                    <a:pt x="1683" y="2394"/>
                  </a:moveTo>
                  <a:lnTo>
                    <a:pt x="599" y="2786"/>
                  </a:lnTo>
                  <a:lnTo>
                    <a:pt x="0" y="1452"/>
                  </a:lnTo>
                  <a:lnTo>
                    <a:pt x="1758" y="0"/>
                  </a:lnTo>
                  <a:lnTo>
                    <a:pt x="2206" y="137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3" name="oPE_MapPart_FJI_7_223" descr="Fidschi">
              <a:extLst>
                <a:ext uri="{FF2B5EF4-FFF2-40B4-BE49-F238E27FC236}">
                  <a16:creationId xmlns:a16="http://schemas.microsoft.com/office/drawing/2014/main" id="{E3D1696C-3A04-3EE1-2D55-282F9BFD80C2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9819022" y="4770877"/>
              <a:ext cx="2207" cy="3460"/>
            </a:xfrm>
            <a:custGeom>
              <a:avLst/>
              <a:gdLst/>
              <a:ahLst/>
              <a:cxnLst/>
              <a:rect l="0" t="0" r="0" b="0"/>
              <a:pathLst>
                <a:path w="2207" h="3460">
                  <a:moveTo>
                    <a:pt x="1944" y="3459"/>
                  </a:moveTo>
                  <a:lnTo>
                    <a:pt x="0" y="1179"/>
                  </a:lnTo>
                  <a:lnTo>
                    <a:pt x="1048" y="0"/>
                  </a:lnTo>
                  <a:lnTo>
                    <a:pt x="2206" y="26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4" name="oPE_MapPart_FJI_8_224" descr="Fidschi">
              <a:extLst>
                <a:ext uri="{FF2B5EF4-FFF2-40B4-BE49-F238E27FC236}">
                  <a16:creationId xmlns:a16="http://schemas.microsoft.com/office/drawing/2014/main" id="{54FA0CE7-7EBA-96F0-6F2D-E066428EC1F5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9775955" y="4751356"/>
              <a:ext cx="2170" cy="2504"/>
            </a:xfrm>
            <a:custGeom>
              <a:avLst/>
              <a:gdLst/>
              <a:ahLst/>
              <a:cxnLst/>
              <a:rect l="0" t="0" r="0" b="0"/>
              <a:pathLst>
                <a:path w="2170" h="2504">
                  <a:moveTo>
                    <a:pt x="1047" y="2152"/>
                  </a:moveTo>
                  <a:lnTo>
                    <a:pt x="0" y="2503"/>
                  </a:lnTo>
                  <a:lnTo>
                    <a:pt x="561" y="782"/>
                  </a:lnTo>
                  <a:lnTo>
                    <a:pt x="2169" y="0"/>
                  </a:lnTo>
                  <a:lnTo>
                    <a:pt x="1944" y="125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5" name="oPE_MapPart_FJI_9_225" descr="Fidschi">
              <a:extLst>
                <a:ext uri="{FF2B5EF4-FFF2-40B4-BE49-F238E27FC236}">
                  <a16:creationId xmlns:a16="http://schemas.microsoft.com/office/drawing/2014/main" id="{D98FDAD1-FAD6-EDD5-50EE-098660096E0D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2378211" y="4753546"/>
              <a:ext cx="1721" cy="3172"/>
            </a:xfrm>
            <a:custGeom>
              <a:avLst/>
              <a:gdLst/>
              <a:ahLst/>
              <a:cxnLst/>
              <a:rect l="0" t="0" r="0" b="0"/>
              <a:pathLst>
                <a:path w="1721" h="3172">
                  <a:moveTo>
                    <a:pt x="1010" y="2701"/>
                  </a:moveTo>
                  <a:lnTo>
                    <a:pt x="0" y="3171"/>
                  </a:lnTo>
                  <a:lnTo>
                    <a:pt x="673" y="1409"/>
                  </a:lnTo>
                  <a:lnTo>
                    <a:pt x="0" y="0"/>
                  </a:lnTo>
                  <a:lnTo>
                    <a:pt x="1720" y="1292"/>
                  </a:lnTo>
                  <a:lnTo>
                    <a:pt x="1645" y="21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6" name="oPE_MapPart_FJI_10_226" descr="Fidschi">
              <a:extLst>
                <a:ext uri="{FF2B5EF4-FFF2-40B4-BE49-F238E27FC236}">
                  <a16:creationId xmlns:a16="http://schemas.microsoft.com/office/drawing/2014/main" id="{9305F43F-7749-90A5-0CBB-EEE6C0B83E9B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9821452" y="4755895"/>
              <a:ext cx="1535" cy="2977"/>
            </a:xfrm>
            <a:custGeom>
              <a:avLst/>
              <a:gdLst/>
              <a:ahLst/>
              <a:cxnLst/>
              <a:rect l="0" t="0" r="0" b="0"/>
              <a:pathLst>
                <a:path w="1535" h="2977">
                  <a:moveTo>
                    <a:pt x="1010" y="2388"/>
                  </a:moveTo>
                  <a:lnTo>
                    <a:pt x="338" y="2976"/>
                  </a:lnTo>
                  <a:lnTo>
                    <a:pt x="0" y="0"/>
                  </a:lnTo>
                  <a:lnTo>
                    <a:pt x="1534" y="10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7" name="oPE_MapPart_FJI_11_227" descr="Fidschi">
              <a:extLst>
                <a:ext uri="{FF2B5EF4-FFF2-40B4-BE49-F238E27FC236}">
                  <a16:creationId xmlns:a16="http://schemas.microsoft.com/office/drawing/2014/main" id="{E5D78FA0-2138-E006-B4A6-9356596AF16E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2357537" y="4738005"/>
              <a:ext cx="2058" cy="2340"/>
            </a:xfrm>
            <a:custGeom>
              <a:avLst/>
              <a:gdLst/>
              <a:ahLst/>
              <a:cxnLst/>
              <a:rect l="0" t="0" r="0" b="0"/>
              <a:pathLst>
                <a:path w="2058" h="2340">
                  <a:moveTo>
                    <a:pt x="1459" y="1520"/>
                  </a:moveTo>
                  <a:lnTo>
                    <a:pt x="0" y="2339"/>
                  </a:lnTo>
                  <a:lnTo>
                    <a:pt x="0" y="1208"/>
                  </a:lnTo>
                  <a:lnTo>
                    <a:pt x="2057" y="0"/>
                  </a:lnTo>
                  <a:lnTo>
                    <a:pt x="1496" y="101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8" name="oPE_MapPart_FJI_12_228" descr="Fidschi">
              <a:extLst>
                <a:ext uri="{FF2B5EF4-FFF2-40B4-BE49-F238E27FC236}">
                  <a16:creationId xmlns:a16="http://schemas.microsoft.com/office/drawing/2014/main" id="{83C91F6E-415D-9BFA-9449-CFE71F1A9028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2391670" y="4769384"/>
              <a:ext cx="2206" cy="1690"/>
            </a:xfrm>
            <a:custGeom>
              <a:avLst/>
              <a:gdLst/>
              <a:ahLst/>
              <a:cxnLst/>
              <a:rect l="0" t="0" r="0" b="0"/>
              <a:pathLst>
                <a:path w="2206" h="1690">
                  <a:moveTo>
                    <a:pt x="2205" y="1689"/>
                  </a:moveTo>
                  <a:lnTo>
                    <a:pt x="0" y="982"/>
                  </a:lnTo>
                  <a:lnTo>
                    <a:pt x="635" y="0"/>
                  </a:lnTo>
                  <a:lnTo>
                    <a:pt x="2131" y="117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9" name="oPE_MapPart_FJI_13_229" descr="Fidschi">
              <a:extLst>
                <a:ext uri="{FF2B5EF4-FFF2-40B4-BE49-F238E27FC236}">
                  <a16:creationId xmlns:a16="http://schemas.microsoft.com/office/drawing/2014/main" id="{10C2EB94-7F22-D4C2-4ACE-4AEAA2B88133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2376678" y="4770877"/>
              <a:ext cx="1871" cy="983"/>
            </a:xfrm>
            <a:custGeom>
              <a:avLst/>
              <a:gdLst/>
              <a:ahLst/>
              <a:cxnLst/>
              <a:rect l="0" t="0" r="0" b="0"/>
              <a:pathLst>
                <a:path w="1871" h="983">
                  <a:moveTo>
                    <a:pt x="1870" y="707"/>
                  </a:moveTo>
                  <a:lnTo>
                    <a:pt x="823" y="982"/>
                  </a:lnTo>
                  <a:lnTo>
                    <a:pt x="0" y="0"/>
                  </a:lnTo>
                  <a:lnTo>
                    <a:pt x="1645" y="7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0" name="oPE_MapPart_FJI_14_230" descr="Fidschi">
              <a:extLst>
                <a:ext uri="{FF2B5EF4-FFF2-40B4-BE49-F238E27FC236}">
                  <a16:creationId xmlns:a16="http://schemas.microsoft.com/office/drawing/2014/main" id="{0EDDBF5A-DC41-2107-CF31-308940C7C68E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2381464" y="4776264"/>
              <a:ext cx="1795" cy="945"/>
            </a:xfrm>
            <a:custGeom>
              <a:avLst/>
              <a:gdLst/>
              <a:ahLst/>
              <a:cxnLst/>
              <a:rect l="0" t="0" r="0" b="0"/>
              <a:pathLst>
                <a:path w="1795" h="945">
                  <a:moveTo>
                    <a:pt x="1794" y="944"/>
                  </a:moveTo>
                  <a:lnTo>
                    <a:pt x="0" y="236"/>
                  </a:lnTo>
                  <a:lnTo>
                    <a:pt x="175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1" name="oPE_MapPart_FJI_15_231" descr="Fidschi">
              <a:extLst>
                <a:ext uri="{FF2B5EF4-FFF2-40B4-BE49-F238E27FC236}">
                  <a16:creationId xmlns:a16="http://schemas.microsoft.com/office/drawing/2014/main" id="{18151A8B-379C-1624-02FF-A8C93A78BF91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2386698" y="4796387"/>
              <a:ext cx="1272" cy="1268"/>
            </a:xfrm>
            <a:custGeom>
              <a:avLst/>
              <a:gdLst/>
              <a:ahLst/>
              <a:cxnLst/>
              <a:rect l="0" t="0" r="0" b="0"/>
              <a:pathLst>
                <a:path w="1272" h="1268">
                  <a:moveTo>
                    <a:pt x="1271" y="1267"/>
                  </a:moveTo>
                  <a:lnTo>
                    <a:pt x="0" y="950"/>
                  </a:lnTo>
                  <a:lnTo>
                    <a:pt x="598" y="0"/>
                  </a:lnTo>
                  <a:lnTo>
                    <a:pt x="1158" y="106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2" name="oPE_MapPart_FJI_16_232" descr="Fidschi">
              <a:extLst>
                <a:ext uri="{FF2B5EF4-FFF2-40B4-BE49-F238E27FC236}">
                  <a16:creationId xmlns:a16="http://schemas.microsoft.com/office/drawing/2014/main" id="{79FC9332-8AE2-890B-BFE3-5A77999B4044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2360341" y="4792314"/>
              <a:ext cx="1347" cy="1662"/>
            </a:xfrm>
            <a:custGeom>
              <a:avLst/>
              <a:gdLst/>
              <a:ahLst/>
              <a:cxnLst/>
              <a:rect l="0" t="0" r="0" b="0"/>
              <a:pathLst>
                <a:path w="1347" h="1662">
                  <a:moveTo>
                    <a:pt x="1346" y="356"/>
                  </a:moveTo>
                  <a:lnTo>
                    <a:pt x="0" y="1661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3" name="oPE_MapPart_FIN_1_233" descr="Finnland">
              <a:extLst>
                <a:ext uri="{FF2B5EF4-FFF2-40B4-BE49-F238E27FC236}">
                  <a16:creationId xmlns:a16="http://schemas.microsoft.com/office/drawing/2014/main" id="{2CA256F7-BEB8-5623-E43A-EB6D59AF92E6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6524316" y="2323083"/>
              <a:ext cx="226626" cy="509325"/>
            </a:xfrm>
            <a:custGeom>
              <a:avLst/>
              <a:gdLst/>
              <a:ahLst/>
              <a:cxnLst/>
              <a:rect l="0" t="0" r="0" b="0"/>
              <a:pathLst>
                <a:path w="226626" h="509325">
                  <a:moveTo>
                    <a:pt x="73385" y="236055"/>
                  </a:moveTo>
                  <a:lnTo>
                    <a:pt x="68227" y="218516"/>
                  </a:lnTo>
                  <a:lnTo>
                    <a:pt x="64974" y="216295"/>
                  </a:lnTo>
                  <a:lnTo>
                    <a:pt x="63927" y="213142"/>
                  </a:lnTo>
                  <a:lnTo>
                    <a:pt x="63367" y="206534"/>
                  </a:lnTo>
                  <a:lnTo>
                    <a:pt x="63927" y="201299"/>
                  </a:lnTo>
                  <a:lnTo>
                    <a:pt x="67367" y="196324"/>
                  </a:lnTo>
                  <a:lnTo>
                    <a:pt x="67965" y="189535"/>
                  </a:lnTo>
                  <a:lnTo>
                    <a:pt x="69909" y="184040"/>
                  </a:lnTo>
                  <a:lnTo>
                    <a:pt x="62694" y="167126"/>
                  </a:lnTo>
                  <a:lnTo>
                    <a:pt x="62395" y="161535"/>
                  </a:lnTo>
                  <a:lnTo>
                    <a:pt x="65460" y="156404"/>
                  </a:lnTo>
                  <a:lnTo>
                    <a:pt x="64600" y="151351"/>
                  </a:lnTo>
                  <a:lnTo>
                    <a:pt x="58806" y="149304"/>
                  </a:lnTo>
                  <a:lnTo>
                    <a:pt x="60637" y="140889"/>
                  </a:lnTo>
                  <a:lnTo>
                    <a:pt x="59778" y="136464"/>
                  </a:lnTo>
                  <a:lnTo>
                    <a:pt x="59815" y="126675"/>
                  </a:lnTo>
                  <a:lnTo>
                    <a:pt x="62656" y="122300"/>
                  </a:lnTo>
                  <a:lnTo>
                    <a:pt x="56002" y="112502"/>
                  </a:lnTo>
                  <a:lnTo>
                    <a:pt x="53161" y="112101"/>
                  </a:lnTo>
                  <a:lnTo>
                    <a:pt x="51404" y="105357"/>
                  </a:lnTo>
                  <a:lnTo>
                    <a:pt x="46357" y="99186"/>
                  </a:lnTo>
                  <a:lnTo>
                    <a:pt x="28562" y="90537"/>
                  </a:lnTo>
                  <a:lnTo>
                    <a:pt x="6130" y="68395"/>
                  </a:lnTo>
                  <a:lnTo>
                    <a:pt x="5645" y="64233"/>
                  </a:lnTo>
                  <a:lnTo>
                    <a:pt x="0" y="60894"/>
                  </a:lnTo>
                  <a:lnTo>
                    <a:pt x="1121" y="59011"/>
                  </a:lnTo>
                  <a:lnTo>
                    <a:pt x="9197" y="60580"/>
                  </a:lnTo>
                  <a:lnTo>
                    <a:pt x="10505" y="58383"/>
                  </a:lnTo>
                  <a:lnTo>
                    <a:pt x="8935" y="52191"/>
                  </a:lnTo>
                  <a:lnTo>
                    <a:pt x="10842" y="48608"/>
                  </a:lnTo>
                  <a:lnTo>
                    <a:pt x="20748" y="47236"/>
                  </a:lnTo>
                  <a:lnTo>
                    <a:pt x="34842" y="71404"/>
                  </a:lnTo>
                  <a:lnTo>
                    <a:pt x="37160" y="79153"/>
                  </a:lnTo>
                  <a:lnTo>
                    <a:pt x="56114" y="83267"/>
                  </a:lnTo>
                  <a:lnTo>
                    <a:pt x="64077" y="79566"/>
                  </a:lnTo>
                  <a:lnTo>
                    <a:pt x="67105" y="74199"/>
                  </a:lnTo>
                  <a:lnTo>
                    <a:pt x="89686" y="86446"/>
                  </a:lnTo>
                  <a:lnTo>
                    <a:pt x="92713" y="83781"/>
                  </a:lnTo>
                  <a:lnTo>
                    <a:pt x="96078" y="73372"/>
                  </a:lnTo>
                  <a:lnTo>
                    <a:pt x="102845" y="69537"/>
                  </a:lnTo>
                  <a:lnTo>
                    <a:pt x="106471" y="63608"/>
                  </a:lnTo>
                  <a:lnTo>
                    <a:pt x="106845" y="46602"/>
                  </a:lnTo>
                  <a:lnTo>
                    <a:pt x="111929" y="24645"/>
                  </a:lnTo>
                  <a:lnTo>
                    <a:pt x="122584" y="8849"/>
                  </a:lnTo>
                  <a:lnTo>
                    <a:pt x="135108" y="9393"/>
                  </a:lnTo>
                  <a:lnTo>
                    <a:pt x="144753" y="1205"/>
                  </a:lnTo>
                  <a:lnTo>
                    <a:pt x="150922" y="0"/>
                  </a:lnTo>
                  <a:lnTo>
                    <a:pt x="161763" y="14497"/>
                  </a:lnTo>
                  <a:lnTo>
                    <a:pt x="176942" y="23569"/>
                  </a:lnTo>
                  <a:lnTo>
                    <a:pt x="180904" y="35351"/>
                  </a:lnTo>
                  <a:lnTo>
                    <a:pt x="170810" y="52717"/>
                  </a:lnTo>
                  <a:lnTo>
                    <a:pt x="170511" y="56183"/>
                  </a:lnTo>
                  <a:lnTo>
                    <a:pt x="173278" y="61729"/>
                  </a:lnTo>
                  <a:lnTo>
                    <a:pt x="161838" y="68603"/>
                  </a:lnTo>
                  <a:lnTo>
                    <a:pt x="168679" y="71301"/>
                  </a:lnTo>
                  <a:lnTo>
                    <a:pt x="169389" y="73786"/>
                  </a:lnTo>
                  <a:lnTo>
                    <a:pt x="162997" y="92373"/>
                  </a:lnTo>
                  <a:lnTo>
                    <a:pt x="167446" y="109186"/>
                  </a:lnTo>
                  <a:lnTo>
                    <a:pt x="181128" y="116310"/>
                  </a:lnTo>
                  <a:lnTo>
                    <a:pt x="194512" y="138039"/>
                  </a:lnTo>
                  <a:lnTo>
                    <a:pt x="193540" y="144614"/>
                  </a:lnTo>
                  <a:lnTo>
                    <a:pt x="179035" y="168856"/>
                  </a:lnTo>
                  <a:lnTo>
                    <a:pt x="175782" y="175563"/>
                  </a:lnTo>
                  <a:lnTo>
                    <a:pt x="175371" y="179761"/>
                  </a:lnTo>
                  <a:lnTo>
                    <a:pt x="192755" y="221471"/>
                  </a:lnTo>
                  <a:lnTo>
                    <a:pt x="196568" y="236967"/>
                  </a:lnTo>
                  <a:lnTo>
                    <a:pt x="196754" y="242243"/>
                  </a:lnTo>
                  <a:lnTo>
                    <a:pt x="188866" y="245145"/>
                  </a:lnTo>
                  <a:lnTo>
                    <a:pt x="190998" y="247950"/>
                  </a:lnTo>
                  <a:lnTo>
                    <a:pt x="189128" y="252731"/>
                  </a:lnTo>
                  <a:lnTo>
                    <a:pt x="188829" y="259558"/>
                  </a:lnTo>
                  <a:lnTo>
                    <a:pt x="186623" y="263941"/>
                  </a:lnTo>
                  <a:lnTo>
                    <a:pt x="190811" y="266082"/>
                  </a:lnTo>
                  <a:lnTo>
                    <a:pt x="191184" y="269020"/>
                  </a:lnTo>
                  <a:lnTo>
                    <a:pt x="186922" y="274258"/>
                  </a:lnTo>
                  <a:lnTo>
                    <a:pt x="186549" y="277708"/>
                  </a:lnTo>
                  <a:lnTo>
                    <a:pt x="190250" y="285812"/>
                  </a:lnTo>
                  <a:lnTo>
                    <a:pt x="197054" y="289232"/>
                  </a:lnTo>
                  <a:lnTo>
                    <a:pt x="197241" y="293517"/>
                  </a:lnTo>
                  <a:lnTo>
                    <a:pt x="194474" y="299353"/>
                  </a:lnTo>
                  <a:lnTo>
                    <a:pt x="197016" y="306980"/>
                  </a:lnTo>
                  <a:lnTo>
                    <a:pt x="204904" y="313187"/>
                  </a:lnTo>
                  <a:lnTo>
                    <a:pt x="205690" y="320820"/>
                  </a:lnTo>
                  <a:lnTo>
                    <a:pt x="205241" y="323468"/>
                  </a:lnTo>
                  <a:lnTo>
                    <a:pt x="199110" y="333755"/>
                  </a:lnTo>
                  <a:lnTo>
                    <a:pt x="194587" y="336969"/>
                  </a:lnTo>
                  <a:lnTo>
                    <a:pt x="203447" y="347738"/>
                  </a:lnTo>
                  <a:lnTo>
                    <a:pt x="219298" y="361411"/>
                  </a:lnTo>
                  <a:lnTo>
                    <a:pt x="226101" y="373054"/>
                  </a:lnTo>
                  <a:lnTo>
                    <a:pt x="226625" y="376257"/>
                  </a:lnTo>
                  <a:lnTo>
                    <a:pt x="221466" y="390616"/>
                  </a:lnTo>
                  <a:lnTo>
                    <a:pt x="214214" y="401607"/>
                  </a:lnTo>
                  <a:lnTo>
                    <a:pt x="179222" y="447110"/>
                  </a:lnTo>
                  <a:lnTo>
                    <a:pt x="161688" y="463892"/>
                  </a:lnTo>
                  <a:lnTo>
                    <a:pt x="149015" y="479255"/>
                  </a:lnTo>
                  <a:lnTo>
                    <a:pt x="142062" y="482216"/>
                  </a:lnTo>
                  <a:lnTo>
                    <a:pt x="136715" y="478951"/>
                  </a:lnTo>
                  <a:lnTo>
                    <a:pt x="122771" y="484414"/>
                  </a:lnTo>
                  <a:lnTo>
                    <a:pt x="122472" y="481988"/>
                  </a:lnTo>
                  <a:lnTo>
                    <a:pt x="124191" y="476745"/>
                  </a:lnTo>
                  <a:lnTo>
                    <a:pt x="123519" y="475526"/>
                  </a:lnTo>
                  <a:lnTo>
                    <a:pt x="121164" y="482140"/>
                  </a:lnTo>
                  <a:lnTo>
                    <a:pt x="119519" y="483959"/>
                  </a:lnTo>
                  <a:lnTo>
                    <a:pt x="115930" y="484717"/>
                  </a:lnTo>
                  <a:lnTo>
                    <a:pt x="110770" y="481837"/>
                  </a:lnTo>
                  <a:lnTo>
                    <a:pt x="112415" y="487439"/>
                  </a:lnTo>
                  <a:lnTo>
                    <a:pt x="110546" y="487212"/>
                  </a:lnTo>
                  <a:lnTo>
                    <a:pt x="106658" y="490533"/>
                  </a:lnTo>
                  <a:lnTo>
                    <a:pt x="104565" y="487817"/>
                  </a:lnTo>
                  <a:lnTo>
                    <a:pt x="94134" y="493620"/>
                  </a:lnTo>
                  <a:lnTo>
                    <a:pt x="82619" y="496925"/>
                  </a:lnTo>
                  <a:lnTo>
                    <a:pt x="79405" y="500821"/>
                  </a:lnTo>
                  <a:lnTo>
                    <a:pt x="77273" y="499923"/>
                  </a:lnTo>
                  <a:lnTo>
                    <a:pt x="64376" y="503139"/>
                  </a:lnTo>
                  <a:lnTo>
                    <a:pt x="58992" y="502242"/>
                  </a:lnTo>
                  <a:lnTo>
                    <a:pt x="53161" y="508134"/>
                  </a:lnTo>
                  <a:lnTo>
                    <a:pt x="49833" y="509324"/>
                  </a:lnTo>
                  <a:lnTo>
                    <a:pt x="48637" y="508878"/>
                  </a:lnTo>
                  <a:lnTo>
                    <a:pt x="53272" y="502840"/>
                  </a:lnTo>
                  <a:lnTo>
                    <a:pt x="53497" y="500821"/>
                  </a:lnTo>
                  <a:lnTo>
                    <a:pt x="49273" y="497600"/>
                  </a:lnTo>
                  <a:lnTo>
                    <a:pt x="47553" y="492943"/>
                  </a:lnTo>
                  <a:lnTo>
                    <a:pt x="46619" y="492717"/>
                  </a:lnTo>
                  <a:lnTo>
                    <a:pt x="45609" y="497450"/>
                  </a:lnTo>
                  <a:lnTo>
                    <a:pt x="44188" y="499324"/>
                  </a:lnTo>
                  <a:lnTo>
                    <a:pt x="38207" y="500447"/>
                  </a:lnTo>
                  <a:lnTo>
                    <a:pt x="37721" y="497975"/>
                  </a:lnTo>
                  <a:lnTo>
                    <a:pt x="38393" y="495574"/>
                  </a:lnTo>
                  <a:lnTo>
                    <a:pt x="37795" y="495199"/>
                  </a:lnTo>
                  <a:lnTo>
                    <a:pt x="38356" y="493319"/>
                  </a:lnTo>
                  <a:lnTo>
                    <a:pt x="40861" y="492191"/>
                  </a:lnTo>
                  <a:lnTo>
                    <a:pt x="39254" y="489930"/>
                  </a:lnTo>
                  <a:lnTo>
                    <a:pt x="40749" y="485776"/>
                  </a:lnTo>
                  <a:lnTo>
                    <a:pt x="33982" y="484943"/>
                  </a:lnTo>
                  <a:lnTo>
                    <a:pt x="25571" y="480547"/>
                  </a:lnTo>
                  <a:lnTo>
                    <a:pt x="24562" y="476821"/>
                  </a:lnTo>
                  <a:lnTo>
                    <a:pt x="20561" y="479483"/>
                  </a:lnTo>
                  <a:lnTo>
                    <a:pt x="16897" y="476669"/>
                  </a:lnTo>
                  <a:lnTo>
                    <a:pt x="15327" y="460891"/>
                  </a:lnTo>
                  <a:lnTo>
                    <a:pt x="18505" y="447421"/>
                  </a:lnTo>
                  <a:lnTo>
                    <a:pt x="18356" y="438601"/>
                  </a:lnTo>
                  <a:lnTo>
                    <a:pt x="19589" y="438601"/>
                  </a:lnTo>
                  <a:lnTo>
                    <a:pt x="18168" y="435622"/>
                  </a:lnTo>
                  <a:lnTo>
                    <a:pt x="20412" y="433894"/>
                  </a:lnTo>
                  <a:lnTo>
                    <a:pt x="15813" y="419754"/>
                  </a:lnTo>
                  <a:lnTo>
                    <a:pt x="13159" y="416415"/>
                  </a:lnTo>
                  <a:lnTo>
                    <a:pt x="14953" y="403617"/>
                  </a:lnTo>
                  <a:lnTo>
                    <a:pt x="14542" y="400721"/>
                  </a:lnTo>
                  <a:lnTo>
                    <a:pt x="11290" y="397576"/>
                  </a:lnTo>
                  <a:lnTo>
                    <a:pt x="9981" y="388098"/>
                  </a:lnTo>
                  <a:lnTo>
                    <a:pt x="10842" y="382803"/>
                  </a:lnTo>
                  <a:lnTo>
                    <a:pt x="17346" y="373301"/>
                  </a:lnTo>
                  <a:lnTo>
                    <a:pt x="17683" y="369514"/>
                  </a:lnTo>
                  <a:lnTo>
                    <a:pt x="21346" y="369184"/>
                  </a:lnTo>
                  <a:lnTo>
                    <a:pt x="19664" y="365799"/>
                  </a:lnTo>
                  <a:lnTo>
                    <a:pt x="19178" y="361659"/>
                  </a:lnTo>
                  <a:lnTo>
                    <a:pt x="24449" y="360083"/>
                  </a:lnTo>
                  <a:lnTo>
                    <a:pt x="26430" y="361328"/>
                  </a:lnTo>
                  <a:lnTo>
                    <a:pt x="35253" y="356758"/>
                  </a:lnTo>
                  <a:lnTo>
                    <a:pt x="33646" y="350835"/>
                  </a:lnTo>
                  <a:lnTo>
                    <a:pt x="35777" y="350584"/>
                  </a:lnTo>
                  <a:lnTo>
                    <a:pt x="35216" y="347738"/>
                  </a:lnTo>
                  <a:lnTo>
                    <a:pt x="36860" y="348325"/>
                  </a:lnTo>
                  <a:lnTo>
                    <a:pt x="39552" y="344214"/>
                  </a:lnTo>
                  <a:lnTo>
                    <a:pt x="39665" y="341018"/>
                  </a:lnTo>
                  <a:lnTo>
                    <a:pt x="44300" y="339332"/>
                  </a:lnTo>
                  <a:lnTo>
                    <a:pt x="59628" y="322785"/>
                  </a:lnTo>
                  <a:lnTo>
                    <a:pt x="61834" y="322529"/>
                  </a:lnTo>
                  <a:lnTo>
                    <a:pt x="62955" y="318081"/>
                  </a:lnTo>
                  <a:lnTo>
                    <a:pt x="75928" y="299788"/>
                  </a:lnTo>
                  <a:lnTo>
                    <a:pt x="81723" y="285900"/>
                  </a:lnTo>
                  <a:lnTo>
                    <a:pt x="89722" y="281855"/>
                  </a:lnTo>
                  <a:lnTo>
                    <a:pt x="96901" y="282999"/>
                  </a:lnTo>
                  <a:lnTo>
                    <a:pt x="95667" y="278591"/>
                  </a:lnTo>
                  <a:lnTo>
                    <a:pt x="98658" y="275763"/>
                  </a:lnTo>
                  <a:lnTo>
                    <a:pt x="97985" y="271331"/>
                  </a:lnTo>
                  <a:lnTo>
                    <a:pt x="96228" y="269109"/>
                  </a:lnTo>
                  <a:lnTo>
                    <a:pt x="98134" y="252461"/>
                  </a:lnTo>
                  <a:lnTo>
                    <a:pt x="95928" y="249034"/>
                  </a:lnTo>
                  <a:lnTo>
                    <a:pt x="84152" y="242788"/>
                  </a:lnTo>
                  <a:lnTo>
                    <a:pt x="82208" y="238425"/>
                  </a:lnTo>
                  <a:lnTo>
                    <a:pt x="83180" y="233316"/>
                  </a:lnTo>
                  <a:lnTo>
                    <a:pt x="78545" y="237240"/>
                  </a:lnTo>
                  <a:lnTo>
                    <a:pt x="75068" y="2356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4" name="oPE_MapPart_FIN_2_234" descr="Finnland">
              <a:extLst>
                <a:ext uri="{FF2B5EF4-FFF2-40B4-BE49-F238E27FC236}">
                  <a16:creationId xmlns:a16="http://schemas.microsoft.com/office/drawing/2014/main" id="{A79A9074-6969-A794-C40E-64D61632F39E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6549139" y="2805147"/>
              <a:ext cx="3665" cy="5603"/>
            </a:xfrm>
            <a:custGeom>
              <a:avLst/>
              <a:gdLst/>
              <a:ahLst/>
              <a:cxnLst/>
              <a:rect l="0" t="0" r="0" b="0"/>
              <a:pathLst>
                <a:path w="3665" h="5603">
                  <a:moveTo>
                    <a:pt x="3664" y="5602"/>
                  </a:moveTo>
                  <a:lnTo>
                    <a:pt x="0" y="3712"/>
                  </a:lnTo>
                  <a:lnTo>
                    <a:pt x="187" y="0"/>
                  </a:lnTo>
                  <a:lnTo>
                    <a:pt x="3365" y="477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5" name="oPE_MapPart_FIN_3_235" descr="Finnland">
              <a:extLst>
                <a:ext uri="{FF2B5EF4-FFF2-40B4-BE49-F238E27FC236}">
                  <a16:creationId xmlns:a16="http://schemas.microsoft.com/office/drawing/2014/main" id="{38FBD76E-F59F-F6B7-5199-24101D1B332F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6533886" y="2681338"/>
              <a:ext cx="7029" cy="5808"/>
            </a:xfrm>
            <a:custGeom>
              <a:avLst/>
              <a:gdLst/>
              <a:ahLst/>
              <a:cxnLst/>
              <a:rect l="0" t="0" r="0" b="0"/>
              <a:pathLst>
                <a:path w="7029" h="5808">
                  <a:moveTo>
                    <a:pt x="2803" y="1662"/>
                  </a:moveTo>
                  <a:lnTo>
                    <a:pt x="5870" y="748"/>
                  </a:lnTo>
                  <a:lnTo>
                    <a:pt x="7028" y="1413"/>
                  </a:lnTo>
                  <a:lnTo>
                    <a:pt x="6916" y="3653"/>
                  </a:lnTo>
                  <a:lnTo>
                    <a:pt x="3514" y="5807"/>
                  </a:lnTo>
                  <a:lnTo>
                    <a:pt x="0" y="0"/>
                  </a:lnTo>
                  <a:lnTo>
                    <a:pt x="2879" y="83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6" name="oPE_MapPart_FIN_4_236" descr="Finnland">
              <a:extLst>
                <a:ext uri="{FF2B5EF4-FFF2-40B4-BE49-F238E27FC236}">
                  <a16:creationId xmlns:a16="http://schemas.microsoft.com/office/drawing/2014/main" id="{F7BBA827-2B01-FFC8-971B-0E45FE504054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6554522" y="2809313"/>
              <a:ext cx="7030" cy="8594"/>
            </a:xfrm>
            <a:custGeom>
              <a:avLst/>
              <a:gdLst/>
              <a:ahLst/>
              <a:cxnLst/>
              <a:rect l="0" t="0" r="0" b="0"/>
              <a:pathLst>
                <a:path w="7030" h="8594">
                  <a:moveTo>
                    <a:pt x="2019" y="0"/>
                  </a:moveTo>
                  <a:lnTo>
                    <a:pt x="5757" y="604"/>
                  </a:lnTo>
                  <a:lnTo>
                    <a:pt x="7029" y="2795"/>
                  </a:lnTo>
                  <a:lnTo>
                    <a:pt x="4898" y="4228"/>
                  </a:lnTo>
                  <a:lnTo>
                    <a:pt x="5907" y="8593"/>
                  </a:lnTo>
                  <a:lnTo>
                    <a:pt x="3776" y="8593"/>
                  </a:lnTo>
                  <a:lnTo>
                    <a:pt x="0" y="3549"/>
                  </a:lnTo>
                  <a:lnTo>
                    <a:pt x="1010" y="60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7" name="oPE_MapPart_FIN_5_237" descr="Finnland">
              <a:extLst>
                <a:ext uri="{FF2B5EF4-FFF2-40B4-BE49-F238E27FC236}">
                  <a16:creationId xmlns:a16="http://schemas.microsoft.com/office/drawing/2014/main" id="{9C12958B-53C5-5E75-3CDC-AECE5AADCF8C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6536615" y="2797999"/>
              <a:ext cx="4898" cy="6694"/>
            </a:xfrm>
            <a:custGeom>
              <a:avLst/>
              <a:gdLst/>
              <a:ahLst/>
              <a:cxnLst/>
              <a:rect l="0" t="0" r="0" b="0"/>
              <a:pathLst>
                <a:path w="4898" h="6694">
                  <a:moveTo>
                    <a:pt x="4897" y="4567"/>
                  </a:moveTo>
                  <a:lnTo>
                    <a:pt x="4598" y="6541"/>
                  </a:lnTo>
                  <a:lnTo>
                    <a:pt x="1757" y="6693"/>
                  </a:lnTo>
                  <a:lnTo>
                    <a:pt x="0" y="1448"/>
                  </a:lnTo>
                  <a:lnTo>
                    <a:pt x="1122" y="0"/>
                  </a:lnTo>
                  <a:lnTo>
                    <a:pt x="1795" y="18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8" name="oPE_MapPart_FIN_6_238" descr="Finnland">
              <a:extLst>
                <a:ext uri="{FF2B5EF4-FFF2-40B4-BE49-F238E27FC236}">
                  <a16:creationId xmlns:a16="http://schemas.microsoft.com/office/drawing/2014/main" id="{387E13FE-FB59-CD56-0F23-278CCF748EF7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6546597" y="2816402"/>
              <a:ext cx="3515" cy="3607"/>
            </a:xfrm>
            <a:custGeom>
              <a:avLst/>
              <a:gdLst/>
              <a:ahLst/>
              <a:cxnLst/>
              <a:rect l="0" t="0" r="0" b="0"/>
              <a:pathLst>
                <a:path w="3515" h="3607">
                  <a:moveTo>
                    <a:pt x="2878" y="2556"/>
                  </a:moveTo>
                  <a:lnTo>
                    <a:pt x="0" y="3606"/>
                  </a:lnTo>
                  <a:lnTo>
                    <a:pt x="186" y="1203"/>
                  </a:lnTo>
                  <a:lnTo>
                    <a:pt x="351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9" name="oPE_MapPart_FIN_7_239" descr="Finnland">
              <a:extLst>
                <a:ext uri="{FF2B5EF4-FFF2-40B4-BE49-F238E27FC236}">
                  <a16:creationId xmlns:a16="http://schemas.microsoft.com/office/drawing/2014/main" id="{D95C421C-DDFD-C2C2-8DCA-3DAEA9E9D71C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6542260" y="2817605"/>
              <a:ext cx="3366" cy="2704"/>
            </a:xfrm>
            <a:custGeom>
              <a:avLst/>
              <a:gdLst/>
              <a:ahLst/>
              <a:cxnLst/>
              <a:rect l="0" t="0" r="0" b="0"/>
              <a:pathLst>
                <a:path w="3366" h="2704">
                  <a:moveTo>
                    <a:pt x="2954" y="2703"/>
                  </a:moveTo>
                  <a:lnTo>
                    <a:pt x="0" y="1878"/>
                  </a:lnTo>
                  <a:lnTo>
                    <a:pt x="1682" y="0"/>
                  </a:lnTo>
                  <a:lnTo>
                    <a:pt x="3365" y="127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0" name="oPE_MapPart_FIN_8_240" descr="Finnland">
              <a:extLst>
                <a:ext uri="{FF2B5EF4-FFF2-40B4-BE49-F238E27FC236}">
                  <a16:creationId xmlns:a16="http://schemas.microsoft.com/office/drawing/2014/main" id="{3DF64A1E-22D0-94D8-98FF-8A1511821A8E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6606449" y="2595035"/>
              <a:ext cx="8189" cy="5315"/>
            </a:xfrm>
            <a:custGeom>
              <a:avLst/>
              <a:gdLst/>
              <a:ahLst/>
              <a:cxnLst/>
              <a:rect l="0" t="0" r="0" b="0"/>
              <a:pathLst>
                <a:path w="8189" h="5315">
                  <a:moveTo>
                    <a:pt x="5645" y="4695"/>
                  </a:moveTo>
                  <a:lnTo>
                    <a:pt x="38" y="5314"/>
                  </a:lnTo>
                  <a:lnTo>
                    <a:pt x="0" y="2128"/>
                  </a:lnTo>
                  <a:lnTo>
                    <a:pt x="4337" y="0"/>
                  </a:lnTo>
                  <a:lnTo>
                    <a:pt x="8188" y="1508"/>
                  </a:lnTo>
                  <a:lnTo>
                    <a:pt x="6543" y="29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1" name="oPE_MapPart_FRA_1_241" descr="Frankreich">
              <a:extLst>
                <a:ext uri="{FF2B5EF4-FFF2-40B4-BE49-F238E27FC236}">
                  <a16:creationId xmlns:a16="http://schemas.microsoft.com/office/drawing/2014/main" id="{649E27A4-7FD2-9510-A1E5-2C0480104EC9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6273914" y="3400354"/>
              <a:ext cx="20450" cy="45779"/>
            </a:xfrm>
            <a:custGeom>
              <a:avLst/>
              <a:gdLst/>
              <a:ahLst/>
              <a:cxnLst/>
              <a:rect l="0" t="0" r="0" b="0"/>
              <a:pathLst>
                <a:path w="20450" h="45779">
                  <a:moveTo>
                    <a:pt x="18991" y="6023"/>
                  </a:moveTo>
                  <a:lnTo>
                    <a:pt x="18430" y="10198"/>
                  </a:lnTo>
                  <a:lnTo>
                    <a:pt x="19925" y="13194"/>
                  </a:lnTo>
                  <a:lnTo>
                    <a:pt x="20449" y="25080"/>
                  </a:lnTo>
                  <a:lnTo>
                    <a:pt x="17346" y="30767"/>
                  </a:lnTo>
                  <a:lnTo>
                    <a:pt x="16785" y="37637"/>
                  </a:lnTo>
                  <a:lnTo>
                    <a:pt x="12860" y="45778"/>
                  </a:lnTo>
                  <a:lnTo>
                    <a:pt x="5009" y="40138"/>
                  </a:lnTo>
                  <a:lnTo>
                    <a:pt x="6654" y="37037"/>
                  </a:lnTo>
                  <a:lnTo>
                    <a:pt x="3140" y="35333"/>
                  </a:lnTo>
                  <a:lnTo>
                    <a:pt x="3626" y="30767"/>
                  </a:lnTo>
                  <a:lnTo>
                    <a:pt x="1009" y="29812"/>
                  </a:lnTo>
                  <a:lnTo>
                    <a:pt x="2840" y="27498"/>
                  </a:lnTo>
                  <a:lnTo>
                    <a:pt x="2803" y="26037"/>
                  </a:lnTo>
                  <a:lnTo>
                    <a:pt x="448" y="24172"/>
                  </a:lnTo>
                  <a:lnTo>
                    <a:pt x="0" y="22557"/>
                  </a:lnTo>
                  <a:lnTo>
                    <a:pt x="2280" y="20740"/>
                  </a:lnTo>
                  <a:lnTo>
                    <a:pt x="0" y="18666"/>
                  </a:lnTo>
                  <a:lnTo>
                    <a:pt x="3065" y="13245"/>
                  </a:lnTo>
                  <a:lnTo>
                    <a:pt x="9906" y="10095"/>
                  </a:lnTo>
                  <a:lnTo>
                    <a:pt x="11888" y="8061"/>
                  </a:lnTo>
                  <a:lnTo>
                    <a:pt x="15514" y="8620"/>
                  </a:lnTo>
                  <a:lnTo>
                    <a:pt x="16561" y="0"/>
                  </a:lnTo>
                  <a:lnTo>
                    <a:pt x="18617" y="1074"/>
                  </a:lnTo>
                  <a:lnTo>
                    <a:pt x="18953" y="44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2" name="oPE_MapPart_FRA_2_242" descr="Frankreich">
              <a:extLst>
                <a:ext uri="{FF2B5EF4-FFF2-40B4-BE49-F238E27FC236}">
                  <a16:creationId xmlns:a16="http://schemas.microsoft.com/office/drawing/2014/main" id="{40EB92BC-5324-F606-7375-AF1D388DF3E1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5997080" y="3153396"/>
              <a:ext cx="267974" cy="266131"/>
            </a:xfrm>
            <a:custGeom>
              <a:avLst/>
              <a:gdLst/>
              <a:ahLst/>
              <a:cxnLst/>
              <a:rect l="0" t="0" r="0" b="0"/>
              <a:pathLst>
                <a:path w="267974" h="266131">
                  <a:moveTo>
                    <a:pt x="257094" y="111786"/>
                  </a:moveTo>
                  <a:lnTo>
                    <a:pt x="251449" y="116657"/>
                  </a:lnTo>
                  <a:lnTo>
                    <a:pt x="248533" y="116657"/>
                  </a:lnTo>
                  <a:lnTo>
                    <a:pt x="247113" y="114942"/>
                  </a:lnTo>
                  <a:lnTo>
                    <a:pt x="243636" y="116049"/>
                  </a:lnTo>
                  <a:lnTo>
                    <a:pt x="242253" y="117872"/>
                  </a:lnTo>
                  <a:lnTo>
                    <a:pt x="244309" y="120079"/>
                  </a:lnTo>
                  <a:lnTo>
                    <a:pt x="237393" y="129099"/>
                  </a:lnTo>
                  <a:lnTo>
                    <a:pt x="233018" y="131510"/>
                  </a:lnTo>
                  <a:lnTo>
                    <a:pt x="232046" y="137359"/>
                  </a:lnTo>
                  <a:lnTo>
                    <a:pt x="226887" y="141719"/>
                  </a:lnTo>
                  <a:lnTo>
                    <a:pt x="224944" y="146338"/>
                  </a:lnTo>
                  <a:lnTo>
                    <a:pt x="226102" y="148724"/>
                  </a:lnTo>
                  <a:lnTo>
                    <a:pt x="225542" y="151702"/>
                  </a:lnTo>
                  <a:lnTo>
                    <a:pt x="222925" y="153648"/>
                  </a:lnTo>
                  <a:lnTo>
                    <a:pt x="222925" y="155538"/>
                  </a:lnTo>
                  <a:lnTo>
                    <a:pt x="223672" y="155808"/>
                  </a:lnTo>
                  <a:lnTo>
                    <a:pt x="227673" y="154296"/>
                  </a:lnTo>
                  <a:lnTo>
                    <a:pt x="229205" y="152513"/>
                  </a:lnTo>
                  <a:lnTo>
                    <a:pt x="228420" y="150133"/>
                  </a:lnTo>
                  <a:lnTo>
                    <a:pt x="232458" y="147152"/>
                  </a:lnTo>
                  <a:lnTo>
                    <a:pt x="239636" y="147911"/>
                  </a:lnTo>
                  <a:lnTo>
                    <a:pt x="240496" y="151864"/>
                  </a:lnTo>
                  <a:lnTo>
                    <a:pt x="239561" y="155160"/>
                  </a:lnTo>
                  <a:lnTo>
                    <a:pt x="244758" y="162323"/>
                  </a:lnTo>
                  <a:lnTo>
                    <a:pt x="240234" y="165599"/>
                  </a:lnTo>
                  <a:lnTo>
                    <a:pt x="239972" y="167797"/>
                  </a:lnTo>
                  <a:lnTo>
                    <a:pt x="247487" y="177890"/>
                  </a:lnTo>
                  <a:lnTo>
                    <a:pt x="245916" y="182676"/>
                  </a:lnTo>
                  <a:lnTo>
                    <a:pt x="241019" y="185752"/>
                  </a:lnTo>
                  <a:lnTo>
                    <a:pt x="236571" y="186229"/>
                  </a:lnTo>
                  <a:lnTo>
                    <a:pt x="238851" y="192046"/>
                  </a:lnTo>
                  <a:lnTo>
                    <a:pt x="243748" y="194262"/>
                  </a:lnTo>
                  <a:lnTo>
                    <a:pt x="244944" y="198002"/>
                  </a:lnTo>
                  <a:lnTo>
                    <a:pt x="241056" y="204042"/>
                  </a:lnTo>
                  <a:lnTo>
                    <a:pt x="242103" y="206451"/>
                  </a:lnTo>
                  <a:lnTo>
                    <a:pt x="241692" y="207498"/>
                  </a:lnTo>
                  <a:lnTo>
                    <a:pt x="243636" y="210738"/>
                  </a:lnTo>
                  <a:lnTo>
                    <a:pt x="247412" y="212982"/>
                  </a:lnTo>
                  <a:lnTo>
                    <a:pt x="252010" y="215171"/>
                  </a:lnTo>
                  <a:lnTo>
                    <a:pt x="257543" y="214077"/>
                  </a:lnTo>
                  <a:lnTo>
                    <a:pt x="258365" y="216421"/>
                  </a:lnTo>
                  <a:lnTo>
                    <a:pt x="254328" y="222758"/>
                  </a:lnTo>
                  <a:lnTo>
                    <a:pt x="254552" y="225556"/>
                  </a:lnTo>
                  <a:lnTo>
                    <a:pt x="252496" y="225608"/>
                  </a:lnTo>
                  <a:lnTo>
                    <a:pt x="248085" y="228660"/>
                  </a:lnTo>
                  <a:lnTo>
                    <a:pt x="238402" y="236856"/>
                  </a:lnTo>
                  <a:lnTo>
                    <a:pt x="235374" y="241838"/>
                  </a:lnTo>
                  <a:lnTo>
                    <a:pt x="225953" y="245424"/>
                  </a:lnTo>
                  <a:lnTo>
                    <a:pt x="219560" y="244707"/>
                  </a:lnTo>
                  <a:lnTo>
                    <a:pt x="216719" y="242402"/>
                  </a:lnTo>
                  <a:lnTo>
                    <a:pt x="211224" y="240966"/>
                  </a:lnTo>
                  <a:lnTo>
                    <a:pt x="209429" y="237628"/>
                  </a:lnTo>
                  <a:lnTo>
                    <a:pt x="204270" y="237011"/>
                  </a:lnTo>
                  <a:lnTo>
                    <a:pt x="204008" y="234798"/>
                  </a:lnTo>
                  <a:lnTo>
                    <a:pt x="196793" y="236856"/>
                  </a:lnTo>
                  <a:lnTo>
                    <a:pt x="186662" y="233819"/>
                  </a:lnTo>
                  <a:lnTo>
                    <a:pt x="183073" y="230570"/>
                  </a:lnTo>
                  <a:lnTo>
                    <a:pt x="180157" y="231396"/>
                  </a:lnTo>
                  <a:lnTo>
                    <a:pt x="177540" y="234334"/>
                  </a:lnTo>
                  <a:lnTo>
                    <a:pt x="166586" y="241992"/>
                  </a:lnTo>
                  <a:lnTo>
                    <a:pt x="162287" y="249871"/>
                  </a:lnTo>
                  <a:lnTo>
                    <a:pt x="163109" y="259035"/>
                  </a:lnTo>
                  <a:lnTo>
                    <a:pt x="165614" y="263549"/>
                  </a:lnTo>
                  <a:lnTo>
                    <a:pt x="158960" y="262840"/>
                  </a:lnTo>
                  <a:lnTo>
                    <a:pt x="154361" y="264612"/>
                  </a:lnTo>
                  <a:lnTo>
                    <a:pt x="153988" y="266130"/>
                  </a:lnTo>
                  <a:lnTo>
                    <a:pt x="144604" y="263853"/>
                  </a:lnTo>
                  <a:lnTo>
                    <a:pt x="140193" y="265624"/>
                  </a:lnTo>
                  <a:lnTo>
                    <a:pt x="138959" y="263701"/>
                  </a:lnTo>
                  <a:lnTo>
                    <a:pt x="134360" y="261522"/>
                  </a:lnTo>
                  <a:lnTo>
                    <a:pt x="135071" y="260000"/>
                  </a:lnTo>
                  <a:lnTo>
                    <a:pt x="134436" y="258679"/>
                  </a:lnTo>
                  <a:lnTo>
                    <a:pt x="130099" y="257613"/>
                  </a:lnTo>
                  <a:lnTo>
                    <a:pt x="128603" y="258934"/>
                  </a:lnTo>
                  <a:lnTo>
                    <a:pt x="126959" y="256240"/>
                  </a:lnTo>
                  <a:lnTo>
                    <a:pt x="114809" y="252064"/>
                  </a:lnTo>
                  <a:lnTo>
                    <a:pt x="112827" y="252116"/>
                  </a:lnTo>
                  <a:lnTo>
                    <a:pt x="112042" y="256291"/>
                  </a:lnTo>
                  <a:lnTo>
                    <a:pt x="103107" y="255426"/>
                  </a:lnTo>
                  <a:lnTo>
                    <a:pt x="98060" y="256291"/>
                  </a:lnTo>
                  <a:lnTo>
                    <a:pt x="92714" y="252421"/>
                  </a:lnTo>
                  <a:lnTo>
                    <a:pt x="86732" y="253186"/>
                  </a:lnTo>
                  <a:lnTo>
                    <a:pt x="83069" y="249207"/>
                  </a:lnTo>
                  <a:lnTo>
                    <a:pt x="74508" y="246856"/>
                  </a:lnTo>
                  <a:lnTo>
                    <a:pt x="72227" y="245782"/>
                  </a:lnTo>
                  <a:lnTo>
                    <a:pt x="71928" y="244605"/>
                  </a:lnTo>
                  <a:lnTo>
                    <a:pt x="69237" y="246447"/>
                  </a:lnTo>
                  <a:lnTo>
                    <a:pt x="68190" y="245475"/>
                  </a:lnTo>
                  <a:lnTo>
                    <a:pt x="69611" y="240658"/>
                  </a:lnTo>
                  <a:lnTo>
                    <a:pt x="63330" y="238758"/>
                  </a:lnTo>
                  <a:lnTo>
                    <a:pt x="61647" y="235879"/>
                  </a:lnTo>
                  <a:lnTo>
                    <a:pt x="65050" y="235004"/>
                  </a:lnTo>
                  <a:lnTo>
                    <a:pt x="68078" y="231396"/>
                  </a:lnTo>
                  <a:lnTo>
                    <a:pt x="70956" y="218242"/>
                  </a:lnTo>
                  <a:lnTo>
                    <a:pt x="73050" y="202626"/>
                  </a:lnTo>
                  <a:lnTo>
                    <a:pt x="74620" y="199632"/>
                  </a:lnTo>
                  <a:lnTo>
                    <a:pt x="76564" y="198791"/>
                  </a:lnTo>
                  <a:lnTo>
                    <a:pt x="74994" y="196634"/>
                  </a:lnTo>
                  <a:lnTo>
                    <a:pt x="73050" y="199475"/>
                  </a:lnTo>
                  <a:lnTo>
                    <a:pt x="74209" y="184957"/>
                  </a:lnTo>
                  <a:lnTo>
                    <a:pt x="76452" y="173999"/>
                  </a:lnTo>
                  <a:lnTo>
                    <a:pt x="81761" y="178529"/>
                  </a:lnTo>
                  <a:lnTo>
                    <a:pt x="84564" y="186970"/>
                  </a:lnTo>
                  <a:lnTo>
                    <a:pt x="87518" y="189722"/>
                  </a:lnTo>
                  <a:lnTo>
                    <a:pt x="85611" y="187076"/>
                  </a:lnTo>
                  <a:lnTo>
                    <a:pt x="82508" y="175919"/>
                  </a:lnTo>
                  <a:lnTo>
                    <a:pt x="74097" y="168600"/>
                  </a:lnTo>
                  <a:lnTo>
                    <a:pt x="73798" y="166939"/>
                  </a:lnTo>
                  <a:lnTo>
                    <a:pt x="77499" y="167797"/>
                  </a:lnTo>
                  <a:lnTo>
                    <a:pt x="75966" y="162323"/>
                  </a:lnTo>
                  <a:lnTo>
                    <a:pt x="75106" y="150728"/>
                  </a:lnTo>
                  <a:lnTo>
                    <a:pt x="69984" y="149591"/>
                  </a:lnTo>
                  <a:lnTo>
                    <a:pt x="61797" y="144600"/>
                  </a:lnTo>
                  <a:lnTo>
                    <a:pt x="56152" y="135667"/>
                  </a:lnTo>
                  <a:lnTo>
                    <a:pt x="55516" y="132331"/>
                  </a:lnTo>
                  <a:lnTo>
                    <a:pt x="56974" y="128770"/>
                  </a:lnTo>
                  <a:lnTo>
                    <a:pt x="53273" y="124926"/>
                  </a:lnTo>
                  <a:lnTo>
                    <a:pt x="55143" y="121899"/>
                  </a:lnTo>
                  <a:lnTo>
                    <a:pt x="56825" y="121568"/>
                  </a:lnTo>
                  <a:lnTo>
                    <a:pt x="62732" y="123330"/>
                  </a:lnTo>
                  <a:lnTo>
                    <a:pt x="57909" y="120410"/>
                  </a:lnTo>
                  <a:lnTo>
                    <a:pt x="50058" y="121403"/>
                  </a:lnTo>
                  <a:lnTo>
                    <a:pt x="46918" y="120410"/>
                  </a:lnTo>
                  <a:lnTo>
                    <a:pt x="46357" y="118259"/>
                  </a:lnTo>
                  <a:lnTo>
                    <a:pt x="48488" y="115496"/>
                  </a:lnTo>
                  <a:lnTo>
                    <a:pt x="45871" y="113780"/>
                  </a:lnTo>
                  <a:lnTo>
                    <a:pt x="41385" y="114167"/>
                  </a:lnTo>
                  <a:lnTo>
                    <a:pt x="40824" y="113448"/>
                  </a:lnTo>
                  <a:lnTo>
                    <a:pt x="42170" y="111509"/>
                  </a:lnTo>
                  <a:lnTo>
                    <a:pt x="41049" y="110732"/>
                  </a:lnTo>
                  <a:lnTo>
                    <a:pt x="37347" y="111509"/>
                  </a:lnTo>
                  <a:lnTo>
                    <a:pt x="33310" y="108623"/>
                  </a:lnTo>
                  <a:lnTo>
                    <a:pt x="27403" y="108123"/>
                  </a:lnTo>
                  <a:lnTo>
                    <a:pt x="17908" y="104229"/>
                  </a:lnTo>
                  <a:lnTo>
                    <a:pt x="9346" y="104675"/>
                  </a:lnTo>
                  <a:lnTo>
                    <a:pt x="6954" y="100158"/>
                  </a:lnTo>
                  <a:lnTo>
                    <a:pt x="1757" y="97923"/>
                  </a:lnTo>
                  <a:lnTo>
                    <a:pt x="9010" y="93892"/>
                  </a:lnTo>
                  <a:lnTo>
                    <a:pt x="3851" y="90132"/>
                  </a:lnTo>
                  <a:lnTo>
                    <a:pt x="10842" y="89739"/>
                  </a:lnTo>
                  <a:lnTo>
                    <a:pt x="7664" y="87714"/>
                  </a:lnTo>
                  <a:lnTo>
                    <a:pt x="897" y="87883"/>
                  </a:lnTo>
                  <a:lnTo>
                    <a:pt x="0" y="85124"/>
                  </a:lnTo>
                  <a:lnTo>
                    <a:pt x="860" y="82303"/>
                  </a:lnTo>
                  <a:lnTo>
                    <a:pt x="4823" y="79817"/>
                  </a:lnTo>
                  <a:lnTo>
                    <a:pt x="14618" y="77043"/>
                  </a:lnTo>
                  <a:lnTo>
                    <a:pt x="21758" y="76986"/>
                  </a:lnTo>
                  <a:lnTo>
                    <a:pt x="26805" y="73754"/>
                  </a:lnTo>
                  <a:lnTo>
                    <a:pt x="31815" y="72845"/>
                  </a:lnTo>
                  <a:lnTo>
                    <a:pt x="36563" y="74435"/>
                  </a:lnTo>
                  <a:lnTo>
                    <a:pt x="42993" y="82416"/>
                  </a:lnTo>
                  <a:lnTo>
                    <a:pt x="48114" y="78912"/>
                  </a:lnTo>
                  <a:lnTo>
                    <a:pt x="55741" y="79025"/>
                  </a:lnTo>
                  <a:lnTo>
                    <a:pt x="57311" y="81004"/>
                  </a:lnTo>
                  <a:lnTo>
                    <a:pt x="59330" y="77383"/>
                  </a:lnTo>
                  <a:lnTo>
                    <a:pt x="61012" y="79477"/>
                  </a:lnTo>
                  <a:lnTo>
                    <a:pt x="70321" y="78798"/>
                  </a:lnTo>
                  <a:lnTo>
                    <a:pt x="68190" y="77383"/>
                  </a:lnTo>
                  <a:lnTo>
                    <a:pt x="66395" y="73981"/>
                  </a:lnTo>
                  <a:lnTo>
                    <a:pt x="66021" y="61386"/>
                  </a:lnTo>
                  <a:lnTo>
                    <a:pt x="61273" y="52205"/>
                  </a:lnTo>
                  <a:lnTo>
                    <a:pt x="60077" y="48863"/>
                  </a:lnTo>
                  <a:lnTo>
                    <a:pt x="60377" y="46034"/>
                  </a:lnTo>
                  <a:lnTo>
                    <a:pt x="72788" y="46150"/>
                  </a:lnTo>
                  <a:lnTo>
                    <a:pt x="73311" y="52090"/>
                  </a:lnTo>
                  <a:lnTo>
                    <a:pt x="75256" y="55482"/>
                  </a:lnTo>
                  <a:lnTo>
                    <a:pt x="95518" y="58408"/>
                  </a:lnTo>
                  <a:lnTo>
                    <a:pt x="107594" y="53586"/>
                  </a:lnTo>
                  <a:lnTo>
                    <a:pt x="108042" y="52780"/>
                  </a:lnTo>
                  <a:lnTo>
                    <a:pt x="104677" y="53068"/>
                  </a:lnTo>
                  <a:lnTo>
                    <a:pt x="101612" y="51629"/>
                  </a:lnTo>
                  <a:lnTo>
                    <a:pt x="101200" y="50074"/>
                  </a:lnTo>
                  <a:lnTo>
                    <a:pt x="102808" y="45399"/>
                  </a:lnTo>
                  <a:lnTo>
                    <a:pt x="111706" y="40246"/>
                  </a:lnTo>
                  <a:lnTo>
                    <a:pt x="124790" y="35890"/>
                  </a:lnTo>
                  <a:lnTo>
                    <a:pt x="132005" y="27668"/>
                  </a:lnTo>
                  <a:lnTo>
                    <a:pt x="131146" y="26323"/>
                  </a:lnTo>
                  <a:lnTo>
                    <a:pt x="131706" y="11800"/>
                  </a:lnTo>
                  <a:lnTo>
                    <a:pt x="133650" y="7008"/>
                  </a:lnTo>
                  <a:lnTo>
                    <a:pt x="138623" y="3508"/>
                  </a:lnTo>
                  <a:lnTo>
                    <a:pt x="151371" y="0"/>
                  </a:lnTo>
                  <a:lnTo>
                    <a:pt x="152941" y="4695"/>
                  </a:lnTo>
                  <a:lnTo>
                    <a:pt x="152866" y="7304"/>
                  </a:lnTo>
                  <a:lnTo>
                    <a:pt x="156230" y="11387"/>
                  </a:lnTo>
                  <a:lnTo>
                    <a:pt x="157913" y="12686"/>
                  </a:lnTo>
                  <a:lnTo>
                    <a:pt x="163446" y="10441"/>
                  </a:lnTo>
                  <a:lnTo>
                    <a:pt x="166100" y="14279"/>
                  </a:lnTo>
                  <a:lnTo>
                    <a:pt x="166923" y="18579"/>
                  </a:lnTo>
                  <a:lnTo>
                    <a:pt x="173577" y="20342"/>
                  </a:lnTo>
                  <a:lnTo>
                    <a:pt x="175558" y="25913"/>
                  </a:lnTo>
                  <a:lnTo>
                    <a:pt x="176755" y="24683"/>
                  </a:lnTo>
                  <a:lnTo>
                    <a:pt x="180942" y="24976"/>
                  </a:lnTo>
                  <a:lnTo>
                    <a:pt x="185615" y="27843"/>
                  </a:lnTo>
                  <a:lnTo>
                    <a:pt x="184792" y="31172"/>
                  </a:lnTo>
                  <a:lnTo>
                    <a:pt x="185989" y="32804"/>
                  </a:lnTo>
                  <a:lnTo>
                    <a:pt x="184830" y="35832"/>
                  </a:lnTo>
                  <a:lnTo>
                    <a:pt x="185652" y="37111"/>
                  </a:lnTo>
                  <a:lnTo>
                    <a:pt x="193316" y="37111"/>
                  </a:lnTo>
                  <a:lnTo>
                    <a:pt x="195634" y="35774"/>
                  </a:lnTo>
                  <a:lnTo>
                    <a:pt x="196681" y="32688"/>
                  </a:lnTo>
                  <a:lnTo>
                    <a:pt x="198999" y="30880"/>
                  </a:lnTo>
                  <a:lnTo>
                    <a:pt x="199858" y="31464"/>
                  </a:lnTo>
                  <a:lnTo>
                    <a:pt x="198400" y="37169"/>
                  </a:lnTo>
                  <a:lnTo>
                    <a:pt x="199485" y="38621"/>
                  </a:lnTo>
                  <a:lnTo>
                    <a:pt x="200008" y="42680"/>
                  </a:lnTo>
                  <a:lnTo>
                    <a:pt x="202924" y="42969"/>
                  </a:lnTo>
                  <a:lnTo>
                    <a:pt x="208569" y="46208"/>
                  </a:lnTo>
                  <a:lnTo>
                    <a:pt x="213317" y="51572"/>
                  </a:lnTo>
                  <a:lnTo>
                    <a:pt x="219187" y="50708"/>
                  </a:lnTo>
                  <a:lnTo>
                    <a:pt x="223785" y="53643"/>
                  </a:lnTo>
                  <a:lnTo>
                    <a:pt x="228570" y="52090"/>
                  </a:lnTo>
                  <a:lnTo>
                    <a:pt x="234626" y="55310"/>
                  </a:lnTo>
                  <a:lnTo>
                    <a:pt x="238813" y="62759"/>
                  </a:lnTo>
                  <a:lnTo>
                    <a:pt x="242028" y="61215"/>
                  </a:lnTo>
                  <a:lnTo>
                    <a:pt x="244346" y="62130"/>
                  </a:lnTo>
                  <a:lnTo>
                    <a:pt x="245057" y="64245"/>
                  </a:lnTo>
                  <a:lnTo>
                    <a:pt x="253655" y="62988"/>
                  </a:lnTo>
                  <a:lnTo>
                    <a:pt x="256982" y="65843"/>
                  </a:lnTo>
                  <a:lnTo>
                    <a:pt x="267861" y="68636"/>
                  </a:lnTo>
                  <a:lnTo>
                    <a:pt x="267973" y="71425"/>
                  </a:lnTo>
                  <a:lnTo>
                    <a:pt x="261693" y="79308"/>
                  </a:lnTo>
                  <a:lnTo>
                    <a:pt x="258963" y="90469"/>
                  </a:lnTo>
                  <a:lnTo>
                    <a:pt x="257094" y="94285"/>
                  </a:lnTo>
                  <a:lnTo>
                    <a:pt x="255487" y="106177"/>
                  </a:lnTo>
                  <a:lnTo>
                    <a:pt x="256048" y="1113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3" name="oPE_MapPart_FRA_3_243" descr="Frankreich">
              <a:extLst>
                <a:ext uri="{FF2B5EF4-FFF2-40B4-BE49-F238E27FC236}">
                  <a16:creationId xmlns:a16="http://schemas.microsoft.com/office/drawing/2014/main" id="{21D70690-1EFE-A2AC-AC95-5FFD2EBE542E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6067177" y="3311953"/>
              <a:ext cx="4337" cy="6989"/>
            </a:xfrm>
            <a:custGeom>
              <a:avLst/>
              <a:gdLst/>
              <a:ahLst/>
              <a:cxnLst/>
              <a:rect l="0" t="0" r="0" b="0"/>
              <a:pathLst>
                <a:path w="4337" h="6989">
                  <a:moveTo>
                    <a:pt x="4336" y="4411"/>
                  </a:moveTo>
                  <a:lnTo>
                    <a:pt x="3626" y="6988"/>
                  </a:lnTo>
                  <a:lnTo>
                    <a:pt x="411" y="2476"/>
                  </a:lnTo>
                  <a:lnTo>
                    <a:pt x="0" y="0"/>
                  </a:lnTo>
                  <a:lnTo>
                    <a:pt x="2130" y="14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4" name="oPE_MapPart_FRA_4_244" descr="Frankreich">
              <a:extLst>
                <a:ext uri="{FF2B5EF4-FFF2-40B4-BE49-F238E27FC236}">
                  <a16:creationId xmlns:a16="http://schemas.microsoft.com/office/drawing/2014/main" id="{E7CF7AAC-A925-A3F5-C1F8-1D36DCEB55F1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7031513" y="4656882"/>
              <a:ext cx="3739" cy="6902"/>
            </a:xfrm>
            <a:custGeom>
              <a:avLst/>
              <a:gdLst/>
              <a:ahLst/>
              <a:cxnLst/>
              <a:rect l="0" t="0" r="0" b="0"/>
              <a:pathLst>
                <a:path w="3739" h="6902">
                  <a:moveTo>
                    <a:pt x="2841" y="6901"/>
                  </a:moveTo>
                  <a:lnTo>
                    <a:pt x="934" y="6517"/>
                  </a:lnTo>
                  <a:lnTo>
                    <a:pt x="1047" y="2836"/>
                  </a:lnTo>
                  <a:lnTo>
                    <a:pt x="0" y="1034"/>
                  </a:lnTo>
                  <a:lnTo>
                    <a:pt x="1010" y="0"/>
                  </a:lnTo>
                  <a:lnTo>
                    <a:pt x="3738" y="2146"/>
                  </a:lnTo>
                  <a:lnTo>
                    <a:pt x="2841" y="571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5" name="oPE_MapPart_FRA_5_245" descr="Frankreich">
              <a:extLst>
                <a:ext uri="{FF2B5EF4-FFF2-40B4-BE49-F238E27FC236}">
                  <a16:creationId xmlns:a16="http://schemas.microsoft.com/office/drawing/2014/main" id="{0696F5F6-DFE6-EEA2-1C99-972B248E40A1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7243147" y="4835215"/>
              <a:ext cx="12600" cy="10982"/>
            </a:xfrm>
            <a:custGeom>
              <a:avLst/>
              <a:gdLst/>
              <a:ahLst/>
              <a:cxnLst/>
              <a:rect l="0" t="0" r="0" b="0"/>
              <a:pathLst>
                <a:path w="12600" h="10982">
                  <a:moveTo>
                    <a:pt x="11739" y="10539"/>
                  </a:moveTo>
                  <a:lnTo>
                    <a:pt x="6730" y="10981"/>
                  </a:lnTo>
                  <a:lnTo>
                    <a:pt x="2691" y="9095"/>
                  </a:lnTo>
                  <a:lnTo>
                    <a:pt x="0" y="4283"/>
                  </a:lnTo>
                  <a:lnTo>
                    <a:pt x="336" y="3042"/>
                  </a:lnTo>
                  <a:lnTo>
                    <a:pt x="1645" y="840"/>
                  </a:lnTo>
                  <a:lnTo>
                    <a:pt x="4524" y="0"/>
                  </a:lnTo>
                  <a:lnTo>
                    <a:pt x="8897" y="920"/>
                  </a:lnTo>
                  <a:lnTo>
                    <a:pt x="12599" y="6086"/>
                  </a:lnTo>
                  <a:lnTo>
                    <a:pt x="12225" y="91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6" name="oPE_MapPart_FRA_6_246" descr="Frankreich">
              <a:extLst>
                <a:ext uri="{FF2B5EF4-FFF2-40B4-BE49-F238E27FC236}">
                  <a16:creationId xmlns:a16="http://schemas.microsoft.com/office/drawing/2014/main" id="{CA2E58C2-ADC6-0DF0-580C-E7241C2A8BC5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4824512" y="4079544"/>
              <a:ext cx="8188" cy="9545"/>
            </a:xfrm>
            <a:custGeom>
              <a:avLst/>
              <a:gdLst/>
              <a:ahLst/>
              <a:cxnLst/>
              <a:rect l="0" t="0" r="0" b="0"/>
              <a:pathLst>
                <a:path w="8188" h="9545">
                  <a:moveTo>
                    <a:pt x="8187" y="8115"/>
                  </a:moveTo>
                  <a:lnTo>
                    <a:pt x="7439" y="9544"/>
                  </a:lnTo>
                  <a:lnTo>
                    <a:pt x="6654" y="8540"/>
                  </a:lnTo>
                  <a:lnTo>
                    <a:pt x="3252" y="8695"/>
                  </a:lnTo>
                  <a:lnTo>
                    <a:pt x="2691" y="7343"/>
                  </a:lnTo>
                  <a:lnTo>
                    <a:pt x="4336" y="5798"/>
                  </a:lnTo>
                  <a:lnTo>
                    <a:pt x="1645" y="4716"/>
                  </a:lnTo>
                  <a:lnTo>
                    <a:pt x="0" y="1431"/>
                  </a:lnTo>
                  <a:lnTo>
                    <a:pt x="822" y="0"/>
                  </a:lnTo>
                  <a:lnTo>
                    <a:pt x="3999" y="967"/>
                  </a:lnTo>
                  <a:lnTo>
                    <a:pt x="6093" y="2513"/>
                  </a:lnTo>
                  <a:lnTo>
                    <a:pt x="5944" y="3982"/>
                  </a:lnTo>
                  <a:lnTo>
                    <a:pt x="7252" y="55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7" name="oPE_MapPart_FRA_7_247" descr="Frankreich">
              <a:extLst>
                <a:ext uri="{FF2B5EF4-FFF2-40B4-BE49-F238E27FC236}">
                  <a16:creationId xmlns:a16="http://schemas.microsoft.com/office/drawing/2014/main" id="{82F43E8C-3B57-5DF4-5415-F923788E6027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4818081" y="4044283"/>
              <a:ext cx="7404" cy="6002"/>
            </a:xfrm>
            <a:custGeom>
              <a:avLst/>
              <a:gdLst/>
              <a:ahLst/>
              <a:cxnLst/>
              <a:rect l="0" t="0" r="0" b="0"/>
              <a:pathLst>
                <a:path w="7404" h="6002">
                  <a:moveTo>
                    <a:pt x="4187" y="5962"/>
                  </a:moveTo>
                  <a:lnTo>
                    <a:pt x="150" y="6001"/>
                  </a:lnTo>
                  <a:lnTo>
                    <a:pt x="0" y="1560"/>
                  </a:lnTo>
                  <a:lnTo>
                    <a:pt x="1197" y="0"/>
                  </a:lnTo>
                  <a:lnTo>
                    <a:pt x="3627" y="3080"/>
                  </a:lnTo>
                  <a:lnTo>
                    <a:pt x="7403" y="54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8" name="oPE_MapPart_FRA_8_248" descr="Frankreich">
              <a:extLst>
                <a:ext uri="{FF2B5EF4-FFF2-40B4-BE49-F238E27FC236}">
                  <a16:creationId xmlns:a16="http://schemas.microsoft.com/office/drawing/2014/main" id="{4569759B-2C0C-CA3E-E55D-B8BDC246ADB4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4812586" y="4047558"/>
              <a:ext cx="5010" cy="8175"/>
            </a:xfrm>
            <a:custGeom>
              <a:avLst/>
              <a:gdLst/>
              <a:ahLst/>
              <a:cxnLst/>
              <a:rect l="0" t="0" r="0" b="0"/>
              <a:pathLst>
                <a:path w="5010" h="8175">
                  <a:moveTo>
                    <a:pt x="4262" y="7512"/>
                  </a:moveTo>
                  <a:lnTo>
                    <a:pt x="1757" y="8174"/>
                  </a:lnTo>
                  <a:lnTo>
                    <a:pt x="710" y="6346"/>
                  </a:lnTo>
                  <a:lnTo>
                    <a:pt x="0" y="1168"/>
                  </a:lnTo>
                  <a:lnTo>
                    <a:pt x="972" y="0"/>
                  </a:lnTo>
                  <a:lnTo>
                    <a:pt x="5009" y="1830"/>
                  </a:lnTo>
                  <a:lnTo>
                    <a:pt x="4785" y="66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9" name="oPE_MapPart_FRA_9_249" descr="Frankreich">
              <a:extLst>
                <a:ext uri="{FF2B5EF4-FFF2-40B4-BE49-F238E27FC236}">
                  <a16:creationId xmlns:a16="http://schemas.microsoft.com/office/drawing/2014/main" id="{0350790E-6AD5-8044-96CE-65F1EC474F33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4822455" y="4055109"/>
              <a:ext cx="2394" cy="2489"/>
            </a:xfrm>
            <a:custGeom>
              <a:avLst/>
              <a:gdLst/>
              <a:ahLst/>
              <a:cxnLst/>
              <a:rect l="0" t="0" r="0" b="0"/>
              <a:pathLst>
                <a:path w="2394" h="2489">
                  <a:moveTo>
                    <a:pt x="1832" y="2488"/>
                  </a:moveTo>
                  <a:lnTo>
                    <a:pt x="150" y="2411"/>
                  </a:lnTo>
                  <a:lnTo>
                    <a:pt x="0" y="1089"/>
                  </a:lnTo>
                  <a:lnTo>
                    <a:pt x="1421" y="0"/>
                  </a:lnTo>
                  <a:lnTo>
                    <a:pt x="2393" y="18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0" name="oPE_MapPart_FRA_10_250" descr="Frankreich">
              <a:extLst>
                <a:ext uri="{FF2B5EF4-FFF2-40B4-BE49-F238E27FC236}">
                  <a16:creationId xmlns:a16="http://schemas.microsoft.com/office/drawing/2014/main" id="{03741077-4453-7517-43C8-8F9F9E12DD31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4961675" y="4271659"/>
              <a:ext cx="61537" cy="76236"/>
            </a:xfrm>
            <a:custGeom>
              <a:avLst/>
              <a:gdLst/>
              <a:ahLst/>
              <a:cxnLst/>
              <a:rect l="0" t="0" r="0" b="0"/>
              <a:pathLst>
                <a:path w="61537" h="76236">
                  <a:moveTo>
                    <a:pt x="0" y="71932"/>
                  </a:moveTo>
                  <a:lnTo>
                    <a:pt x="1646" y="71596"/>
                  </a:lnTo>
                  <a:lnTo>
                    <a:pt x="4449" y="69126"/>
                  </a:lnTo>
                  <a:lnTo>
                    <a:pt x="8712" y="61753"/>
                  </a:lnTo>
                  <a:lnTo>
                    <a:pt x="9235" y="58085"/>
                  </a:lnTo>
                  <a:lnTo>
                    <a:pt x="8562" y="55090"/>
                  </a:lnTo>
                  <a:lnTo>
                    <a:pt x="12599" y="48612"/>
                  </a:lnTo>
                  <a:lnTo>
                    <a:pt x="12973" y="45691"/>
                  </a:lnTo>
                  <a:lnTo>
                    <a:pt x="5496" y="36024"/>
                  </a:lnTo>
                  <a:lnTo>
                    <a:pt x="5683" y="34225"/>
                  </a:lnTo>
                  <a:lnTo>
                    <a:pt x="4524" y="32912"/>
                  </a:lnTo>
                  <a:lnTo>
                    <a:pt x="3440" y="27027"/>
                  </a:lnTo>
                  <a:lnTo>
                    <a:pt x="3926" y="25001"/>
                  </a:lnTo>
                  <a:lnTo>
                    <a:pt x="2842" y="19712"/>
                  </a:lnTo>
                  <a:lnTo>
                    <a:pt x="3403" y="16035"/>
                  </a:lnTo>
                  <a:lnTo>
                    <a:pt x="7814" y="10292"/>
                  </a:lnTo>
                  <a:lnTo>
                    <a:pt x="11029" y="7701"/>
                  </a:lnTo>
                  <a:lnTo>
                    <a:pt x="14431" y="263"/>
                  </a:lnTo>
                  <a:lnTo>
                    <a:pt x="15964" y="0"/>
                  </a:lnTo>
                  <a:lnTo>
                    <a:pt x="24114" y="4547"/>
                  </a:lnTo>
                  <a:lnTo>
                    <a:pt x="35628" y="7438"/>
                  </a:lnTo>
                  <a:lnTo>
                    <a:pt x="44899" y="15848"/>
                  </a:lnTo>
                  <a:lnTo>
                    <a:pt x="48302" y="17499"/>
                  </a:lnTo>
                  <a:lnTo>
                    <a:pt x="47591" y="21101"/>
                  </a:lnTo>
                  <a:lnTo>
                    <a:pt x="49759" y="19150"/>
                  </a:lnTo>
                  <a:lnTo>
                    <a:pt x="53124" y="22188"/>
                  </a:lnTo>
                  <a:lnTo>
                    <a:pt x="55106" y="26427"/>
                  </a:lnTo>
                  <a:lnTo>
                    <a:pt x="54246" y="29801"/>
                  </a:lnTo>
                  <a:lnTo>
                    <a:pt x="55816" y="28039"/>
                  </a:lnTo>
                  <a:lnTo>
                    <a:pt x="56826" y="23951"/>
                  </a:lnTo>
                  <a:lnTo>
                    <a:pt x="57909" y="23914"/>
                  </a:lnTo>
                  <a:lnTo>
                    <a:pt x="61274" y="32388"/>
                  </a:lnTo>
                  <a:lnTo>
                    <a:pt x="61536" y="35873"/>
                  </a:lnTo>
                  <a:lnTo>
                    <a:pt x="59181" y="37298"/>
                  </a:lnTo>
                  <a:lnTo>
                    <a:pt x="54508" y="43330"/>
                  </a:lnTo>
                  <a:lnTo>
                    <a:pt x="50956" y="50372"/>
                  </a:lnTo>
                  <a:lnTo>
                    <a:pt x="47517" y="54154"/>
                  </a:lnTo>
                  <a:lnTo>
                    <a:pt x="42208" y="67742"/>
                  </a:lnTo>
                  <a:lnTo>
                    <a:pt x="39778" y="71184"/>
                  </a:lnTo>
                  <a:lnTo>
                    <a:pt x="35553" y="74327"/>
                  </a:lnTo>
                  <a:lnTo>
                    <a:pt x="33348" y="74963"/>
                  </a:lnTo>
                  <a:lnTo>
                    <a:pt x="28787" y="74476"/>
                  </a:lnTo>
                  <a:lnTo>
                    <a:pt x="26619" y="71670"/>
                  </a:lnTo>
                  <a:lnTo>
                    <a:pt x="22992" y="73466"/>
                  </a:lnTo>
                  <a:lnTo>
                    <a:pt x="18282" y="72307"/>
                  </a:lnTo>
                  <a:lnTo>
                    <a:pt x="17609" y="71371"/>
                  </a:lnTo>
                  <a:lnTo>
                    <a:pt x="10094" y="76235"/>
                  </a:lnTo>
                  <a:lnTo>
                    <a:pt x="3777" y="74439"/>
                  </a:lnTo>
                  <a:lnTo>
                    <a:pt x="486" y="722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1" name="oPE_MapPart_PYF_1_251" descr="Französisch-Polynesien">
              <a:extLst>
                <a:ext uri="{FF2B5EF4-FFF2-40B4-BE49-F238E27FC236}">
                  <a16:creationId xmlns:a16="http://schemas.microsoft.com/office/drawing/2014/main" id="{E2CEFD5E-7391-694D-13A1-E057A0DBFFEA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2988253" y="4761105"/>
              <a:ext cx="9983" cy="8005"/>
            </a:xfrm>
            <a:custGeom>
              <a:avLst/>
              <a:gdLst/>
              <a:ahLst/>
              <a:cxnLst/>
              <a:rect l="0" t="0" r="0" b="0"/>
              <a:pathLst>
                <a:path w="9983" h="8005">
                  <a:moveTo>
                    <a:pt x="6468" y="4235"/>
                  </a:moveTo>
                  <a:lnTo>
                    <a:pt x="9459" y="5255"/>
                  </a:lnTo>
                  <a:lnTo>
                    <a:pt x="9982" y="6905"/>
                  </a:lnTo>
                  <a:lnTo>
                    <a:pt x="9347" y="8004"/>
                  </a:lnTo>
                  <a:lnTo>
                    <a:pt x="7851" y="7729"/>
                  </a:lnTo>
                  <a:lnTo>
                    <a:pt x="6057" y="5138"/>
                  </a:lnTo>
                  <a:lnTo>
                    <a:pt x="1122" y="5216"/>
                  </a:lnTo>
                  <a:lnTo>
                    <a:pt x="0" y="2665"/>
                  </a:lnTo>
                  <a:lnTo>
                    <a:pt x="449" y="783"/>
                  </a:lnTo>
                  <a:lnTo>
                    <a:pt x="2580" y="0"/>
                  </a:lnTo>
                  <a:lnTo>
                    <a:pt x="5272" y="587"/>
                  </a:lnTo>
                  <a:lnTo>
                    <a:pt x="6281" y="203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2" name="oPE_MapPart_PYF_2_252" descr="Französisch-Polynesien">
              <a:extLst>
                <a:ext uri="{FF2B5EF4-FFF2-40B4-BE49-F238E27FC236}">
                  <a16:creationId xmlns:a16="http://schemas.microsoft.com/office/drawing/2014/main" id="{C2F8E82D-56B9-7543-01F9-2A3B8F2159CA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3205608" y="4594265"/>
              <a:ext cx="7066" cy="3187"/>
            </a:xfrm>
            <a:custGeom>
              <a:avLst/>
              <a:gdLst/>
              <a:ahLst/>
              <a:cxnLst/>
              <a:rect l="0" t="0" r="0" b="0"/>
              <a:pathLst>
                <a:path w="7066" h="3187">
                  <a:moveTo>
                    <a:pt x="2953" y="0"/>
                  </a:moveTo>
                  <a:lnTo>
                    <a:pt x="7065" y="986"/>
                  </a:lnTo>
                  <a:lnTo>
                    <a:pt x="6056" y="2048"/>
                  </a:lnTo>
                  <a:lnTo>
                    <a:pt x="1944" y="3186"/>
                  </a:lnTo>
                  <a:lnTo>
                    <a:pt x="0" y="15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3" name="oPE_MapPart_PYF_3_253" descr="Französisch-Polynesien">
              <a:extLst>
                <a:ext uri="{FF2B5EF4-FFF2-40B4-BE49-F238E27FC236}">
                  <a16:creationId xmlns:a16="http://schemas.microsoft.com/office/drawing/2014/main" id="{FC115B26-4C23-9A1F-723D-5556DF542FDA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3183327" y="4575401"/>
              <a:ext cx="4038" cy="2764"/>
            </a:xfrm>
            <a:custGeom>
              <a:avLst/>
              <a:gdLst/>
              <a:ahLst/>
              <a:cxnLst/>
              <a:rect l="0" t="0" r="0" b="0"/>
              <a:pathLst>
                <a:path w="4038" h="2764">
                  <a:moveTo>
                    <a:pt x="3476" y="2347"/>
                  </a:moveTo>
                  <a:lnTo>
                    <a:pt x="448" y="2763"/>
                  </a:lnTo>
                  <a:lnTo>
                    <a:pt x="0" y="0"/>
                  </a:lnTo>
                  <a:lnTo>
                    <a:pt x="3775" y="76"/>
                  </a:lnTo>
                  <a:lnTo>
                    <a:pt x="4037" y="15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4" name="oPE_MapPart_PYF_4_254" descr="Französisch-Polynesien">
              <a:extLst>
                <a:ext uri="{FF2B5EF4-FFF2-40B4-BE49-F238E27FC236}">
                  <a16:creationId xmlns:a16="http://schemas.microsoft.com/office/drawing/2014/main" id="{1C102BF6-54EA-B569-D82D-B66D9F414386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2949747" y="4744675"/>
              <a:ext cx="2544" cy="3008"/>
            </a:xfrm>
            <a:custGeom>
              <a:avLst/>
              <a:gdLst/>
              <a:ahLst/>
              <a:cxnLst/>
              <a:rect l="0" t="0" r="0" b="0"/>
              <a:pathLst>
                <a:path w="2544" h="3008">
                  <a:moveTo>
                    <a:pt x="1571" y="3007"/>
                  </a:moveTo>
                  <a:lnTo>
                    <a:pt x="0" y="2695"/>
                  </a:lnTo>
                  <a:lnTo>
                    <a:pt x="411" y="0"/>
                  </a:lnTo>
                  <a:lnTo>
                    <a:pt x="2543" y="26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5" name="oPE_MapPart_PYF_5_255" descr="Französisch-Polynesien">
              <a:extLst>
                <a:ext uri="{FF2B5EF4-FFF2-40B4-BE49-F238E27FC236}">
                  <a16:creationId xmlns:a16="http://schemas.microsoft.com/office/drawing/2014/main" id="{A993523E-9512-4E2E-BFF3-DE8A2A4BC8B2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2982646" y="4760516"/>
              <a:ext cx="2506" cy="1844"/>
            </a:xfrm>
            <a:custGeom>
              <a:avLst/>
              <a:gdLst/>
              <a:ahLst/>
              <a:cxnLst/>
              <a:rect l="0" t="0" r="0" b="0"/>
              <a:pathLst>
                <a:path w="2506" h="1844">
                  <a:moveTo>
                    <a:pt x="1832" y="1647"/>
                  </a:moveTo>
                  <a:lnTo>
                    <a:pt x="336" y="1843"/>
                  </a:lnTo>
                  <a:lnTo>
                    <a:pt x="0" y="0"/>
                  </a:lnTo>
                  <a:lnTo>
                    <a:pt x="2505" y="3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6" name="oPE_MapPart_PYF_6_256" descr="Französisch-Polynesien">
              <a:extLst>
                <a:ext uri="{FF2B5EF4-FFF2-40B4-BE49-F238E27FC236}">
                  <a16:creationId xmlns:a16="http://schemas.microsoft.com/office/drawing/2014/main" id="{93A1A4C1-ADEC-9162-127B-B55174FFAF72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3196187" y="4576952"/>
              <a:ext cx="2281" cy="1591"/>
            </a:xfrm>
            <a:custGeom>
              <a:avLst/>
              <a:gdLst/>
              <a:ahLst/>
              <a:cxnLst/>
              <a:rect l="0" t="0" r="0" b="0"/>
              <a:pathLst>
                <a:path w="2281" h="1591">
                  <a:moveTo>
                    <a:pt x="1346" y="1439"/>
                  </a:moveTo>
                  <a:lnTo>
                    <a:pt x="0" y="1590"/>
                  </a:lnTo>
                  <a:lnTo>
                    <a:pt x="187" y="0"/>
                  </a:lnTo>
                  <a:lnTo>
                    <a:pt x="1794" y="76"/>
                  </a:lnTo>
                  <a:lnTo>
                    <a:pt x="2280" y="90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7" name="oPE_MapPart_PYF_7_257" descr="Französisch-Polynesien">
              <a:extLst>
                <a:ext uri="{FF2B5EF4-FFF2-40B4-BE49-F238E27FC236}">
                  <a16:creationId xmlns:a16="http://schemas.microsoft.com/office/drawing/2014/main" id="{DA567FD3-4860-9A00-BC38-CA30D07F1CC1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3185308" y="4586911"/>
              <a:ext cx="2356" cy="2085"/>
            </a:xfrm>
            <a:custGeom>
              <a:avLst/>
              <a:gdLst/>
              <a:ahLst/>
              <a:cxnLst/>
              <a:rect l="0" t="0" r="0" b="0"/>
              <a:pathLst>
                <a:path w="2356" h="2085">
                  <a:moveTo>
                    <a:pt x="1420" y="1705"/>
                  </a:moveTo>
                  <a:lnTo>
                    <a:pt x="972" y="2084"/>
                  </a:lnTo>
                  <a:lnTo>
                    <a:pt x="0" y="303"/>
                  </a:lnTo>
                  <a:lnTo>
                    <a:pt x="235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8" name="oPE_MapPart_PYF_8_258" descr="Französisch-Polynesien">
              <a:extLst>
                <a:ext uri="{FF2B5EF4-FFF2-40B4-BE49-F238E27FC236}">
                  <a16:creationId xmlns:a16="http://schemas.microsoft.com/office/drawing/2014/main" id="{DD4949D0-51BE-A79A-F4AA-52AEBC55F9CA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3170653" y="4764908"/>
              <a:ext cx="4151" cy="4438"/>
            </a:xfrm>
            <a:custGeom>
              <a:avLst/>
              <a:gdLst/>
              <a:ahLst/>
              <a:cxnLst/>
              <a:rect l="0" t="0" r="0" b="0"/>
              <a:pathLst>
                <a:path w="4151" h="4438">
                  <a:moveTo>
                    <a:pt x="860" y="4044"/>
                  </a:moveTo>
                  <a:lnTo>
                    <a:pt x="187" y="4437"/>
                  </a:lnTo>
                  <a:lnTo>
                    <a:pt x="0" y="3494"/>
                  </a:lnTo>
                  <a:lnTo>
                    <a:pt x="972" y="1766"/>
                  </a:lnTo>
                  <a:lnTo>
                    <a:pt x="4150" y="0"/>
                  </a:lnTo>
                  <a:lnTo>
                    <a:pt x="1533" y="1806"/>
                  </a:lnTo>
                  <a:lnTo>
                    <a:pt x="449" y="38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9" name="oPE_MapPart_PYF_9_259" descr="Französisch-Polynesien">
              <a:extLst>
                <a:ext uri="{FF2B5EF4-FFF2-40B4-BE49-F238E27FC236}">
                  <a16:creationId xmlns:a16="http://schemas.microsoft.com/office/drawing/2014/main" id="{494E513F-7B29-B9D7-2F4F-602DB3F7506C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3168074" y="4773392"/>
              <a:ext cx="3141" cy="3424"/>
            </a:xfrm>
            <a:custGeom>
              <a:avLst/>
              <a:gdLst/>
              <a:ahLst/>
              <a:cxnLst/>
              <a:rect l="0" t="0" r="0" b="0"/>
              <a:pathLst>
                <a:path w="3141" h="3424">
                  <a:moveTo>
                    <a:pt x="2990" y="2833"/>
                  </a:moveTo>
                  <a:lnTo>
                    <a:pt x="3140" y="3423"/>
                  </a:lnTo>
                  <a:lnTo>
                    <a:pt x="2355" y="3030"/>
                  </a:lnTo>
                  <a:lnTo>
                    <a:pt x="0" y="0"/>
                  </a:lnTo>
                  <a:lnTo>
                    <a:pt x="1682" y="13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0" name="oPE_MapPart_PYF_10_260" descr="Französisch-Polynesien">
              <a:extLst>
                <a:ext uri="{FF2B5EF4-FFF2-40B4-BE49-F238E27FC236}">
                  <a16:creationId xmlns:a16="http://schemas.microsoft.com/office/drawing/2014/main" id="{76F40C5E-178B-66A2-9883-55A078DE3A21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>
            <a:xfrm>
              <a:off x="3071696" y="4730373"/>
              <a:ext cx="2655" cy="5411"/>
            </a:xfrm>
            <a:custGeom>
              <a:avLst/>
              <a:gdLst/>
              <a:ahLst/>
              <a:cxnLst/>
              <a:rect l="0" t="0" r="0" b="0"/>
              <a:pathLst>
                <a:path w="2655" h="5411">
                  <a:moveTo>
                    <a:pt x="2654" y="5410"/>
                  </a:moveTo>
                  <a:lnTo>
                    <a:pt x="1570" y="4670"/>
                  </a:lnTo>
                  <a:lnTo>
                    <a:pt x="0" y="0"/>
                  </a:lnTo>
                  <a:lnTo>
                    <a:pt x="2019" y="42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1" name="oPE_MapPart_PYF_11_261" descr="Französisch-Polynesien">
              <a:extLst>
                <a:ext uri="{FF2B5EF4-FFF2-40B4-BE49-F238E27FC236}">
                  <a16:creationId xmlns:a16="http://schemas.microsoft.com/office/drawing/2014/main" id="{5196C2FC-68A2-516B-1EB1-5E9B6D0DD0F9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>
            <a:xfrm>
              <a:off x="3206281" y="4598931"/>
              <a:ext cx="1571" cy="1974"/>
            </a:xfrm>
            <a:custGeom>
              <a:avLst/>
              <a:gdLst/>
              <a:ahLst/>
              <a:cxnLst/>
              <a:rect l="0" t="0" r="0" b="0"/>
              <a:pathLst>
                <a:path w="1571" h="1974">
                  <a:moveTo>
                    <a:pt x="1570" y="304"/>
                  </a:moveTo>
                  <a:lnTo>
                    <a:pt x="0" y="1973"/>
                  </a:lnTo>
                  <a:lnTo>
                    <a:pt x="0" y="228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2" name="oPE_MapPart_PYF_12_262" descr="Französisch-Polynesien">
              <a:extLst>
                <a:ext uri="{FF2B5EF4-FFF2-40B4-BE49-F238E27FC236}">
                  <a16:creationId xmlns:a16="http://schemas.microsoft.com/office/drawing/2014/main" id="{97E3790C-6BCF-4E39-61F9-9C76B320C98E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>
            <a:xfrm>
              <a:off x="3261759" y="4782684"/>
              <a:ext cx="3516" cy="1815"/>
            </a:xfrm>
            <a:custGeom>
              <a:avLst/>
              <a:gdLst/>
              <a:ahLst/>
              <a:cxnLst/>
              <a:rect l="0" t="0" r="0" b="0"/>
              <a:pathLst>
                <a:path w="3516" h="1815">
                  <a:moveTo>
                    <a:pt x="3515" y="1301"/>
                  </a:moveTo>
                  <a:lnTo>
                    <a:pt x="3103" y="1814"/>
                  </a:lnTo>
                  <a:lnTo>
                    <a:pt x="0" y="0"/>
                  </a:lnTo>
                  <a:lnTo>
                    <a:pt x="2805" y="7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3" name="oPE_MapPart_PYF_13_263" descr="Französisch-Polynesien">
              <a:extLst>
                <a:ext uri="{FF2B5EF4-FFF2-40B4-BE49-F238E27FC236}">
                  <a16:creationId xmlns:a16="http://schemas.microsoft.com/office/drawing/2014/main" id="{41366E0D-0ED5-DB6B-9D65-2CAA5905B20E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>
            <a:xfrm>
              <a:off x="3215515" y="4609680"/>
              <a:ext cx="1197" cy="2244"/>
            </a:xfrm>
            <a:custGeom>
              <a:avLst/>
              <a:gdLst/>
              <a:ahLst/>
              <a:cxnLst/>
              <a:rect l="0" t="0" r="0" b="0"/>
              <a:pathLst>
                <a:path w="1197" h="2244">
                  <a:moveTo>
                    <a:pt x="822" y="1901"/>
                  </a:moveTo>
                  <a:lnTo>
                    <a:pt x="37" y="2243"/>
                  </a:lnTo>
                  <a:lnTo>
                    <a:pt x="0" y="0"/>
                  </a:lnTo>
                  <a:lnTo>
                    <a:pt x="1196" y="140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4" name="oPE_MapPart_PYF_14_264" descr="Französisch-Polynesien">
              <a:extLst>
                <a:ext uri="{FF2B5EF4-FFF2-40B4-BE49-F238E27FC236}">
                  <a16:creationId xmlns:a16="http://schemas.microsoft.com/office/drawing/2014/main" id="{83B6E923-773C-32EC-0A90-9C95D27E7406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>
            <a:xfrm>
              <a:off x="2949336" y="4741085"/>
              <a:ext cx="1422" cy="1795"/>
            </a:xfrm>
            <a:custGeom>
              <a:avLst/>
              <a:gdLst/>
              <a:ahLst/>
              <a:cxnLst/>
              <a:rect l="0" t="0" r="0" b="0"/>
              <a:pathLst>
                <a:path w="1422" h="1795">
                  <a:moveTo>
                    <a:pt x="822" y="1794"/>
                  </a:moveTo>
                  <a:lnTo>
                    <a:pt x="37" y="1560"/>
                  </a:lnTo>
                  <a:lnTo>
                    <a:pt x="0" y="0"/>
                  </a:lnTo>
                  <a:lnTo>
                    <a:pt x="1421" y="10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5" name="oPE_MapPart_PYF_15_265" descr="Französisch-Polynesien">
              <a:extLst>
                <a:ext uri="{FF2B5EF4-FFF2-40B4-BE49-F238E27FC236}">
                  <a16:creationId xmlns:a16="http://schemas.microsoft.com/office/drawing/2014/main" id="{C82FA6E6-C823-A1E4-8593-20ACFF3B6379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>
            <a:xfrm>
              <a:off x="3114576" y="4741943"/>
              <a:ext cx="3403" cy="1172"/>
            </a:xfrm>
            <a:custGeom>
              <a:avLst/>
              <a:gdLst/>
              <a:ahLst/>
              <a:cxnLst/>
              <a:rect l="0" t="0" r="0" b="0"/>
              <a:pathLst>
                <a:path w="3403" h="1172">
                  <a:moveTo>
                    <a:pt x="2281" y="117"/>
                  </a:moveTo>
                  <a:lnTo>
                    <a:pt x="3402" y="1171"/>
                  </a:lnTo>
                  <a:lnTo>
                    <a:pt x="0" y="156"/>
                  </a:lnTo>
                  <a:lnTo>
                    <a:pt x="175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6" name="oPE_MapPart_PYF_16_266" descr="Französisch-Polynesien">
              <a:extLst>
                <a:ext uri="{FF2B5EF4-FFF2-40B4-BE49-F238E27FC236}">
                  <a16:creationId xmlns:a16="http://schemas.microsoft.com/office/drawing/2014/main" id="{C56C8C33-4460-4375-BFE8-30D40C625BC3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>
            <a:xfrm>
              <a:off x="3218057" y="4833455"/>
              <a:ext cx="1272" cy="2001"/>
            </a:xfrm>
            <a:custGeom>
              <a:avLst/>
              <a:gdLst/>
              <a:ahLst/>
              <a:cxnLst/>
              <a:rect l="0" t="0" r="0" b="0"/>
              <a:pathLst>
                <a:path w="1272" h="2001">
                  <a:moveTo>
                    <a:pt x="1271" y="1560"/>
                  </a:moveTo>
                  <a:lnTo>
                    <a:pt x="673" y="2000"/>
                  </a:lnTo>
                  <a:lnTo>
                    <a:pt x="0" y="0"/>
                  </a:lnTo>
                  <a:lnTo>
                    <a:pt x="1084" y="6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7" name="oPE_MapPart_ATF_1_267" descr="Französische Süd- und Antarktisgebiete">
              <a:extLst>
                <a:ext uri="{FF2B5EF4-FFF2-40B4-BE49-F238E27FC236}">
                  <a16:creationId xmlns:a16="http://schemas.microsoft.com/office/drawing/2014/main" id="{F5F7B6E6-EAE5-650D-3533-3BB63A659622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>
            <a:xfrm>
              <a:off x="7524280" y="5551975"/>
              <a:ext cx="36712" cy="33175"/>
            </a:xfrm>
            <a:custGeom>
              <a:avLst/>
              <a:gdLst/>
              <a:ahLst/>
              <a:cxnLst/>
              <a:rect l="0" t="0" r="0" b="0"/>
              <a:pathLst>
                <a:path w="36712" h="33175">
                  <a:moveTo>
                    <a:pt x="8635" y="14157"/>
                  </a:moveTo>
                  <a:lnTo>
                    <a:pt x="11327" y="14042"/>
                  </a:lnTo>
                  <a:lnTo>
                    <a:pt x="17122" y="9765"/>
                  </a:lnTo>
                  <a:lnTo>
                    <a:pt x="17010" y="12957"/>
                  </a:lnTo>
                  <a:lnTo>
                    <a:pt x="18168" y="14384"/>
                  </a:lnTo>
                  <a:lnTo>
                    <a:pt x="13869" y="14613"/>
                  </a:lnTo>
                  <a:lnTo>
                    <a:pt x="13196" y="16442"/>
                  </a:lnTo>
                  <a:lnTo>
                    <a:pt x="16075" y="18790"/>
                  </a:lnTo>
                  <a:lnTo>
                    <a:pt x="18655" y="19076"/>
                  </a:lnTo>
                  <a:lnTo>
                    <a:pt x="34020" y="12615"/>
                  </a:lnTo>
                  <a:lnTo>
                    <a:pt x="36600" y="15013"/>
                  </a:lnTo>
                  <a:lnTo>
                    <a:pt x="36711" y="19133"/>
                  </a:lnTo>
                  <a:lnTo>
                    <a:pt x="33646" y="22287"/>
                  </a:lnTo>
                  <a:lnTo>
                    <a:pt x="33570" y="24470"/>
                  </a:lnTo>
                  <a:lnTo>
                    <a:pt x="29010" y="21598"/>
                  </a:lnTo>
                  <a:lnTo>
                    <a:pt x="23814" y="21770"/>
                  </a:lnTo>
                  <a:lnTo>
                    <a:pt x="22692" y="24068"/>
                  </a:lnTo>
                  <a:lnTo>
                    <a:pt x="20599" y="24355"/>
                  </a:lnTo>
                  <a:lnTo>
                    <a:pt x="22580" y="27981"/>
                  </a:lnTo>
                  <a:lnTo>
                    <a:pt x="25272" y="29191"/>
                  </a:lnTo>
                  <a:lnTo>
                    <a:pt x="26879" y="29480"/>
                  </a:lnTo>
                  <a:lnTo>
                    <a:pt x="27103" y="27174"/>
                  </a:lnTo>
                  <a:lnTo>
                    <a:pt x="30730" y="27577"/>
                  </a:lnTo>
                  <a:lnTo>
                    <a:pt x="31963" y="29249"/>
                  </a:lnTo>
                  <a:lnTo>
                    <a:pt x="28150" y="33174"/>
                  </a:lnTo>
                  <a:lnTo>
                    <a:pt x="23889" y="32654"/>
                  </a:lnTo>
                  <a:lnTo>
                    <a:pt x="20300" y="29883"/>
                  </a:lnTo>
                  <a:lnTo>
                    <a:pt x="17533" y="31441"/>
                  </a:lnTo>
                  <a:lnTo>
                    <a:pt x="7963" y="27520"/>
                  </a:lnTo>
                  <a:lnTo>
                    <a:pt x="6580" y="31499"/>
                  </a:lnTo>
                  <a:lnTo>
                    <a:pt x="4636" y="33174"/>
                  </a:lnTo>
                  <a:lnTo>
                    <a:pt x="934" y="33001"/>
                  </a:lnTo>
                  <a:lnTo>
                    <a:pt x="448" y="29767"/>
                  </a:lnTo>
                  <a:lnTo>
                    <a:pt x="2130" y="24815"/>
                  </a:lnTo>
                  <a:lnTo>
                    <a:pt x="635" y="18045"/>
                  </a:lnTo>
                  <a:lnTo>
                    <a:pt x="2392" y="15928"/>
                  </a:lnTo>
                  <a:lnTo>
                    <a:pt x="0" y="12786"/>
                  </a:lnTo>
                  <a:lnTo>
                    <a:pt x="1309" y="5897"/>
                  </a:lnTo>
                  <a:lnTo>
                    <a:pt x="4860" y="0"/>
                  </a:lnTo>
                  <a:lnTo>
                    <a:pt x="6467" y="566"/>
                  </a:lnTo>
                  <a:lnTo>
                    <a:pt x="6280" y="2889"/>
                  </a:lnTo>
                  <a:lnTo>
                    <a:pt x="7364" y="3286"/>
                  </a:lnTo>
                  <a:lnTo>
                    <a:pt x="7626" y="6295"/>
                  </a:lnTo>
                  <a:lnTo>
                    <a:pt x="5495" y="11247"/>
                  </a:lnTo>
                  <a:lnTo>
                    <a:pt x="5869" y="133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8" name="oPE_MapPart_ATF_2_268" descr="Französische Süd- und Antarktisgebiete">
              <a:extLst>
                <a:ext uri="{FF2B5EF4-FFF2-40B4-BE49-F238E27FC236}">
                  <a16:creationId xmlns:a16="http://schemas.microsoft.com/office/drawing/2014/main" id="{2669A856-4B8F-7298-8F28-B5D756598BF8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>
            <a:xfrm>
              <a:off x="7532542" y="5558952"/>
              <a:ext cx="4749" cy="5810"/>
            </a:xfrm>
            <a:custGeom>
              <a:avLst/>
              <a:gdLst/>
              <a:ahLst/>
              <a:cxnLst/>
              <a:rect l="0" t="0" r="0" b="0"/>
              <a:pathLst>
                <a:path w="4749" h="5810">
                  <a:moveTo>
                    <a:pt x="2392" y="5581"/>
                  </a:moveTo>
                  <a:lnTo>
                    <a:pt x="1121" y="5809"/>
                  </a:lnTo>
                  <a:lnTo>
                    <a:pt x="0" y="0"/>
                  </a:lnTo>
                  <a:lnTo>
                    <a:pt x="4187" y="227"/>
                  </a:lnTo>
                  <a:lnTo>
                    <a:pt x="4748" y="2162"/>
                  </a:lnTo>
                  <a:lnTo>
                    <a:pt x="3215" y="47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9" name="oPE_MapPart_ATF_3_269" descr="Französische Süd- und Antarktisgebiete">
              <a:extLst>
                <a:ext uri="{FF2B5EF4-FFF2-40B4-BE49-F238E27FC236}">
                  <a16:creationId xmlns:a16="http://schemas.microsoft.com/office/drawing/2014/main" id="{0F480878-6EB6-7D20-BD73-3478BF5B53AF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>
            <a:xfrm>
              <a:off x="7168938" y="5480196"/>
              <a:ext cx="3628" cy="3414"/>
            </a:xfrm>
            <a:custGeom>
              <a:avLst/>
              <a:gdLst/>
              <a:ahLst/>
              <a:cxnLst/>
              <a:rect l="0" t="0" r="0" b="0"/>
              <a:pathLst>
                <a:path w="3628" h="3414">
                  <a:moveTo>
                    <a:pt x="3627" y="3413"/>
                  </a:moveTo>
                  <a:lnTo>
                    <a:pt x="748" y="3034"/>
                  </a:lnTo>
                  <a:lnTo>
                    <a:pt x="0" y="1407"/>
                  </a:lnTo>
                  <a:lnTo>
                    <a:pt x="1683" y="0"/>
                  </a:lnTo>
                  <a:lnTo>
                    <a:pt x="3216" y="205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0" name="oPE_MapPart_GAB_1_270" descr="Gabun">
              <a:extLst>
                <a:ext uri="{FF2B5EF4-FFF2-40B4-BE49-F238E27FC236}">
                  <a16:creationId xmlns:a16="http://schemas.microsoft.com/office/drawing/2014/main" id="{8298E27C-867E-039F-2F15-FCED9BD4250F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>
            <a:xfrm>
              <a:off x="6276754" y="4344153"/>
              <a:ext cx="120007" cy="129204"/>
            </a:xfrm>
            <a:custGeom>
              <a:avLst/>
              <a:gdLst/>
              <a:ahLst/>
              <a:cxnLst/>
              <a:rect l="0" t="0" r="0" b="0"/>
              <a:pathLst>
                <a:path w="120007" h="129204">
                  <a:moveTo>
                    <a:pt x="95331" y="2881"/>
                  </a:moveTo>
                  <a:lnTo>
                    <a:pt x="92827" y="10624"/>
                  </a:lnTo>
                  <a:lnTo>
                    <a:pt x="92640" y="13541"/>
                  </a:lnTo>
                  <a:lnTo>
                    <a:pt x="94397" y="19412"/>
                  </a:lnTo>
                  <a:lnTo>
                    <a:pt x="93201" y="21208"/>
                  </a:lnTo>
                  <a:lnTo>
                    <a:pt x="93724" y="21843"/>
                  </a:lnTo>
                  <a:lnTo>
                    <a:pt x="106921" y="18328"/>
                  </a:lnTo>
                  <a:lnTo>
                    <a:pt x="113762" y="19338"/>
                  </a:lnTo>
                  <a:lnTo>
                    <a:pt x="114996" y="20310"/>
                  </a:lnTo>
                  <a:lnTo>
                    <a:pt x="119146" y="30144"/>
                  </a:lnTo>
                  <a:lnTo>
                    <a:pt x="115893" y="35603"/>
                  </a:lnTo>
                  <a:lnTo>
                    <a:pt x="111370" y="37098"/>
                  </a:lnTo>
                  <a:lnTo>
                    <a:pt x="107631" y="43827"/>
                  </a:lnTo>
                  <a:lnTo>
                    <a:pt x="107108" y="52014"/>
                  </a:lnTo>
                  <a:lnTo>
                    <a:pt x="112154" y="53847"/>
                  </a:lnTo>
                  <a:lnTo>
                    <a:pt x="114323" y="56650"/>
                  </a:lnTo>
                  <a:lnTo>
                    <a:pt x="118846" y="58557"/>
                  </a:lnTo>
                  <a:lnTo>
                    <a:pt x="120006" y="60651"/>
                  </a:lnTo>
                  <a:lnTo>
                    <a:pt x="118547" y="67979"/>
                  </a:lnTo>
                  <a:lnTo>
                    <a:pt x="119482" y="77140"/>
                  </a:lnTo>
                  <a:lnTo>
                    <a:pt x="118398" y="80880"/>
                  </a:lnTo>
                  <a:lnTo>
                    <a:pt x="118809" y="83348"/>
                  </a:lnTo>
                  <a:lnTo>
                    <a:pt x="117987" y="87051"/>
                  </a:lnTo>
                  <a:lnTo>
                    <a:pt x="115220" y="89370"/>
                  </a:lnTo>
                  <a:lnTo>
                    <a:pt x="113389" y="93859"/>
                  </a:lnTo>
                  <a:lnTo>
                    <a:pt x="114173" y="96703"/>
                  </a:lnTo>
                  <a:lnTo>
                    <a:pt x="111818" y="99023"/>
                  </a:lnTo>
                  <a:lnTo>
                    <a:pt x="107668" y="99023"/>
                  </a:lnTo>
                  <a:lnTo>
                    <a:pt x="107482" y="96216"/>
                  </a:lnTo>
                  <a:lnTo>
                    <a:pt x="104491" y="92213"/>
                  </a:lnTo>
                  <a:lnTo>
                    <a:pt x="98920" y="97563"/>
                  </a:lnTo>
                  <a:lnTo>
                    <a:pt x="96678" y="97751"/>
                  </a:lnTo>
                  <a:lnTo>
                    <a:pt x="89088" y="95843"/>
                  </a:lnTo>
                  <a:lnTo>
                    <a:pt x="84976" y="87911"/>
                  </a:lnTo>
                  <a:lnTo>
                    <a:pt x="80751" y="85742"/>
                  </a:lnTo>
                  <a:lnTo>
                    <a:pt x="77462" y="87874"/>
                  </a:lnTo>
                  <a:lnTo>
                    <a:pt x="78434" y="91652"/>
                  </a:lnTo>
                  <a:lnTo>
                    <a:pt x="77760" y="96179"/>
                  </a:lnTo>
                  <a:lnTo>
                    <a:pt x="69798" y="97901"/>
                  </a:lnTo>
                  <a:lnTo>
                    <a:pt x="67442" y="96516"/>
                  </a:lnTo>
                  <a:lnTo>
                    <a:pt x="62807" y="97526"/>
                  </a:lnTo>
                  <a:lnTo>
                    <a:pt x="59704" y="96853"/>
                  </a:lnTo>
                  <a:lnTo>
                    <a:pt x="60227" y="101717"/>
                  </a:lnTo>
                  <a:lnTo>
                    <a:pt x="58881" y="106733"/>
                  </a:lnTo>
                  <a:lnTo>
                    <a:pt x="60975" y="107106"/>
                  </a:lnTo>
                  <a:lnTo>
                    <a:pt x="63480" y="109764"/>
                  </a:lnTo>
                  <a:lnTo>
                    <a:pt x="62021" y="112759"/>
                  </a:lnTo>
                  <a:lnTo>
                    <a:pt x="67106" y="116766"/>
                  </a:lnTo>
                  <a:lnTo>
                    <a:pt x="65012" y="121185"/>
                  </a:lnTo>
                  <a:lnTo>
                    <a:pt x="65984" y="123994"/>
                  </a:lnTo>
                  <a:lnTo>
                    <a:pt x="65349" y="124632"/>
                  </a:lnTo>
                  <a:lnTo>
                    <a:pt x="61947" y="124332"/>
                  </a:lnTo>
                  <a:lnTo>
                    <a:pt x="58171" y="120961"/>
                  </a:lnTo>
                  <a:lnTo>
                    <a:pt x="52564" y="124481"/>
                  </a:lnTo>
                  <a:lnTo>
                    <a:pt x="50395" y="129203"/>
                  </a:lnTo>
                  <a:lnTo>
                    <a:pt x="46619" y="123920"/>
                  </a:lnTo>
                  <a:lnTo>
                    <a:pt x="40264" y="118413"/>
                  </a:lnTo>
                  <a:lnTo>
                    <a:pt x="39105" y="115905"/>
                  </a:lnTo>
                  <a:lnTo>
                    <a:pt x="34170" y="110401"/>
                  </a:lnTo>
                  <a:lnTo>
                    <a:pt x="21945" y="100108"/>
                  </a:lnTo>
                  <a:lnTo>
                    <a:pt x="21160" y="99060"/>
                  </a:lnTo>
                  <a:lnTo>
                    <a:pt x="26992" y="101568"/>
                  </a:lnTo>
                  <a:lnTo>
                    <a:pt x="28226" y="100782"/>
                  </a:lnTo>
                  <a:lnTo>
                    <a:pt x="19142" y="96965"/>
                  </a:lnTo>
                  <a:lnTo>
                    <a:pt x="17235" y="92737"/>
                  </a:lnTo>
                  <a:lnTo>
                    <a:pt x="12375" y="87313"/>
                  </a:lnTo>
                  <a:lnTo>
                    <a:pt x="16188" y="88548"/>
                  </a:lnTo>
                  <a:lnTo>
                    <a:pt x="16188" y="87163"/>
                  </a:lnTo>
                  <a:lnTo>
                    <a:pt x="11702" y="85705"/>
                  </a:lnTo>
                  <a:lnTo>
                    <a:pt x="11552" y="83647"/>
                  </a:lnTo>
                  <a:lnTo>
                    <a:pt x="6917" y="74971"/>
                  </a:lnTo>
                  <a:lnTo>
                    <a:pt x="12786" y="81702"/>
                  </a:lnTo>
                  <a:lnTo>
                    <a:pt x="17048" y="80992"/>
                  </a:lnTo>
                  <a:lnTo>
                    <a:pt x="15478" y="79122"/>
                  </a:lnTo>
                  <a:lnTo>
                    <a:pt x="12300" y="79272"/>
                  </a:lnTo>
                  <a:lnTo>
                    <a:pt x="13384" y="75307"/>
                  </a:lnTo>
                  <a:lnTo>
                    <a:pt x="10394" y="76504"/>
                  </a:lnTo>
                  <a:lnTo>
                    <a:pt x="7515" y="74747"/>
                  </a:lnTo>
                  <a:lnTo>
                    <a:pt x="0" y="60053"/>
                  </a:lnTo>
                  <a:lnTo>
                    <a:pt x="2468" y="62520"/>
                  </a:lnTo>
                  <a:lnTo>
                    <a:pt x="5048" y="62109"/>
                  </a:lnTo>
                  <a:lnTo>
                    <a:pt x="9010" y="59716"/>
                  </a:lnTo>
                  <a:lnTo>
                    <a:pt x="12338" y="55080"/>
                  </a:lnTo>
                  <a:lnTo>
                    <a:pt x="13197" y="48987"/>
                  </a:lnTo>
                  <a:lnTo>
                    <a:pt x="12450" y="41809"/>
                  </a:lnTo>
                  <a:lnTo>
                    <a:pt x="13534" y="40650"/>
                  </a:lnTo>
                  <a:lnTo>
                    <a:pt x="14693" y="43640"/>
                  </a:lnTo>
                  <a:lnTo>
                    <a:pt x="15889" y="44463"/>
                  </a:lnTo>
                  <a:lnTo>
                    <a:pt x="22730" y="46856"/>
                  </a:lnTo>
                  <a:lnTo>
                    <a:pt x="23030" y="45173"/>
                  </a:lnTo>
                  <a:lnTo>
                    <a:pt x="26955" y="43753"/>
                  </a:lnTo>
                  <a:lnTo>
                    <a:pt x="22282" y="43790"/>
                  </a:lnTo>
                  <a:lnTo>
                    <a:pt x="17534" y="41659"/>
                  </a:lnTo>
                  <a:lnTo>
                    <a:pt x="12899" y="36313"/>
                  </a:lnTo>
                  <a:lnTo>
                    <a:pt x="13011" y="35117"/>
                  </a:lnTo>
                  <a:lnTo>
                    <a:pt x="16450" y="33995"/>
                  </a:lnTo>
                  <a:lnTo>
                    <a:pt x="18992" y="35827"/>
                  </a:lnTo>
                  <a:lnTo>
                    <a:pt x="18431" y="26368"/>
                  </a:lnTo>
                  <a:lnTo>
                    <a:pt x="21983" y="25470"/>
                  </a:lnTo>
                  <a:lnTo>
                    <a:pt x="22880" y="27041"/>
                  </a:lnTo>
                  <a:lnTo>
                    <a:pt x="25011" y="27863"/>
                  </a:lnTo>
                  <a:lnTo>
                    <a:pt x="27515" y="26928"/>
                  </a:lnTo>
                  <a:lnTo>
                    <a:pt x="54657" y="27041"/>
                  </a:lnTo>
                  <a:lnTo>
                    <a:pt x="54956" y="0"/>
                  </a:lnTo>
                  <a:lnTo>
                    <a:pt x="75966" y="75"/>
                  </a:lnTo>
                  <a:lnTo>
                    <a:pt x="86509" y="1122"/>
                  </a:lnTo>
                  <a:lnTo>
                    <a:pt x="93836" y="898"/>
                  </a:lnTo>
                  <a:lnTo>
                    <a:pt x="94845" y="15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1" name="oPE_MapPart_GEO_1_271" descr="Georgien">
              <a:extLst>
                <a:ext uri="{FF2B5EF4-FFF2-40B4-BE49-F238E27FC236}">
                  <a16:creationId xmlns:a16="http://schemas.microsoft.com/office/drawing/2014/main" id="{AFD8A71D-08E3-0779-E3CF-0A71E27D1DC6}"/>
                </a:ext>
              </a:extLst>
            </p:cNvPr>
            <p:cNvSpPr/>
            <p:nvPr>
              <p:custDataLst>
                <p:tags r:id="rId271"/>
              </p:custDataLst>
            </p:nvPr>
          </p:nvSpPr>
          <p:spPr>
            <a:xfrm>
              <a:off x="6926312" y="3384637"/>
              <a:ext cx="139034" cy="69996"/>
            </a:xfrm>
            <a:custGeom>
              <a:avLst/>
              <a:gdLst/>
              <a:ahLst/>
              <a:cxnLst/>
              <a:rect l="0" t="0" r="0" b="0"/>
              <a:pathLst>
                <a:path w="139034" h="69996">
                  <a:moveTo>
                    <a:pt x="71891" y="69202"/>
                  </a:moveTo>
                  <a:lnTo>
                    <a:pt x="71106" y="67265"/>
                  </a:lnTo>
                  <a:lnTo>
                    <a:pt x="67032" y="66669"/>
                  </a:lnTo>
                  <a:lnTo>
                    <a:pt x="65686" y="64830"/>
                  </a:lnTo>
                  <a:lnTo>
                    <a:pt x="66321" y="64183"/>
                  </a:lnTo>
                  <a:lnTo>
                    <a:pt x="59068" y="58552"/>
                  </a:lnTo>
                  <a:lnTo>
                    <a:pt x="57648" y="56155"/>
                  </a:lnTo>
                  <a:lnTo>
                    <a:pt x="54246" y="56355"/>
                  </a:lnTo>
                  <a:lnTo>
                    <a:pt x="51666" y="59999"/>
                  </a:lnTo>
                  <a:lnTo>
                    <a:pt x="40450" y="58452"/>
                  </a:lnTo>
                  <a:lnTo>
                    <a:pt x="38320" y="60198"/>
                  </a:lnTo>
                  <a:lnTo>
                    <a:pt x="31815" y="57854"/>
                  </a:lnTo>
                  <a:lnTo>
                    <a:pt x="35815" y="52604"/>
                  </a:lnTo>
                  <a:lnTo>
                    <a:pt x="36974" y="49496"/>
                  </a:lnTo>
                  <a:lnTo>
                    <a:pt x="37086" y="45227"/>
                  </a:lnTo>
                  <a:lnTo>
                    <a:pt x="34993" y="40293"/>
                  </a:lnTo>
                  <a:lnTo>
                    <a:pt x="31366" y="25863"/>
                  </a:lnTo>
                  <a:lnTo>
                    <a:pt x="29946" y="23676"/>
                  </a:lnTo>
                  <a:lnTo>
                    <a:pt x="23889" y="21129"/>
                  </a:lnTo>
                  <a:lnTo>
                    <a:pt x="22506" y="18221"/>
                  </a:lnTo>
                  <a:lnTo>
                    <a:pt x="17833" y="14438"/>
                  </a:lnTo>
                  <a:lnTo>
                    <a:pt x="10057" y="12084"/>
                  </a:lnTo>
                  <a:lnTo>
                    <a:pt x="0" y="4277"/>
                  </a:lnTo>
                  <a:lnTo>
                    <a:pt x="2206" y="465"/>
                  </a:lnTo>
                  <a:lnTo>
                    <a:pt x="3589" y="0"/>
                  </a:lnTo>
                  <a:lnTo>
                    <a:pt x="11254" y="1650"/>
                  </a:lnTo>
                  <a:lnTo>
                    <a:pt x="13908" y="1032"/>
                  </a:lnTo>
                  <a:lnTo>
                    <a:pt x="22955" y="5564"/>
                  </a:lnTo>
                  <a:lnTo>
                    <a:pt x="28674" y="6747"/>
                  </a:lnTo>
                  <a:lnTo>
                    <a:pt x="33272" y="9981"/>
                  </a:lnTo>
                  <a:lnTo>
                    <a:pt x="43030" y="10802"/>
                  </a:lnTo>
                  <a:lnTo>
                    <a:pt x="50694" y="9879"/>
                  </a:lnTo>
                  <a:lnTo>
                    <a:pt x="53760" y="11827"/>
                  </a:lnTo>
                  <a:lnTo>
                    <a:pt x="57797" y="11417"/>
                  </a:lnTo>
                  <a:lnTo>
                    <a:pt x="62582" y="13620"/>
                  </a:lnTo>
                  <a:lnTo>
                    <a:pt x="64601" y="16536"/>
                  </a:lnTo>
                  <a:lnTo>
                    <a:pt x="79032" y="23422"/>
                  </a:lnTo>
                  <a:lnTo>
                    <a:pt x="78097" y="27083"/>
                  </a:lnTo>
                  <a:lnTo>
                    <a:pt x="79929" y="28353"/>
                  </a:lnTo>
                  <a:lnTo>
                    <a:pt x="82658" y="28505"/>
                  </a:lnTo>
                  <a:lnTo>
                    <a:pt x="94022" y="23370"/>
                  </a:lnTo>
                  <a:lnTo>
                    <a:pt x="96901" y="23727"/>
                  </a:lnTo>
                  <a:lnTo>
                    <a:pt x="99555" y="27083"/>
                  </a:lnTo>
                  <a:lnTo>
                    <a:pt x="101612" y="23116"/>
                  </a:lnTo>
                  <a:lnTo>
                    <a:pt x="107631" y="25456"/>
                  </a:lnTo>
                  <a:lnTo>
                    <a:pt x="111444" y="29520"/>
                  </a:lnTo>
                  <a:lnTo>
                    <a:pt x="118959" y="30433"/>
                  </a:lnTo>
                  <a:lnTo>
                    <a:pt x="117576" y="38678"/>
                  </a:lnTo>
                  <a:lnTo>
                    <a:pt x="124118" y="43416"/>
                  </a:lnTo>
                  <a:lnTo>
                    <a:pt x="129501" y="44674"/>
                  </a:lnTo>
                  <a:lnTo>
                    <a:pt x="133987" y="47438"/>
                  </a:lnTo>
                  <a:lnTo>
                    <a:pt x="131370" y="51201"/>
                  </a:lnTo>
                  <a:lnTo>
                    <a:pt x="129277" y="51752"/>
                  </a:lnTo>
                  <a:lnTo>
                    <a:pt x="128865" y="53955"/>
                  </a:lnTo>
                  <a:lnTo>
                    <a:pt x="131408" y="58103"/>
                  </a:lnTo>
                  <a:lnTo>
                    <a:pt x="139033" y="64233"/>
                  </a:lnTo>
                  <a:lnTo>
                    <a:pt x="138099" y="67762"/>
                  </a:lnTo>
                  <a:lnTo>
                    <a:pt x="136155" y="69698"/>
                  </a:lnTo>
                  <a:lnTo>
                    <a:pt x="134024" y="69995"/>
                  </a:lnTo>
                  <a:lnTo>
                    <a:pt x="128603" y="66669"/>
                  </a:lnTo>
                  <a:lnTo>
                    <a:pt x="125725" y="67514"/>
                  </a:lnTo>
                  <a:lnTo>
                    <a:pt x="120752" y="65974"/>
                  </a:lnTo>
                  <a:lnTo>
                    <a:pt x="118771" y="64183"/>
                  </a:lnTo>
                  <a:lnTo>
                    <a:pt x="119183" y="62839"/>
                  </a:lnTo>
                  <a:lnTo>
                    <a:pt x="110136" y="59700"/>
                  </a:lnTo>
                  <a:lnTo>
                    <a:pt x="103817" y="64482"/>
                  </a:lnTo>
                  <a:lnTo>
                    <a:pt x="100378" y="64979"/>
                  </a:lnTo>
                  <a:lnTo>
                    <a:pt x="101014" y="66321"/>
                  </a:lnTo>
                  <a:lnTo>
                    <a:pt x="88266" y="66272"/>
                  </a:lnTo>
                  <a:lnTo>
                    <a:pt x="72976" y="689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2" name="oPE_MapPart_DEU_1_272" descr="Deutschland">
              <a:extLst>
                <a:ext uri="{FF2B5EF4-FFF2-40B4-BE49-F238E27FC236}">
                  <a16:creationId xmlns:a16="http://schemas.microsoft.com/office/drawing/2014/main" id="{91C92174-ACFE-2622-CB20-29B5B79DB74E}"/>
                </a:ext>
              </a:extLst>
            </p:cNvPr>
            <p:cNvSpPr/>
            <p:nvPr>
              <p:custDataLst>
                <p:tags r:id="rId272"/>
              </p:custDataLst>
            </p:nvPr>
          </p:nvSpPr>
          <p:spPr>
            <a:xfrm>
              <a:off x="6217650" y="3021903"/>
              <a:ext cx="190251" cy="252897"/>
            </a:xfrm>
            <a:custGeom>
              <a:avLst/>
              <a:gdLst/>
              <a:ahLst/>
              <a:cxnLst/>
              <a:rect l="0" t="0" r="0" b="0"/>
              <a:pathLst>
                <a:path w="190251" h="252897">
                  <a:moveTo>
                    <a:pt x="76152" y="245384"/>
                  </a:moveTo>
                  <a:lnTo>
                    <a:pt x="69086" y="240838"/>
                  </a:lnTo>
                  <a:lnTo>
                    <a:pt x="62806" y="241282"/>
                  </a:lnTo>
                  <a:lnTo>
                    <a:pt x="56413" y="237615"/>
                  </a:lnTo>
                  <a:lnTo>
                    <a:pt x="52899" y="240338"/>
                  </a:lnTo>
                  <a:lnTo>
                    <a:pt x="56264" y="241448"/>
                  </a:lnTo>
                  <a:lnTo>
                    <a:pt x="53945" y="243168"/>
                  </a:lnTo>
                  <a:lnTo>
                    <a:pt x="42992" y="244165"/>
                  </a:lnTo>
                  <a:lnTo>
                    <a:pt x="35478" y="242835"/>
                  </a:lnTo>
                  <a:lnTo>
                    <a:pt x="34917" y="237670"/>
                  </a:lnTo>
                  <a:lnTo>
                    <a:pt x="36524" y="225778"/>
                  </a:lnTo>
                  <a:lnTo>
                    <a:pt x="38393" y="221962"/>
                  </a:lnTo>
                  <a:lnTo>
                    <a:pt x="41123" y="210801"/>
                  </a:lnTo>
                  <a:lnTo>
                    <a:pt x="47403" y="202918"/>
                  </a:lnTo>
                  <a:lnTo>
                    <a:pt x="47291" y="200129"/>
                  </a:lnTo>
                  <a:lnTo>
                    <a:pt x="36412" y="197336"/>
                  </a:lnTo>
                  <a:lnTo>
                    <a:pt x="33085" y="194481"/>
                  </a:lnTo>
                  <a:lnTo>
                    <a:pt x="24487" y="195738"/>
                  </a:lnTo>
                  <a:lnTo>
                    <a:pt x="23776" y="193623"/>
                  </a:lnTo>
                  <a:lnTo>
                    <a:pt x="21458" y="192708"/>
                  </a:lnTo>
                  <a:lnTo>
                    <a:pt x="18243" y="194252"/>
                  </a:lnTo>
                  <a:lnTo>
                    <a:pt x="14056" y="186803"/>
                  </a:lnTo>
                  <a:lnTo>
                    <a:pt x="10131" y="184906"/>
                  </a:lnTo>
                  <a:lnTo>
                    <a:pt x="10841" y="180241"/>
                  </a:lnTo>
                  <a:lnTo>
                    <a:pt x="13047" y="176776"/>
                  </a:lnTo>
                  <a:lnTo>
                    <a:pt x="13084" y="173825"/>
                  </a:lnTo>
                  <a:lnTo>
                    <a:pt x="8299" y="171449"/>
                  </a:lnTo>
                  <a:lnTo>
                    <a:pt x="5233" y="166219"/>
                  </a:lnTo>
                  <a:lnTo>
                    <a:pt x="6617" y="159804"/>
                  </a:lnTo>
                  <a:lnTo>
                    <a:pt x="10542" y="157113"/>
                  </a:lnTo>
                  <a:lnTo>
                    <a:pt x="10056" y="152657"/>
                  </a:lnTo>
                  <a:lnTo>
                    <a:pt x="6691" y="150366"/>
                  </a:lnTo>
                  <a:lnTo>
                    <a:pt x="7850" y="147953"/>
                  </a:lnTo>
                  <a:lnTo>
                    <a:pt x="2841" y="142880"/>
                  </a:lnTo>
                  <a:lnTo>
                    <a:pt x="3962" y="137849"/>
                  </a:lnTo>
                  <a:lnTo>
                    <a:pt x="0" y="133694"/>
                  </a:lnTo>
                  <a:lnTo>
                    <a:pt x="5682" y="129825"/>
                  </a:lnTo>
                  <a:lnTo>
                    <a:pt x="4523" y="127260"/>
                  </a:lnTo>
                  <a:lnTo>
                    <a:pt x="7103" y="119780"/>
                  </a:lnTo>
                  <a:lnTo>
                    <a:pt x="1906" y="107977"/>
                  </a:lnTo>
                  <a:lnTo>
                    <a:pt x="6430" y="105314"/>
                  </a:lnTo>
                  <a:lnTo>
                    <a:pt x="10355" y="107251"/>
                  </a:lnTo>
                  <a:lnTo>
                    <a:pt x="18355" y="104345"/>
                  </a:lnTo>
                  <a:lnTo>
                    <a:pt x="19626" y="101980"/>
                  </a:lnTo>
                  <a:lnTo>
                    <a:pt x="17832" y="100097"/>
                  </a:lnTo>
                  <a:lnTo>
                    <a:pt x="18019" y="98638"/>
                  </a:lnTo>
                  <a:lnTo>
                    <a:pt x="23253" y="94374"/>
                  </a:lnTo>
                  <a:lnTo>
                    <a:pt x="24150" y="92298"/>
                  </a:lnTo>
                  <a:lnTo>
                    <a:pt x="24449" y="88445"/>
                  </a:lnTo>
                  <a:lnTo>
                    <a:pt x="23776" y="87097"/>
                  </a:lnTo>
                  <a:lnTo>
                    <a:pt x="18505" y="85564"/>
                  </a:lnTo>
                  <a:lnTo>
                    <a:pt x="17346" y="83353"/>
                  </a:lnTo>
                  <a:lnTo>
                    <a:pt x="18505" y="79784"/>
                  </a:lnTo>
                  <a:lnTo>
                    <a:pt x="24000" y="79784"/>
                  </a:lnTo>
                  <a:lnTo>
                    <a:pt x="27477" y="68345"/>
                  </a:lnTo>
                  <a:lnTo>
                    <a:pt x="27814" y="57443"/>
                  </a:lnTo>
                  <a:lnTo>
                    <a:pt x="24860" y="54188"/>
                  </a:lnTo>
                  <a:lnTo>
                    <a:pt x="25944" y="47845"/>
                  </a:lnTo>
                  <a:lnTo>
                    <a:pt x="28038" y="44442"/>
                  </a:lnTo>
                  <a:lnTo>
                    <a:pt x="44712" y="43180"/>
                  </a:lnTo>
                  <a:lnTo>
                    <a:pt x="47964" y="48348"/>
                  </a:lnTo>
                  <a:lnTo>
                    <a:pt x="46768" y="50988"/>
                  </a:lnTo>
                  <a:lnTo>
                    <a:pt x="49609" y="51742"/>
                  </a:lnTo>
                  <a:lnTo>
                    <a:pt x="51441" y="46144"/>
                  </a:lnTo>
                  <a:lnTo>
                    <a:pt x="54731" y="49354"/>
                  </a:lnTo>
                  <a:lnTo>
                    <a:pt x="54805" y="53561"/>
                  </a:lnTo>
                  <a:lnTo>
                    <a:pt x="55703" y="47845"/>
                  </a:lnTo>
                  <a:lnTo>
                    <a:pt x="55478" y="40020"/>
                  </a:lnTo>
                  <a:lnTo>
                    <a:pt x="57348" y="36663"/>
                  </a:lnTo>
                  <a:lnTo>
                    <a:pt x="63142" y="38058"/>
                  </a:lnTo>
                  <a:lnTo>
                    <a:pt x="69535" y="37360"/>
                  </a:lnTo>
                  <a:lnTo>
                    <a:pt x="71965" y="38881"/>
                  </a:lnTo>
                  <a:lnTo>
                    <a:pt x="77423" y="46334"/>
                  </a:lnTo>
                  <a:lnTo>
                    <a:pt x="81573" y="47908"/>
                  </a:lnTo>
                  <a:lnTo>
                    <a:pt x="78395" y="46334"/>
                  </a:lnTo>
                  <a:lnTo>
                    <a:pt x="71741" y="37234"/>
                  </a:lnTo>
                  <a:lnTo>
                    <a:pt x="64825" y="34886"/>
                  </a:lnTo>
                  <a:lnTo>
                    <a:pt x="63255" y="32281"/>
                  </a:lnTo>
                  <a:lnTo>
                    <a:pt x="63329" y="23030"/>
                  </a:lnTo>
                  <a:lnTo>
                    <a:pt x="60712" y="21172"/>
                  </a:lnTo>
                  <a:lnTo>
                    <a:pt x="57908" y="21813"/>
                  </a:lnTo>
                  <a:lnTo>
                    <a:pt x="57946" y="18157"/>
                  </a:lnTo>
                  <a:lnTo>
                    <a:pt x="64263" y="15650"/>
                  </a:lnTo>
                  <a:lnTo>
                    <a:pt x="64376" y="13140"/>
                  </a:lnTo>
                  <a:lnTo>
                    <a:pt x="58693" y="4025"/>
                  </a:lnTo>
                  <a:lnTo>
                    <a:pt x="58432" y="0"/>
                  </a:lnTo>
                  <a:lnTo>
                    <a:pt x="63255" y="260"/>
                  </a:lnTo>
                  <a:lnTo>
                    <a:pt x="70582" y="3442"/>
                  </a:lnTo>
                  <a:lnTo>
                    <a:pt x="78058" y="1754"/>
                  </a:lnTo>
                  <a:lnTo>
                    <a:pt x="83816" y="4414"/>
                  </a:lnTo>
                  <a:lnTo>
                    <a:pt x="86508" y="8299"/>
                  </a:lnTo>
                  <a:lnTo>
                    <a:pt x="86657" y="11592"/>
                  </a:lnTo>
                  <a:lnTo>
                    <a:pt x="83330" y="15522"/>
                  </a:lnTo>
                  <a:lnTo>
                    <a:pt x="89012" y="14943"/>
                  </a:lnTo>
                  <a:lnTo>
                    <a:pt x="90470" y="17772"/>
                  </a:lnTo>
                  <a:lnTo>
                    <a:pt x="93536" y="16680"/>
                  </a:lnTo>
                  <a:lnTo>
                    <a:pt x="101237" y="21044"/>
                  </a:lnTo>
                  <a:lnTo>
                    <a:pt x="107107" y="18799"/>
                  </a:lnTo>
                  <a:lnTo>
                    <a:pt x="108153" y="22325"/>
                  </a:lnTo>
                  <a:lnTo>
                    <a:pt x="106994" y="25843"/>
                  </a:lnTo>
                  <a:lnTo>
                    <a:pt x="102882" y="29607"/>
                  </a:lnTo>
                  <a:lnTo>
                    <a:pt x="105088" y="32472"/>
                  </a:lnTo>
                  <a:lnTo>
                    <a:pt x="108975" y="31963"/>
                  </a:lnTo>
                  <a:lnTo>
                    <a:pt x="115107" y="34251"/>
                  </a:lnTo>
                  <a:lnTo>
                    <a:pt x="123331" y="27120"/>
                  </a:lnTo>
                  <a:lnTo>
                    <a:pt x="129911" y="26290"/>
                  </a:lnTo>
                  <a:lnTo>
                    <a:pt x="139519" y="15650"/>
                  </a:lnTo>
                  <a:lnTo>
                    <a:pt x="148940" y="17708"/>
                  </a:lnTo>
                  <a:lnTo>
                    <a:pt x="151407" y="22261"/>
                  </a:lnTo>
                  <a:lnTo>
                    <a:pt x="157650" y="27311"/>
                  </a:lnTo>
                  <a:lnTo>
                    <a:pt x="163408" y="26865"/>
                  </a:lnTo>
                  <a:lnTo>
                    <a:pt x="165426" y="31581"/>
                  </a:lnTo>
                  <a:lnTo>
                    <a:pt x="166324" y="37424"/>
                  </a:lnTo>
                  <a:lnTo>
                    <a:pt x="169651" y="40463"/>
                  </a:lnTo>
                  <a:lnTo>
                    <a:pt x="174511" y="41791"/>
                  </a:lnTo>
                  <a:lnTo>
                    <a:pt x="177651" y="60316"/>
                  </a:lnTo>
                  <a:lnTo>
                    <a:pt x="176791" y="63558"/>
                  </a:lnTo>
                  <a:lnTo>
                    <a:pt x="172006" y="69524"/>
                  </a:lnTo>
                  <a:lnTo>
                    <a:pt x="171782" y="71384"/>
                  </a:lnTo>
                  <a:lnTo>
                    <a:pt x="179782" y="79353"/>
                  </a:lnTo>
                  <a:lnTo>
                    <a:pt x="181988" y="83353"/>
                  </a:lnTo>
                  <a:lnTo>
                    <a:pt x="180642" y="89118"/>
                  </a:lnTo>
                  <a:lnTo>
                    <a:pt x="183222" y="92848"/>
                  </a:lnTo>
                  <a:lnTo>
                    <a:pt x="183745" y="97603"/>
                  </a:lnTo>
                  <a:lnTo>
                    <a:pt x="184754" y="98577"/>
                  </a:lnTo>
                  <a:lnTo>
                    <a:pt x="181614" y="106949"/>
                  </a:lnTo>
                  <a:lnTo>
                    <a:pt x="184194" y="112685"/>
                  </a:lnTo>
                  <a:lnTo>
                    <a:pt x="184156" y="117319"/>
                  </a:lnTo>
                  <a:lnTo>
                    <a:pt x="187932" y="119300"/>
                  </a:lnTo>
                  <a:lnTo>
                    <a:pt x="190250" y="126305"/>
                  </a:lnTo>
                  <a:lnTo>
                    <a:pt x="188156" y="134407"/>
                  </a:lnTo>
                  <a:lnTo>
                    <a:pt x="185053" y="140692"/>
                  </a:lnTo>
                  <a:lnTo>
                    <a:pt x="181876" y="139449"/>
                  </a:lnTo>
                  <a:lnTo>
                    <a:pt x="182063" y="137493"/>
                  </a:lnTo>
                  <a:lnTo>
                    <a:pt x="180455" y="134882"/>
                  </a:lnTo>
                  <a:lnTo>
                    <a:pt x="175745" y="133456"/>
                  </a:lnTo>
                  <a:lnTo>
                    <a:pt x="174436" y="134644"/>
                  </a:lnTo>
                  <a:lnTo>
                    <a:pt x="176791" y="138027"/>
                  </a:lnTo>
                  <a:lnTo>
                    <a:pt x="159931" y="144415"/>
                  </a:lnTo>
                  <a:lnTo>
                    <a:pt x="157426" y="147776"/>
                  </a:lnTo>
                  <a:lnTo>
                    <a:pt x="156118" y="147128"/>
                  </a:lnTo>
                  <a:lnTo>
                    <a:pt x="153276" y="148601"/>
                  </a:lnTo>
                  <a:lnTo>
                    <a:pt x="152118" y="150777"/>
                  </a:lnTo>
                  <a:lnTo>
                    <a:pt x="148678" y="151424"/>
                  </a:lnTo>
                  <a:lnTo>
                    <a:pt x="147146" y="154124"/>
                  </a:lnTo>
                  <a:lnTo>
                    <a:pt x="143482" y="153362"/>
                  </a:lnTo>
                  <a:lnTo>
                    <a:pt x="138996" y="154594"/>
                  </a:lnTo>
                  <a:lnTo>
                    <a:pt x="133351" y="161440"/>
                  </a:lnTo>
                  <a:lnTo>
                    <a:pt x="131219" y="157991"/>
                  </a:lnTo>
                  <a:lnTo>
                    <a:pt x="129463" y="157581"/>
                  </a:lnTo>
                  <a:lnTo>
                    <a:pt x="131892" y="164181"/>
                  </a:lnTo>
                  <a:lnTo>
                    <a:pt x="138210" y="170694"/>
                  </a:lnTo>
                  <a:lnTo>
                    <a:pt x="135706" y="175735"/>
                  </a:lnTo>
                  <a:lnTo>
                    <a:pt x="141725" y="186113"/>
                  </a:lnTo>
                  <a:lnTo>
                    <a:pt x="144491" y="188869"/>
                  </a:lnTo>
                  <a:lnTo>
                    <a:pt x="146622" y="188812"/>
                  </a:lnTo>
                  <a:lnTo>
                    <a:pt x="155408" y="197393"/>
                  </a:lnTo>
                  <a:lnTo>
                    <a:pt x="156679" y="200015"/>
                  </a:lnTo>
                  <a:lnTo>
                    <a:pt x="159707" y="200585"/>
                  </a:lnTo>
                  <a:lnTo>
                    <a:pt x="165277" y="206665"/>
                  </a:lnTo>
                  <a:lnTo>
                    <a:pt x="164679" y="212327"/>
                  </a:lnTo>
                  <a:lnTo>
                    <a:pt x="163370" y="213740"/>
                  </a:lnTo>
                  <a:lnTo>
                    <a:pt x="162361" y="214361"/>
                  </a:lnTo>
                  <a:lnTo>
                    <a:pt x="158473" y="212497"/>
                  </a:lnTo>
                  <a:lnTo>
                    <a:pt x="156118" y="219432"/>
                  </a:lnTo>
                  <a:lnTo>
                    <a:pt x="146211" y="224320"/>
                  </a:lnTo>
                  <a:lnTo>
                    <a:pt x="143369" y="227346"/>
                  </a:lnTo>
                  <a:lnTo>
                    <a:pt x="147370" y="234051"/>
                  </a:lnTo>
                  <a:lnTo>
                    <a:pt x="147407" y="236613"/>
                  </a:lnTo>
                  <a:lnTo>
                    <a:pt x="146211" y="239283"/>
                  </a:lnTo>
                  <a:lnTo>
                    <a:pt x="149052" y="240005"/>
                  </a:lnTo>
                  <a:lnTo>
                    <a:pt x="149463" y="241337"/>
                  </a:lnTo>
                  <a:lnTo>
                    <a:pt x="148641" y="246767"/>
                  </a:lnTo>
                  <a:lnTo>
                    <a:pt x="144379" y="244830"/>
                  </a:lnTo>
                  <a:lnTo>
                    <a:pt x="143594" y="241837"/>
                  </a:lnTo>
                  <a:lnTo>
                    <a:pt x="141837" y="240893"/>
                  </a:lnTo>
                  <a:lnTo>
                    <a:pt x="137612" y="241892"/>
                  </a:lnTo>
                  <a:lnTo>
                    <a:pt x="131930" y="239394"/>
                  </a:lnTo>
                  <a:lnTo>
                    <a:pt x="131444" y="242447"/>
                  </a:lnTo>
                  <a:lnTo>
                    <a:pt x="121686" y="243556"/>
                  </a:lnTo>
                  <a:lnTo>
                    <a:pt x="113013" y="248426"/>
                  </a:lnTo>
                  <a:lnTo>
                    <a:pt x="107667" y="249365"/>
                  </a:lnTo>
                  <a:lnTo>
                    <a:pt x="106396" y="249255"/>
                  </a:lnTo>
                  <a:lnTo>
                    <a:pt x="104190" y="245494"/>
                  </a:lnTo>
                  <a:lnTo>
                    <a:pt x="95181" y="244498"/>
                  </a:lnTo>
                  <a:lnTo>
                    <a:pt x="93723" y="250248"/>
                  </a:lnTo>
                  <a:lnTo>
                    <a:pt x="89835" y="252896"/>
                  </a:lnTo>
                  <a:lnTo>
                    <a:pt x="90208" y="250303"/>
                  </a:lnTo>
                  <a:lnTo>
                    <a:pt x="87405" y="249365"/>
                  </a:lnTo>
                  <a:lnTo>
                    <a:pt x="87293" y="247652"/>
                  </a:lnTo>
                  <a:lnTo>
                    <a:pt x="85461" y="245937"/>
                  </a:lnTo>
                  <a:lnTo>
                    <a:pt x="80825" y="243778"/>
                  </a:lnTo>
                  <a:lnTo>
                    <a:pt x="78769" y="245329"/>
                  </a:lnTo>
                  <a:lnTo>
                    <a:pt x="76675" y="24505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3" name="oPE_MapPart_DEU_2_273" descr="Deutschland">
              <a:extLst>
                <a:ext uri="{FF2B5EF4-FFF2-40B4-BE49-F238E27FC236}">
                  <a16:creationId xmlns:a16="http://schemas.microsoft.com/office/drawing/2014/main" id="{96B01B1F-C9E8-B1DB-B1A4-524631B9D59F}"/>
                </a:ext>
              </a:extLst>
            </p:cNvPr>
            <p:cNvSpPr/>
            <p:nvPr>
              <p:custDataLst>
                <p:tags r:id="rId273"/>
              </p:custDataLst>
            </p:nvPr>
          </p:nvSpPr>
          <p:spPr>
            <a:xfrm>
              <a:off x="6369356" y="3029232"/>
              <a:ext cx="11366" cy="16214"/>
            </a:xfrm>
            <a:custGeom>
              <a:avLst/>
              <a:gdLst/>
              <a:ahLst/>
              <a:cxnLst/>
              <a:rect l="0" t="0" r="0" b="0"/>
              <a:pathLst>
                <a:path w="11366" h="16214">
                  <a:moveTo>
                    <a:pt x="11365" y="11342"/>
                  </a:moveTo>
                  <a:lnTo>
                    <a:pt x="11328" y="14996"/>
                  </a:lnTo>
                  <a:lnTo>
                    <a:pt x="9010" y="12946"/>
                  </a:lnTo>
                  <a:lnTo>
                    <a:pt x="6655" y="13010"/>
                  </a:lnTo>
                  <a:lnTo>
                    <a:pt x="5272" y="16085"/>
                  </a:lnTo>
                  <a:lnTo>
                    <a:pt x="4225" y="16213"/>
                  </a:lnTo>
                  <a:lnTo>
                    <a:pt x="0" y="11984"/>
                  </a:lnTo>
                  <a:lnTo>
                    <a:pt x="299" y="5617"/>
                  </a:lnTo>
                  <a:lnTo>
                    <a:pt x="1645" y="2198"/>
                  </a:lnTo>
                  <a:lnTo>
                    <a:pt x="5421" y="0"/>
                  </a:lnTo>
                  <a:lnTo>
                    <a:pt x="6842" y="3037"/>
                  </a:lnTo>
                  <a:lnTo>
                    <a:pt x="9870" y="4392"/>
                  </a:lnTo>
                  <a:lnTo>
                    <a:pt x="10580" y="5939"/>
                  </a:lnTo>
                  <a:lnTo>
                    <a:pt x="8711" y="8450"/>
                  </a:lnTo>
                  <a:lnTo>
                    <a:pt x="9160" y="98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4" name="oPE_MapPart_DEU_3_274" descr="Deutschland">
              <a:extLst>
                <a:ext uri="{FF2B5EF4-FFF2-40B4-BE49-F238E27FC236}">
                  <a16:creationId xmlns:a16="http://schemas.microsoft.com/office/drawing/2014/main" id="{9013FD61-FAB5-F74B-6F1E-0A0C05F06378}"/>
                </a:ext>
              </a:extLst>
            </p:cNvPr>
            <p:cNvSpPr/>
            <p:nvPr>
              <p:custDataLst>
                <p:tags r:id="rId274"/>
              </p:custDataLst>
            </p:nvPr>
          </p:nvSpPr>
          <p:spPr>
            <a:xfrm>
              <a:off x="6383189" y="3049661"/>
              <a:ext cx="8001" cy="9096"/>
            </a:xfrm>
            <a:custGeom>
              <a:avLst/>
              <a:gdLst/>
              <a:ahLst/>
              <a:cxnLst/>
              <a:rect l="0" t="0" r="0" b="0"/>
              <a:pathLst>
                <a:path w="8001" h="9096">
                  <a:moveTo>
                    <a:pt x="7963" y="6303"/>
                  </a:moveTo>
                  <a:lnTo>
                    <a:pt x="8000" y="9095"/>
                  </a:lnTo>
                  <a:lnTo>
                    <a:pt x="2056" y="8778"/>
                  </a:lnTo>
                  <a:lnTo>
                    <a:pt x="1944" y="4650"/>
                  </a:lnTo>
                  <a:lnTo>
                    <a:pt x="0" y="2423"/>
                  </a:lnTo>
                  <a:lnTo>
                    <a:pt x="0" y="0"/>
                  </a:lnTo>
                  <a:lnTo>
                    <a:pt x="4374" y="331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5" name="oPE_MapPart_DEU_4_275" descr="Deutschland">
              <a:extLst>
                <a:ext uri="{FF2B5EF4-FFF2-40B4-BE49-F238E27FC236}">
                  <a16:creationId xmlns:a16="http://schemas.microsoft.com/office/drawing/2014/main" id="{BCDE094B-055E-5E19-EDFB-A578691E3435}"/>
                </a:ext>
              </a:extLst>
            </p:cNvPr>
            <p:cNvSpPr/>
            <p:nvPr>
              <p:custDataLst>
                <p:tags r:id="rId275"/>
              </p:custDataLst>
            </p:nvPr>
          </p:nvSpPr>
          <p:spPr>
            <a:xfrm>
              <a:off x="6324719" y="3035236"/>
              <a:ext cx="5609" cy="4183"/>
            </a:xfrm>
            <a:custGeom>
              <a:avLst/>
              <a:gdLst/>
              <a:ahLst/>
              <a:cxnLst/>
              <a:rect l="0" t="0" r="0" b="0"/>
              <a:pathLst>
                <a:path w="5609" h="4183">
                  <a:moveTo>
                    <a:pt x="5608" y="4118"/>
                  </a:moveTo>
                  <a:lnTo>
                    <a:pt x="2430" y="4182"/>
                  </a:lnTo>
                  <a:lnTo>
                    <a:pt x="0" y="2382"/>
                  </a:lnTo>
                  <a:lnTo>
                    <a:pt x="1495" y="0"/>
                  </a:lnTo>
                  <a:lnTo>
                    <a:pt x="4599" y="1159"/>
                  </a:lnTo>
                  <a:lnTo>
                    <a:pt x="5571" y="33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6" name="oPE_MapPart_DEU_5_276" descr="Deutschland">
              <a:extLst>
                <a:ext uri="{FF2B5EF4-FFF2-40B4-BE49-F238E27FC236}">
                  <a16:creationId xmlns:a16="http://schemas.microsoft.com/office/drawing/2014/main" id="{6CA0B438-123B-2B08-3E08-D07C9E790EAD}"/>
                </a:ext>
              </a:extLst>
            </p:cNvPr>
            <p:cNvSpPr/>
            <p:nvPr>
              <p:custDataLst>
                <p:tags r:id="rId276"/>
              </p:custDataLst>
            </p:nvPr>
          </p:nvSpPr>
          <p:spPr>
            <a:xfrm>
              <a:off x="6268306" y="3016300"/>
              <a:ext cx="6917" cy="9824"/>
            </a:xfrm>
            <a:custGeom>
              <a:avLst/>
              <a:gdLst/>
              <a:ahLst/>
              <a:cxnLst/>
              <a:rect l="0" t="0" r="0" b="0"/>
              <a:pathLst>
                <a:path w="6917" h="9824">
                  <a:moveTo>
                    <a:pt x="224" y="9823"/>
                  </a:moveTo>
                  <a:lnTo>
                    <a:pt x="0" y="5408"/>
                  </a:lnTo>
                  <a:lnTo>
                    <a:pt x="2280" y="0"/>
                  </a:lnTo>
                  <a:lnTo>
                    <a:pt x="3215" y="130"/>
                  </a:lnTo>
                  <a:lnTo>
                    <a:pt x="1719" y="5733"/>
                  </a:lnTo>
                  <a:lnTo>
                    <a:pt x="6916" y="6058"/>
                  </a:lnTo>
                  <a:lnTo>
                    <a:pt x="1047" y="76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7" name="oPE_MapPart_DEU_6_277" descr="Deutschland">
              <a:extLst>
                <a:ext uri="{FF2B5EF4-FFF2-40B4-BE49-F238E27FC236}">
                  <a16:creationId xmlns:a16="http://schemas.microsoft.com/office/drawing/2014/main" id="{09B42D23-FF66-413B-79AE-78322C93333D}"/>
                </a:ext>
              </a:extLst>
            </p:cNvPr>
            <p:cNvSpPr/>
            <p:nvPr>
              <p:custDataLst>
                <p:tags r:id="rId277"/>
              </p:custDataLst>
            </p:nvPr>
          </p:nvSpPr>
          <p:spPr>
            <a:xfrm>
              <a:off x="6270474" y="3027160"/>
              <a:ext cx="3889" cy="1620"/>
            </a:xfrm>
            <a:custGeom>
              <a:avLst/>
              <a:gdLst/>
              <a:ahLst/>
              <a:cxnLst/>
              <a:rect l="0" t="0" r="0" b="0"/>
              <a:pathLst>
                <a:path w="3889" h="1620">
                  <a:moveTo>
                    <a:pt x="3888" y="1619"/>
                  </a:moveTo>
                  <a:lnTo>
                    <a:pt x="0" y="1554"/>
                  </a:lnTo>
                  <a:lnTo>
                    <a:pt x="1421" y="0"/>
                  </a:lnTo>
                  <a:lnTo>
                    <a:pt x="3589" y="32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8" name="oPE_MapPart_GHA_1_278" descr="Ghana">
              <a:extLst>
                <a:ext uri="{FF2B5EF4-FFF2-40B4-BE49-F238E27FC236}">
                  <a16:creationId xmlns:a16="http://schemas.microsoft.com/office/drawing/2014/main" id="{DB21A8AD-EE01-5ADC-17FA-538ED400A082}"/>
                </a:ext>
              </a:extLst>
            </p:cNvPr>
            <p:cNvSpPr/>
            <p:nvPr>
              <p:custDataLst>
                <p:tags r:id="rId278"/>
              </p:custDataLst>
            </p:nvPr>
          </p:nvSpPr>
          <p:spPr>
            <a:xfrm>
              <a:off x="6028782" y="4158526"/>
              <a:ext cx="91893" cy="134384"/>
            </a:xfrm>
            <a:custGeom>
              <a:avLst/>
              <a:gdLst/>
              <a:ahLst/>
              <a:cxnLst/>
              <a:rect l="0" t="0" r="0" b="0"/>
              <a:pathLst>
                <a:path w="91893" h="134384">
                  <a:moveTo>
                    <a:pt x="65798" y="1105"/>
                  </a:moveTo>
                  <a:lnTo>
                    <a:pt x="67405" y="3086"/>
                  </a:lnTo>
                  <a:lnTo>
                    <a:pt x="65424" y="10471"/>
                  </a:lnTo>
                  <a:lnTo>
                    <a:pt x="71704" y="16403"/>
                  </a:lnTo>
                  <a:lnTo>
                    <a:pt x="75143" y="18493"/>
                  </a:lnTo>
                  <a:lnTo>
                    <a:pt x="73947" y="31248"/>
                  </a:lnTo>
                  <a:lnTo>
                    <a:pt x="72713" y="32158"/>
                  </a:lnTo>
                  <a:lnTo>
                    <a:pt x="74321" y="32992"/>
                  </a:lnTo>
                  <a:lnTo>
                    <a:pt x="72938" y="33712"/>
                  </a:lnTo>
                  <a:lnTo>
                    <a:pt x="72078" y="35949"/>
                  </a:lnTo>
                  <a:lnTo>
                    <a:pt x="72601" y="36745"/>
                  </a:lnTo>
                  <a:lnTo>
                    <a:pt x="75630" y="35380"/>
                  </a:lnTo>
                  <a:lnTo>
                    <a:pt x="78134" y="37351"/>
                  </a:lnTo>
                  <a:lnTo>
                    <a:pt x="76900" y="43298"/>
                  </a:lnTo>
                  <a:lnTo>
                    <a:pt x="77387" y="48861"/>
                  </a:lnTo>
                  <a:lnTo>
                    <a:pt x="74956" y="50791"/>
                  </a:lnTo>
                  <a:lnTo>
                    <a:pt x="75069" y="51547"/>
                  </a:lnTo>
                  <a:lnTo>
                    <a:pt x="81462" y="59259"/>
                  </a:lnTo>
                  <a:lnTo>
                    <a:pt x="79330" y="63679"/>
                  </a:lnTo>
                  <a:lnTo>
                    <a:pt x="79779" y="72436"/>
                  </a:lnTo>
                  <a:lnTo>
                    <a:pt x="77611" y="76209"/>
                  </a:lnTo>
                  <a:lnTo>
                    <a:pt x="77798" y="78546"/>
                  </a:lnTo>
                  <a:lnTo>
                    <a:pt x="80415" y="80280"/>
                  </a:lnTo>
                  <a:lnTo>
                    <a:pt x="78134" y="90791"/>
                  </a:lnTo>
                  <a:lnTo>
                    <a:pt x="81798" y="96438"/>
                  </a:lnTo>
                  <a:lnTo>
                    <a:pt x="82508" y="99109"/>
                  </a:lnTo>
                  <a:lnTo>
                    <a:pt x="87668" y="101893"/>
                  </a:lnTo>
                  <a:lnTo>
                    <a:pt x="89014" y="104337"/>
                  </a:lnTo>
                  <a:lnTo>
                    <a:pt x="91817" y="105541"/>
                  </a:lnTo>
                  <a:lnTo>
                    <a:pt x="91892" y="106706"/>
                  </a:lnTo>
                  <a:lnTo>
                    <a:pt x="89014" y="108699"/>
                  </a:lnTo>
                  <a:lnTo>
                    <a:pt x="86957" y="112532"/>
                  </a:lnTo>
                  <a:lnTo>
                    <a:pt x="82770" y="113585"/>
                  </a:lnTo>
                  <a:lnTo>
                    <a:pt x="72601" y="113622"/>
                  </a:lnTo>
                  <a:lnTo>
                    <a:pt x="59965" y="118994"/>
                  </a:lnTo>
                  <a:lnTo>
                    <a:pt x="50657" y="124702"/>
                  </a:lnTo>
                  <a:lnTo>
                    <a:pt x="36039" y="128643"/>
                  </a:lnTo>
                  <a:lnTo>
                    <a:pt x="25646" y="134383"/>
                  </a:lnTo>
                  <a:lnTo>
                    <a:pt x="23814" y="134346"/>
                  </a:lnTo>
                  <a:lnTo>
                    <a:pt x="17384" y="130894"/>
                  </a:lnTo>
                  <a:lnTo>
                    <a:pt x="2542" y="127591"/>
                  </a:lnTo>
                  <a:lnTo>
                    <a:pt x="3103" y="126766"/>
                  </a:lnTo>
                  <a:lnTo>
                    <a:pt x="8748" y="126240"/>
                  </a:lnTo>
                  <a:lnTo>
                    <a:pt x="9982" y="120421"/>
                  </a:lnTo>
                  <a:lnTo>
                    <a:pt x="9197" y="116928"/>
                  </a:lnTo>
                  <a:lnTo>
                    <a:pt x="5683" y="116026"/>
                  </a:lnTo>
                  <a:lnTo>
                    <a:pt x="4935" y="114599"/>
                  </a:lnTo>
                  <a:lnTo>
                    <a:pt x="262" y="99372"/>
                  </a:lnTo>
                  <a:lnTo>
                    <a:pt x="0" y="91694"/>
                  </a:lnTo>
                  <a:lnTo>
                    <a:pt x="5197" y="83370"/>
                  </a:lnTo>
                  <a:lnTo>
                    <a:pt x="5758" y="78169"/>
                  </a:lnTo>
                  <a:lnTo>
                    <a:pt x="9272" y="68134"/>
                  </a:lnTo>
                  <a:lnTo>
                    <a:pt x="12936" y="65756"/>
                  </a:lnTo>
                  <a:lnTo>
                    <a:pt x="12973" y="63641"/>
                  </a:lnTo>
                  <a:lnTo>
                    <a:pt x="15179" y="62357"/>
                  </a:lnTo>
                  <a:lnTo>
                    <a:pt x="13197" y="49921"/>
                  </a:lnTo>
                  <a:lnTo>
                    <a:pt x="11365" y="45190"/>
                  </a:lnTo>
                  <a:lnTo>
                    <a:pt x="10169" y="44774"/>
                  </a:lnTo>
                  <a:lnTo>
                    <a:pt x="11664" y="39776"/>
                  </a:lnTo>
                  <a:lnTo>
                    <a:pt x="9459" y="30034"/>
                  </a:lnTo>
                  <a:lnTo>
                    <a:pt x="10094" y="28934"/>
                  </a:lnTo>
                  <a:lnTo>
                    <a:pt x="9758" y="19633"/>
                  </a:lnTo>
                  <a:lnTo>
                    <a:pt x="8636" y="17847"/>
                  </a:lnTo>
                  <a:lnTo>
                    <a:pt x="9234" y="15529"/>
                  </a:lnTo>
                  <a:lnTo>
                    <a:pt x="6692" y="12144"/>
                  </a:lnTo>
                  <a:lnTo>
                    <a:pt x="8262" y="4001"/>
                  </a:lnTo>
                  <a:lnTo>
                    <a:pt x="35292" y="3048"/>
                  </a:lnTo>
                  <a:lnTo>
                    <a:pt x="52638" y="3772"/>
                  </a:lnTo>
                  <a:lnTo>
                    <a:pt x="53760" y="5104"/>
                  </a:lnTo>
                  <a:lnTo>
                    <a:pt x="57012" y="3391"/>
                  </a:lnTo>
                  <a:lnTo>
                    <a:pt x="58283" y="1563"/>
                  </a:lnTo>
                  <a:lnTo>
                    <a:pt x="60040" y="1677"/>
                  </a:lnTo>
                  <a:lnTo>
                    <a:pt x="6101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9" name="oPE_MapPart_GRC_1_279" descr="Griechenland">
              <a:extLst>
                <a:ext uri="{FF2B5EF4-FFF2-40B4-BE49-F238E27FC236}">
                  <a16:creationId xmlns:a16="http://schemas.microsoft.com/office/drawing/2014/main" id="{C51315F2-6789-A1E5-E796-ACE9AD46BADC}"/>
                </a:ext>
              </a:extLst>
            </p:cNvPr>
            <p:cNvSpPr/>
            <p:nvPr>
              <p:custDataLst>
                <p:tags r:id="rId279"/>
              </p:custDataLst>
            </p:nvPr>
          </p:nvSpPr>
          <p:spPr>
            <a:xfrm>
              <a:off x="6511418" y="3436189"/>
              <a:ext cx="137576" cy="141882"/>
            </a:xfrm>
            <a:custGeom>
              <a:avLst/>
              <a:gdLst/>
              <a:ahLst/>
              <a:cxnLst/>
              <a:rect l="0" t="0" r="0" b="0"/>
              <a:pathLst>
                <a:path w="137576" h="141882">
                  <a:moveTo>
                    <a:pt x="131257" y="751"/>
                  </a:moveTo>
                  <a:lnTo>
                    <a:pt x="136641" y="3953"/>
                  </a:lnTo>
                  <a:lnTo>
                    <a:pt x="137575" y="9494"/>
                  </a:lnTo>
                  <a:lnTo>
                    <a:pt x="137089" y="10790"/>
                  </a:lnTo>
                  <a:lnTo>
                    <a:pt x="131445" y="14024"/>
                  </a:lnTo>
                  <a:lnTo>
                    <a:pt x="131930" y="20674"/>
                  </a:lnTo>
                  <a:lnTo>
                    <a:pt x="126847" y="27447"/>
                  </a:lnTo>
                  <a:lnTo>
                    <a:pt x="125388" y="28088"/>
                  </a:lnTo>
                  <a:lnTo>
                    <a:pt x="121575" y="24879"/>
                  </a:lnTo>
                  <a:lnTo>
                    <a:pt x="109014" y="22456"/>
                  </a:lnTo>
                  <a:lnTo>
                    <a:pt x="105986" y="20723"/>
                  </a:lnTo>
                  <a:lnTo>
                    <a:pt x="99518" y="24483"/>
                  </a:lnTo>
                  <a:lnTo>
                    <a:pt x="92939" y="22010"/>
                  </a:lnTo>
                  <a:lnTo>
                    <a:pt x="84751" y="28187"/>
                  </a:lnTo>
                  <a:lnTo>
                    <a:pt x="78133" y="27496"/>
                  </a:lnTo>
                  <a:lnTo>
                    <a:pt x="77722" y="29469"/>
                  </a:lnTo>
                  <a:lnTo>
                    <a:pt x="80527" y="33064"/>
                  </a:lnTo>
                  <a:lnTo>
                    <a:pt x="79555" y="34785"/>
                  </a:lnTo>
                  <a:lnTo>
                    <a:pt x="80265" y="36504"/>
                  </a:lnTo>
                  <a:lnTo>
                    <a:pt x="83666" y="36750"/>
                  </a:lnTo>
                  <a:lnTo>
                    <a:pt x="87480" y="39007"/>
                  </a:lnTo>
                  <a:lnTo>
                    <a:pt x="90171" y="43905"/>
                  </a:lnTo>
                  <a:lnTo>
                    <a:pt x="86358" y="40282"/>
                  </a:lnTo>
                  <a:lnTo>
                    <a:pt x="81237" y="38125"/>
                  </a:lnTo>
                  <a:lnTo>
                    <a:pt x="77386" y="38958"/>
                  </a:lnTo>
                  <a:lnTo>
                    <a:pt x="77237" y="40134"/>
                  </a:lnTo>
                  <a:lnTo>
                    <a:pt x="82358" y="44785"/>
                  </a:lnTo>
                  <a:lnTo>
                    <a:pt x="83069" y="47227"/>
                  </a:lnTo>
                  <a:lnTo>
                    <a:pt x="81947" y="48837"/>
                  </a:lnTo>
                  <a:lnTo>
                    <a:pt x="79629" y="47276"/>
                  </a:lnTo>
                  <a:lnTo>
                    <a:pt x="76078" y="41800"/>
                  </a:lnTo>
                  <a:lnTo>
                    <a:pt x="71143" y="40723"/>
                  </a:lnTo>
                  <a:lnTo>
                    <a:pt x="70283" y="41849"/>
                  </a:lnTo>
                  <a:lnTo>
                    <a:pt x="71255" y="44785"/>
                  </a:lnTo>
                  <a:lnTo>
                    <a:pt x="76265" y="49033"/>
                  </a:lnTo>
                  <a:lnTo>
                    <a:pt x="75293" y="49959"/>
                  </a:lnTo>
                  <a:lnTo>
                    <a:pt x="70507" y="48155"/>
                  </a:lnTo>
                  <a:lnTo>
                    <a:pt x="69087" y="45469"/>
                  </a:lnTo>
                  <a:lnTo>
                    <a:pt x="68751" y="42045"/>
                  </a:lnTo>
                  <a:lnTo>
                    <a:pt x="60114" y="37045"/>
                  </a:lnTo>
                  <a:lnTo>
                    <a:pt x="59179" y="34539"/>
                  </a:lnTo>
                  <a:lnTo>
                    <a:pt x="60675" y="31833"/>
                  </a:lnTo>
                  <a:lnTo>
                    <a:pt x="54581" y="34391"/>
                  </a:lnTo>
                  <a:lnTo>
                    <a:pt x="54843" y="37928"/>
                  </a:lnTo>
                  <a:lnTo>
                    <a:pt x="53348" y="44638"/>
                  </a:lnTo>
                  <a:lnTo>
                    <a:pt x="53797" y="46885"/>
                  </a:lnTo>
                  <a:lnTo>
                    <a:pt x="58881" y="53320"/>
                  </a:lnTo>
                  <a:lnTo>
                    <a:pt x="61834" y="59683"/>
                  </a:lnTo>
                  <a:lnTo>
                    <a:pt x="67106" y="65203"/>
                  </a:lnTo>
                  <a:lnTo>
                    <a:pt x="69087" y="70129"/>
                  </a:lnTo>
                  <a:lnTo>
                    <a:pt x="65498" y="72105"/>
                  </a:lnTo>
                  <a:lnTo>
                    <a:pt x="64750" y="71286"/>
                  </a:lnTo>
                  <a:lnTo>
                    <a:pt x="65647" y="67909"/>
                  </a:lnTo>
                  <a:lnTo>
                    <a:pt x="62133" y="65928"/>
                  </a:lnTo>
                  <a:lnTo>
                    <a:pt x="60638" y="66605"/>
                  </a:lnTo>
                  <a:lnTo>
                    <a:pt x="58918" y="67909"/>
                  </a:lnTo>
                  <a:lnTo>
                    <a:pt x="59890" y="70273"/>
                  </a:lnTo>
                  <a:lnTo>
                    <a:pt x="61572" y="73983"/>
                  </a:lnTo>
                  <a:lnTo>
                    <a:pt x="63666" y="73790"/>
                  </a:lnTo>
                  <a:lnTo>
                    <a:pt x="58170" y="77445"/>
                  </a:lnTo>
                  <a:lnTo>
                    <a:pt x="53311" y="78357"/>
                  </a:lnTo>
                  <a:lnTo>
                    <a:pt x="67517" y="83871"/>
                  </a:lnTo>
                  <a:lnTo>
                    <a:pt x="69946" y="87458"/>
                  </a:lnTo>
                  <a:lnTo>
                    <a:pt x="74096" y="88414"/>
                  </a:lnTo>
                  <a:lnTo>
                    <a:pt x="76488" y="92040"/>
                  </a:lnTo>
                  <a:lnTo>
                    <a:pt x="82358" y="94089"/>
                  </a:lnTo>
                  <a:lnTo>
                    <a:pt x="83555" y="97657"/>
                  </a:lnTo>
                  <a:lnTo>
                    <a:pt x="84339" y="107282"/>
                  </a:lnTo>
                  <a:lnTo>
                    <a:pt x="84190" y="108985"/>
                  </a:lnTo>
                  <a:lnTo>
                    <a:pt x="82471" y="109835"/>
                  </a:lnTo>
                  <a:lnTo>
                    <a:pt x="73423" y="100507"/>
                  </a:lnTo>
                  <a:lnTo>
                    <a:pt x="63255" y="103921"/>
                  </a:lnTo>
                  <a:lnTo>
                    <a:pt x="65348" y="106762"/>
                  </a:lnTo>
                  <a:lnTo>
                    <a:pt x="66395" y="111346"/>
                  </a:lnTo>
                  <a:lnTo>
                    <a:pt x="70507" y="112384"/>
                  </a:lnTo>
                  <a:lnTo>
                    <a:pt x="72451" y="115448"/>
                  </a:lnTo>
                  <a:lnTo>
                    <a:pt x="65647" y="118836"/>
                  </a:lnTo>
                  <a:lnTo>
                    <a:pt x="64339" y="118036"/>
                  </a:lnTo>
                  <a:lnTo>
                    <a:pt x="64264" y="116060"/>
                  </a:lnTo>
                  <a:lnTo>
                    <a:pt x="61049" y="114034"/>
                  </a:lnTo>
                  <a:lnTo>
                    <a:pt x="57610" y="112242"/>
                  </a:lnTo>
                  <a:lnTo>
                    <a:pt x="56562" y="113374"/>
                  </a:lnTo>
                  <a:lnTo>
                    <a:pt x="57386" y="117284"/>
                  </a:lnTo>
                  <a:lnTo>
                    <a:pt x="63517" y="131350"/>
                  </a:lnTo>
                  <a:lnTo>
                    <a:pt x="63143" y="136762"/>
                  </a:lnTo>
                  <a:lnTo>
                    <a:pt x="65610" y="141834"/>
                  </a:lnTo>
                  <a:lnTo>
                    <a:pt x="61909" y="139742"/>
                  </a:lnTo>
                  <a:lnTo>
                    <a:pt x="57684" y="133078"/>
                  </a:lnTo>
                  <a:lnTo>
                    <a:pt x="56414" y="132891"/>
                  </a:lnTo>
                  <a:lnTo>
                    <a:pt x="54133" y="133264"/>
                  </a:lnTo>
                  <a:lnTo>
                    <a:pt x="51665" y="138718"/>
                  </a:lnTo>
                  <a:lnTo>
                    <a:pt x="51665" y="141881"/>
                  </a:lnTo>
                  <a:lnTo>
                    <a:pt x="49273" y="140160"/>
                  </a:lnTo>
                  <a:lnTo>
                    <a:pt x="49310" y="135271"/>
                  </a:lnTo>
                  <a:lnTo>
                    <a:pt x="43180" y="126766"/>
                  </a:lnTo>
                  <a:lnTo>
                    <a:pt x="40599" y="127796"/>
                  </a:lnTo>
                  <a:lnTo>
                    <a:pt x="39253" y="134337"/>
                  </a:lnTo>
                  <a:lnTo>
                    <a:pt x="36076" y="131069"/>
                  </a:lnTo>
                  <a:lnTo>
                    <a:pt x="32862" y="125408"/>
                  </a:lnTo>
                  <a:lnTo>
                    <a:pt x="32748" y="122312"/>
                  </a:lnTo>
                  <a:lnTo>
                    <a:pt x="35104" y="119494"/>
                  </a:lnTo>
                  <a:lnTo>
                    <a:pt x="34843" y="117425"/>
                  </a:lnTo>
                  <a:lnTo>
                    <a:pt x="32600" y="113421"/>
                  </a:lnTo>
                  <a:lnTo>
                    <a:pt x="27590" y="110071"/>
                  </a:lnTo>
                  <a:lnTo>
                    <a:pt x="26730" y="107282"/>
                  </a:lnTo>
                  <a:lnTo>
                    <a:pt x="23328" y="104206"/>
                  </a:lnTo>
                  <a:lnTo>
                    <a:pt x="27141" y="100649"/>
                  </a:lnTo>
                  <a:lnTo>
                    <a:pt x="29122" y="96183"/>
                  </a:lnTo>
                  <a:lnTo>
                    <a:pt x="34393" y="96754"/>
                  </a:lnTo>
                  <a:lnTo>
                    <a:pt x="37871" y="92708"/>
                  </a:lnTo>
                  <a:lnTo>
                    <a:pt x="40525" y="92851"/>
                  </a:lnTo>
                  <a:lnTo>
                    <a:pt x="46581" y="96373"/>
                  </a:lnTo>
                  <a:lnTo>
                    <a:pt x="53048" y="98370"/>
                  </a:lnTo>
                  <a:lnTo>
                    <a:pt x="59068" y="102215"/>
                  </a:lnTo>
                  <a:lnTo>
                    <a:pt x="60638" y="102452"/>
                  </a:lnTo>
                  <a:lnTo>
                    <a:pt x="60040" y="100032"/>
                  </a:lnTo>
                  <a:lnTo>
                    <a:pt x="64826" y="99415"/>
                  </a:lnTo>
                  <a:lnTo>
                    <a:pt x="66096" y="97847"/>
                  </a:lnTo>
                  <a:lnTo>
                    <a:pt x="64226" y="96183"/>
                  </a:lnTo>
                  <a:lnTo>
                    <a:pt x="58843" y="95137"/>
                  </a:lnTo>
                  <a:lnTo>
                    <a:pt x="50245" y="89751"/>
                  </a:lnTo>
                  <a:lnTo>
                    <a:pt x="48151" y="91945"/>
                  </a:lnTo>
                  <a:lnTo>
                    <a:pt x="40787" y="90466"/>
                  </a:lnTo>
                  <a:lnTo>
                    <a:pt x="30543" y="92851"/>
                  </a:lnTo>
                  <a:lnTo>
                    <a:pt x="27627" y="88462"/>
                  </a:lnTo>
                  <a:lnTo>
                    <a:pt x="27029" y="91468"/>
                  </a:lnTo>
                  <a:lnTo>
                    <a:pt x="24524" y="92231"/>
                  </a:lnTo>
                  <a:lnTo>
                    <a:pt x="23104" y="91182"/>
                  </a:lnTo>
                  <a:lnTo>
                    <a:pt x="20562" y="84062"/>
                  </a:lnTo>
                  <a:lnTo>
                    <a:pt x="18094" y="80804"/>
                  </a:lnTo>
                  <a:lnTo>
                    <a:pt x="16112" y="79941"/>
                  </a:lnTo>
                  <a:lnTo>
                    <a:pt x="15926" y="78165"/>
                  </a:lnTo>
                  <a:lnTo>
                    <a:pt x="16112" y="76724"/>
                  </a:lnTo>
                  <a:lnTo>
                    <a:pt x="18506" y="76387"/>
                  </a:lnTo>
                  <a:lnTo>
                    <a:pt x="23067" y="77589"/>
                  </a:lnTo>
                  <a:lnTo>
                    <a:pt x="23889" y="76916"/>
                  </a:lnTo>
                  <a:lnTo>
                    <a:pt x="23178" y="74031"/>
                  </a:lnTo>
                  <a:lnTo>
                    <a:pt x="14767" y="73887"/>
                  </a:lnTo>
                  <a:lnTo>
                    <a:pt x="9683" y="68006"/>
                  </a:lnTo>
                  <a:lnTo>
                    <a:pt x="6206" y="66073"/>
                  </a:lnTo>
                  <a:lnTo>
                    <a:pt x="3925" y="60168"/>
                  </a:lnTo>
                  <a:lnTo>
                    <a:pt x="0" y="55751"/>
                  </a:lnTo>
                  <a:lnTo>
                    <a:pt x="2691" y="57063"/>
                  </a:lnTo>
                  <a:lnTo>
                    <a:pt x="5122" y="56577"/>
                  </a:lnTo>
                  <a:lnTo>
                    <a:pt x="6317" y="53417"/>
                  </a:lnTo>
                  <a:lnTo>
                    <a:pt x="7925" y="53222"/>
                  </a:lnTo>
                  <a:lnTo>
                    <a:pt x="6431" y="48447"/>
                  </a:lnTo>
                  <a:lnTo>
                    <a:pt x="8449" y="46543"/>
                  </a:lnTo>
                  <a:lnTo>
                    <a:pt x="13609" y="44736"/>
                  </a:lnTo>
                  <a:lnTo>
                    <a:pt x="16711" y="35768"/>
                  </a:lnTo>
                  <a:lnTo>
                    <a:pt x="19701" y="34441"/>
                  </a:lnTo>
                  <a:lnTo>
                    <a:pt x="21384" y="30947"/>
                  </a:lnTo>
                  <a:lnTo>
                    <a:pt x="19814" y="26756"/>
                  </a:lnTo>
                  <a:lnTo>
                    <a:pt x="20000" y="24731"/>
                  </a:lnTo>
                  <a:lnTo>
                    <a:pt x="27477" y="24236"/>
                  </a:lnTo>
                  <a:lnTo>
                    <a:pt x="29122" y="23148"/>
                  </a:lnTo>
                  <a:lnTo>
                    <a:pt x="32711" y="24187"/>
                  </a:lnTo>
                  <a:lnTo>
                    <a:pt x="36936" y="21961"/>
                  </a:lnTo>
                  <a:lnTo>
                    <a:pt x="41385" y="16955"/>
                  </a:lnTo>
                  <a:lnTo>
                    <a:pt x="45348" y="16210"/>
                  </a:lnTo>
                  <a:lnTo>
                    <a:pt x="51740" y="17302"/>
                  </a:lnTo>
                  <a:lnTo>
                    <a:pt x="56562" y="15664"/>
                  </a:lnTo>
                  <a:lnTo>
                    <a:pt x="57797" y="11437"/>
                  </a:lnTo>
                  <a:lnTo>
                    <a:pt x="65498" y="11686"/>
                  </a:lnTo>
                  <a:lnTo>
                    <a:pt x="67255" y="9943"/>
                  </a:lnTo>
                  <a:lnTo>
                    <a:pt x="75479" y="9893"/>
                  </a:lnTo>
                  <a:lnTo>
                    <a:pt x="83293" y="7898"/>
                  </a:lnTo>
                  <a:lnTo>
                    <a:pt x="84190" y="6002"/>
                  </a:lnTo>
                  <a:lnTo>
                    <a:pt x="93797" y="5303"/>
                  </a:lnTo>
                  <a:lnTo>
                    <a:pt x="95405" y="8348"/>
                  </a:lnTo>
                  <a:lnTo>
                    <a:pt x="99106" y="10739"/>
                  </a:lnTo>
                  <a:lnTo>
                    <a:pt x="100639" y="9694"/>
                  </a:lnTo>
                  <a:lnTo>
                    <a:pt x="103667" y="10491"/>
                  </a:lnTo>
                  <a:lnTo>
                    <a:pt x="109014" y="13875"/>
                  </a:lnTo>
                  <a:lnTo>
                    <a:pt x="120117" y="11487"/>
                  </a:lnTo>
                  <a:lnTo>
                    <a:pt x="122996" y="11984"/>
                  </a:lnTo>
                  <a:lnTo>
                    <a:pt x="127406" y="9943"/>
                  </a:lnTo>
                  <a:lnTo>
                    <a:pt x="127557" y="6152"/>
                  </a:lnTo>
                  <a:lnTo>
                    <a:pt x="125949" y="1952"/>
                  </a:lnTo>
                  <a:lnTo>
                    <a:pt x="126809" y="500"/>
                  </a:lnTo>
                  <a:lnTo>
                    <a:pt x="12875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0" name="oPE_MapPart_GRC_2_280" descr="Griechenland">
              <a:extLst>
                <a:ext uri="{FF2B5EF4-FFF2-40B4-BE49-F238E27FC236}">
                  <a16:creationId xmlns:a16="http://schemas.microsoft.com/office/drawing/2014/main" id="{EDA4893D-82B5-1D78-8AB9-62403B80ACF2}"/>
                </a:ext>
              </a:extLst>
            </p:cNvPr>
            <p:cNvSpPr/>
            <p:nvPr>
              <p:custDataLst>
                <p:tags r:id="rId280"/>
              </p:custDataLst>
            </p:nvPr>
          </p:nvSpPr>
          <p:spPr>
            <a:xfrm>
              <a:off x="6585066" y="3598370"/>
              <a:ext cx="57573" cy="18368"/>
            </a:xfrm>
            <a:custGeom>
              <a:avLst/>
              <a:gdLst/>
              <a:ahLst/>
              <a:cxnLst/>
              <a:rect l="0" t="0" r="0" b="0"/>
              <a:pathLst>
                <a:path w="57573" h="18368">
                  <a:moveTo>
                    <a:pt x="6318" y="3080"/>
                  </a:moveTo>
                  <a:lnTo>
                    <a:pt x="9682" y="3218"/>
                  </a:lnTo>
                  <a:lnTo>
                    <a:pt x="11327" y="1609"/>
                  </a:lnTo>
                  <a:lnTo>
                    <a:pt x="12860" y="1563"/>
                  </a:lnTo>
                  <a:lnTo>
                    <a:pt x="13496" y="3034"/>
                  </a:lnTo>
                  <a:lnTo>
                    <a:pt x="11663" y="4090"/>
                  </a:lnTo>
                  <a:lnTo>
                    <a:pt x="14692" y="4779"/>
                  </a:lnTo>
                  <a:lnTo>
                    <a:pt x="15103" y="6889"/>
                  </a:lnTo>
                  <a:lnTo>
                    <a:pt x="16748" y="7577"/>
                  </a:lnTo>
                  <a:lnTo>
                    <a:pt x="24374" y="5926"/>
                  </a:lnTo>
                  <a:lnTo>
                    <a:pt x="30244" y="6293"/>
                  </a:lnTo>
                  <a:lnTo>
                    <a:pt x="32338" y="7898"/>
                  </a:lnTo>
                  <a:lnTo>
                    <a:pt x="40039" y="8906"/>
                  </a:lnTo>
                  <a:lnTo>
                    <a:pt x="45348" y="7852"/>
                  </a:lnTo>
                  <a:lnTo>
                    <a:pt x="45646" y="13070"/>
                  </a:lnTo>
                  <a:lnTo>
                    <a:pt x="46618" y="13573"/>
                  </a:lnTo>
                  <a:lnTo>
                    <a:pt x="51516" y="11241"/>
                  </a:lnTo>
                  <a:lnTo>
                    <a:pt x="54432" y="11241"/>
                  </a:lnTo>
                  <a:lnTo>
                    <a:pt x="57572" y="8677"/>
                  </a:lnTo>
                  <a:lnTo>
                    <a:pt x="56002" y="15584"/>
                  </a:lnTo>
                  <a:lnTo>
                    <a:pt x="54357" y="16223"/>
                  </a:lnTo>
                  <a:lnTo>
                    <a:pt x="26019" y="18367"/>
                  </a:lnTo>
                  <a:lnTo>
                    <a:pt x="24861" y="17957"/>
                  </a:lnTo>
                  <a:lnTo>
                    <a:pt x="24113" y="14442"/>
                  </a:lnTo>
                  <a:lnTo>
                    <a:pt x="19029" y="12613"/>
                  </a:lnTo>
                  <a:lnTo>
                    <a:pt x="934" y="10188"/>
                  </a:lnTo>
                  <a:lnTo>
                    <a:pt x="0" y="6155"/>
                  </a:lnTo>
                  <a:lnTo>
                    <a:pt x="448" y="3080"/>
                  </a:lnTo>
                  <a:lnTo>
                    <a:pt x="1271" y="2299"/>
                  </a:lnTo>
                  <a:lnTo>
                    <a:pt x="2579" y="3631"/>
                  </a:lnTo>
                  <a:lnTo>
                    <a:pt x="3926" y="0"/>
                  </a:lnTo>
                  <a:lnTo>
                    <a:pt x="5121" y="25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1" name="oPE_MapPart_GRC_3_281" descr="Griechenland">
              <a:extLst>
                <a:ext uri="{FF2B5EF4-FFF2-40B4-BE49-F238E27FC236}">
                  <a16:creationId xmlns:a16="http://schemas.microsoft.com/office/drawing/2014/main" id="{8F643AFE-F89D-DB53-95E9-E9B7EEEF61D5}"/>
                </a:ext>
              </a:extLst>
            </p:cNvPr>
            <p:cNvSpPr/>
            <p:nvPr>
              <p:custDataLst>
                <p:tags r:id="rId281"/>
              </p:custDataLst>
            </p:nvPr>
          </p:nvSpPr>
          <p:spPr>
            <a:xfrm>
              <a:off x="6571233" y="3510076"/>
              <a:ext cx="35442" cy="28282"/>
            </a:xfrm>
            <a:custGeom>
              <a:avLst/>
              <a:gdLst/>
              <a:ahLst/>
              <a:cxnLst/>
              <a:rect l="0" t="0" r="0" b="0"/>
              <a:pathLst>
                <a:path w="35442" h="28282">
                  <a:moveTo>
                    <a:pt x="11103" y="2020"/>
                  </a:moveTo>
                  <a:lnTo>
                    <a:pt x="13346" y="5910"/>
                  </a:lnTo>
                  <a:lnTo>
                    <a:pt x="20712" y="9266"/>
                  </a:lnTo>
                  <a:lnTo>
                    <a:pt x="25871" y="10319"/>
                  </a:lnTo>
                  <a:lnTo>
                    <a:pt x="27366" y="13141"/>
                  </a:lnTo>
                  <a:lnTo>
                    <a:pt x="27104" y="15195"/>
                  </a:lnTo>
                  <a:lnTo>
                    <a:pt x="28973" y="21677"/>
                  </a:lnTo>
                  <a:lnTo>
                    <a:pt x="30693" y="23200"/>
                  </a:lnTo>
                  <a:lnTo>
                    <a:pt x="35441" y="24198"/>
                  </a:lnTo>
                  <a:lnTo>
                    <a:pt x="35254" y="26952"/>
                  </a:lnTo>
                  <a:lnTo>
                    <a:pt x="33646" y="28281"/>
                  </a:lnTo>
                  <a:lnTo>
                    <a:pt x="27628" y="24388"/>
                  </a:lnTo>
                  <a:lnTo>
                    <a:pt x="24076" y="17152"/>
                  </a:lnTo>
                  <a:lnTo>
                    <a:pt x="15963" y="15768"/>
                  </a:lnTo>
                  <a:lnTo>
                    <a:pt x="15291" y="12854"/>
                  </a:lnTo>
                  <a:lnTo>
                    <a:pt x="7702" y="6246"/>
                  </a:lnTo>
                  <a:lnTo>
                    <a:pt x="3066" y="4326"/>
                  </a:lnTo>
                  <a:lnTo>
                    <a:pt x="0" y="4998"/>
                  </a:lnTo>
                  <a:lnTo>
                    <a:pt x="5496" y="866"/>
                  </a:lnTo>
                  <a:lnTo>
                    <a:pt x="893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2" name="oPE_MapPart_GRC_4_282" descr="Griechenland">
              <a:extLst>
                <a:ext uri="{FF2B5EF4-FFF2-40B4-BE49-F238E27FC236}">
                  <a16:creationId xmlns:a16="http://schemas.microsoft.com/office/drawing/2014/main" id="{54FAE1BD-EE8B-111F-A2B0-006E30CE1FAE}"/>
                </a:ext>
              </a:extLst>
            </p:cNvPr>
            <p:cNvSpPr/>
            <p:nvPr>
              <p:custDataLst>
                <p:tags r:id="rId282"/>
              </p:custDataLst>
            </p:nvPr>
          </p:nvSpPr>
          <p:spPr>
            <a:xfrm>
              <a:off x="6632993" y="3500764"/>
              <a:ext cx="15142" cy="10948"/>
            </a:xfrm>
            <a:custGeom>
              <a:avLst/>
              <a:gdLst/>
              <a:ahLst/>
              <a:cxnLst/>
              <a:rect l="0" t="0" r="0" b="0"/>
              <a:pathLst>
                <a:path w="15142" h="10948">
                  <a:moveTo>
                    <a:pt x="11515" y="1402"/>
                  </a:moveTo>
                  <a:lnTo>
                    <a:pt x="11178" y="2996"/>
                  </a:lnTo>
                  <a:lnTo>
                    <a:pt x="15028" y="7289"/>
                  </a:lnTo>
                  <a:lnTo>
                    <a:pt x="15141" y="9408"/>
                  </a:lnTo>
                  <a:lnTo>
                    <a:pt x="13159" y="8252"/>
                  </a:lnTo>
                  <a:lnTo>
                    <a:pt x="14356" y="10418"/>
                  </a:lnTo>
                  <a:lnTo>
                    <a:pt x="11103" y="10947"/>
                  </a:lnTo>
                  <a:lnTo>
                    <a:pt x="6355" y="9552"/>
                  </a:lnTo>
                  <a:lnTo>
                    <a:pt x="5234" y="8060"/>
                  </a:lnTo>
                  <a:lnTo>
                    <a:pt x="8673" y="4975"/>
                  </a:lnTo>
                  <a:lnTo>
                    <a:pt x="6654" y="5023"/>
                  </a:lnTo>
                  <a:lnTo>
                    <a:pt x="4523" y="7675"/>
                  </a:lnTo>
                  <a:lnTo>
                    <a:pt x="0" y="5457"/>
                  </a:lnTo>
                  <a:lnTo>
                    <a:pt x="1121" y="2561"/>
                  </a:lnTo>
                  <a:lnTo>
                    <a:pt x="4860" y="2078"/>
                  </a:lnTo>
                  <a:lnTo>
                    <a:pt x="6430" y="1353"/>
                  </a:lnTo>
                  <a:lnTo>
                    <a:pt x="6430" y="242"/>
                  </a:lnTo>
                  <a:lnTo>
                    <a:pt x="1024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3" name="oPE_MapPart_GRC_5_283" descr="Griechenland">
              <a:extLst>
                <a:ext uri="{FF2B5EF4-FFF2-40B4-BE49-F238E27FC236}">
                  <a16:creationId xmlns:a16="http://schemas.microsoft.com/office/drawing/2014/main" id="{2FC46605-4D66-4C46-43D7-F4A447A544BC}"/>
                </a:ext>
              </a:extLst>
            </p:cNvPr>
            <p:cNvSpPr/>
            <p:nvPr>
              <p:custDataLst>
                <p:tags r:id="rId283"/>
              </p:custDataLst>
            </p:nvPr>
          </p:nvSpPr>
          <p:spPr>
            <a:xfrm>
              <a:off x="6671649" y="3578395"/>
              <a:ext cx="10692" cy="13432"/>
            </a:xfrm>
            <a:custGeom>
              <a:avLst/>
              <a:gdLst/>
              <a:ahLst/>
              <a:cxnLst/>
              <a:rect l="0" t="0" r="0" b="0"/>
              <a:pathLst>
                <a:path w="10692" h="13432">
                  <a:moveTo>
                    <a:pt x="2616" y="12969"/>
                  </a:moveTo>
                  <a:lnTo>
                    <a:pt x="598" y="13431"/>
                  </a:lnTo>
                  <a:lnTo>
                    <a:pt x="0" y="12276"/>
                  </a:lnTo>
                  <a:lnTo>
                    <a:pt x="859" y="9411"/>
                  </a:lnTo>
                  <a:lnTo>
                    <a:pt x="0" y="6773"/>
                  </a:lnTo>
                  <a:lnTo>
                    <a:pt x="2055" y="4038"/>
                  </a:lnTo>
                  <a:lnTo>
                    <a:pt x="4112" y="2276"/>
                  </a:lnTo>
                  <a:lnTo>
                    <a:pt x="10691" y="0"/>
                  </a:lnTo>
                  <a:lnTo>
                    <a:pt x="8897" y="5754"/>
                  </a:lnTo>
                  <a:lnTo>
                    <a:pt x="7289" y="7837"/>
                  </a:lnTo>
                  <a:lnTo>
                    <a:pt x="7701" y="9503"/>
                  </a:lnTo>
                  <a:lnTo>
                    <a:pt x="5159" y="996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4" name="oPE_MapPart_GRC_6_284" descr="Griechenland">
              <a:extLst>
                <a:ext uri="{FF2B5EF4-FFF2-40B4-BE49-F238E27FC236}">
                  <a16:creationId xmlns:a16="http://schemas.microsoft.com/office/drawing/2014/main" id="{A64C27BC-55C4-6045-BFA5-6CBA24CE224A}"/>
                </a:ext>
              </a:extLst>
            </p:cNvPr>
            <p:cNvSpPr/>
            <p:nvPr>
              <p:custDataLst>
                <p:tags r:id="rId284"/>
              </p:custDataLst>
            </p:nvPr>
          </p:nvSpPr>
          <p:spPr>
            <a:xfrm>
              <a:off x="6632806" y="3521639"/>
              <a:ext cx="6543" cy="11638"/>
            </a:xfrm>
            <a:custGeom>
              <a:avLst/>
              <a:gdLst/>
              <a:ahLst/>
              <a:cxnLst/>
              <a:rect l="0" t="0" r="0" b="0"/>
              <a:pathLst>
                <a:path w="6543" h="11638">
                  <a:moveTo>
                    <a:pt x="5159" y="10162"/>
                  </a:moveTo>
                  <a:lnTo>
                    <a:pt x="3178" y="11637"/>
                  </a:lnTo>
                  <a:lnTo>
                    <a:pt x="935" y="9496"/>
                  </a:lnTo>
                  <a:lnTo>
                    <a:pt x="598" y="8782"/>
                  </a:lnTo>
                  <a:lnTo>
                    <a:pt x="3028" y="6543"/>
                  </a:lnTo>
                  <a:lnTo>
                    <a:pt x="112" y="2438"/>
                  </a:lnTo>
                  <a:lnTo>
                    <a:pt x="0" y="717"/>
                  </a:lnTo>
                  <a:lnTo>
                    <a:pt x="3439" y="0"/>
                  </a:lnTo>
                  <a:lnTo>
                    <a:pt x="6542" y="1578"/>
                  </a:lnTo>
                  <a:lnTo>
                    <a:pt x="6468" y="7925"/>
                  </a:lnTo>
                  <a:lnTo>
                    <a:pt x="5345" y="97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5" name="oPE_MapPart_GRC_7_285" descr="Griechenland">
              <a:extLst>
                <a:ext uri="{FF2B5EF4-FFF2-40B4-BE49-F238E27FC236}">
                  <a16:creationId xmlns:a16="http://schemas.microsoft.com/office/drawing/2014/main" id="{F721AB82-A9F2-7E1C-6556-B8227C5C5D55}"/>
                </a:ext>
              </a:extLst>
            </p:cNvPr>
            <p:cNvSpPr/>
            <p:nvPr>
              <p:custDataLst>
                <p:tags r:id="rId285"/>
              </p:custDataLst>
            </p:nvPr>
          </p:nvSpPr>
          <p:spPr>
            <a:xfrm>
              <a:off x="6518708" y="3524985"/>
              <a:ext cx="9048" cy="10715"/>
            </a:xfrm>
            <a:custGeom>
              <a:avLst/>
              <a:gdLst/>
              <a:ahLst/>
              <a:cxnLst/>
              <a:rect l="0" t="0" r="0" b="0"/>
              <a:pathLst>
                <a:path w="9048" h="10715">
                  <a:moveTo>
                    <a:pt x="5384" y="2434"/>
                  </a:moveTo>
                  <a:lnTo>
                    <a:pt x="5646" y="5483"/>
                  </a:lnTo>
                  <a:lnTo>
                    <a:pt x="9047" y="8814"/>
                  </a:lnTo>
                  <a:lnTo>
                    <a:pt x="8486" y="10714"/>
                  </a:lnTo>
                  <a:lnTo>
                    <a:pt x="3551" y="9764"/>
                  </a:lnTo>
                  <a:lnTo>
                    <a:pt x="2057" y="6388"/>
                  </a:lnTo>
                  <a:lnTo>
                    <a:pt x="0" y="7815"/>
                  </a:lnTo>
                  <a:lnTo>
                    <a:pt x="1159" y="3673"/>
                  </a:lnTo>
                  <a:lnTo>
                    <a:pt x="3477" y="3769"/>
                  </a:lnTo>
                  <a:lnTo>
                    <a:pt x="437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6" name="oPE_MapPart_GRC_8_286" descr="Griechenland">
              <a:extLst>
                <a:ext uri="{FF2B5EF4-FFF2-40B4-BE49-F238E27FC236}">
                  <a16:creationId xmlns:a16="http://schemas.microsoft.com/office/drawing/2014/main" id="{A98AC6BB-478A-82C1-31AD-3E85AC95C0B9}"/>
                </a:ext>
              </a:extLst>
            </p:cNvPr>
            <p:cNvSpPr/>
            <p:nvPr>
              <p:custDataLst>
                <p:tags r:id="rId286"/>
              </p:custDataLst>
            </p:nvPr>
          </p:nvSpPr>
          <p:spPr>
            <a:xfrm>
              <a:off x="6504053" y="3488973"/>
              <a:ext cx="9385" cy="11937"/>
            </a:xfrm>
            <a:custGeom>
              <a:avLst/>
              <a:gdLst/>
              <a:ahLst/>
              <a:cxnLst/>
              <a:rect l="0" t="0" r="0" b="0"/>
              <a:pathLst>
                <a:path w="9385" h="11937">
                  <a:moveTo>
                    <a:pt x="8936" y="10436"/>
                  </a:moveTo>
                  <a:lnTo>
                    <a:pt x="9384" y="11936"/>
                  </a:lnTo>
                  <a:lnTo>
                    <a:pt x="4936" y="9662"/>
                  </a:lnTo>
                  <a:lnTo>
                    <a:pt x="37" y="2529"/>
                  </a:lnTo>
                  <a:lnTo>
                    <a:pt x="0" y="1411"/>
                  </a:lnTo>
                  <a:lnTo>
                    <a:pt x="1271" y="585"/>
                  </a:lnTo>
                  <a:lnTo>
                    <a:pt x="3962" y="0"/>
                  </a:lnTo>
                  <a:lnTo>
                    <a:pt x="6019" y="1946"/>
                  </a:lnTo>
                  <a:lnTo>
                    <a:pt x="4150" y="4084"/>
                  </a:lnTo>
                  <a:lnTo>
                    <a:pt x="5347" y="5395"/>
                  </a:lnTo>
                  <a:lnTo>
                    <a:pt x="5832" y="8450"/>
                  </a:lnTo>
                  <a:lnTo>
                    <a:pt x="7925" y="101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7" name="oPE_MapPart_GRC_9_287" descr="Griechenland">
              <a:extLst>
                <a:ext uri="{FF2B5EF4-FFF2-40B4-BE49-F238E27FC236}">
                  <a16:creationId xmlns:a16="http://schemas.microsoft.com/office/drawing/2014/main" id="{989B946A-AC6E-E769-DEED-3CCA56EC5823}"/>
                </a:ext>
              </a:extLst>
            </p:cNvPr>
            <p:cNvSpPr/>
            <p:nvPr>
              <p:custDataLst>
                <p:tags r:id="rId287"/>
              </p:custDataLst>
            </p:nvPr>
          </p:nvSpPr>
          <p:spPr>
            <a:xfrm>
              <a:off x="6616319" y="3483123"/>
              <a:ext cx="8226" cy="6192"/>
            </a:xfrm>
            <a:custGeom>
              <a:avLst/>
              <a:gdLst/>
              <a:ahLst/>
              <a:cxnLst/>
              <a:rect l="0" t="0" r="0" b="0"/>
              <a:pathLst>
                <a:path w="8226" h="6192">
                  <a:moveTo>
                    <a:pt x="8001" y="1415"/>
                  </a:moveTo>
                  <a:lnTo>
                    <a:pt x="6319" y="6142"/>
                  </a:lnTo>
                  <a:lnTo>
                    <a:pt x="5122" y="6191"/>
                  </a:lnTo>
                  <a:lnTo>
                    <a:pt x="4075" y="3853"/>
                  </a:lnTo>
                  <a:lnTo>
                    <a:pt x="2767" y="5558"/>
                  </a:lnTo>
                  <a:lnTo>
                    <a:pt x="187" y="4974"/>
                  </a:lnTo>
                  <a:lnTo>
                    <a:pt x="0" y="1611"/>
                  </a:lnTo>
                  <a:lnTo>
                    <a:pt x="3776" y="830"/>
                  </a:lnTo>
                  <a:lnTo>
                    <a:pt x="4860" y="2147"/>
                  </a:lnTo>
                  <a:lnTo>
                    <a:pt x="822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8" name="oPE_MapPart_GRC_10_288" descr="Griechenland">
              <a:extLst>
                <a:ext uri="{FF2B5EF4-FFF2-40B4-BE49-F238E27FC236}">
                  <a16:creationId xmlns:a16="http://schemas.microsoft.com/office/drawing/2014/main" id="{FC56BA8E-C9D1-771B-ABA5-4627FD098B7D}"/>
                </a:ext>
              </a:extLst>
            </p:cNvPr>
            <p:cNvSpPr/>
            <p:nvPr>
              <p:custDataLst>
                <p:tags r:id="rId288"/>
              </p:custDataLst>
            </p:nvPr>
          </p:nvSpPr>
          <p:spPr>
            <a:xfrm>
              <a:off x="6648059" y="3542525"/>
              <a:ext cx="9870" cy="4350"/>
            </a:xfrm>
            <a:custGeom>
              <a:avLst/>
              <a:gdLst/>
              <a:ahLst/>
              <a:cxnLst/>
              <a:rect l="0" t="0" r="0" b="0"/>
              <a:pathLst>
                <a:path w="9870" h="4350">
                  <a:moveTo>
                    <a:pt x="5047" y="0"/>
                  </a:moveTo>
                  <a:lnTo>
                    <a:pt x="9533" y="1088"/>
                  </a:lnTo>
                  <a:lnTo>
                    <a:pt x="9869" y="2649"/>
                  </a:lnTo>
                  <a:lnTo>
                    <a:pt x="5495" y="4349"/>
                  </a:lnTo>
                  <a:lnTo>
                    <a:pt x="0" y="2270"/>
                  </a:lnTo>
                  <a:lnTo>
                    <a:pt x="3364" y="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9" name="oPE_MapPart_GRC_11_289" descr="Griechenland">
              <a:extLst>
                <a:ext uri="{FF2B5EF4-FFF2-40B4-BE49-F238E27FC236}">
                  <a16:creationId xmlns:a16="http://schemas.microsoft.com/office/drawing/2014/main" id="{6191DD87-9E2D-70B3-7673-1051990D6AF2}"/>
                </a:ext>
              </a:extLst>
            </p:cNvPr>
            <p:cNvSpPr/>
            <p:nvPr>
              <p:custDataLst>
                <p:tags r:id="rId289"/>
              </p:custDataLst>
            </p:nvPr>
          </p:nvSpPr>
          <p:spPr>
            <a:xfrm>
              <a:off x="6524241" y="3539399"/>
              <a:ext cx="7777" cy="6956"/>
            </a:xfrm>
            <a:custGeom>
              <a:avLst/>
              <a:gdLst/>
              <a:ahLst/>
              <a:cxnLst/>
              <a:rect l="0" t="0" r="0" b="0"/>
              <a:pathLst>
                <a:path w="7777" h="6956">
                  <a:moveTo>
                    <a:pt x="5608" y="3268"/>
                  </a:moveTo>
                  <a:lnTo>
                    <a:pt x="7776" y="5822"/>
                  </a:lnTo>
                  <a:lnTo>
                    <a:pt x="6019" y="5207"/>
                  </a:lnTo>
                  <a:lnTo>
                    <a:pt x="4150" y="6955"/>
                  </a:lnTo>
                  <a:lnTo>
                    <a:pt x="1758" y="4876"/>
                  </a:lnTo>
                  <a:lnTo>
                    <a:pt x="0" y="1943"/>
                  </a:lnTo>
                  <a:lnTo>
                    <a:pt x="1496" y="0"/>
                  </a:lnTo>
                  <a:lnTo>
                    <a:pt x="2916" y="2038"/>
                  </a:lnTo>
                  <a:lnTo>
                    <a:pt x="4598" y="23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0" name="oPE_MapPart_GRC_12_290" descr="Griechenland">
              <a:extLst>
                <a:ext uri="{FF2B5EF4-FFF2-40B4-BE49-F238E27FC236}">
                  <a16:creationId xmlns:a16="http://schemas.microsoft.com/office/drawing/2014/main" id="{06259C65-F628-0759-3F05-751B5926850B}"/>
                </a:ext>
              </a:extLst>
            </p:cNvPr>
            <p:cNvSpPr/>
            <p:nvPr>
              <p:custDataLst>
                <p:tags r:id="rId290"/>
              </p:custDataLst>
            </p:nvPr>
          </p:nvSpPr>
          <p:spPr>
            <a:xfrm>
              <a:off x="6608992" y="3537788"/>
              <a:ext cx="6057" cy="7859"/>
            </a:xfrm>
            <a:custGeom>
              <a:avLst/>
              <a:gdLst/>
              <a:ahLst/>
              <a:cxnLst/>
              <a:rect l="0" t="0" r="0" b="0"/>
              <a:pathLst>
                <a:path w="6057" h="7859">
                  <a:moveTo>
                    <a:pt x="6056" y="6062"/>
                  </a:moveTo>
                  <a:lnTo>
                    <a:pt x="5458" y="7858"/>
                  </a:lnTo>
                  <a:lnTo>
                    <a:pt x="299" y="2417"/>
                  </a:lnTo>
                  <a:lnTo>
                    <a:pt x="0" y="758"/>
                  </a:lnTo>
                  <a:lnTo>
                    <a:pt x="1869" y="0"/>
                  </a:lnTo>
                  <a:lnTo>
                    <a:pt x="3215" y="2038"/>
                  </a:lnTo>
                  <a:lnTo>
                    <a:pt x="5345" y="2275"/>
                  </a:lnTo>
                  <a:lnTo>
                    <a:pt x="5832" y="511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1" name="oPE_MapPart_GRC_13_291" descr="Griechenland">
              <a:extLst>
                <a:ext uri="{FF2B5EF4-FFF2-40B4-BE49-F238E27FC236}">
                  <a16:creationId xmlns:a16="http://schemas.microsoft.com/office/drawing/2014/main" id="{C7616425-94D1-69BF-CAC4-9FBEDFCBF016}"/>
                </a:ext>
              </a:extLst>
            </p:cNvPr>
            <p:cNvSpPr/>
            <p:nvPr>
              <p:custDataLst>
                <p:tags r:id="rId291"/>
              </p:custDataLst>
            </p:nvPr>
          </p:nvSpPr>
          <p:spPr>
            <a:xfrm>
              <a:off x="6605178" y="3462451"/>
              <a:ext cx="5609" cy="5868"/>
            </a:xfrm>
            <a:custGeom>
              <a:avLst/>
              <a:gdLst/>
              <a:ahLst/>
              <a:cxnLst/>
              <a:rect l="0" t="0" r="0" b="0"/>
              <a:pathLst>
                <a:path w="5609" h="5868">
                  <a:moveTo>
                    <a:pt x="5346" y="4882"/>
                  </a:moveTo>
                  <a:lnTo>
                    <a:pt x="2692" y="5867"/>
                  </a:lnTo>
                  <a:lnTo>
                    <a:pt x="0" y="3996"/>
                  </a:lnTo>
                  <a:lnTo>
                    <a:pt x="2243" y="0"/>
                  </a:lnTo>
                  <a:lnTo>
                    <a:pt x="4225" y="197"/>
                  </a:lnTo>
                  <a:lnTo>
                    <a:pt x="5608" y="2467"/>
                  </a:lnTo>
                  <a:lnTo>
                    <a:pt x="5234" y="37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2" name="oPE_MapPart_GRC_14_292" descr="Griechenland">
              <a:extLst>
                <a:ext uri="{FF2B5EF4-FFF2-40B4-BE49-F238E27FC236}">
                  <a16:creationId xmlns:a16="http://schemas.microsoft.com/office/drawing/2014/main" id="{808261EE-B664-8015-1C99-2B1C3BBE16CD}"/>
                </a:ext>
              </a:extLst>
            </p:cNvPr>
            <p:cNvSpPr/>
            <p:nvPr>
              <p:custDataLst>
                <p:tags r:id="rId292"/>
              </p:custDataLst>
            </p:nvPr>
          </p:nvSpPr>
          <p:spPr>
            <a:xfrm>
              <a:off x="6622749" y="3558595"/>
              <a:ext cx="4675" cy="6981"/>
            </a:xfrm>
            <a:custGeom>
              <a:avLst/>
              <a:gdLst/>
              <a:ahLst/>
              <a:cxnLst/>
              <a:rect l="0" t="0" r="0" b="0"/>
              <a:pathLst>
                <a:path w="4675" h="6981">
                  <a:moveTo>
                    <a:pt x="3814" y="5951"/>
                  </a:moveTo>
                  <a:lnTo>
                    <a:pt x="1982" y="6980"/>
                  </a:lnTo>
                  <a:lnTo>
                    <a:pt x="0" y="3282"/>
                  </a:lnTo>
                  <a:lnTo>
                    <a:pt x="3403" y="0"/>
                  </a:lnTo>
                  <a:lnTo>
                    <a:pt x="4674" y="1173"/>
                  </a:lnTo>
                  <a:lnTo>
                    <a:pt x="4598" y="41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3" name="oPE_MapPart_GRC_15_293" descr="Griechenland">
              <a:extLst>
                <a:ext uri="{FF2B5EF4-FFF2-40B4-BE49-F238E27FC236}">
                  <a16:creationId xmlns:a16="http://schemas.microsoft.com/office/drawing/2014/main" id="{2C4BB1BB-CBBA-408E-5D3D-6B6C3637A651}"/>
                </a:ext>
              </a:extLst>
            </p:cNvPr>
            <p:cNvSpPr/>
            <p:nvPr>
              <p:custDataLst>
                <p:tags r:id="rId293"/>
              </p:custDataLst>
            </p:nvPr>
          </p:nvSpPr>
          <p:spPr>
            <a:xfrm>
              <a:off x="6658228" y="3594178"/>
              <a:ext cx="3402" cy="10486"/>
            </a:xfrm>
            <a:custGeom>
              <a:avLst/>
              <a:gdLst/>
              <a:ahLst/>
              <a:cxnLst/>
              <a:rect l="0" t="0" r="0" b="0"/>
              <a:pathLst>
                <a:path w="3402" h="10486">
                  <a:moveTo>
                    <a:pt x="2205" y="9063"/>
                  </a:moveTo>
                  <a:lnTo>
                    <a:pt x="1420" y="10485"/>
                  </a:lnTo>
                  <a:lnTo>
                    <a:pt x="598" y="9292"/>
                  </a:lnTo>
                  <a:lnTo>
                    <a:pt x="0" y="5663"/>
                  </a:lnTo>
                  <a:lnTo>
                    <a:pt x="1831" y="784"/>
                  </a:lnTo>
                  <a:lnTo>
                    <a:pt x="3177" y="0"/>
                  </a:lnTo>
                  <a:lnTo>
                    <a:pt x="1793" y="4881"/>
                  </a:lnTo>
                  <a:lnTo>
                    <a:pt x="3401" y="87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4" name="oPE_MapPart_GRC_16_294" descr="Griechenland">
              <a:extLst>
                <a:ext uri="{FF2B5EF4-FFF2-40B4-BE49-F238E27FC236}">
                  <a16:creationId xmlns:a16="http://schemas.microsoft.com/office/drawing/2014/main" id="{818E6823-491C-19AB-57D6-E0744214B25E}"/>
                </a:ext>
              </a:extLst>
            </p:cNvPr>
            <p:cNvSpPr/>
            <p:nvPr>
              <p:custDataLst>
                <p:tags r:id="rId294"/>
              </p:custDataLst>
            </p:nvPr>
          </p:nvSpPr>
          <p:spPr>
            <a:xfrm>
              <a:off x="6522895" y="3515170"/>
              <a:ext cx="3441" cy="6949"/>
            </a:xfrm>
            <a:custGeom>
              <a:avLst/>
              <a:gdLst/>
              <a:ahLst/>
              <a:cxnLst/>
              <a:rect l="0" t="0" r="0" b="0"/>
              <a:pathLst>
                <a:path w="3441" h="6949">
                  <a:moveTo>
                    <a:pt x="2767" y="6278"/>
                  </a:moveTo>
                  <a:lnTo>
                    <a:pt x="0" y="6948"/>
                  </a:lnTo>
                  <a:lnTo>
                    <a:pt x="1682" y="720"/>
                  </a:lnTo>
                  <a:lnTo>
                    <a:pt x="2916" y="0"/>
                  </a:lnTo>
                  <a:lnTo>
                    <a:pt x="3440" y="1200"/>
                  </a:lnTo>
                  <a:lnTo>
                    <a:pt x="3327" y="54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5" name="oPE_MapPart_GRL_1_295" descr="Grönland">
              <a:extLst>
                <a:ext uri="{FF2B5EF4-FFF2-40B4-BE49-F238E27FC236}">
                  <a16:creationId xmlns:a16="http://schemas.microsoft.com/office/drawing/2014/main" id="{CFC05C39-9005-DED6-040C-CCC6543617E7}"/>
                </a:ext>
              </a:extLst>
            </p:cNvPr>
            <p:cNvSpPr/>
            <p:nvPr>
              <p:custDataLst>
                <p:tags r:id="rId295"/>
              </p:custDataLst>
            </p:nvPr>
          </p:nvSpPr>
          <p:spPr>
            <a:xfrm>
              <a:off x="4583642" y="960120"/>
              <a:ext cx="1274967" cy="1872288"/>
            </a:xfrm>
            <a:custGeom>
              <a:avLst/>
              <a:gdLst/>
              <a:ahLst/>
              <a:cxnLst/>
              <a:rect l="0" t="0" r="0" b="0"/>
              <a:pathLst>
                <a:path w="1274967" h="1872288">
                  <a:moveTo>
                    <a:pt x="890278" y="6354"/>
                  </a:moveTo>
                  <a:lnTo>
                    <a:pt x="976599" y="61441"/>
                  </a:lnTo>
                  <a:lnTo>
                    <a:pt x="968561" y="68429"/>
                  </a:lnTo>
                  <a:lnTo>
                    <a:pt x="887362" y="79463"/>
                  </a:lnTo>
                  <a:lnTo>
                    <a:pt x="847884" y="91950"/>
                  </a:lnTo>
                  <a:lnTo>
                    <a:pt x="847061" y="109523"/>
                  </a:lnTo>
                  <a:lnTo>
                    <a:pt x="890053" y="87906"/>
                  </a:lnTo>
                  <a:lnTo>
                    <a:pt x="951551" y="95362"/>
                  </a:lnTo>
                  <a:lnTo>
                    <a:pt x="990581" y="79149"/>
                  </a:lnTo>
                  <a:lnTo>
                    <a:pt x="1004114" y="127445"/>
                  </a:lnTo>
                  <a:lnTo>
                    <a:pt x="1015554" y="126239"/>
                  </a:lnTo>
                  <a:lnTo>
                    <a:pt x="1020227" y="137055"/>
                  </a:lnTo>
                  <a:lnTo>
                    <a:pt x="1044527" y="142129"/>
                  </a:lnTo>
                  <a:lnTo>
                    <a:pt x="1061836" y="159574"/>
                  </a:lnTo>
                  <a:lnTo>
                    <a:pt x="1065387" y="173872"/>
                  </a:lnTo>
                  <a:lnTo>
                    <a:pt x="1063406" y="181390"/>
                  </a:lnTo>
                  <a:lnTo>
                    <a:pt x="1045611" y="207338"/>
                  </a:lnTo>
                  <a:lnTo>
                    <a:pt x="1032227" y="216611"/>
                  </a:lnTo>
                  <a:lnTo>
                    <a:pt x="898016" y="241817"/>
                  </a:lnTo>
                  <a:lnTo>
                    <a:pt x="894016" y="246467"/>
                  </a:lnTo>
                  <a:lnTo>
                    <a:pt x="891624" y="257881"/>
                  </a:lnTo>
                  <a:lnTo>
                    <a:pt x="893193" y="272665"/>
                  </a:lnTo>
                  <a:lnTo>
                    <a:pt x="898764" y="275067"/>
                  </a:lnTo>
                  <a:lnTo>
                    <a:pt x="934168" y="258692"/>
                  </a:lnTo>
                  <a:lnTo>
                    <a:pt x="990020" y="265967"/>
                  </a:lnTo>
                  <a:lnTo>
                    <a:pt x="1001647" y="283568"/>
                  </a:lnTo>
                  <a:lnTo>
                    <a:pt x="1007815" y="310014"/>
                  </a:lnTo>
                  <a:lnTo>
                    <a:pt x="1024377" y="299610"/>
                  </a:lnTo>
                  <a:lnTo>
                    <a:pt x="1032526" y="264354"/>
                  </a:lnTo>
                  <a:lnTo>
                    <a:pt x="1069201" y="255715"/>
                  </a:lnTo>
                  <a:lnTo>
                    <a:pt x="1073500" y="275866"/>
                  </a:lnTo>
                  <a:lnTo>
                    <a:pt x="1073163" y="310791"/>
                  </a:lnTo>
                  <a:lnTo>
                    <a:pt x="1071406" y="324174"/>
                  </a:lnTo>
                  <a:lnTo>
                    <a:pt x="1061163" y="359733"/>
                  </a:lnTo>
                  <a:lnTo>
                    <a:pt x="1033162" y="416521"/>
                  </a:lnTo>
                  <a:lnTo>
                    <a:pt x="1030582" y="426906"/>
                  </a:lnTo>
                  <a:lnTo>
                    <a:pt x="1030433" y="434403"/>
                  </a:lnTo>
                  <a:lnTo>
                    <a:pt x="1032227" y="435804"/>
                  </a:lnTo>
                  <a:lnTo>
                    <a:pt x="1038283" y="418416"/>
                  </a:lnTo>
                  <a:lnTo>
                    <a:pt x="1053574" y="404130"/>
                  </a:lnTo>
                  <a:lnTo>
                    <a:pt x="1078509" y="369385"/>
                  </a:lnTo>
                  <a:lnTo>
                    <a:pt x="1096641" y="329283"/>
                  </a:lnTo>
                  <a:lnTo>
                    <a:pt x="1104641" y="318787"/>
                  </a:lnTo>
                  <a:lnTo>
                    <a:pt x="1113090" y="318530"/>
                  </a:lnTo>
                  <a:lnTo>
                    <a:pt x="1114548" y="336651"/>
                  </a:lnTo>
                  <a:lnTo>
                    <a:pt x="1129016" y="338676"/>
                  </a:lnTo>
                  <a:lnTo>
                    <a:pt x="1149802" y="352755"/>
                  </a:lnTo>
                  <a:lnTo>
                    <a:pt x="1154587" y="348247"/>
                  </a:lnTo>
                  <a:lnTo>
                    <a:pt x="1177541" y="299087"/>
                  </a:lnTo>
                  <a:lnTo>
                    <a:pt x="1191449" y="290169"/>
                  </a:lnTo>
                  <a:lnTo>
                    <a:pt x="1216571" y="293587"/>
                  </a:lnTo>
                  <a:lnTo>
                    <a:pt x="1254105" y="312601"/>
                  </a:lnTo>
                  <a:lnTo>
                    <a:pt x="1266442" y="327497"/>
                  </a:lnTo>
                  <a:lnTo>
                    <a:pt x="1274966" y="344478"/>
                  </a:lnTo>
                  <a:lnTo>
                    <a:pt x="1232983" y="401733"/>
                  </a:lnTo>
                  <a:lnTo>
                    <a:pt x="1212197" y="407718"/>
                  </a:lnTo>
                  <a:lnTo>
                    <a:pt x="1211412" y="410341"/>
                  </a:lnTo>
                  <a:lnTo>
                    <a:pt x="1216833" y="423847"/>
                  </a:lnTo>
                  <a:lnTo>
                    <a:pt x="1216608" y="428785"/>
                  </a:lnTo>
                  <a:lnTo>
                    <a:pt x="1211113" y="437902"/>
                  </a:lnTo>
                  <a:lnTo>
                    <a:pt x="1196794" y="443246"/>
                  </a:lnTo>
                  <a:lnTo>
                    <a:pt x="1189542" y="452255"/>
                  </a:lnTo>
                  <a:lnTo>
                    <a:pt x="1173429" y="452485"/>
                  </a:lnTo>
                  <a:lnTo>
                    <a:pt x="1164270" y="462110"/>
                  </a:lnTo>
                  <a:lnTo>
                    <a:pt x="1167859" y="470072"/>
                  </a:lnTo>
                  <a:lnTo>
                    <a:pt x="1181355" y="480458"/>
                  </a:lnTo>
                  <a:lnTo>
                    <a:pt x="1181467" y="484498"/>
                  </a:lnTo>
                  <a:lnTo>
                    <a:pt x="1169915" y="502291"/>
                  </a:lnTo>
                  <a:lnTo>
                    <a:pt x="1159036" y="509774"/>
                  </a:lnTo>
                  <a:lnTo>
                    <a:pt x="1137054" y="511967"/>
                  </a:lnTo>
                  <a:lnTo>
                    <a:pt x="1108828" y="501408"/>
                  </a:lnTo>
                  <a:lnTo>
                    <a:pt x="1099744" y="515247"/>
                  </a:lnTo>
                  <a:lnTo>
                    <a:pt x="1093837" y="531304"/>
                  </a:lnTo>
                  <a:lnTo>
                    <a:pt x="1092865" y="540109"/>
                  </a:lnTo>
                  <a:lnTo>
                    <a:pt x="1093202" y="549487"/>
                  </a:lnTo>
                  <a:lnTo>
                    <a:pt x="1095557" y="559425"/>
                  </a:lnTo>
                  <a:lnTo>
                    <a:pt x="1110398" y="564049"/>
                  </a:lnTo>
                  <a:lnTo>
                    <a:pt x="1111856" y="570118"/>
                  </a:lnTo>
                  <a:lnTo>
                    <a:pt x="1109464" y="592453"/>
                  </a:lnTo>
                  <a:lnTo>
                    <a:pt x="1109127" y="608130"/>
                  </a:lnTo>
                  <a:lnTo>
                    <a:pt x="1114585" y="610756"/>
                  </a:lnTo>
                  <a:lnTo>
                    <a:pt x="1117501" y="619004"/>
                  </a:lnTo>
                  <a:lnTo>
                    <a:pt x="1118362" y="623606"/>
                  </a:lnTo>
                  <a:lnTo>
                    <a:pt x="1117913" y="627195"/>
                  </a:lnTo>
                  <a:lnTo>
                    <a:pt x="1102735" y="639675"/>
                  </a:lnTo>
                  <a:lnTo>
                    <a:pt x="1099332" y="656506"/>
                  </a:lnTo>
                  <a:lnTo>
                    <a:pt x="1095931" y="663869"/>
                  </a:lnTo>
                  <a:lnTo>
                    <a:pt x="1084192" y="667920"/>
                  </a:lnTo>
                  <a:lnTo>
                    <a:pt x="1073425" y="683416"/>
                  </a:lnTo>
                  <a:lnTo>
                    <a:pt x="1077313" y="690051"/>
                  </a:lnTo>
                  <a:lnTo>
                    <a:pt x="1077126" y="694203"/>
                  </a:lnTo>
                  <a:lnTo>
                    <a:pt x="1072154" y="712529"/>
                  </a:lnTo>
                  <a:lnTo>
                    <a:pt x="1067967" y="743677"/>
                  </a:lnTo>
                  <a:lnTo>
                    <a:pt x="1060677" y="771752"/>
                  </a:lnTo>
                  <a:lnTo>
                    <a:pt x="1061051" y="779856"/>
                  </a:lnTo>
                  <a:lnTo>
                    <a:pt x="1064191" y="785287"/>
                  </a:lnTo>
                  <a:lnTo>
                    <a:pt x="1068303" y="780909"/>
                  </a:lnTo>
                  <a:lnTo>
                    <a:pt x="1073463" y="766259"/>
                  </a:lnTo>
                  <a:lnTo>
                    <a:pt x="1079070" y="759850"/>
                  </a:lnTo>
                  <a:lnTo>
                    <a:pt x="1090361" y="764660"/>
                  </a:lnTo>
                  <a:lnTo>
                    <a:pt x="1107557" y="778802"/>
                  </a:lnTo>
                  <a:lnTo>
                    <a:pt x="1111595" y="788256"/>
                  </a:lnTo>
                  <a:lnTo>
                    <a:pt x="1111595" y="791739"/>
                  </a:lnTo>
                  <a:lnTo>
                    <a:pt x="1108043" y="793650"/>
                  </a:lnTo>
                  <a:lnTo>
                    <a:pt x="1093613" y="781611"/>
                  </a:lnTo>
                  <a:lnTo>
                    <a:pt x="1082846" y="788430"/>
                  </a:lnTo>
                  <a:lnTo>
                    <a:pt x="1087332" y="805056"/>
                  </a:lnTo>
                  <a:lnTo>
                    <a:pt x="1092155" y="812600"/>
                  </a:lnTo>
                  <a:lnTo>
                    <a:pt x="1100940" y="816015"/>
                  </a:lnTo>
                  <a:lnTo>
                    <a:pt x="1111520" y="826369"/>
                  </a:lnTo>
                  <a:lnTo>
                    <a:pt x="1119745" y="820778"/>
                  </a:lnTo>
                  <a:lnTo>
                    <a:pt x="1129315" y="822814"/>
                  </a:lnTo>
                  <a:lnTo>
                    <a:pt x="1131484" y="827045"/>
                  </a:lnTo>
                  <a:lnTo>
                    <a:pt x="1132455" y="834623"/>
                  </a:lnTo>
                  <a:lnTo>
                    <a:pt x="1131521" y="854275"/>
                  </a:lnTo>
                  <a:lnTo>
                    <a:pt x="1127895" y="867257"/>
                  </a:lnTo>
                  <a:lnTo>
                    <a:pt x="1125913" y="868727"/>
                  </a:lnTo>
                  <a:lnTo>
                    <a:pt x="1099781" y="854935"/>
                  </a:lnTo>
                  <a:lnTo>
                    <a:pt x="1086846" y="854275"/>
                  </a:lnTo>
                  <a:lnTo>
                    <a:pt x="1077425" y="857410"/>
                  </a:lnTo>
                  <a:lnTo>
                    <a:pt x="1077052" y="861522"/>
                  </a:lnTo>
                  <a:lnTo>
                    <a:pt x="1063444" y="875565"/>
                  </a:lnTo>
                  <a:lnTo>
                    <a:pt x="1048489" y="865948"/>
                  </a:lnTo>
                  <a:lnTo>
                    <a:pt x="1042844" y="876214"/>
                  </a:lnTo>
                  <a:lnTo>
                    <a:pt x="1047555" y="882365"/>
                  </a:lnTo>
                  <a:lnTo>
                    <a:pt x="1057985" y="885751"/>
                  </a:lnTo>
                  <a:lnTo>
                    <a:pt x="1060453" y="901111"/>
                  </a:lnTo>
                  <a:lnTo>
                    <a:pt x="1066060" y="912505"/>
                  </a:lnTo>
                  <a:lnTo>
                    <a:pt x="1078547" y="909666"/>
                  </a:lnTo>
                  <a:lnTo>
                    <a:pt x="1085276" y="915337"/>
                  </a:lnTo>
                  <a:lnTo>
                    <a:pt x="1094809" y="917065"/>
                  </a:lnTo>
                  <a:lnTo>
                    <a:pt x="1099818" y="925666"/>
                  </a:lnTo>
                  <a:lnTo>
                    <a:pt x="1097837" y="936373"/>
                  </a:lnTo>
                  <a:lnTo>
                    <a:pt x="1107184" y="956598"/>
                  </a:lnTo>
                  <a:lnTo>
                    <a:pt x="1109427" y="978736"/>
                  </a:lnTo>
                  <a:lnTo>
                    <a:pt x="1109950" y="994897"/>
                  </a:lnTo>
                  <a:lnTo>
                    <a:pt x="1106809" y="1004435"/>
                  </a:lnTo>
                  <a:lnTo>
                    <a:pt x="1101164" y="1006333"/>
                  </a:lnTo>
                  <a:lnTo>
                    <a:pt x="1092865" y="994013"/>
                  </a:lnTo>
                  <a:lnTo>
                    <a:pt x="1086884" y="993570"/>
                  </a:lnTo>
                  <a:lnTo>
                    <a:pt x="1078173" y="1006333"/>
                  </a:lnTo>
                  <a:lnTo>
                    <a:pt x="1071070" y="1008229"/>
                  </a:lnTo>
                  <a:lnTo>
                    <a:pt x="1062733" y="1017085"/>
                  </a:lnTo>
                  <a:lnTo>
                    <a:pt x="1050583" y="1009394"/>
                  </a:lnTo>
                  <a:lnTo>
                    <a:pt x="1061761" y="1021850"/>
                  </a:lnTo>
                  <a:lnTo>
                    <a:pt x="1076490" y="1013028"/>
                  </a:lnTo>
                  <a:lnTo>
                    <a:pt x="1080640" y="1027601"/>
                  </a:lnTo>
                  <a:lnTo>
                    <a:pt x="1080453" y="1034467"/>
                  </a:lnTo>
                  <a:lnTo>
                    <a:pt x="1075406" y="1046391"/>
                  </a:lnTo>
                  <a:lnTo>
                    <a:pt x="1079070" y="1047944"/>
                  </a:lnTo>
                  <a:lnTo>
                    <a:pt x="1084267" y="1040586"/>
                  </a:lnTo>
                  <a:lnTo>
                    <a:pt x="1088304" y="1020985"/>
                  </a:lnTo>
                  <a:lnTo>
                    <a:pt x="1092529" y="1017519"/>
                  </a:lnTo>
                  <a:lnTo>
                    <a:pt x="1097277" y="1020985"/>
                  </a:lnTo>
                  <a:lnTo>
                    <a:pt x="1106585" y="1048791"/>
                  </a:lnTo>
                  <a:lnTo>
                    <a:pt x="1111782" y="1054839"/>
                  </a:lnTo>
                  <a:lnTo>
                    <a:pt x="1113053" y="1060159"/>
                  </a:lnTo>
                  <a:lnTo>
                    <a:pt x="1112118" y="1070731"/>
                  </a:lnTo>
                  <a:lnTo>
                    <a:pt x="1110062" y="1075156"/>
                  </a:lnTo>
                  <a:lnTo>
                    <a:pt x="1104305" y="1077224"/>
                  </a:lnTo>
                  <a:lnTo>
                    <a:pt x="1091631" y="1075294"/>
                  </a:lnTo>
                  <a:lnTo>
                    <a:pt x="1092192" y="1081214"/>
                  </a:lnTo>
                  <a:lnTo>
                    <a:pt x="1073500" y="1088335"/>
                  </a:lnTo>
                  <a:lnTo>
                    <a:pt x="1056378" y="1078188"/>
                  </a:lnTo>
                  <a:lnTo>
                    <a:pt x="1060378" y="1059880"/>
                  </a:lnTo>
                  <a:lnTo>
                    <a:pt x="1055780" y="1053294"/>
                  </a:lnTo>
                  <a:lnTo>
                    <a:pt x="1057088" y="1063229"/>
                  </a:lnTo>
                  <a:lnTo>
                    <a:pt x="1056004" y="1066986"/>
                  </a:lnTo>
                  <a:lnTo>
                    <a:pt x="1048489" y="1075018"/>
                  </a:lnTo>
                  <a:lnTo>
                    <a:pt x="1051368" y="1081214"/>
                  </a:lnTo>
                  <a:lnTo>
                    <a:pt x="1048489" y="1092017"/>
                  </a:lnTo>
                  <a:lnTo>
                    <a:pt x="1055705" y="1098941"/>
                  </a:lnTo>
                  <a:lnTo>
                    <a:pt x="1070023" y="1099617"/>
                  </a:lnTo>
                  <a:lnTo>
                    <a:pt x="1089351" y="1108113"/>
                  </a:lnTo>
                  <a:lnTo>
                    <a:pt x="1089949" y="1110262"/>
                  </a:lnTo>
                  <a:lnTo>
                    <a:pt x="1086398" y="1134441"/>
                  </a:lnTo>
                  <a:lnTo>
                    <a:pt x="1083743" y="1136545"/>
                  </a:lnTo>
                  <a:lnTo>
                    <a:pt x="1069425" y="1137070"/>
                  </a:lnTo>
                  <a:lnTo>
                    <a:pt x="1051592" y="1150650"/>
                  </a:lnTo>
                  <a:lnTo>
                    <a:pt x="1048228" y="1150650"/>
                  </a:lnTo>
                  <a:lnTo>
                    <a:pt x="1034919" y="1145053"/>
                  </a:lnTo>
                  <a:lnTo>
                    <a:pt x="1018881" y="1130752"/>
                  </a:lnTo>
                  <a:lnTo>
                    <a:pt x="1010619" y="1114414"/>
                  </a:lnTo>
                  <a:lnTo>
                    <a:pt x="1004525" y="1124402"/>
                  </a:lnTo>
                  <a:lnTo>
                    <a:pt x="999815" y="1126389"/>
                  </a:lnTo>
                  <a:lnTo>
                    <a:pt x="982319" y="1107844"/>
                  </a:lnTo>
                  <a:lnTo>
                    <a:pt x="997721" y="1131016"/>
                  </a:lnTo>
                  <a:lnTo>
                    <a:pt x="997460" y="1132993"/>
                  </a:lnTo>
                  <a:lnTo>
                    <a:pt x="986655" y="1138907"/>
                  </a:lnTo>
                  <a:lnTo>
                    <a:pt x="979291" y="1148960"/>
                  </a:lnTo>
                  <a:lnTo>
                    <a:pt x="971066" y="1151818"/>
                  </a:lnTo>
                  <a:lnTo>
                    <a:pt x="945981" y="1138513"/>
                  </a:lnTo>
                  <a:lnTo>
                    <a:pt x="948075" y="1143095"/>
                  </a:lnTo>
                  <a:lnTo>
                    <a:pt x="961122" y="1152077"/>
                  </a:lnTo>
                  <a:lnTo>
                    <a:pt x="957234" y="1157642"/>
                  </a:lnTo>
                  <a:lnTo>
                    <a:pt x="946093" y="1157255"/>
                  </a:lnTo>
                  <a:lnTo>
                    <a:pt x="939925" y="1160094"/>
                  </a:lnTo>
                  <a:lnTo>
                    <a:pt x="944373" y="1165110"/>
                  </a:lnTo>
                  <a:lnTo>
                    <a:pt x="947663" y="1160480"/>
                  </a:lnTo>
                  <a:lnTo>
                    <a:pt x="956711" y="1161253"/>
                  </a:lnTo>
                  <a:lnTo>
                    <a:pt x="984824" y="1150130"/>
                  </a:lnTo>
                  <a:lnTo>
                    <a:pt x="987553" y="1143878"/>
                  </a:lnTo>
                  <a:lnTo>
                    <a:pt x="991927" y="1141395"/>
                  </a:lnTo>
                  <a:lnTo>
                    <a:pt x="1011142" y="1140479"/>
                  </a:lnTo>
                  <a:lnTo>
                    <a:pt x="1016002" y="1141264"/>
                  </a:lnTo>
                  <a:lnTo>
                    <a:pt x="1029610" y="1156092"/>
                  </a:lnTo>
                  <a:lnTo>
                    <a:pt x="1034732" y="1157642"/>
                  </a:lnTo>
                  <a:lnTo>
                    <a:pt x="1037723" y="1163954"/>
                  </a:lnTo>
                  <a:lnTo>
                    <a:pt x="1054695" y="1175718"/>
                  </a:lnTo>
                  <a:lnTo>
                    <a:pt x="1055294" y="1195541"/>
                  </a:lnTo>
                  <a:lnTo>
                    <a:pt x="1053873" y="1211844"/>
                  </a:lnTo>
                  <a:lnTo>
                    <a:pt x="1049611" y="1215547"/>
                  </a:lnTo>
                  <a:lnTo>
                    <a:pt x="1050471" y="1224146"/>
                  </a:lnTo>
                  <a:lnTo>
                    <a:pt x="1049349" y="1230983"/>
                  </a:lnTo>
                  <a:lnTo>
                    <a:pt x="1012451" y="1205025"/>
                  </a:lnTo>
                  <a:lnTo>
                    <a:pt x="1006432" y="1191903"/>
                  </a:lnTo>
                  <a:lnTo>
                    <a:pt x="1000824" y="1167290"/>
                  </a:lnTo>
                  <a:lnTo>
                    <a:pt x="993273" y="1168955"/>
                  </a:lnTo>
                  <a:lnTo>
                    <a:pt x="989571" y="1171256"/>
                  </a:lnTo>
                  <a:lnTo>
                    <a:pt x="987814" y="1175336"/>
                  </a:lnTo>
                  <a:lnTo>
                    <a:pt x="958692" y="1189892"/>
                  </a:lnTo>
                  <a:lnTo>
                    <a:pt x="964225" y="1192908"/>
                  </a:lnTo>
                  <a:lnTo>
                    <a:pt x="997011" y="1176863"/>
                  </a:lnTo>
                  <a:lnTo>
                    <a:pt x="1000413" y="1199169"/>
                  </a:lnTo>
                  <a:lnTo>
                    <a:pt x="999329" y="1204528"/>
                  </a:lnTo>
                  <a:lnTo>
                    <a:pt x="988898" y="1212338"/>
                  </a:lnTo>
                  <a:lnTo>
                    <a:pt x="990693" y="1215424"/>
                  </a:lnTo>
                  <a:lnTo>
                    <a:pt x="1000039" y="1209244"/>
                  </a:lnTo>
                  <a:lnTo>
                    <a:pt x="1002020" y="1210483"/>
                  </a:lnTo>
                  <a:lnTo>
                    <a:pt x="1005235" y="1215424"/>
                  </a:lnTo>
                  <a:lnTo>
                    <a:pt x="1022470" y="1229522"/>
                  </a:lnTo>
                  <a:lnTo>
                    <a:pt x="1045125" y="1244787"/>
                  </a:lnTo>
                  <a:lnTo>
                    <a:pt x="1047742" y="1254384"/>
                  </a:lnTo>
                  <a:lnTo>
                    <a:pt x="1056266" y="1256056"/>
                  </a:lnTo>
                  <a:lnTo>
                    <a:pt x="1055144" y="1259750"/>
                  </a:lnTo>
                  <a:lnTo>
                    <a:pt x="1044975" y="1272182"/>
                  </a:lnTo>
                  <a:lnTo>
                    <a:pt x="1045461" y="1279817"/>
                  </a:lnTo>
                  <a:lnTo>
                    <a:pt x="1046770" y="1288453"/>
                  </a:lnTo>
                  <a:lnTo>
                    <a:pt x="1049237" y="1276534"/>
                  </a:lnTo>
                  <a:lnTo>
                    <a:pt x="1056228" y="1271593"/>
                  </a:lnTo>
                  <a:lnTo>
                    <a:pt x="1060565" y="1273595"/>
                  </a:lnTo>
                  <a:lnTo>
                    <a:pt x="1062247" y="1291241"/>
                  </a:lnTo>
                  <a:lnTo>
                    <a:pt x="1062210" y="1313554"/>
                  </a:lnTo>
                  <a:lnTo>
                    <a:pt x="1065350" y="1334358"/>
                  </a:lnTo>
                  <a:lnTo>
                    <a:pt x="1063219" y="1337941"/>
                  </a:lnTo>
                  <a:lnTo>
                    <a:pt x="1056602" y="1339506"/>
                  </a:lnTo>
                  <a:lnTo>
                    <a:pt x="1047443" y="1338277"/>
                  </a:lnTo>
                  <a:lnTo>
                    <a:pt x="1046359" y="1313326"/>
                  </a:lnTo>
                  <a:lnTo>
                    <a:pt x="1044527" y="1316628"/>
                  </a:lnTo>
                  <a:lnTo>
                    <a:pt x="1042770" y="1336375"/>
                  </a:lnTo>
                  <a:lnTo>
                    <a:pt x="1041088" y="1339841"/>
                  </a:lnTo>
                  <a:lnTo>
                    <a:pt x="1027853" y="1339059"/>
                  </a:lnTo>
                  <a:lnTo>
                    <a:pt x="1018208" y="1332563"/>
                  </a:lnTo>
                  <a:lnTo>
                    <a:pt x="1014507" y="1326597"/>
                  </a:lnTo>
                  <a:lnTo>
                    <a:pt x="1011180" y="1317765"/>
                  </a:lnTo>
                  <a:lnTo>
                    <a:pt x="1008376" y="1301527"/>
                  </a:lnTo>
                  <a:lnTo>
                    <a:pt x="1006058" y="1295064"/>
                  </a:lnTo>
                  <a:lnTo>
                    <a:pt x="1002207" y="1290080"/>
                  </a:lnTo>
                  <a:lnTo>
                    <a:pt x="974730" y="1267461"/>
                  </a:lnTo>
                  <a:lnTo>
                    <a:pt x="949794" y="1263789"/>
                  </a:lnTo>
                  <a:lnTo>
                    <a:pt x="948224" y="1265449"/>
                  </a:lnTo>
                  <a:lnTo>
                    <a:pt x="949383" y="1270060"/>
                  </a:lnTo>
                  <a:lnTo>
                    <a:pt x="975627" y="1273477"/>
                  </a:lnTo>
                  <a:lnTo>
                    <a:pt x="978618" y="1280753"/>
                  </a:lnTo>
                  <a:lnTo>
                    <a:pt x="979253" y="1287406"/>
                  </a:lnTo>
                  <a:lnTo>
                    <a:pt x="977720" y="1292749"/>
                  </a:lnTo>
                  <a:lnTo>
                    <a:pt x="969085" y="1301296"/>
                  </a:lnTo>
                  <a:lnTo>
                    <a:pt x="957458" y="1307612"/>
                  </a:lnTo>
                  <a:lnTo>
                    <a:pt x="922541" y="1304860"/>
                  </a:lnTo>
                  <a:lnTo>
                    <a:pt x="930990" y="1311158"/>
                  </a:lnTo>
                  <a:lnTo>
                    <a:pt x="931252" y="1314693"/>
                  </a:lnTo>
                  <a:lnTo>
                    <a:pt x="929382" y="1323547"/>
                  </a:lnTo>
                  <a:lnTo>
                    <a:pt x="922167" y="1331327"/>
                  </a:lnTo>
                  <a:lnTo>
                    <a:pt x="908559" y="1339394"/>
                  </a:lnTo>
                  <a:lnTo>
                    <a:pt x="919587" y="1337382"/>
                  </a:lnTo>
                  <a:lnTo>
                    <a:pt x="930504" y="1342072"/>
                  </a:lnTo>
                  <a:lnTo>
                    <a:pt x="959439" y="1338277"/>
                  </a:lnTo>
                  <a:lnTo>
                    <a:pt x="961795" y="1342406"/>
                  </a:lnTo>
                  <a:lnTo>
                    <a:pt x="960374" y="1344855"/>
                  </a:lnTo>
                  <a:lnTo>
                    <a:pt x="947364" y="1351068"/>
                  </a:lnTo>
                  <a:lnTo>
                    <a:pt x="939925" y="1359120"/>
                  </a:lnTo>
                  <a:lnTo>
                    <a:pt x="938541" y="1364935"/>
                  </a:lnTo>
                  <a:lnTo>
                    <a:pt x="943626" y="1367232"/>
                  </a:lnTo>
                  <a:lnTo>
                    <a:pt x="951028" y="1354383"/>
                  </a:lnTo>
                  <a:lnTo>
                    <a:pt x="969122" y="1351731"/>
                  </a:lnTo>
                  <a:lnTo>
                    <a:pt x="982132" y="1345078"/>
                  </a:lnTo>
                  <a:lnTo>
                    <a:pt x="998357" y="1348631"/>
                  </a:lnTo>
                  <a:lnTo>
                    <a:pt x="1020788" y="1358240"/>
                  </a:lnTo>
                  <a:lnTo>
                    <a:pt x="1049536" y="1359011"/>
                  </a:lnTo>
                  <a:lnTo>
                    <a:pt x="1051144" y="1360110"/>
                  </a:lnTo>
                  <a:lnTo>
                    <a:pt x="1049461" y="1364716"/>
                  </a:lnTo>
                  <a:lnTo>
                    <a:pt x="1033984" y="1372683"/>
                  </a:lnTo>
                  <a:lnTo>
                    <a:pt x="1032826" y="1373770"/>
                  </a:lnTo>
                  <a:lnTo>
                    <a:pt x="1034358" y="1378544"/>
                  </a:lnTo>
                  <a:lnTo>
                    <a:pt x="1033648" y="1379193"/>
                  </a:lnTo>
                  <a:lnTo>
                    <a:pt x="1016675" y="1382544"/>
                  </a:lnTo>
                  <a:lnTo>
                    <a:pt x="1019928" y="1389112"/>
                  </a:lnTo>
                  <a:lnTo>
                    <a:pt x="1019292" y="1391472"/>
                  </a:lnTo>
                  <a:lnTo>
                    <a:pt x="1015068" y="1393293"/>
                  </a:lnTo>
                  <a:lnTo>
                    <a:pt x="1007740" y="1391579"/>
                  </a:lnTo>
                  <a:lnTo>
                    <a:pt x="1009310" y="1397887"/>
                  </a:lnTo>
                  <a:lnTo>
                    <a:pt x="1007740" y="1400338"/>
                  </a:lnTo>
                  <a:lnTo>
                    <a:pt x="995890" y="1408931"/>
                  </a:lnTo>
                  <a:lnTo>
                    <a:pt x="989198" y="1410833"/>
                  </a:lnTo>
                  <a:lnTo>
                    <a:pt x="991216" y="1416416"/>
                  </a:lnTo>
                  <a:lnTo>
                    <a:pt x="981833" y="1423334"/>
                  </a:lnTo>
                  <a:lnTo>
                    <a:pt x="978618" y="1432397"/>
                  </a:lnTo>
                  <a:lnTo>
                    <a:pt x="962318" y="1444689"/>
                  </a:lnTo>
                  <a:lnTo>
                    <a:pt x="928186" y="1455846"/>
                  </a:lnTo>
                  <a:lnTo>
                    <a:pt x="904858" y="1465997"/>
                  </a:lnTo>
                  <a:lnTo>
                    <a:pt x="891997" y="1465289"/>
                  </a:lnTo>
                  <a:lnTo>
                    <a:pt x="885231" y="1471646"/>
                  </a:lnTo>
                  <a:lnTo>
                    <a:pt x="874315" y="1468723"/>
                  </a:lnTo>
                  <a:lnTo>
                    <a:pt x="876707" y="1473658"/>
                  </a:lnTo>
                  <a:lnTo>
                    <a:pt x="876595" y="1476168"/>
                  </a:lnTo>
                  <a:lnTo>
                    <a:pt x="868969" y="1479273"/>
                  </a:lnTo>
                  <a:lnTo>
                    <a:pt x="859809" y="1475566"/>
                  </a:lnTo>
                  <a:lnTo>
                    <a:pt x="840930" y="1458188"/>
                  </a:lnTo>
                  <a:lnTo>
                    <a:pt x="843996" y="1468320"/>
                  </a:lnTo>
                  <a:lnTo>
                    <a:pt x="840108" y="1470841"/>
                  </a:lnTo>
                  <a:lnTo>
                    <a:pt x="844519" y="1479173"/>
                  </a:lnTo>
                  <a:lnTo>
                    <a:pt x="844332" y="1483170"/>
                  </a:lnTo>
                  <a:lnTo>
                    <a:pt x="840070" y="1489142"/>
                  </a:lnTo>
                  <a:lnTo>
                    <a:pt x="824743" y="1501494"/>
                  </a:lnTo>
                  <a:lnTo>
                    <a:pt x="819733" y="1513242"/>
                  </a:lnTo>
                  <a:lnTo>
                    <a:pt x="816480" y="1516746"/>
                  </a:lnTo>
                  <a:lnTo>
                    <a:pt x="815995" y="1523144"/>
                  </a:lnTo>
                  <a:lnTo>
                    <a:pt x="804106" y="1551458"/>
                  </a:lnTo>
                  <a:lnTo>
                    <a:pt x="800629" y="1556745"/>
                  </a:lnTo>
                  <a:lnTo>
                    <a:pt x="797414" y="1556462"/>
                  </a:lnTo>
                  <a:lnTo>
                    <a:pt x="793078" y="1566695"/>
                  </a:lnTo>
                  <a:lnTo>
                    <a:pt x="781526" y="1576198"/>
                  </a:lnTo>
                  <a:lnTo>
                    <a:pt x="776890" y="1575641"/>
                  </a:lnTo>
                  <a:lnTo>
                    <a:pt x="767432" y="1566321"/>
                  </a:lnTo>
                  <a:lnTo>
                    <a:pt x="772367" y="1581941"/>
                  </a:lnTo>
                  <a:lnTo>
                    <a:pt x="756777" y="1597649"/>
                  </a:lnTo>
                  <a:lnTo>
                    <a:pt x="756590" y="1591150"/>
                  </a:lnTo>
                  <a:lnTo>
                    <a:pt x="753712" y="1588670"/>
                  </a:lnTo>
                  <a:lnTo>
                    <a:pt x="753525" y="1592067"/>
                  </a:lnTo>
                  <a:lnTo>
                    <a:pt x="750833" y="1599748"/>
                  </a:lnTo>
                  <a:lnTo>
                    <a:pt x="745300" y="1600112"/>
                  </a:lnTo>
                  <a:lnTo>
                    <a:pt x="742608" y="1595639"/>
                  </a:lnTo>
                  <a:lnTo>
                    <a:pt x="737337" y="1599748"/>
                  </a:lnTo>
                  <a:lnTo>
                    <a:pt x="737038" y="1603298"/>
                  </a:lnTo>
                  <a:lnTo>
                    <a:pt x="735393" y="1606476"/>
                  </a:lnTo>
                  <a:lnTo>
                    <a:pt x="728216" y="1609647"/>
                  </a:lnTo>
                  <a:lnTo>
                    <a:pt x="724066" y="1607655"/>
                  </a:lnTo>
                  <a:lnTo>
                    <a:pt x="723094" y="1603843"/>
                  </a:lnTo>
                  <a:lnTo>
                    <a:pt x="727318" y="1596370"/>
                  </a:lnTo>
                  <a:lnTo>
                    <a:pt x="726720" y="1593717"/>
                  </a:lnTo>
                  <a:lnTo>
                    <a:pt x="727542" y="1590232"/>
                  </a:lnTo>
                  <a:lnTo>
                    <a:pt x="738122" y="1573410"/>
                  </a:lnTo>
                  <a:lnTo>
                    <a:pt x="726982" y="1569217"/>
                  </a:lnTo>
                  <a:lnTo>
                    <a:pt x="719879" y="1569217"/>
                  </a:lnTo>
                  <a:lnTo>
                    <a:pt x="728253" y="1575641"/>
                  </a:lnTo>
                  <a:lnTo>
                    <a:pt x="723767" y="1581848"/>
                  </a:lnTo>
                  <a:lnTo>
                    <a:pt x="720215" y="1593992"/>
                  </a:lnTo>
                  <a:lnTo>
                    <a:pt x="712327" y="1588578"/>
                  </a:lnTo>
                  <a:lnTo>
                    <a:pt x="713935" y="1593076"/>
                  </a:lnTo>
                  <a:lnTo>
                    <a:pt x="718645" y="1597284"/>
                  </a:lnTo>
                  <a:lnTo>
                    <a:pt x="718907" y="1603662"/>
                  </a:lnTo>
                  <a:lnTo>
                    <a:pt x="709897" y="1608108"/>
                  </a:lnTo>
                  <a:lnTo>
                    <a:pt x="677971" y="1611546"/>
                  </a:lnTo>
                  <a:lnTo>
                    <a:pt x="677597" y="1613261"/>
                  </a:lnTo>
                  <a:lnTo>
                    <a:pt x="690345" y="1622342"/>
                  </a:lnTo>
                  <a:lnTo>
                    <a:pt x="688812" y="1624938"/>
                  </a:lnTo>
                  <a:lnTo>
                    <a:pt x="680999" y="1634116"/>
                  </a:lnTo>
                  <a:lnTo>
                    <a:pt x="676325" y="1636778"/>
                  </a:lnTo>
                  <a:lnTo>
                    <a:pt x="667727" y="1633761"/>
                  </a:lnTo>
                  <a:lnTo>
                    <a:pt x="659054" y="1634205"/>
                  </a:lnTo>
                  <a:lnTo>
                    <a:pt x="658979" y="1637398"/>
                  </a:lnTo>
                  <a:lnTo>
                    <a:pt x="661521" y="1645610"/>
                  </a:lnTo>
                  <a:lnTo>
                    <a:pt x="667989" y="1643319"/>
                  </a:lnTo>
                  <a:lnTo>
                    <a:pt x="670755" y="1647721"/>
                  </a:lnTo>
                  <a:lnTo>
                    <a:pt x="672587" y="1655083"/>
                  </a:lnTo>
                  <a:lnTo>
                    <a:pt x="675802" y="1658835"/>
                  </a:lnTo>
                  <a:lnTo>
                    <a:pt x="677821" y="1664487"/>
                  </a:lnTo>
                  <a:lnTo>
                    <a:pt x="671653" y="1670979"/>
                  </a:lnTo>
                  <a:lnTo>
                    <a:pt x="667092" y="1671670"/>
                  </a:lnTo>
                  <a:lnTo>
                    <a:pt x="667316" y="1674687"/>
                  </a:lnTo>
                  <a:lnTo>
                    <a:pt x="665335" y="1676838"/>
                  </a:lnTo>
                  <a:lnTo>
                    <a:pt x="648736" y="1673223"/>
                  </a:lnTo>
                  <a:lnTo>
                    <a:pt x="660176" y="1681643"/>
                  </a:lnTo>
                  <a:lnTo>
                    <a:pt x="664438" y="1679672"/>
                  </a:lnTo>
                  <a:lnTo>
                    <a:pt x="668774" y="1681129"/>
                  </a:lnTo>
                  <a:lnTo>
                    <a:pt x="668026" y="1690862"/>
                  </a:lnTo>
                  <a:lnTo>
                    <a:pt x="670157" y="1700354"/>
                  </a:lnTo>
                  <a:lnTo>
                    <a:pt x="665559" y="1704991"/>
                  </a:lnTo>
                  <a:lnTo>
                    <a:pt x="665484" y="1709360"/>
                  </a:lnTo>
                  <a:lnTo>
                    <a:pt x="659802" y="1710282"/>
                  </a:lnTo>
                  <a:lnTo>
                    <a:pt x="659652" y="1714968"/>
                  </a:lnTo>
                  <a:lnTo>
                    <a:pt x="657671" y="1717888"/>
                  </a:lnTo>
                  <a:lnTo>
                    <a:pt x="658568" y="1721384"/>
                  </a:lnTo>
                  <a:lnTo>
                    <a:pt x="652773" y="1731157"/>
                  </a:lnTo>
                  <a:lnTo>
                    <a:pt x="643278" y="1730745"/>
                  </a:lnTo>
                  <a:lnTo>
                    <a:pt x="636436" y="1724374"/>
                  </a:lnTo>
                  <a:lnTo>
                    <a:pt x="638081" y="1728597"/>
                  </a:lnTo>
                  <a:lnTo>
                    <a:pt x="647652" y="1735195"/>
                  </a:lnTo>
                  <a:lnTo>
                    <a:pt x="647465" y="1737825"/>
                  </a:lnTo>
                  <a:lnTo>
                    <a:pt x="641932" y="1745929"/>
                  </a:lnTo>
                  <a:lnTo>
                    <a:pt x="638829" y="1747886"/>
                  </a:lnTo>
                  <a:lnTo>
                    <a:pt x="620510" y="1746663"/>
                  </a:lnTo>
                  <a:lnTo>
                    <a:pt x="626043" y="1750410"/>
                  </a:lnTo>
                  <a:lnTo>
                    <a:pt x="636885" y="1753579"/>
                  </a:lnTo>
                  <a:lnTo>
                    <a:pt x="636623" y="1756092"/>
                  </a:lnTo>
                  <a:lnTo>
                    <a:pt x="635015" y="1758196"/>
                  </a:lnTo>
                  <a:lnTo>
                    <a:pt x="635950" y="1761266"/>
                  </a:lnTo>
                  <a:lnTo>
                    <a:pt x="633371" y="1772194"/>
                  </a:lnTo>
                  <a:lnTo>
                    <a:pt x="637072" y="1778342"/>
                  </a:lnTo>
                  <a:lnTo>
                    <a:pt x="637745" y="1785256"/>
                  </a:lnTo>
                  <a:lnTo>
                    <a:pt x="634866" y="1789055"/>
                  </a:lnTo>
                  <a:lnTo>
                    <a:pt x="629034" y="1789687"/>
                  </a:lnTo>
                  <a:lnTo>
                    <a:pt x="627875" y="1791424"/>
                  </a:lnTo>
                  <a:lnTo>
                    <a:pt x="633333" y="1792922"/>
                  </a:lnTo>
                  <a:lnTo>
                    <a:pt x="632847" y="1795756"/>
                  </a:lnTo>
                  <a:lnTo>
                    <a:pt x="626642" y="1819688"/>
                  </a:lnTo>
                  <a:lnTo>
                    <a:pt x="625146" y="1832378"/>
                  </a:lnTo>
                  <a:lnTo>
                    <a:pt x="618379" y="1842750"/>
                  </a:lnTo>
                  <a:lnTo>
                    <a:pt x="612061" y="1842902"/>
                  </a:lnTo>
                  <a:lnTo>
                    <a:pt x="600098" y="1839708"/>
                  </a:lnTo>
                  <a:lnTo>
                    <a:pt x="599762" y="1840849"/>
                  </a:lnTo>
                  <a:lnTo>
                    <a:pt x="602005" y="1842826"/>
                  </a:lnTo>
                  <a:lnTo>
                    <a:pt x="613145" y="1846013"/>
                  </a:lnTo>
                  <a:lnTo>
                    <a:pt x="616024" y="1850780"/>
                  </a:lnTo>
                  <a:lnTo>
                    <a:pt x="616734" y="1862137"/>
                  </a:lnTo>
                  <a:lnTo>
                    <a:pt x="612622" y="1867669"/>
                  </a:lnTo>
                  <a:lnTo>
                    <a:pt x="606454" y="1867296"/>
                  </a:lnTo>
                  <a:lnTo>
                    <a:pt x="599463" y="1863635"/>
                  </a:lnTo>
                  <a:lnTo>
                    <a:pt x="605631" y="1870501"/>
                  </a:lnTo>
                  <a:lnTo>
                    <a:pt x="600435" y="1872287"/>
                  </a:lnTo>
                  <a:lnTo>
                    <a:pt x="596098" y="1871618"/>
                  </a:lnTo>
                  <a:lnTo>
                    <a:pt x="597145" y="1867744"/>
                  </a:lnTo>
                  <a:lnTo>
                    <a:pt x="592920" y="1869086"/>
                  </a:lnTo>
                  <a:lnTo>
                    <a:pt x="589930" y="1867893"/>
                  </a:lnTo>
                  <a:lnTo>
                    <a:pt x="589107" y="1864084"/>
                  </a:lnTo>
                  <a:lnTo>
                    <a:pt x="593706" y="1857185"/>
                  </a:lnTo>
                  <a:lnTo>
                    <a:pt x="594864" y="1854476"/>
                  </a:lnTo>
                  <a:lnTo>
                    <a:pt x="593855" y="1853270"/>
                  </a:lnTo>
                  <a:lnTo>
                    <a:pt x="587425" y="1863410"/>
                  </a:lnTo>
                  <a:lnTo>
                    <a:pt x="585780" y="1863934"/>
                  </a:lnTo>
                  <a:lnTo>
                    <a:pt x="569854" y="1856207"/>
                  </a:lnTo>
                  <a:lnTo>
                    <a:pt x="570116" y="1849041"/>
                  </a:lnTo>
                  <a:lnTo>
                    <a:pt x="578266" y="1845558"/>
                  </a:lnTo>
                  <a:lnTo>
                    <a:pt x="580771" y="1842370"/>
                  </a:lnTo>
                  <a:lnTo>
                    <a:pt x="582789" y="1836735"/>
                  </a:lnTo>
                  <a:lnTo>
                    <a:pt x="576023" y="1843434"/>
                  </a:lnTo>
                  <a:lnTo>
                    <a:pt x="569854" y="1846013"/>
                  </a:lnTo>
                  <a:lnTo>
                    <a:pt x="556022" y="1838870"/>
                  </a:lnTo>
                  <a:lnTo>
                    <a:pt x="554041" y="1831995"/>
                  </a:lnTo>
                  <a:lnTo>
                    <a:pt x="556583" y="1823700"/>
                  </a:lnTo>
                  <a:lnTo>
                    <a:pt x="559461" y="1818451"/>
                  </a:lnTo>
                  <a:lnTo>
                    <a:pt x="559686" y="1813104"/>
                  </a:lnTo>
                  <a:lnTo>
                    <a:pt x="557480" y="1814889"/>
                  </a:lnTo>
                  <a:lnTo>
                    <a:pt x="556732" y="1818296"/>
                  </a:lnTo>
                  <a:lnTo>
                    <a:pt x="544881" y="1824085"/>
                  </a:lnTo>
                  <a:lnTo>
                    <a:pt x="538825" y="1830310"/>
                  </a:lnTo>
                  <a:lnTo>
                    <a:pt x="531535" y="1831766"/>
                  </a:lnTo>
                  <a:lnTo>
                    <a:pt x="526563" y="1829236"/>
                  </a:lnTo>
                  <a:lnTo>
                    <a:pt x="519684" y="1829773"/>
                  </a:lnTo>
                  <a:lnTo>
                    <a:pt x="521030" y="1833985"/>
                  </a:lnTo>
                  <a:lnTo>
                    <a:pt x="519011" y="1834214"/>
                  </a:lnTo>
                  <a:lnTo>
                    <a:pt x="515160" y="1834367"/>
                  </a:lnTo>
                  <a:lnTo>
                    <a:pt x="511684" y="1832302"/>
                  </a:lnTo>
                  <a:lnTo>
                    <a:pt x="510413" y="1830693"/>
                  </a:lnTo>
                  <a:lnTo>
                    <a:pt x="511160" y="1828622"/>
                  </a:lnTo>
                  <a:lnTo>
                    <a:pt x="520208" y="1822544"/>
                  </a:lnTo>
                  <a:lnTo>
                    <a:pt x="507422" y="1822236"/>
                  </a:lnTo>
                  <a:lnTo>
                    <a:pt x="507571" y="1816516"/>
                  </a:lnTo>
                  <a:lnTo>
                    <a:pt x="506525" y="1814423"/>
                  </a:lnTo>
                  <a:lnTo>
                    <a:pt x="503048" y="1811861"/>
                  </a:lnTo>
                  <a:lnTo>
                    <a:pt x="496281" y="1810539"/>
                  </a:lnTo>
                  <a:lnTo>
                    <a:pt x="493627" y="1799840"/>
                  </a:lnTo>
                  <a:lnTo>
                    <a:pt x="488655" y="1796936"/>
                  </a:lnTo>
                  <a:lnTo>
                    <a:pt x="490636" y="1792764"/>
                  </a:lnTo>
                  <a:lnTo>
                    <a:pt x="488206" y="1790082"/>
                  </a:lnTo>
                  <a:lnTo>
                    <a:pt x="486786" y="1783828"/>
                  </a:lnTo>
                  <a:lnTo>
                    <a:pt x="493851" y="1777227"/>
                  </a:lnTo>
                  <a:lnTo>
                    <a:pt x="498225" y="1775392"/>
                  </a:lnTo>
                  <a:lnTo>
                    <a:pt x="492169" y="1773954"/>
                  </a:lnTo>
                  <a:lnTo>
                    <a:pt x="487421" y="1778502"/>
                  </a:lnTo>
                  <a:lnTo>
                    <a:pt x="481701" y="1778980"/>
                  </a:lnTo>
                  <a:lnTo>
                    <a:pt x="480879" y="1778183"/>
                  </a:lnTo>
                  <a:lnTo>
                    <a:pt x="480804" y="1772274"/>
                  </a:lnTo>
                  <a:lnTo>
                    <a:pt x="483159" y="1768588"/>
                  </a:lnTo>
                  <a:lnTo>
                    <a:pt x="472430" y="1762717"/>
                  </a:lnTo>
                  <a:lnTo>
                    <a:pt x="467271" y="1757873"/>
                  </a:lnTo>
                  <a:lnTo>
                    <a:pt x="468505" y="1753092"/>
                  </a:lnTo>
                  <a:lnTo>
                    <a:pt x="468579" y="1748538"/>
                  </a:lnTo>
                  <a:lnTo>
                    <a:pt x="467682" y="1746582"/>
                  </a:lnTo>
                  <a:lnTo>
                    <a:pt x="472318" y="1738317"/>
                  </a:lnTo>
                  <a:lnTo>
                    <a:pt x="478187" y="1731900"/>
                  </a:lnTo>
                  <a:lnTo>
                    <a:pt x="471981" y="1735030"/>
                  </a:lnTo>
                  <a:lnTo>
                    <a:pt x="465813" y="1742088"/>
                  </a:lnTo>
                  <a:lnTo>
                    <a:pt x="463495" y="1736510"/>
                  </a:lnTo>
                  <a:lnTo>
                    <a:pt x="457177" y="1729836"/>
                  </a:lnTo>
                  <a:lnTo>
                    <a:pt x="443382" y="1704233"/>
                  </a:lnTo>
                  <a:lnTo>
                    <a:pt x="441961" y="1698833"/>
                  </a:lnTo>
                  <a:lnTo>
                    <a:pt x="443756" y="1691882"/>
                  </a:lnTo>
                  <a:lnTo>
                    <a:pt x="441737" y="1687114"/>
                  </a:lnTo>
                  <a:lnTo>
                    <a:pt x="466785" y="1679329"/>
                  </a:lnTo>
                  <a:lnTo>
                    <a:pt x="468467" y="1677182"/>
                  </a:lnTo>
                  <a:lnTo>
                    <a:pt x="463794" y="1677440"/>
                  </a:lnTo>
                  <a:lnTo>
                    <a:pt x="464803" y="1672533"/>
                  </a:lnTo>
                  <a:lnTo>
                    <a:pt x="458934" y="1676752"/>
                  </a:lnTo>
                  <a:lnTo>
                    <a:pt x="441849" y="1682842"/>
                  </a:lnTo>
                  <a:lnTo>
                    <a:pt x="438410" y="1677697"/>
                  </a:lnTo>
                  <a:lnTo>
                    <a:pt x="448317" y="1660577"/>
                  </a:lnTo>
                  <a:lnTo>
                    <a:pt x="456541" y="1660664"/>
                  </a:lnTo>
                  <a:lnTo>
                    <a:pt x="456242" y="1656480"/>
                  </a:lnTo>
                  <a:lnTo>
                    <a:pt x="459682" y="1654908"/>
                  </a:lnTo>
                  <a:lnTo>
                    <a:pt x="466523" y="1654645"/>
                  </a:lnTo>
                  <a:lnTo>
                    <a:pt x="470598" y="1663967"/>
                  </a:lnTo>
                  <a:lnTo>
                    <a:pt x="473701" y="1666048"/>
                  </a:lnTo>
                  <a:lnTo>
                    <a:pt x="471383" y="1653596"/>
                  </a:lnTo>
                  <a:lnTo>
                    <a:pt x="467682" y="1650004"/>
                  </a:lnTo>
                  <a:lnTo>
                    <a:pt x="463158" y="1650618"/>
                  </a:lnTo>
                  <a:lnTo>
                    <a:pt x="460429" y="1646314"/>
                  </a:lnTo>
                  <a:lnTo>
                    <a:pt x="453962" y="1629223"/>
                  </a:lnTo>
                  <a:lnTo>
                    <a:pt x="458897" y="1649038"/>
                  </a:lnTo>
                  <a:lnTo>
                    <a:pt x="455383" y="1654033"/>
                  </a:lnTo>
                  <a:lnTo>
                    <a:pt x="448541" y="1657266"/>
                  </a:lnTo>
                  <a:lnTo>
                    <a:pt x="450224" y="1649653"/>
                  </a:lnTo>
                  <a:lnTo>
                    <a:pt x="447831" y="1650968"/>
                  </a:lnTo>
                  <a:lnTo>
                    <a:pt x="445587" y="1653771"/>
                  </a:lnTo>
                  <a:lnTo>
                    <a:pt x="437363" y="1674084"/>
                  </a:lnTo>
                  <a:lnTo>
                    <a:pt x="433961" y="1677010"/>
                  </a:lnTo>
                  <a:lnTo>
                    <a:pt x="432391" y="1675204"/>
                  </a:lnTo>
                  <a:lnTo>
                    <a:pt x="430409" y="1667521"/>
                  </a:lnTo>
                  <a:lnTo>
                    <a:pt x="430522" y="1654733"/>
                  </a:lnTo>
                  <a:lnTo>
                    <a:pt x="426970" y="1631538"/>
                  </a:lnTo>
                  <a:lnTo>
                    <a:pt x="423045" y="1629045"/>
                  </a:lnTo>
                  <a:lnTo>
                    <a:pt x="421176" y="1622880"/>
                  </a:lnTo>
                  <a:lnTo>
                    <a:pt x="428615" y="1617225"/>
                  </a:lnTo>
                  <a:lnTo>
                    <a:pt x="440279" y="1603662"/>
                  </a:lnTo>
                  <a:lnTo>
                    <a:pt x="451233" y="1600477"/>
                  </a:lnTo>
                  <a:lnTo>
                    <a:pt x="444952" y="1600294"/>
                  </a:lnTo>
                  <a:lnTo>
                    <a:pt x="438111" y="1603116"/>
                  </a:lnTo>
                  <a:lnTo>
                    <a:pt x="425138" y="1616325"/>
                  </a:lnTo>
                  <a:lnTo>
                    <a:pt x="420914" y="1616325"/>
                  </a:lnTo>
                  <a:lnTo>
                    <a:pt x="416540" y="1609828"/>
                  </a:lnTo>
                  <a:lnTo>
                    <a:pt x="407456" y="1609647"/>
                  </a:lnTo>
                  <a:lnTo>
                    <a:pt x="406745" y="1600750"/>
                  </a:lnTo>
                  <a:lnTo>
                    <a:pt x="409362" y="1590232"/>
                  </a:lnTo>
                  <a:lnTo>
                    <a:pt x="406521" y="1590140"/>
                  </a:lnTo>
                  <a:lnTo>
                    <a:pt x="403455" y="1586553"/>
                  </a:lnTo>
                  <a:lnTo>
                    <a:pt x="431195" y="1562856"/>
                  </a:lnTo>
                  <a:lnTo>
                    <a:pt x="434634" y="1556840"/>
                  </a:lnTo>
                  <a:lnTo>
                    <a:pt x="442373" y="1551174"/>
                  </a:lnTo>
                  <a:lnTo>
                    <a:pt x="448466" y="1543295"/>
                  </a:lnTo>
                  <a:lnTo>
                    <a:pt x="436017" y="1552971"/>
                  </a:lnTo>
                  <a:lnTo>
                    <a:pt x="410857" y="1578702"/>
                  </a:lnTo>
                  <a:lnTo>
                    <a:pt x="398819" y="1581201"/>
                  </a:lnTo>
                  <a:lnTo>
                    <a:pt x="398408" y="1567817"/>
                  </a:lnTo>
                  <a:lnTo>
                    <a:pt x="402895" y="1555520"/>
                  </a:lnTo>
                  <a:lnTo>
                    <a:pt x="409213" y="1550038"/>
                  </a:lnTo>
                  <a:lnTo>
                    <a:pt x="410783" y="1546148"/>
                  </a:lnTo>
                  <a:lnTo>
                    <a:pt x="424316" y="1543295"/>
                  </a:lnTo>
                  <a:lnTo>
                    <a:pt x="402371" y="1541008"/>
                  </a:lnTo>
                  <a:lnTo>
                    <a:pt x="397325" y="1537666"/>
                  </a:lnTo>
                  <a:lnTo>
                    <a:pt x="393212" y="1529704"/>
                  </a:lnTo>
                  <a:lnTo>
                    <a:pt x="395006" y="1514508"/>
                  </a:lnTo>
                  <a:lnTo>
                    <a:pt x="412203" y="1499920"/>
                  </a:lnTo>
                  <a:lnTo>
                    <a:pt x="421736" y="1495876"/>
                  </a:lnTo>
                  <a:lnTo>
                    <a:pt x="434260" y="1501199"/>
                  </a:lnTo>
                  <a:lnTo>
                    <a:pt x="449363" y="1502674"/>
                  </a:lnTo>
                  <a:lnTo>
                    <a:pt x="459233" y="1509631"/>
                  </a:lnTo>
                  <a:lnTo>
                    <a:pt x="461140" y="1508556"/>
                  </a:lnTo>
                  <a:lnTo>
                    <a:pt x="449588" y="1499526"/>
                  </a:lnTo>
                  <a:lnTo>
                    <a:pt x="449625" y="1497357"/>
                  </a:lnTo>
                  <a:lnTo>
                    <a:pt x="455457" y="1494591"/>
                  </a:lnTo>
                  <a:lnTo>
                    <a:pt x="453775" y="1493404"/>
                  </a:lnTo>
                  <a:lnTo>
                    <a:pt x="437251" y="1497160"/>
                  </a:lnTo>
                  <a:lnTo>
                    <a:pt x="425213" y="1491721"/>
                  </a:lnTo>
                  <a:lnTo>
                    <a:pt x="412016" y="1496074"/>
                  </a:lnTo>
                  <a:lnTo>
                    <a:pt x="402895" y="1506108"/>
                  </a:lnTo>
                  <a:lnTo>
                    <a:pt x="396315" y="1507479"/>
                  </a:lnTo>
                  <a:lnTo>
                    <a:pt x="399567" y="1491721"/>
                  </a:lnTo>
                  <a:lnTo>
                    <a:pt x="404240" y="1484366"/>
                  </a:lnTo>
                  <a:lnTo>
                    <a:pt x="408428" y="1471142"/>
                  </a:lnTo>
                  <a:lnTo>
                    <a:pt x="440728" y="1479674"/>
                  </a:lnTo>
                  <a:lnTo>
                    <a:pt x="443643" y="1476268"/>
                  </a:lnTo>
                  <a:lnTo>
                    <a:pt x="444952" y="1470538"/>
                  </a:lnTo>
                  <a:lnTo>
                    <a:pt x="448840" y="1464479"/>
                  </a:lnTo>
                  <a:lnTo>
                    <a:pt x="449625" y="1461134"/>
                  </a:lnTo>
                  <a:lnTo>
                    <a:pt x="448766" y="1459204"/>
                  </a:lnTo>
                  <a:lnTo>
                    <a:pt x="443643" y="1460728"/>
                  </a:lnTo>
                  <a:lnTo>
                    <a:pt x="439980" y="1467512"/>
                  </a:lnTo>
                  <a:lnTo>
                    <a:pt x="428241" y="1470437"/>
                  </a:lnTo>
                  <a:lnTo>
                    <a:pt x="417848" y="1468118"/>
                  </a:lnTo>
                  <a:lnTo>
                    <a:pt x="416166" y="1465390"/>
                  </a:lnTo>
                  <a:lnTo>
                    <a:pt x="403642" y="1466098"/>
                  </a:lnTo>
                  <a:lnTo>
                    <a:pt x="407156" y="1459611"/>
                  </a:lnTo>
                  <a:lnTo>
                    <a:pt x="410783" y="1448385"/>
                  </a:lnTo>
                  <a:lnTo>
                    <a:pt x="419792" y="1442734"/>
                  </a:lnTo>
                  <a:lnTo>
                    <a:pt x="426073" y="1443249"/>
                  </a:lnTo>
                  <a:lnTo>
                    <a:pt x="440167" y="1452683"/>
                  </a:lnTo>
                  <a:lnTo>
                    <a:pt x="450373" y="1449102"/>
                  </a:lnTo>
                  <a:lnTo>
                    <a:pt x="457252" y="1438093"/>
                  </a:lnTo>
                  <a:lnTo>
                    <a:pt x="457102" y="1436542"/>
                  </a:lnTo>
                  <a:lnTo>
                    <a:pt x="447943" y="1440983"/>
                  </a:lnTo>
                  <a:lnTo>
                    <a:pt x="451382" y="1418516"/>
                  </a:lnTo>
                  <a:lnTo>
                    <a:pt x="457439" y="1419250"/>
                  </a:lnTo>
                  <a:lnTo>
                    <a:pt x="467719" y="1416100"/>
                  </a:lnTo>
                  <a:lnTo>
                    <a:pt x="462747" y="1411571"/>
                  </a:lnTo>
                  <a:lnTo>
                    <a:pt x="451532" y="1413785"/>
                  </a:lnTo>
                  <a:lnTo>
                    <a:pt x="451943" y="1409988"/>
                  </a:lnTo>
                  <a:lnTo>
                    <a:pt x="455383" y="1401934"/>
                  </a:lnTo>
                  <a:lnTo>
                    <a:pt x="457177" y="1386962"/>
                  </a:lnTo>
                  <a:lnTo>
                    <a:pt x="458934" y="1383300"/>
                  </a:lnTo>
                  <a:lnTo>
                    <a:pt x="466635" y="1378977"/>
                  </a:lnTo>
                  <a:lnTo>
                    <a:pt x="463495" y="1370614"/>
                  </a:lnTo>
                  <a:lnTo>
                    <a:pt x="467196" y="1365044"/>
                  </a:lnTo>
                  <a:lnTo>
                    <a:pt x="457215" y="1366466"/>
                  </a:lnTo>
                  <a:lnTo>
                    <a:pt x="450934" y="1363182"/>
                  </a:lnTo>
                  <a:lnTo>
                    <a:pt x="442747" y="1367450"/>
                  </a:lnTo>
                  <a:lnTo>
                    <a:pt x="427082" y="1363073"/>
                  </a:lnTo>
                  <a:lnTo>
                    <a:pt x="411119" y="1348187"/>
                  </a:lnTo>
                  <a:lnTo>
                    <a:pt x="390520" y="1340845"/>
                  </a:lnTo>
                  <a:lnTo>
                    <a:pt x="379791" y="1323547"/>
                  </a:lnTo>
                  <a:lnTo>
                    <a:pt x="387380" y="1315832"/>
                  </a:lnTo>
                  <a:lnTo>
                    <a:pt x="415717" y="1320263"/>
                  </a:lnTo>
                  <a:lnTo>
                    <a:pt x="423942" y="1324338"/>
                  </a:lnTo>
                  <a:lnTo>
                    <a:pt x="442223" y="1339729"/>
                  </a:lnTo>
                  <a:lnTo>
                    <a:pt x="454223" y="1344410"/>
                  </a:lnTo>
                  <a:lnTo>
                    <a:pt x="459719" y="1342406"/>
                  </a:lnTo>
                  <a:lnTo>
                    <a:pt x="446410" y="1330427"/>
                  </a:lnTo>
                  <a:lnTo>
                    <a:pt x="446073" y="1324225"/>
                  </a:lnTo>
                  <a:lnTo>
                    <a:pt x="447794" y="1313782"/>
                  </a:lnTo>
                  <a:lnTo>
                    <a:pt x="437027" y="1303826"/>
                  </a:lnTo>
                  <a:lnTo>
                    <a:pt x="450410" y="1306237"/>
                  </a:lnTo>
                  <a:lnTo>
                    <a:pt x="452728" y="1304401"/>
                  </a:lnTo>
                  <a:lnTo>
                    <a:pt x="445289" y="1296799"/>
                  </a:lnTo>
                  <a:lnTo>
                    <a:pt x="431083" y="1296683"/>
                  </a:lnTo>
                  <a:lnTo>
                    <a:pt x="421250" y="1291589"/>
                  </a:lnTo>
                  <a:lnTo>
                    <a:pt x="411418" y="1292980"/>
                  </a:lnTo>
                  <a:lnTo>
                    <a:pt x="409175" y="1284376"/>
                  </a:lnTo>
                  <a:lnTo>
                    <a:pt x="413848" y="1274889"/>
                  </a:lnTo>
                  <a:lnTo>
                    <a:pt x="433026" y="1265685"/>
                  </a:lnTo>
                  <a:lnTo>
                    <a:pt x="436952" y="1260107"/>
                  </a:lnTo>
                  <a:lnTo>
                    <a:pt x="428278" y="1263671"/>
                  </a:lnTo>
                  <a:lnTo>
                    <a:pt x="418746" y="1260820"/>
                  </a:lnTo>
                  <a:lnTo>
                    <a:pt x="408091" y="1269824"/>
                  </a:lnTo>
                  <a:lnTo>
                    <a:pt x="402446" y="1266987"/>
                  </a:lnTo>
                  <a:lnTo>
                    <a:pt x="401698" y="1262959"/>
                  </a:lnTo>
                  <a:lnTo>
                    <a:pt x="406408" y="1258321"/>
                  </a:lnTo>
                  <a:lnTo>
                    <a:pt x="408689" y="1254025"/>
                  </a:lnTo>
                  <a:lnTo>
                    <a:pt x="408577" y="1251872"/>
                  </a:lnTo>
                  <a:lnTo>
                    <a:pt x="404652" y="1253069"/>
                  </a:lnTo>
                  <a:lnTo>
                    <a:pt x="402857" y="1238994"/>
                  </a:lnTo>
                  <a:lnTo>
                    <a:pt x="397212" y="1228180"/>
                  </a:lnTo>
                  <a:lnTo>
                    <a:pt x="394782" y="1219117"/>
                  </a:lnTo>
                  <a:lnTo>
                    <a:pt x="398035" y="1214437"/>
                  </a:lnTo>
                  <a:lnTo>
                    <a:pt x="392315" y="1217395"/>
                  </a:lnTo>
                  <a:lnTo>
                    <a:pt x="395118" y="1230009"/>
                  </a:lnTo>
                  <a:lnTo>
                    <a:pt x="400913" y="1240565"/>
                  </a:lnTo>
                  <a:lnTo>
                    <a:pt x="401997" y="1246111"/>
                  </a:lnTo>
                  <a:lnTo>
                    <a:pt x="401661" y="1248995"/>
                  </a:lnTo>
                  <a:lnTo>
                    <a:pt x="396726" y="1255220"/>
                  </a:lnTo>
                  <a:lnTo>
                    <a:pt x="395380" y="1260464"/>
                  </a:lnTo>
                  <a:lnTo>
                    <a:pt x="390408" y="1261771"/>
                  </a:lnTo>
                  <a:lnTo>
                    <a:pt x="392651" y="1270414"/>
                  </a:lnTo>
                  <a:lnTo>
                    <a:pt x="391604" y="1274889"/>
                  </a:lnTo>
                  <a:lnTo>
                    <a:pt x="384202" y="1279700"/>
                  </a:lnTo>
                  <a:lnTo>
                    <a:pt x="376501" y="1280871"/>
                  </a:lnTo>
                  <a:lnTo>
                    <a:pt x="363080" y="1276886"/>
                  </a:lnTo>
                  <a:lnTo>
                    <a:pt x="357697" y="1268643"/>
                  </a:lnTo>
                  <a:lnTo>
                    <a:pt x="356163" y="1263789"/>
                  </a:lnTo>
                  <a:lnTo>
                    <a:pt x="356163" y="1259512"/>
                  </a:lnTo>
                  <a:lnTo>
                    <a:pt x="358631" y="1254504"/>
                  </a:lnTo>
                  <a:lnTo>
                    <a:pt x="363491" y="1231592"/>
                  </a:lnTo>
                  <a:lnTo>
                    <a:pt x="370669" y="1220837"/>
                  </a:lnTo>
                  <a:lnTo>
                    <a:pt x="373361" y="1213203"/>
                  </a:lnTo>
                  <a:lnTo>
                    <a:pt x="372202" y="1212214"/>
                  </a:lnTo>
                  <a:lnTo>
                    <a:pt x="363417" y="1225492"/>
                  </a:lnTo>
                  <a:lnTo>
                    <a:pt x="357958" y="1226959"/>
                  </a:lnTo>
                  <a:lnTo>
                    <a:pt x="356351" y="1223902"/>
                  </a:lnTo>
                  <a:lnTo>
                    <a:pt x="356836" y="1218625"/>
                  </a:lnTo>
                  <a:lnTo>
                    <a:pt x="362182" y="1217887"/>
                  </a:lnTo>
                  <a:lnTo>
                    <a:pt x="363903" y="1214931"/>
                  </a:lnTo>
                  <a:lnTo>
                    <a:pt x="357547" y="1208129"/>
                  </a:lnTo>
                  <a:lnTo>
                    <a:pt x="360575" y="1204652"/>
                  </a:lnTo>
                  <a:lnTo>
                    <a:pt x="367529" y="1204901"/>
                  </a:lnTo>
                  <a:lnTo>
                    <a:pt x="371604" y="1199918"/>
                  </a:lnTo>
                  <a:lnTo>
                    <a:pt x="375454" y="1191024"/>
                  </a:lnTo>
                  <a:lnTo>
                    <a:pt x="375492" y="1178896"/>
                  </a:lnTo>
                  <a:lnTo>
                    <a:pt x="372837" y="1172277"/>
                  </a:lnTo>
                  <a:lnTo>
                    <a:pt x="368538" y="1168827"/>
                  </a:lnTo>
                  <a:lnTo>
                    <a:pt x="367267" y="1172660"/>
                  </a:lnTo>
                  <a:lnTo>
                    <a:pt x="364052" y="1174700"/>
                  </a:lnTo>
                  <a:lnTo>
                    <a:pt x="356163" y="1169338"/>
                  </a:lnTo>
                  <a:lnTo>
                    <a:pt x="355677" y="1161897"/>
                  </a:lnTo>
                  <a:lnTo>
                    <a:pt x="362594" y="1155445"/>
                  </a:lnTo>
                  <a:lnTo>
                    <a:pt x="364052" y="1146487"/>
                  </a:lnTo>
                  <a:lnTo>
                    <a:pt x="360800" y="1136807"/>
                  </a:lnTo>
                  <a:lnTo>
                    <a:pt x="354705" y="1142310"/>
                  </a:lnTo>
                  <a:lnTo>
                    <a:pt x="351864" y="1133520"/>
                  </a:lnTo>
                  <a:lnTo>
                    <a:pt x="347117" y="1129564"/>
                  </a:lnTo>
                  <a:lnTo>
                    <a:pt x="349920" y="1114681"/>
                  </a:lnTo>
                  <a:lnTo>
                    <a:pt x="352650" y="1114681"/>
                  </a:lnTo>
                  <a:lnTo>
                    <a:pt x="350743" y="1104614"/>
                  </a:lnTo>
                  <a:lnTo>
                    <a:pt x="344612" y="1086969"/>
                  </a:lnTo>
                  <a:lnTo>
                    <a:pt x="339042" y="1082998"/>
                  </a:lnTo>
                  <a:lnTo>
                    <a:pt x="323714" y="1087242"/>
                  </a:lnTo>
                  <a:lnTo>
                    <a:pt x="334593" y="1080114"/>
                  </a:lnTo>
                  <a:lnTo>
                    <a:pt x="336014" y="1075570"/>
                  </a:lnTo>
                  <a:lnTo>
                    <a:pt x="335677" y="1067958"/>
                  </a:lnTo>
                  <a:lnTo>
                    <a:pt x="334369" y="1063925"/>
                  </a:lnTo>
                  <a:lnTo>
                    <a:pt x="343977" y="1056381"/>
                  </a:lnTo>
                  <a:lnTo>
                    <a:pt x="331191" y="1043280"/>
                  </a:lnTo>
                  <a:lnTo>
                    <a:pt x="324536" y="1027458"/>
                  </a:lnTo>
                  <a:lnTo>
                    <a:pt x="311639" y="1015783"/>
                  </a:lnTo>
                  <a:lnTo>
                    <a:pt x="302480" y="996369"/>
                  </a:lnTo>
                  <a:lnTo>
                    <a:pt x="296012" y="990322"/>
                  </a:lnTo>
                  <a:lnTo>
                    <a:pt x="295227" y="987658"/>
                  </a:lnTo>
                  <a:lnTo>
                    <a:pt x="302554" y="977690"/>
                  </a:lnTo>
                  <a:lnTo>
                    <a:pt x="297021" y="962510"/>
                  </a:lnTo>
                  <a:lnTo>
                    <a:pt x="241543" y="922390"/>
                  </a:lnTo>
                  <a:lnTo>
                    <a:pt x="222663" y="915023"/>
                  </a:lnTo>
                  <a:lnTo>
                    <a:pt x="209242" y="914237"/>
                  </a:lnTo>
                  <a:lnTo>
                    <a:pt x="197840" y="905396"/>
                  </a:lnTo>
                  <a:lnTo>
                    <a:pt x="186400" y="917222"/>
                  </a:lnTo>
                  <a:lnTo>
                    <a:pt x="183933" y="918006"/>
                  </a:lnTo>
                  <a:lnTo>
                    <a:pt x="176755" y="908561"/>
                  </a:lnTo>
                  <a:lnTo>
                    <a:pt x="164194" y="921139"/>
                  </a:lnTo>
                  <a:lnTo>
                    <a:pt x="154660" y="924731"/>
                  </a:lnTo>
                  <a:lnTo>
                    <a:pt x="150436" y="923639"/>
                  </a:lnTo>
                  <a:lnTo>
                    <a:pt x="144155" y="915337"/>
                  </a:lnTo>
                  <a:lnTo>
                    <a:pt x="131931" y="923951"/>
                  </a:lnTo>
                  <a:lnTo>
                    <a:pt x="120977" y="917536"/>
                  </a:lnTo>
                  <a:lnTo>
                    <a:pt x="119183" y="919260"/>
                  </a:lnTo>
                  <a:lnTo>
                    <a:pt x="119669" y="922858"/>
                  </a:lnTo>
                  <a:lnTo>
                    <a:pt x="127557" y="937917"/>
                  </a:lnTo>
                  <a:lnTo>
                    <a:pt x="124416" y="938688"/>
                  </a:lnTo>
                  <a:lnTo>
                    <a:pt x="93462" y="928157"/>
                  </a:lnTo>
                  <a:lnTo>
                    <a:pt x="71554" y="907138"/>
                  </a:lnTo>
                  <a:lnTo>
                    <a:pt x="69237" y="901269"/>
                  </a:lnTo>
                  <a:lnTo>
                    <a:pt x="82097" y="886877"/>
                  </a:lnTo>
                  <a:lnTo>
                    <a:pt x="97686" y="878808"/>
                  </a:lnTo>
                  <a:lnTo>
                    <a:pt x="74059" y="875727"/>
                  </a:lnTo>
                  <a:lnTo>
                    <a:pt x="65274" y="871174"/>
                  </a:lnTo>
                  <a:lnTo>
                    <a:pt x="60825" y="862835"/>
                  </a:lnTo>
                  <a:lnTo>
                    <a:pt x="64863" y="847981"/>
                  </a:lnTo>
                  <a:lnTo>
                    <a:pt x="49348" y="864639"/>
                  </a:lnTo>
                  <a:lnTo>
                    <a:pt x="45759" y="863327"/>
                  </a:lnTo>
                  <a:lnTo>
                    <a:pt x="42058" y="859056"/>
                  </a:lnTo>
                  <a:lnTo>
                    <a:pt x="43254" y="853614"/>
                  </a:lnTo>
                  <a:lnTo>
                    <a:pt x="37422" y="848479"/>
                  </a:lnTo>
                  <a:lnTo>
                    <a:pt x="34806" y="844322"/>
                  </a:lnTo>
                  <a:lnTo>
                    <a:pt x="34544" y="840151"/>
                  </a:lnTo>
                  <a:lnTo>
                    <a:pt x="38618" y="832607"/>
                  </a:lnTo>
                  <a:lnTo>
                    <a:pt x="45984" y="829070"/>
                  </a:lnTo>
                  <a:lnTo>
                    <a:pt x="65648" y="825693"/>
                  </a:lnTo>
                  <a:lnTo>
                    <a:pt x="79742" y="828902"/>
                  </a:lnTo>
                  <a:lnTo>
                    <a:pt x="87779" y="814991"/>
                  </a:lnTo>
                  <a:lnTo>
                    <a:pt x="97238" y="811403"/>
                  </a:lnTo>
                  <a:lnTo>
                    <a:pt x="122099" y="812942"/>
                  </a:lnTo>
                  <a:lnTo>
                    <a:pt x="133501" y="820948"/>
                  </a:lnTo>
                  <a:lnTo>
                    <a:pt x="132192" y="810205"/>
                  </a:lnTo>
                  <a:lnTo>
                    <a:pt x="136043" y="798502"/>
                  </a:lnTo>
                  <a:lnTo>
                    <a:pt x="135220" y="793824"/>
                  </a:lnTo>
                  <a:lnTo>
                    <a:pt x="124491" y="781961"/>
                  </a:lnTo>
                  <a:lnTo>
                    <a:pt x="106547" y="797637"/>
                  </a:lnTo>
                  <a:lnTo>
                    <a:pt x="97200" y="797118"/>
                  </a:lnTo>
                  <a:lnTo>
                    <a:pt x="87144" y="790173"/>
                  </a:lnTo>
                  <a:lnTo>
                    <a:pt x="79817" y="800748"/>
                  </a:lnTo>
                  <a:lnTo>
                    <a:pt x="71966" y="803162"/>
                  </a:lnTo>
                  <a:lnTo>
                    <a:pt x="58993" y="795385"/>
                  </a:lnTo>
                  <a:lnTo>
                    <a:pt x="51891" y="781611"/>
                  </a:lnTo>
                  <a:lnTo>
                    <a:pt x="47404" y="780734"/>
                  </a:lnTo>
                  <a:lnTo>
                    <a:pt x="56152" y="766792"/>
                  </a:lnTo>
                  <a:lnTo>
                    <a:pt x="43367" y="771575"/>
                  </a:lnTo>
                  <a:lnTo>
                    <a:pt x="32113" y="769451"/>
                  </a:lnTo>
                  <a:lnTo>
                    <a:pt x="13683" y="755379"/>
                  </a:lnTo>
                  <a:lnTo>
                    <a:pt x="524" y="735509"/>
                  </a:lnTo>
                  <a:lnTo>
                    <a:pt x="0" y="731496"/>
                  </a:lnTo>
                  <a:lnTo>
                    <a:pt x="4898" y="722878"/>
                  </a:lnTo>
                  <a:lnTo>
                    <a:pt x="2132" y="714198"/>
                  </a:lnTo>
                  <a:lnTo>
                    <a:pt x="7141" y="701904"/>
                  </a:lnTo>
                  <a:lnTo>
                    <a:pt x="24226" y="687022"/>
                  </a:lnTo>
                  <a:lnTo>
                    <a:pt x="39703" y="685505"/>
                  </a:lnTo>
                  <a:lnTo>
                    <a:pt x="59068" y="670804"/>
                  </a:lnTo>
                  <a:lnTo>
                    <a:pt x="79405" y="662130"/>
                  </a:lnTo>
                  <a:lnTo>
                    <a:pt x="80863" y="659612"/>
                  </a:lnTo>
                  <a:lnTo>
                    <a:pt x="78658" y="653003"/>
                  </a:lnTo>
                  <a:lnTo>
                    <a:pt x="92228" y="642628"/>
                  </a:lnTo>
                  <a:lnTo>
                    <a:pt x="113463" y="633352"/>
                  </a:lnTo>
                  <a:lnTo>
                    <a:pt x="140006" y="633748"/>
                  </a:lnTo>
                  <a:lnTo>
                    <a:pt x="145202" y="627792"/>
                  </a:lnTo>
                  <a:lnTo>
                    <a:pt x="153651" y="609141"/>
                  </a:lnTo>
                  <a:lnTo>
                    <a:pt x="156380" y="598177"/>
                  </a:lnTo>
                  <a:lnTo>
                    <a:pt x="159932" y="580923"/>
                  </a:lnTo>
                  <a:lnTo>
                    <a:pt x="166661" y="532596"/>
                  </a:lnTo>
                  <a:lnTo>
                    <a:pt x="179409" y="520696"/>
                  </a:lnTo>
                  <a:lnTo>
                    <a:pt x="171820" y="516121"/>
                  </a:lnTo>
                  <a:lnTo>
                    <a:pt x="145539" y="529794"/>
                  </a:lnTo>
                  <a:lnTo>
                    <a:pt x="124080" y="523519"/>
                  </a:lnTo>
                  <a:lnTo>
                    <a:pt x="119556" y="517866"/>
                  </a:lnTo>
                  <a:lnTo>
                    <a:pt x="116640" y="505818"/>
                  </a:lnTo>
                  <a:lnTo>
                    <a:pt x="116790" y="498753"/>
                  </a:lnTo>
                  <a:lnTo>
                    <a:pt x="120902" y="482255"/>
                  </a:lnTo>
                  <a:lnTo>
                    <a:pt x="133837" y="460739"/>
                  </a:lnTo>
                  <a:lnTo>
                    <a:pt x="148940" y="447874"/>
                  </a:lnTo>
                  <a:lnTo>
                    <a:pt x="172418" y="406762"/>
                  </a:lnTo>
                  <a:lnTo>
                    <a:pt x="188905" y="399090"/>
                  </a:lnTo>
                  <a:lnTo>
                    <a:pt x="203298" y="421252"/>
                  </a:lnTo>
                  <a:lnTo>
                    <a:pt x="198999" y="395719"/>
                  </a:lnTo>
                  <a:lnTo>
                    <a:pt x="199485" y="387490"/>
                  </a:lnTo>
                  <a:lnTo>
                    <a:pt x="204046" y="378961"/>
                  </a:lnTo>
                  <a:lnTo>
                    <a:pt x="218477" y="380672"/>
                  </a:lnTo>
                  <a:lnTo>
                    <a:pt x="232234" y="391369"/>
                  </a:lnTo>
                  <a:lnTo>
                    <a:pt x="236383" y="388946"/>
                  </a:lnTo>
                  <a:lnTo>
                    <a:pt x="242066" y="368892"/>
                  </a:lnTo>
                  <a:lnTo>
                    <a:pt x="243374" y="353004"/>
                  </a:lnTo>
                  <a:lnTo>
                    <a:pt x="241767" y="319815"/>
                  </a:lnTo>
                  <a:lnTo>
                    <a:pt x="240533" y="310791"/>
                  </a:lnTo>
                  <a:lnTo>
                    <a:pt x="241206" y="303262"/>
                  </a:lnTo>
                  <a:lnTo>
                    <a:pt x="257207" y="277996"/>
                  </a:lnTo>
                  <a:lnTo>
                    <a:pt x="268235" y="276133"/>
                  </a:lnTo>
                  <a:lnTo>
                    <a:pt x="281133" y="283304"/>
                  </a:lnTo>
                  <a:lnTo>
                    <a:pt x="331377" y="354752"/>
                  </a:lnTo>
                  <a:lnTo>
                    <a:pt x="336500" y="357494"/>
                  </a:lnTo>
                  <a:lnTo>
                    <a:pt x="331415" y="343975"/>
                  </a:lnTo>
                  <a:lnTo>
                    <a:pt x="281544" y="265161"/>
                  </a:lnTo>
                  <a:lnTo>
                    <a:pt x="292834" y="252188"/>
                  </a:lnTo>
                  <a:lnTo>
                    <a:pt x="313620" y="240720"/>
                  </a:lnTo>
                  <a:lnTo>
                    <a:pt x="358668" y="228864"/>
                  </a:lnTo>
                  <a:lnTo>
                    <a:pt x="362930" y="220523"/>
                  </a:lnTo>
                  <a:lnTo>
                    <a:pt x="379417" y="212686"/>
                  </a:lnTo>
                  <a:lnTo>
                    <a:pt x="391081" y="223588"/>
                  </a:lnTo>
                  <a:lnTo>
                    <a:pt x="397661" y="241268"/>
                  </a:lnTo>
                  <a:lnTo>
                    <a:pt x="399493" y="256798"/>
                  </a:lnTo>
                  <a:lnTo>
                    <a:pt x="399305" y="313376"/>
                  </a:lnTo>
                  <a:lnTo>
                    <a:pt x="400053" y="316729"/>
                  </a:lnTo>
                  <a:lnTo>
                    <a:pt x="410745" y="285156"/>
                  </a:lnTo>
                  <a:lnTo>
                    <a:pt x="413138" y="260312"/>
                  </a:lnTo>
                  <a:lnTo>
                    <a:pt x="409474" y="248104"/>
                  </a:lnTo>
                  <a:lnTo>
                    <a:pt x="409287" y="228033"/>
                  </a:lnTo>
                  <a:lnTo>
                    <a:pt x="411119" y="217170"/>
                  </a:lnTo>
                  <a:lnTo>
                    <a:pt x="416241" y="217170"/>
                  </a:lnTo>
                  <a:lnTo>
                    <a:pt x="437476" y="254360"/>
                  </a:lnTo>
                  <a:lnTo>
                    <a:pt x="445812" y="262200"/>
                  </a:lnTo>
                  <a:lnTo>
                    <a:pt x="455308" y="281714"/>
                  </a:lnTo>
                  <a:lnTo>
                    <a:pt x="483421" y="278262"/>
                  </a:lnTo>
                  <a:lnTo>
                    <a:pt x="465701" y="247832"/>
                  </a:lnTo>
                  <a:lnTo>
                    <a:pt x="459084" y="230249"/>
                  </a:lnTo>
                  <a:lnTo>
                    <a:pt x="454448" y="207620"/>
                  </a:lnTo>
                  <a:lnTo>
                    <a:pt x="453327" y="195431"/>
                  </a:lnTo>
                  <a:lnTo>
                    <a:pt x="473140" y="193436"/>
                  </a:lnTo>
                  <a:lnTo>
                    <a:pt x="497553" y="203948"/>
                  </a:lnTo>
                  <a:lnTo>
                    <a:pt x="544133" y="251644"/>
                  </a:lnTo>
                  <a:lnTo>
                    <a:pt x="571686" y="291484"/>
                  </a:lnTo>
                  <a:lnTo>
                    <a:pt x="583350" y="298565"/>
                  </a:lnTo>
                  <a:lnTo>
                    <a:pt x="587463" y="288324"/>
                  </a:lnTo>
                  <a:lnTo>
                    <a:pt x="585294" y="250284"/>
                  </a:lnTo>
                  <a:lnTo>
                    <a:pt x="587163" y="226646"/>
                  </a:lnTo>
                  <a:lnTo>
                    <a:pt x="593556" y="209874"/>
                  </a:lnTo>
                  <a:lnTo>
                    <a:pt x="591724" y="193436"/>
                  </a:lnTo>
                  <a:lnTo>
                    <a:pt x="566190" y="148960"/>
                  </a:lnTo>
                  <a:lnTo>
                    <a:pt x="576359" y="142725"/>
                  </a:lnTo>
                  <a:lnTo>
                    <a:pt x="626529" y="150144"/>
                  </a:lnTo>
                  <a:lnTo>
                    <a:pt x="642605" y="159867"/>
                  </a:lnTo>
                  <a:lnTo>
                    <a:pt x="653409" y="156046"/>
                  </a:lnTo>
                  <a:lnTo>
                    <a:pt x="653147" y="148664"/>
                  </a:lnTo>
                  <a:lnTo>
                    <a:pt x="582677" y="126541"/>
                  </a:lnTo>
                  <a:lnTo>
                    <a:pt x="554115" y="130457"/>
                  </a:lnTo>
                  <a:lnTo>
                    <a:pt x="547049" y="115020"/>
                  </a:lnTo>
                  <a:lnTo>
                    <a:pt x="553480" y="95671"/>
                  </a:lnTo>
                  <a:lnTo>
                    <a:pt x="569144" y="103694"/>
                  </a:lnTo>
                  <a:lnTo>
                    <a:pt x="584883" y="84474"/>
                  </a:lnTo>
                  <a:lnTo>
                    <a:pt x="619090" y="60803"/>
                  </a:lnTo>
                  <a:lnTo>
                    <a:pt x="634642" y="66527"/>
                  </a:lnTo>
                  <a:lnTo>
                    <a:pt x="654568" y="89463"/>
                  </a:lnTo>
                  <a:lnTo>
                    <a:pt x="674194" y="48629"/>
                  </a:lnTo>
                  <a:lnTo>
                    <a:pt x="703803" y="76321"/>
                  </a:lnTo>
                  <a:lnTo>
                    <a:pt x="717337" y="107072"/>
                  </a:lnTo>
                  <a:lnTo>
                    <a:pt x="719879" y="107072"/>
                  </a:lnTo>
                  <a:lnTo>
                    <a:pt x="722346" y="98764"/>
                  </a:lnTo>
                  <a:lnTo>
                    <a:pt x="724477" y="79149"/>
                  </a:lnTo>
                  <a:lnTo>
                    <a:pt x="711916" y="61759"/>
                  </a:lnTo>
                  <a:lnTo>
                    <a:pt x="707579" y="48629"/>
                  </a:lnTo>
                  <a:lnTo>
                    <a:pt x="707542" y="41848"/>
                  </a:lnTo>
                  <a:lnTo>
                    <a:pt x="711879" y="33725"/>
                  </a:lnTo>
                  <a:lnTo>
                    <a:pt x="721636" y="34377"/>
                  </a:lnTo>
                  <a:lnTo>
                    <a:pt x="728888" y="18633"/>
                  </a:lnTo>
                  <a:lnTo>
                    <a:pt x="747955" y="24561"/>
                  </a:lnTo>
                  <a:lnTo>
                    <a:pt x="752067" y="11680"/>
                  </a:lnTo>
                  <a:lnTo>
                    <a:pt x="792330" y="5353"/>
                  </a:lnTo>
                  <a:lnTo>
                    <a:pt x="809564" y="12675"/>
                  </a:lnTo>
                  <a:lnTo>
                    <a:pt x="827285" y="0"/>
                  </a:lnTo>
                  <a:lnTo>
                    <a:pt x="874688" y="100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6" name="oPE_MapPart_GRL_2_296" descr="Grönland">
              <a:extLst>
                <a:ext uri="{FF2B5EF4-FFF2-40B4-BE49-F238E27FC236}">
                  <a16:creationId xmlns:a16="http://schemas.microsoft.com/office/drawing/2014/main" id="{B7B66B81-68F7-9508-0900-C4760798F3B9}"/>
                </a:ext>
              </a:extLst>
            </p:cNvPr>
            <p:cNvSpPr/>
            <p:nvPr>
              <p:custDataLst>
                <p:tags r:id="rId296"/>
              </p:custDataLst>
            </p:nvPr>
          </p:nvSpPr>
          <p:spPr>
            <a:xfrm>
              <a:off x="4955358" y="2307419"/>
              <a:ext cx="62732" cy="63746"/>
            </a:xfrm>
            <a:custGeom>
              <a:avLst/>
              <a:gdLst/>
              <a:ahLst/>
              <a:cxnLst/>
              <a:rect l="0" t="0" r="0" b="0"/>
              <a:pathLst>
                <a:path w="62732" h="63746">
                  <a:moveTo>
                    <a:pt x="45459" y="22770"/>
                  </a:moveTo>
                  <a:lnTo>
                    <a:pt x="59703" y="31028"/>
                  </a:lnTo>
                  <a:lnTo>
                    <a:pt x="61123" y="36108"/>
                  </a:lnTo>
                  <a:lnTo>
                    <a:pt x="60488" y="38264"/>
                  </a:lnTo>
                  <a:lnTo>
                    <a:pt x="62731" y="43208"/>
                  </a:lnTo>
                  <a:lnTo>
                    <a:pt x="58320" y="50055"/>
                  </a:lnTo>
                  <a:lnTo>
                    <a:pt x="44637" y="57396"/>
                  </a:lnTo>
                  <a:lnTo>
                    <a:pt x="27851" y="63745"/>
                  </a:lnTo>
                  <a:lnTo>
                    <a:pt x="23402" y="63322"/>
                  </a:lnTo>
                  <a:lnTo>
                    <a:pt x="15290" y="55060"/>
                  </a:lnTo>
                  <a:lnTo>
                    <a:pt x="26206" y="51441"/>
                  </a:lnTo>
                  <a:lnTo>
                    <a:pt x="22730" y="46957"/>
                  </a:lnTo>
                  <a:lnTo>
                    <a:pt x="2392" y="41598"/>
                  </a:lnTo>
                  <a:lnTo>
                    <a:pt x="0" y="36648"/>
                  </a:lnTo>
                  <a:lnTo>
                    <a:pt x="2729" y="22443"/>
                  </a:lnTo>
                  <a:lnTo>
                    <a:pt x="12412" y="22879"/>
                  </a:lnTo>
                  <a:lnTo>
                    <a:pt x="3028" y="16212"/>
                  </a:lnTo>
                  <a:lnTo>
                    <a:pt x="1869" y="9620"/>
                  </a:lnTo>
                  <a:lnTo>
                    <a:pt x="4449" y="3769"/>
                  </a:lnTo>
                  <a:lnTo>
                    <a:pt x="11402" y="0"/>
                  </a:lnTo>
                  <a:lnTo>
                    <a:pt x="18954" y="1221"/>
                  </a:lnTo>
                  <a:lnTo>
                    <a:pt x="32076" y="5870"/>
                  </a:lnTo>
                  <a:lnTo>
                    <a:pt x="37721" y="1083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7" name="oPE_MapPart_GRL_3_297" descr="Grönland">
              <a:extLst>
                <a:ext uri="{FF2B5EF4-FFF2-40B4-BE49-F238E27FC236}">
                  <a16:creationId xmlns:a16="http://schemas.microsoft.com/office/drawing/2014/main" id="{01633D99-862A-1912-DBA2-EB73167AD307}"/>
                </a:ext>
              </a:extLst>
            </p:cNvPr>
            <p:cNvSpPr/>
            <p:nvPr>
              <p:custDataLst>
                <p:tags r:id="rId297"/>
              </p:custDataLst>
            </p:nvPr>
          </p:nvSpPr>
          <p:spPr>
            <a:xfrm>
              <a:off x="5513735" y="2261762"/>
              <a:ext cx="55853" cy="37194"/>
            </a:xfrm>
            <a:custGeom>
              <a:avLst/>
              <a:gdLst/>
              <a:ahLst/>
              <a:cxnLst/>
              <a:rect l="0" t="0" r="0" b="0"/>
              <a:pathLst>
                <a:path w="55853" h="37194">
                  <a:moveTo>
                    <a:pt x="54058" y="7801"/>
                  </a:moveTo>
                  <a:lnTo>
                    <a:pt x="54843" y="13279"/>
                  </a:lnTo>
                  <a:lnTo>
                    <a:pt x="53310" y="16805"/>
                  </a:lnTo>
                  <a:lnTo>
                    <a:pt x="55852" y="22244"/>
                  </a:lnTo>
                  <a:lnTo>
                    <a:pt x="54693" y="24842"/>
                  </a:lnTo>
                  <a:lnTo>
                    <a:pt x="46394" y="28110"/>
                  </a:lnTo>
                  <a:lnTo>
                    <a:pt x="37758" y="37193"/>
                  </a:lnTo>
                  <a:lnTo>
                    <a:pt x="29720" y="31033"/>
                  </a:lnTo>
                  <a:lnTo>
                    <a:pt x="2841" y="37193"/>
                  </a:lnTo>
                  <a:lnTo>
                    <a:pt x="0" y="35181"/>
                  </a:lnTo>
                  <a:lnTo>
                    <a:pt x="1981" y="27097"/>
                  </a:lnTo>
                  <a:lnTo>
                    <a:pt x="4785" y="25406"/>
                  </a:lnTo>
                  <a:lnTo>
                    <a:pt x="6654" y="20999"/>
                  </a:lnTo>
                  <a:lnTo>
                    <a:pt x="6056" y="16123"/>
                  </a:lnTo>
                  <a:lnTo>
                    <a:pt x="6766" y="9402"/>
                  </a:lnTo>
                  <a:lnTo>
                    <a:pt x="8673" y="8259"/>
                  </a:lnTo>
                  <a:lnTo>
                    <a:pt x="16524" y="11228"/>
                  </a:lnTo>
                  <a:lnTo>
                    <a:pt x="29346" y="10772"/>
                  </a:lnTo>
                  <a:lnTo>
                    <a:pt x="46020" y="0"/>
                  </a:lnTo>
                  <a:lnTo>
                    <a:pt x="53534" y="64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8" name="oPE_MapPart_GRL_4_298" descr="Grönland">
              <a:extLst>
                <a:ext uri="{FF2B5EF4-FFF2-40B4-BE49-F238E27FC236}">
                  <a16:creationId xmlns:a16="http://schemas.microsoft.com/office/drawing/2014/main" id="{3FB94A91-8D55-E0D1-6432-33CC5F6FF3E1}"/>
                </a:ext>
              </a:extLst>
            </p:cNvPr>
            <p:cNvSpPr/>
            <p:nvPr>
              <p:custDataLst>
                <p:tags r:id="rId298"/>
              </p:custDataLst>
            </p:nvPr>
          </p:nvSpPr>
          <p:spPr>
            <a:xfrm>
              <a:off x="5112560" y="1118225"/>
              <a:ext cx="54022" cy="98153"/>
            </a:xfrm>
            <a:custGeom>
              <a:avLst/>
              <a:gdLst/>
              <a:ahLst/>
              <a:cxnLst/>
              <a:rect l="0" t="0" r="0" b="0"/>
              <a:pathLst>
                <a:path w="54022" h="98153">
                  <a:moveTo>
                    <a:pt x="51628" y="95441"/>
                  </a:moveTo>
                  <a:lnTo>
                    <a:pt x="47441" y="98152"/>
                  </a:lnTo>
                  <a:lnTo>
                    <a:pt x="38619" y="82066"/>
                  </a:lnTo>
                  <a:lnTo>
                    <a:pt x="12449" y="54861"/>
                  </a:lnTo>
                  <a:lnTo>
                    <a:pt x="897" y="25589"/>
                  </a:lnTo>
                  <a:lnTo>
                    <a:pt x="0" y="15186"/>
                  </a:lnTo>
                  <a:lnTo>
                    <a:pt x="1645" y="5571"/>
                  </a:lnTo>
                  <a:lnTo>
                    <a:pt x="19776" y="0"/>
                  </a:lnTo>
                  <a:lnTo>
                    <a:pt x="40263" y="18664"/>
                  </a:lnTo>
                  <a:lnTo>
                    <a:pt x="50544" y="33903"/>
                  </a:lnTo>
                  <a:lnTo>
                    <a:pt x="54021" y="46691"/>
                  </a:lnTo>
                  <a:lnTo>
                    <a:pt x="53460" y="7131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9" name="oPE_MapPart_GRL_5_299" descr="Grönland">
              <a:extLst>
                <a:ext uri="{FF2B5EF4-FFF2-40B4-BE49-F238E27FC236}">
                  <a16:creationId xmlns:a16="http://schemas.microsoft.com/office/drawing/2014/main" id="{39A583F0-E93D-3620-8D5D-4485AF3E16D3}"/>
                </a:ext>
              </a:extLst>
            </p:cNvPr>
            <p:cNvSpPr/>
            <p:nvPr>
              <p:custDataLst>
                <p:tags r:id="rId299"/>
              </p:custDataLst>
            </p:nvPr>
          </p:nvSpPr>
          <p:spPr>
            <a:xfrm>
              <a:off x="5698527" y="1486240"/>
              <a:ext cx="36077" cy="40654"/>
            </a:xfrm>
            <a:custGeom>
              <a:avLst/>
              <a:gdLst/>
              <a:ahLst/>
              <a:cxnLst/>
              <a:rect l="0" t="0" r="0" b="0"/>
              <a:pathLst>
                <a:path w="36077" h="40654">
                  <a:moveTo>
                    <a:pt x="31664" y="27183"/>
                  </a:moveTo>
                  <a:lnTo>
                    <a:pt x="22879" y="40653"/>
                  </a:lnTo>
                  <a:lnTo>
                    <a:pt x="9869" y="39606"/>
                  </a:lnTo>
                  <a:lnTo>
                    <a:pt x="2168" y="33516"/>
                  </a:lnTo>
                  <a:lnTo>
                    <a:pt x="0" y="24216"/>
                  </a:lnTo>
                  <a:lnTo>
                    <a:pt x="2916" y="13775"/>
                  </a:lnTo>
                  <a:lnTo>
                    <a:pt x="23963" y="0"/>
                  </a:lnTo>
                  <a:lnTo>
                    <a:pt x="34618" y="3242"/>
                  </a:lnTo>
                  <a:lnTo>
                    <a:pt x="36076" y="137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0" name="oPE_MapPart_GRL_6_300" descr="Grönland">
              <a:extLst>
                <a:ext uri="{FF2B5EF4-FFF2-40B4-BE49-F238E27FC236}">
                  <a16:creationId xmlns:a16="http://schemas.microsoft.com/office/drawing/2014/main" id="{6DF165FE-545A-6E98-4B75-476AFAE4EDC3}"/>
                </a:ext>
              </a:extLst>
            </p:cNvPr>
            <p:cNvSpPr/>
            <p:nvPr>
              <p:custDataLst>
                <p:tags r:id="rId300"/>
              </p:custDataLst>
            </p:nvPr>
          </p:nvSpPr>
          <p:spPr>
            <a:xfrm>
              <a:off x="5703648" y="1945999"/>
              <a:ext cx="31142" cy="33664"/>
            </a:xfrm>
            <a:custGeom>
              <a:avLst/>
              <a:gdLst/>
              <a:ahLst/>
              <a:cxnLst/>
              <a:rect l="0" t="0" r="0" b="0"/>
              <a:pathLst>
                <a:path w="31142" h="33664">
                  <a:moveTo>
                    <a:pt x="18506" y="0"/>
                  </a:moveTo>
                  <a:lnTo>
                    <a:pt x="20861" y="16654"/>
                  </a:lnTo>
                  <a:lnTo>
                    <a:pt x="23440" y="21621"/>
                  </a:lnTo>
                  <a:lnTo>
                    <a:pt x="28936" y="20892"/>
                  </a:lnTo>
                  <a:lnTo>
                    <a:pt x="31141" y="30193"/>
                  </a:lnTo>
                  <a:lnTo>
                    <a:pt x="27104" y="33663"/>
                  </a:lnTo>
                  <a:lnTo>
                    <a:pt x="4561" y="32941"/>
                  </a:lnTo>
                  <a:lnTo>
                    <a:pt x="0" y="27294"/>
                  </a:lnTo>
                  <a:lnTo>
                    <a:pt x="711" y="7249"/>
                  </a:lnTo>
                  <a:lnTo>
                    <a:pt x="5309" y="1483"/>
                  </a:lnTo>
                  <a:lnTo>
                    <a:pt x="9159" y="6511"/>
                  </a:lnTo>
                  <a:lnTo>
                    <a:pt x="13720" y="29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1" name="oPE_MapPart_GRL_7_301" descr="Grönland">
              <a:extLst>
                <a:ext uri="{FF2B5EF4-FFF2-40B4-BE49-F238E27FC236}">
                  <a16:creationId xmlns:a16="http://schemas.microsoft.com/office/drawing/2014/main" id="{6E6F9E3E-00C3-BA4D-0037-1AA3E2A09DD8}"/>
                </a:ext>
              </a:extLst>
            </p:cNvPr>
            <p:cNvSpPr/>
            <p:nvPr>
              <p:custDataLst>
                <p:tags r:id="rId301"/>
              </p:custDataLst>
            </p:nvPr>
          </p:nvSpPr>
          <p:spPr>
            <a:xfrm>
              <a:off x="5699611" y="1834223"/>
              <a:ext cx="10431" cy="60570"/>
            </a:xfrm>
            <a:custGeom>
              <a:avLst/>
              <a:gdLst/>
              <a:ahLst/>
              <a:cxnLst/>
              <a:rect l="0" t="0" r="0" b="0"/>
              <a:pathLst>
                <a:path w="10431" h="60570">
                  <a:moveTo>
                    <a:pt x="10430" y="58247"/>
                  </a:moveTo>
                  <a:lnTo>
                    <a:pt x="8075" y="60569"/>
                  </a:lnTo>
                  <a:lnTo>
                    <a:pt x="0" y="24461"/>
                  </a:lnTo>
                  <a:lnTo>
                    <a:pt x="560" y="812"/>
                  </a:lnTo>
                  <a:lnTo>
                    <a:pt x="4224" y="0"/>
                  </a:lnTo>
                  <a:lnTo>
                    <a:pt x="7327" y="5514"/>
                  </a:lnTo>
                  <a:lnTo>
                    <a:pt x="8785" y="266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2" name="oPE_MapPart_GRL_8_302" descr="Grönland">
              <a:extLst>
                <a:ext uri="{FF2B5EF4-FFF2-40B4-BE49-F238E27FC236}">
                  <a16:creationId xmlns:a16="http://schemas.microsoft.com/office/drawing/2014/main" id="{E8BD47D9-A665-076D-39AB-16710D6705C2}"/>
                </a:ext>
              </a:extLst>
            </p:cNvPr>
            <p:cNvSpPr/>
            <p:nvPr>
              <p:custDataLst>
                <p:tags r:id="rId302"/>
              </p:custDataLst>
            </p:nvPr>
          </p:nvSpPr>
          <p:spPr>
            <a:xfrm>
              <a:off x="4928478" y="2141172"/>
              <a:ext cx="24862" cy="19366"/>
            </a:xfrm>
            <a:custGeom>
              <a:avLst/>
              <a:gdLst/>
              <a:ahLst/>
              <a:cxnLst/>
              <a:rect l="0" t="0" r="0" b="0"/>
              <a:pathLst>
                <a:path w="24862" h="19366">
                  <a:moveTo>
                    <a:pt x="24861" y="3544"/>
                  </a:moveTo>
                  <a:lnTo>
                    <a:pt x="13458" y="19365"/>
                  </a:lnTo>
                  <a:lnTo>
                    <a:pt x="7178" y="12609"/>
                  </a:lnTo>
                  <a:lnTo>
                    <a:pt x="1533" y="12233"/>
                  </a:lnTo>
                  <a:lnTo>
                    <a:pt x="0" y="8588"/>
                  </a:lnTo>
                  <a:lnTo>
                    <a:pt x="4561" y="4175"/>
                  </a:lnTo>
                  <a:lnTo>
                    <a:pt x="14506" y="4302"/>
                  </a:lnTo>
                  <a:lnTo>
                    <a:pt x="20935" y="0"/>
                  </a:lnTo>
                  <a:lnTo>
                    <a:pt x="24524" y="15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3" name="oPE_MapPart_GRL_9_303" descr="Grönland">
              <a:extLst>
                <a:ext uri="{FF2B5EF4-FFF2-40B4-BE49-F238E27FC236}">
                  <a16:creationId xmlns:a16="http://schemas.microsoft.com/office/drawing/2014/main" id="{39C3F695-6B92-1191-6301-8D538A76277E}"/>
                </a:ext>
              </a:extLst>
            </p:cNvPr>
            <p:cNvSpPr/>
            <p:nvPr>
              <p:custDataLst>
                <p:tags r:id="rId303"/>
              </p:custDataLst>
            </p:nvPr>
          </p:nvSpPr>
          <p:spPr>
            <a:xfrm>
              <a:off x="5029491" y="2331388"/>
              <a:ext cx="13946" cy="24379"/>
            </a:xfrm>
            <a:custGeom>
              <a:avLst/>
              <a:gdLst/>
              <a:ahLst/>
              <a:cxnLst/>
              <a:rect l="0" t="0" r="0" b="0"/>
              <a:pathLst>
                <a:path w="13946" h="24379">
                  <a:moveTo>
                    <a:pt x="6992" y="22346"/>
                  </a:moveTo>
                  <a:lnTo>
                    <a:pt x="3739" y="24378"/>
                  </a:lnTo>
                  <a:lnTo>
                    <a:pt x="2431" y="22346"/>
                  </a:lnTo>
                  <a:lnTo>
                    <a:pt x="224" y="11600"/>
                  </a:lnTo>
                  <a:lnTo>
                    <a:pt x="0" y="4240"/>
                  </a:lnTo>
                  <a:lnTo>
                    <a:pt x="5309" y="0"/>
                  </a:lnTo>
                  <a:lnTo>
                    <a:pt x="13945" y="4566"/>
                  </a:lnTo>
                  <a:lnTo>
                    <a:pt x="9122" y="10088"/>
                  </a:lnTo>
                  <a:lnTo>
                    <a:pt x="7888" y="205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4" name="oPE_MapPart_GRL_10_304" descr="Grönland">
              <a:extLst>
                <a:ext uri="{FF2B5EF4-FFF2-40B4-BE49-F238E27FC236}">
                  <a16:creationId xmlns:a16="http://schemas.microsoft.com/office/drawing/2014/main" id="{4EC330A6-9242-2E18-2F79-82625422319E}"/>
                </a:ext>
              </a:extLst>
            </p:cNvPr>
            <p:cNvSpPr/>
            <p:nvPr>
              <p:custDataLst>
                <p:tags r:id="rId304"/>
              </p:custDataLst>
            </p:nvPr>
          </p:nvSpPr>
          <p:spPr>
            <a:xfrm>
              <a:off x="5688695" y="1207679"/>
              <a:ext cx="19665" cy="46029"/>
            </a:xfrm>
            <a:custGeom>
              <a:avLst/>
              <a:gdLst/>
              <a:ahLst/>
              <a:cxnLst/>
              <a:rect l="0" t="0" r="0" b="0"/>
              <a:pathLst>
                <a:path w="19665" h="46029">
                  <a:moveTo>
                    <a:pt x="19664" y="41293"/>
                  </a:moveTo>
                  <a:lnTo>
                    <a:pt x="17533" y="46028"/>
                  </a:lnTo>
                  <a:lnTo>
                    <a:pt x="12037" y="43925"/>
                  </a:lnTo>
                  <a:lnTo>
                    <a:pt x="336" y="19751"/>
                  </a:lnTo>
                  <a:lnTo>
                    <a:pt x="0" y="6801"/>
                  </a:lnTo>
                  <a:lnTo>
                    <a:pt x="6168" y="0"/>
                  </a:lnTo>
                  <a:lnTo>
                    <a:pt x="16598" y="2617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5" name="oPE_MapPart_GRL_11_305" descr="Grönland">
              <a:extLst>
                <a:ext uri="{FF2B5EF4-FFF2-40B4-BE49-F238E27FC236}">
                  <a16:creationId xmlns:a16="http://schemas.microsoft.com/office/drawing/2014/main" id="{7ADF0EFD-7E0D-F800-1DF1-15E9A9391C17}"/>
                </a:ext>
              </a:extLst>
            </p:cNvPr>
            <p:cNvSpPr/>
            <p:nvPr>
              <p:custDataLst>
                <p:tags r:id="rId305"/>
              </p:custDataLst>
            </p:nvPr>
          </p:nvSpPr>
          <p:spPr>
            <a:xfrm>
              <a:off x="5694863" y="1668000"/>
              <a:ext cx="8973" cy="49290"/>
            </a:xfrm>
            <a:custGeom>
              <a:avLst/>
              <a:gdLst/>
              <a:ahLst/>
              <a:cxnLst/>
              <a:rect l="0" t="0" r="0" b="0"/>
              <a:pathLst>
                <a:path w="8973" h="49290">
                  <a:moveTo>
                    <a:pt x="6580" y="45706"/>
                  </a:moveTo>
                  <a:lnTo>
                    <a:pt x="3850" y="49289"/>
                  </a:lnTo>
                  <a:lnTo>
                    <a:pt x="337" y="24529"/>
                  </a:lnTo>
                  <a:lnTo>
                    <a:pt x="0" y="8170"/>
                  </a:lnTo>
                  <a:lnTo>
                    <a:pt x="4187" y="0"/>
                  </a:lnTo>
                  <a:lnTo>
                    <a:pt x="7851" y="0"/>
                  </a:lnTo>
                  <a:lnTo>
                    <a:pt x="7514" y="21788"/>
                  </a:lnTo>
                  <a:lnTo>
                    <a:pt x="8972" y="316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6" name="oPE_MapPart_GRL_12_306" descr="Grönland">
              <a:extLst>
                <a:ext uri="{FF2B5EF4-FFF2-40B4-BE49-F238E27FC236}">
                  <a16:creationId xmlns:a16="http://schemas.microsoft.com/office/drawing/2014/main" id="{2B9CAF6C-0961-7D2B-3B11-B503B571E711}"/>
                </a:ext>
              </a:extLst>
            </p:cNvPr>
            <p:cNvSpPr/>
            <p:nvPr>
              <p:custDataLst>
                <p:tags r:id="rId306"/>
              </p:custDataLst>
            </p:nvPr>
          </p:nvSpPr>
          <p:spPr>
            <a:xfrm>
              <a:off x="4590334" y="1763971"/>
              <a:ext cx="22058" cy="12846"/>
            </a:xfrm>
            <a:custGeom>
              <a:avLst/>
              <a:gdLst/>
              <a:ahLst/>
              <a:cxnLst/>
              <a:rect l="0" t="0" r="0" b="0"/>
              <a:pathLst>
                <a:path w="22058" h="12846">
                  <a:moveTo>
                    <a:pt x="17197" y="12845"/>
                  </a:moveTo>
                  <a:lnTo>
                    <a:pt x="2505" y="9946"/>
                  </a:lnTo>
                  <a:lnTo>
                    <a:pt x="0" y="7039"/>
                  </a:lnTo>
                  <a:lnTo>
                    <a:pt x="113" y="2580"/>
                  </a:lnTo>
                  <a:lnTo>
                    <a:pt x="1234" y="1205"/>
                  </a:lnTo>
                  <a:lnTo>
                    <a:pt x="10655" y="0"/>
                  </a:lnTo>
                  <a:lnTo>
                    <a:pt x="22057" y="6183"/>
                  </a:lnTo>
                  <a:lnTo>
                    <a:pt x="21347" y="1011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7" name="oPE_MapPart_GRL_13_307" descr="Grönland">
              <a:extLst>
                <a:ext uri="{FF2B5EF4-FFF2-40B4-BE49-F238E27FC236}">
                  <a16:creationId xmlns:a16="http://schemas.microsoft.com/office/drawing/2014/main" id="{F07A7D0D-97AA-9DBB-F548-43BF357A446F}"/>
                </a:ext>
              </a:extLst>
            </p:cNvPr>
            <p:cNvSpPr/>
            <p:nvPr>
              <p:custDataLst>
                <p:tags r:id="rId307"/>
              </p:custDataLst>
            </p:nvPr>
          </p:nvSpPr>
          <p:spPr>
            <a:xfrm>
              <a:off x="4975321" y="2245545"/>
              <a:ext cx="10843" cy="16448"/>
            </a:xfrm>
            <a:custGeom>
              <a:avLst/>
              <a:gdLst/>
              <a:ahLst/>
              <a:cxnLst/>
              <a:rect l="0" t="0" r="0" b="0"/>
              <a:pathLst>
                <a:path w="10843" h="16448">
                  <a:moveTo>
                    <a:pt x="8786" y="16447"/>
                  </a:moveTo>
                  <a:lnTo>
                    <a:pt x="1271" y="13567"/>
                  </a:lnTo>
                  <a:lnTo>
                    <a:pt x="0" y="10911"/>
                  </a:lnTo>
                  <a:lnTo>
                    <a:pt x="5346" y="816"/>
                  </a:lnTo>
                  <a:lnTo>
                    <a:pt x="7776" y="0"/>
                  </a:lnTo>
                  <a:lnTo>
                    <a:pt x="10730" y="7092"/>
                  </a:lnTo>
                  <a:lnTo>
                    <a:pt x="10842" y="11720"/>
                  </a:lnTo>
                  <a:lnTo>
                    <a:pt x="9795" y="154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8" name="oPE_MapPart_GRL_14_308" descr="Grönland">
              <a:extLst>
                <a:ext uri="{FF2B5EF4-FFF2-40B4-BE49-F238E27FC236}">
                  <a16:creationId xmlns:a16="http://schemas.microsoft.com/office/drawing/2014/main" id="{75A1DC7E-DF06-0806-8ACD-E2AD5093C737}"/>
                </a:ext>
              </a:extLst>
            </p:cNvPr>
            <p:cNvSpPr/>
            <p:nvPr>
              <p:custDataLst>
                <p:tags r:id="rId308"/>
              </p:custDataLst>
            </p:nvPr>
          </p:nvSpPr>
          <p:spPr>
            <a:xfrm>
              <a:off x="5717593" y="1724780"/>
              <a:ext cx="12001" cy="21502"/>
            </a:xfrm>
            <a:custGeom>
              <a:avLst/>
              <a:gdLst/>
              <a:ahLst/>
              <a:cxnLst/>
              <a:rect l="0" t="0" r="0" b="0"/>
              <a:pathLst>
                <a:path w="12001" h="21502">
                  <a:moveTo>
                    <a:pt x="5532" y="21501"/>
                  </a:moveTo>
                  <a:lnTo>
                    <a:pt x="0" y="19053"/>
                  </a:lnTo>
                  <a:lnTo>
                    <a:pt x="6542" y="0"/>
                  </a:lnTo>
                  <a:lnTo>
                    <a:pt x="11178" y="356"/>
                  </a:lnTo>
                  <a:lnTo>
                    <a:pt x="12000" y="7975"/>
                  </a:lnTo>
                  <a:lnTo>
                    <a:pt x="10168" y="153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9" name="oPE_MapPart_GRL_15_309" descr="Grönland">
              <a:extLst>
                <a:ext uri="{FF2B5EF4-FFF2-40B4-BE49-F238E27FC236}">
                  <a16:creationId xmlns:a16="http://schemas.microsoft.com/office/drawing/2014/main" id="{1CF93356-9A47-A3AC-ED0F-107928653FEB}"/>
                </a:ext>
              </a:extLst>
            </p:cNvPr>
            <p:cNvSpPr/>
            <p:nvPr>
              <p:custDataLst>
                <p:tags r:id="rId309"/>
              </p:custDataLst>
            </p:nvPr>
          </p:nvSpPr>
          <p:spPr>
            <a:xfrm>
              <a:off x="5124224" y="2784975"/>
              <a:ext cx="12114" cy="12110"/>
            </a:xfrm>
            <a:custGeom>
              <a:avLst/>
              <a:gdLst/>
              <a:ahLst/>
              <a:cxnLst/>
              <a:rect l="0" t="0" r="0" b="0"/>
              <a:pathLst>
                <a:path w="12114" h="12110">
                  <a:moveTo>
                    <a:pt x="10842" y="6987"/>
                  </a:moveTo>
                  <a:lnTo>
                    <a:pt x="8449" y="12109"/>
                  </a:lnTo>
                  <a:lnTo>
                    <a:pt x="4898" y="8671"/>
                  </a:lnTo>
                  <a:lnTo>
                    <a:pt x="0" y="6987"/>
                  </a:lnTo>
                  <a:lnTo>
                    <a:pt x="12113" y="0"/>
                  </a:lnTo>
                  <a:lnTo>
                    <a:pt x="11103" y="43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0" name="oPE_MapPart_GRL_16_310" descr="Grönland">
              <a:extLst>
                <a:ext uri="{FF2B5EF4-FFF2-40B4-BE49-F238E27FC236}">
                  <a16:creationId xmlns:a16="http://schemas.microsoft.com/office/drawing/2014/main" id="{8AB4A76C-E43A-8143-21A7-18DEDB34200E}"/>
                </a:ext>
              </a:extLst>
            </p:cNvPr>
            <p:cNvSpPr/>
            <p:nvPr>
              <p:custDataLst>
                <p:tags r:id="rId310"/>
              </p:custDataLst>
            </p:nvPr>
          </p:nvSpPr>
          <p:spPr>
            <a:xfrm>
              <a:off x="5322587" y="2563327"/>
              <a:ext cx="5945" cy="9604"/>
            </a:xfrm>
            <a:custGeom>
              <a:avLst/>
              <a:gdLst/>
              <a:ahLst/>
              <a:cxnLst/>
              <a:rect l="0" t="0" r="0" b="0"/>
              <a:pathLst>
                <a:path w="5945" h="9604">
                  <a:moveTo>
                    <a:pt x="4299" y="9512"/>
                  </a:moveTo>
                  <a:lnTo>
                    <a:pt x="1084" y="9603"/>
                  </a:lnTo>
                  <a:lnTo>
                    <a:pt x="0" y="5625"/>
                  </a:lnTo>
                  <a:lnTo>
                    <a:pt x="337" y="1363"/>
                  </a:lnTo>
                  <a:lnTo>
                    <a:pt x="3962" y="0"/>
                  </a:lnTo>
                  <a:lnTo>
                    <a:pt x="5944" y="2906"/>
                  </a:lnTo>
                  <a:lnTo>
                    <a:pt x="5234" y="73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1" name="oPE_MapPart_GRD_1_311" descr="Grenada">
              <a:extLst>
                <a:ext uri="{FF2B5EF4-FFF2-40B4-BE49-F238E27FC236}">
                  <a16:creationId xmlns:a16="http://schemas.microsoft.com/office/drawing/2014/main" id="{FD422E28-5A9F-C707-45AE-FA5269CBC3D4}"/>
                </a:ext>
              </a:extLst>
            </p:cNvPr>
            <p:cNvSpPr/>
            <p:nvPr>
              <p:custDataLst>
                <p:tags r:id="rId311"/>
              </p:custDataLst>
            </p:nvPr>
          </p:nvSpPr>
          <p:spPr>
            <a:xfrm>
              <a:off x="4803427" y="4126813"/>
              <a:ext cx="22431" cy="22944"/>
            </a:xfrm>
            <a:custGeom>
              <a:avLst/>
              <a:gdLst/>
              <a:ahLst/>
              <a:cxnLst/>
              <a:rect l="0" t="0" r="0" b="0"/>
              <a:pathLst>
                <a:path w="22431" h="22944">
                  <a:moveTo>
                    <a:pt x="0" y="0"/>
                  </a:moveTo>
                  <a:lnTo>
                    <a:pt x="22430" y="0"/>
                  </a:lnTo>
                  <a:lnTo>
                    <a:pt x="22430" y="22943"/>
                  </a:lnTo>
                  <a:lnTo>
                    <a:pt x="0" y="2294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2" name="oPE_MapPart_GUM_1_312" descr="Guam">
              <a:extLst>
                <a:ext uri="{FF2B5EF4-FFF2-40B4-BE49-F238E27FC236}">
                  <a16:creationId xmlns:a16="http://schemas.microsoft.com/office/drawing/2014/main" id="{4A1A904A-A26D-8B2E-4C74-45714A32F931}"/>
                </a:ext>
              </a:extLst>
            </p:cNvPr>
            <p:cNvSpPr/>
            <p:nvPr>
              <p:custDataLst>
                <p:tags r:id="rId312"/>
              </p:custDataLst>
            </p:nvPr>
          </p:nvSpPr>
          <p:spPr>
            <a:xfrm>
              <a:off x="9092078" y="4098652"/>
              <a:ext cx="22433" cy="23063"/>
            </a:xfrm>
            <a:custGeom>
              <a:avLst/>
              <a:gdLst/>
              <a:ahLst/>
              <a:cxnLst/>
              <a:rect l="0" t="0" r="0" b="0"/>
              <a:pathLst>
                <a:path w="22433" h="23063">
                  <a:moveTo>
                    <a:pt x="0" y="0"/>
                  </a:moveTo>
                  <a:lnTo>
                    <a:pt x="22432" y="0"/>
                  </a:lnTo>
                  <a:lnTo>
                    <a:pt x="22432" y="23062"/>
                  </a:lnTo>
                  <a:lnTo>
                    <a:pt x="0" y="2306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3" name="oPE_MapPart_GTM_1_313" descr="Guatemala">
              <a:extLst>
                <a:ext uri="{FF2B5EF4-FFF2-40B4-BE49-F238E27FC236}">
                  <a16:creationId xmlns:a16="http://schemas.microsoft.com/office/drawing/2014/main" id="{03E3B7BB-D1C0-2DE5-18DA-B048FD05C603}"/>
                </a:ext>
              </a:extLst>
            </p:cNvPr>
            <p:cNvSpPr/>
            <p:nvPr>
              <p:custDataLst>
                <p:tags r:id="rId313"/>
              </p:custDataLst>
            </p:nvPr>
          </p:nvSpPr>
          <p:spPr>
            <a:xfrm>
              <a:off x="4180337" y="4015799"/>
              <a:ext cx="83219" cy="88091"/>
            </a:xfrm>
            <a:custGeom>
              <a:avLst/>
              <a:gdLst/>
              <a:ahLst/>
              <a:cxnLst/>
              <a:rect l="0" t="0" r="0" b="0"/>
              <a:pathLst>
                <a:path w="83219" h="88091">
                  <a:moveTo>
                    <a:pt x="0" y="70741"/>
                  </a:moveTo>
                  <a:lnTo>
                    <a:pt x="1570" y="67611"/>
                  </a:lnTo>
                  <a:lnTo>
                    <a:pt x="1009" y="64905"/>
                  </a:lnTo>
                  <a:lnTo>
                    <a:pt x="1608" y="61771"/>
                  </a:lnTo>
                  <a:lnTo>
                    <a:pt x="3327" y="59372"/>
                  </a:lnTo>
                  <a:lnTo>
                    <a:pt x="636" y="55072"/>
                  </a:lnTo>
                  <a:lnTo>
                    <a:pt x="10356" y="37910"/>
                  </a:lnTo>
                  <a:lnTo>
                    <a:pt x="37161" y="37871"/>
                  </a:lnTo>
                  <a:lnTo>
                    <a:pt x="37759" y="30979"/>
                  </a:lnTo>
                  <a:lnTo>
                    <a:pt x="33272" y="28367"/>
                  </a:lnTo>
                  <a:lnTo>
                    <a:pt x="31665" y="24115"/>
                  </a:lnTo>
                  <a:lnTo>
                    <a:pt x="26169" y="20640"/>
                  </a:lnTo>
                  <a:lnTo>
                    <a:pt x="17160" y="12193"/>
                  </a:lnTo>
                  <a:lnTo>
                    <a:pt x="25795" y="12271"/>
                  </a:lnTo>
                  <a:lnTo>
                    <a:pt x="25870" y="0"/>
                  </a:lnTo>
                  <a:lnTo>
                    <a:pt x="63853" y="39"/>
                  </a:lnTo>
                  <a:lnTo>
                    <a:pt x="62283" y="41721"/>
                  </a:lnTo>
                  <a:lnTo>
                    <a:pt x="69386" y="41798"/>
                  </a:lnTo>
                  <a:lnTo>
                    <a:pt x="75442" y="44519"/>
                  </a:lnTo>
                  <a:lnTo>
                    <a:pt x="76826" y="42692"/>
                  </a:lnTo>
                  <a:lnTo>
                    <a:pt x="75629" y="40515"/>
                  </a:lnTo>
                  <a:lnTo>
                    <a:pt x="83218" y="45296"/>
                  </a:lnTo>
                  <a:lnTo>
                    <a:pt x="68003" y="57707"/>
                  </a:lnTo>
                  <a:lnTo>
                    <a:pt x="64227" y="59410"/>
                  </a:lnTo>
                  <a:lnTo>
                    <a:pt x="62582" y="63861"/>
                  </a:lnTo>
                  <a:lnTo>
                    <a:pt x="63629" y="69427"/>
                  </a:lnTo>
                  <a:lnTo>
                    <a:pt x="59666" y="73520"/>
                  </a:lnTo>
                  <a:lnTo>
                    <a:pt x="55292" y="74099"/>
                  </a:lnTo>
                  <a:lnTo>
                    <a:pt x="55852" y="77264"/>
                  </a:lnTo>
                  <a:lnTo>
                    <a:pt x="45422" y="84509"/>
                  </a:lnTo>
                  <a:lnTo>
                    <a:pt x="44263" y="85972"/>
                  </a:lnTo>
                  <a:lnTo>
                    <a:pt x="44450" y="88090"/>
                  </a:lnTo>
                  <a:lnTo>
                    <a:pt x="33833" y="83970"/>
                  </a:lnTo>
                  <a:lnTo>
                    <a:pt x="22618" y="84047"/>
                  </a:lnTo>
                  <a:lnTo>
                    <a:pt x="17832" y="82660"/>
                  </a:lnTo>
                  <a:lnTo>
                    <a:pt x="8636" y="7753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4" name="oPE_MapPart_GGY_1_314" descr="Guernsey">
              <a:extLst>
                <a:ext uri="{FF2B5EF4-FFF2-40B4-BE49-F238E27FC236}">
                  <a16:creationId xmlns:a16="http://schemas.microsoft.com/office/drawing/2014/main" id="{D72D75BB-0604-435A-2142-06B63D9A9484}"/>
                </a:ext>
              </a:extLst>
            </p:cNvPr>
            <p:cNvSpPr/>
            <p:nvPr>
              <p:custDataLst>
                <p:tags r:id="rId314"/>
              </p:custDataLst>
            </p:nvPr>
          </p:nvSpPr>
          <p:spPr>
            <a:xfrm>
              <a:off x="6031287" y="3188995"/>
              <a:ext cx="22432" cy="34518"/>
            </a:xfrm>
            <a:custGeom>
              <a:avLst/>
              <a:gdLst/>
              <a:ahLst/>
              <a:cxnLst/>
              <a:rect l="0" t="0" r="0" b="0"/>
              <a:pathLst>
                <a:path w="22432" h="34518">
                  <a:moveTo>
                    <a:pt x="0" y="0"/>
                  </a:moveTo>
                  <a:lnTo>
                    <a:pt x="22431" y="0"/>
                  </a:lnTo>
                  <a:lnTo>
                    <a:pt x="22431" y="34517"/>
                  </a:lnTo>
                  <a:lnTo>
                    <a:pt x="0" y="345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5" name="oPE_MapPart_GIN_1_315" descr="Guinea">
              <a:extLst>
                <a:ext uri="{FF2B5EF4-FFF2-40B4-BE49-F238E27FC236}">
                  <a16:creationId xmlns:a16="http://schemas.microsoft.com/office/drawing/2014/main" id="{1E0BF9DF-6277-3B59-7307-2263A4E25B8C}"/>
                </a:ext>
              </a:extLst>
            </p:cNvPr>
            <p:cNvSpPr/>
            <p:nvPr>
              <p:custDataLst>
                <p:tags r:id="rId315"/>
              </p:custDataLst>
            </p:nvPr>
          </p:nvSpPr>
          <p:spPr>
            <a:xfrm>
              <a:off x="5783390" y="4126545"/>
              <a:ext cx="153091" cy="115127"/>
            </a:xfrm>
            <a:custGeom>
              <a:avLst/>
              <a:gdLst/>
              <a:ahLst/>
              <a:cxnLst/>
              <a:rect l="0" t="0" r="0" b="0"/>
              <a:pathLst>
                <a:path w="153091" h="115127">
                  <a:moveTo>
                    <a:pt x="99032" y="88519"/>
                  </a:moveTo>
                  <a:lnTo>
                    <a:pt x="96714" y="88595"/>
                  </a:lnTo>
                  <a:lnTo>
                    <a:pt x="93349" y="92071"/>
                  </a:lnTo>
                  <a:lnTo>
                    <a:pt x="90134" y="91656"/>
                  </a:lnTo>
                  <a:lnTo>
                    <a:pt x="91854" y="87575"/>
                  </a:lnTo>
                  <a:lnTo>
                    <a:pt x="94508" y="84285"/>
                  </a:lnTo>
                  <a:lnTo>
                    <a:pt x="92340" y="80502"/>
                  </a:lnTo>
                  <a:lnTo>
                    <a:pt x="92116" y="76453"/>
                  </a:lnTo>
                  <a:lnTo>
                    <a:pt x="89386" y="75695"/>
                  </a:lnTo>
                  <a:lnTo>
                    <a:pt x="90583" y="71075"/>
                  </a:lnTo>
                  <a:lnTo>
                    <a:pt x="79890" y="57120"/>
                  </a:lnTo>
                  <a:lnTo>
                    <a:pt x="65236" y="56778"/>
                  </a:lnTo>
                  <a:lnTo>
                    <a:pt x="64974" y="58258"/>
                  </a:lnTo>
                  <a:lnTo>
                    <a:pt x="60413" y="59283"/>
                  </a:lnTo>
                  <a:lnTo>
                    <a:pt x="57609" y="58107"/>
                  </a:lnTo>
                  <a:lnTo>
                    <a:pt x="54506" y="58790"/>
                  </a:lnTo>
                  <a:lnTo>
                    <a:pt x="52974" y="59549"/>
                  </a:lnTo>
                  <a:lnTo>
                    <a:pt x="47665" y="69824"/>
                  </a:lnTo>
                  <a:lnTo>
                    <a:pt x="46132" y="71340"/>
                  </a:lnTo>
                  <a:lnTo>
                    <a:pt x="43478" y="72173"/>
                  </a:lnTo>
                  <a:lnTo>
                    <a:pt x="42020" y="75506"/>
                  </a:lnTo>
                  <a:lnTo>
                    <a:pt x="39927" y="76717"/>
                  </a:lnTo>
                  <a:lnTo>
                    <a:pt x="36525" y="76680"/>
                  </a:lnTo>
                  <a:lnTo>
                    <a:pt x="37011" y="74105"/>
                  </a:lnTo>
                  <a:lnTo>
                    <a:pt x="33534" y="68839"/>
                  </a:lnTo>
                  <a:lnTo>
                    <a:pt x="30805" y="66262"/>
                  </a:lnTo>
                  <a:lnTo>
                    <a:pt x="28263" y="66414"/>
                  </a:lnTo>
                  <a:lnTo>
                    <a:pt x="28973" y="64253"/>
                  </a:lnTo>
                  <a:lnTo>
                    <a:pt x="28300" y="58183"/>
                  </a:lnTo>
                  <a:lnTo>
                    <a:pt x="26954" y="59397"/>
                  </a:lnTo>
                  <a:lnTo>
                    <a:pt x="25571" y="59017"/>
                  </a:lnTo>
                  <a:lnTo>
                    <a:pt x="22767" y="57310"/>
                  </a:lnTo>
                  <a:lnTo>
                    <a:pt x="20898" y="53665"/>
                  </a:lnTo>
                  <a:lnTo>
                    <a:pt x="18318" y="53931"/>
                  </a:lnTo>
                  <a:lnTo>
                    <a:pt x="12972" y="51386"/>
                  </a:lnTo>
                  <a:lnTo>
                    <a:pt x="9196" y="45038"/>
                  </a:lnTo>
                  <a:lnTo>
                    <a:pt x="9496" y="40474"/>
                  </a:lnTo>
                  <a:lnTo>
                    <a:pt x="7776" y="42109"/>
                  </a:lnTo>
                  <a:lnTo>
                    <a:pt x="5719" y="36971"/>
                  </a:lnTo>
                  <a:lnTo>
                    <a:pt x="3439" y="36209"/>
                  </a:lnTo>
                  <a:lnTo>
                    <a:pt x="1607" y="39674"/>
                  </a:lnTo>
                  <a:lnTo>
                    <a:pt x="0" y="39027"/>
                  </a:lnTo>
                  <a:lnTo>
                    <a:pt x="187" y="36781"/>
                  </a:lnTo>
                  <a:lnTo>
                    <a:pt x="7663" y="24737"/>
                  </a:lnTo>
                  <a:lnTo>
                    <a:pt x="12449" y="23745"/>
                  </a:lnTo>
                  <a:lnTo>
                    <a:pt x="16337" y="21531"/>
                  </a:lnTo>
                  <a:lnTo>
                    <a:pt x="22804" y="21455"/>
                  </a:lnTo>
                  <a:lnTo>
                    <a:pt x="27403" y="19928"/>
                  </a:lnTo>
                  <a:lnTo>
                    <a:pt x="27291" y="14121"/>
                  </a:lnTo>
                  <a:lnTo>
                    <a:pt x="22917" y="9762"/>
                  </a:lnTo>
                  <a:lnTo>
                    <a:pt x="26842" y="8768"/>
                  </a:lnTo>
                  <a:lnTo>
                    <a:pt x="27889" y="7696"/>
                  </a:lnTo>
                  <a:lnTo>
                    <a:pt x="28637" y="4137"/>
                  </a:lnTo>
                  <a:lnTo>
                    <a:pt x="27477" y="0"/>
                  </a:lnTo>
                  <a:lnTo>
                    <a:pt x="40899" y="843"/>
                  </a:lnTo>
                  <a:lnTo>
                    <a:pt x="41347" y="3907"/>
                  </a:lnTo>
                  <a:lnTo>
                    <a:pt x="44039" y="3026"/>
                  </a:lnTo>
                  <a:lnTo>
                    <a:pt x="46805" y="4711"/>
                  </a:lnTo>
                  <a:lnTo>
                    <a:pt x="57348" y="7352"/>
                  </a:lnTo>
                  <a:lnTo>
                    <a:pt x="62507" y="5859"/>
                  </a:lnTo>
                  <a:lnTo>
                    <a:pt x="76078" y="5745"/>
                  </a:lnTo>
                  <a:lnTo>
                    <a:pt x="73722" y="10106"/>
                  </a:lnTo>
                  <a:lnTo>
                    <a:pt x="77797" y="14007"/>
                  </a:lnTo>
                  <a:lnTo>
                    <a:pt x="79778" y="13815"/>
                  </a:lnTo>
                  <a:lnTo>
                    <a:pt x="82769" y="10680"/>
                  </a:lnTo>
                  <a:lnTo>
                    <a:pt x="85536" y="9954"/>
                  </a:lnTo>
                  <a:lnTo>
                    <a:pt x="90172" y="16490"/>
                  </a:lnTo>
                  <a:lnTo>
                    <a:pt x="92078" y="15573"/>
                  </a:lnTo>
                  <a:lnTo>
                    <a:pt x="95256" y="11368"/>
                  </a:lnTo>
                  <a:lnTo>
                    <a:pt x="99219" y="9801"/>
                  </a:lnTo>
                  <a:lnTo>
                    <a:pt x="110023" y="13701"/>
                  </a:lnTo>
                  <a:lnTo>
                    <a:pt x="112004" y="11292"/>
                  </a:lnTo>
                  <a:lnTo>
                    <a:pt x="118247" y="8882"/>
                  </a:lnTo>
                  <a:lnTo>
                    <a:pt x="118808" y="7428"/>
                  </a:lnTo>
                  <a:lnTo>
                    <a:pt x="117462" y="4443"/>
                  </a:lnTo>
                  <a:lnTo>
                    <a:pt x="121201" y="4060"/>
                  </a:lnTo>
                  <a:lnTo>
                    <a:pt x="124790" y="5783"/>
                  </a:lnTo>
                  <a:lnTo>
                    <a:pt x="129463" y="15956"/>
                  </a:lnTo>
                  <a:lnTo>
                    <a:pt x="129388" y="21264"/>
                  </a:lnTo>
                  <a:lnTo>
                    <a:pt x="131668" y="22447"/>
                  </a:lnTo>
                  <a:lnTo>
                    <a:pt x="132640" y="24623"/>
                  </a:lnTo>
                  <a:lnTo>
                    <a:pt x="138173" y="27750"/>
                  </a:lnTo>
                  <a:lnTo>
                    <a:pt x="132603" y="35334"/>
                  </a:lnTo>
                  <a:lnTo>
                    <a:pt x="133874" y="35791"/>
                  </a:lnTo>
                  <a:lnTo>
                    <a:pt x="136603" y="34496"/>
                  </a:lnTo>
                  <a:lnTo>
                    <a:pt x="139444" y="35715"/>
                  </a:lnTo>
                  <a:lnTo>
                    <a:pt x="140902" y="46369"/>
                  </a:lnTo>
                  <a:lnTo>
                    <a:pt x="146772" y="50778"/>
                  </a:lnTo>
                  <a:lnTo>
                    <a:pt x="146660" y="53209"/>
                  </a:lnTo>
                  <a:lnTo>
                    <a:pt x="143220" y="57196"/>
                  </a:lnTo>
                  <a:lnTo>
                    <a:pt x="143594" y="67285"/>
                  </a:lnTo>
                  <a:lnTo>
                    <a:pt x="145800" y="69332"/>
                  </a:lnTo>
                  <a:lnTo>
                    <a:pt x="148604" y="68953"/>
                  </a:lnTo>
                  <a:lnTo>
                    <a:pt x="148155" y="73726"/>
                  </a:lnTo>
                  <a:lnTo>
                    <a:pt x="151071" y="75998"/>
                  </a:lnTo>
                  <a:lnTo>
                    <a:pt x="147744" y="78118"/>
                  </a:lnTo>
                  <a:lnTo>
                    <a:pt x="147482" y="82167"/>
                  </a:lnTo>
                  <a:lnTo>
                    <a:pt x="150959" y="83566"/>
                  </a:lnTo>
                  <a:lnTo>
                    <a:pt x="152267" y="85192"/>
                  </a:lnTo>
                  <a:lnTo>
                    <a:pt x="153090" y="90107"/>
                  </a:lnTo>
                  <a:lnTo>
                    <a:pt x="151893" y="90825"/>
                  </a:lnTo>
                  <a:lnTo>
                    <a:pt x="150136" y="88897"/>
                  </a:lnTo>
                  <a:lnTo>
                    <a:pt x="142099" y="88557"/>
                  </a:lnTo>
                  <a:lnTo>
                    <a:pt x="141127" y="93394"/>
                  </a:lnTo>
                  <a:lnTo>
                    <a:pt x="145463" y="95131"/>
                  </a:lnTo>
                  <a:lnTo>
                    <a:pt x="146248" y="97058"/>
                  </a:lnTo>
                  <a:lnTo>
                    <a:pt x="143818" y="101474"/>
                  </a:lnTo>
                  <a:lnTo>
                    <a:pt x="144043" y="103701"/>
                  </a:lnTo>
                  <a:lnTo>
                    <a:pt x="142174" y="107284"/>
                  </a:lnTo>
                  <a:lnTo>
                    <a:pt x="141650" y="108000"/>
                  </a:lnTo>
                  <a:lnTo>
                    <a:pt x="137538" y="107058"/>
                  </a:lnTo>
                  <a:lnTo>
                    <a:pt x="136341" y="107963"/>
                  </a:lnTo>
                  <a:lnTo>
                    <a:pt x="134435" y="105473"/>
                  </a:lnTo>
                  <a:lnTo>
                    <a:pt x="132752" y="105247"/>
                  </a:lnTo>
                  <a:lnTo>
                    <a:pt x="131743" y="105851"/>
                  </a:lnTo>
                  <a:lnTo>
                    <a:pt x="131070" y="109282"/>
                  </a:lnTo>
                  <a:lnTo>
                    <a:pt x="127967" y="114146"/>
                  </a:lnTo>
                  <a:lnTo>
                    <a:pt x="123257" y="115126"/>
                  </a:lnTo>
                  <a:lnTo>
                    <a:pt x="120229" y="111734"/>
                  </a:lnTo>
                  <a:lnTo>
                    <a:pt x="116042" y="110941"/>
                  </a:lnTo>
                  <a:lnTo>
                    <a:pt x="117724" y="107661"/>
                  </a:lnTo>
                  <a:lnTo>
                    <a:pt x="118023" y="104908"/>
                  </a:lnTo>
                  <a:lnTo>
                    <a:pt x="116415" y="100606"/>
                  </a:lnTo>
                  <a:lnTo>
                    <a:pt x="114920" y="91429"/>
                  </a:lnTo>
                  <a:lnTo>
                    <a:pt x="111481" y="88519"/>
                  </a:lnTo>
                  <a:lnTo>
                    <a:pt x="110396" y="89162"/>
                  </a:lnTo>
                  <a:lnTo>
                    <a:pt x="109462" y="87423"/>
                  </a:lnTo>
                  <a:lnTo>
                    <a:pt x="103593" y="89691"/>
                  </a:lnTo>
                  <a:lnTo>
                    <a:pt x="102882" y="88104"/>
                  </a:lnTo>
                  <a:lnTo>
                    <a:pt x="100078" y="8844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6" name="oPE_MapPart_GNB_1_316" descr="Guinea-Bissau">
              <a:extLst>
                <a:ext uri="{FF2B5EF4-FFF2-40B4-BE49-F238E27FC236}">
                  <a16:creationId xmlns:a16="http://schemas.microsoft.com/office/drawing/2014/main" id="{4844EE30-CF62-CB5B-A128-E204A5551252}"/>
                </a:ext>
              </a:extLst>
            </p:cNvPr>
            <p:cNvSpPr/>
            <p:nvPr>
              <p:custDataLst>
                <p:tags r:id="rId316"/>
              </p:custDataLst>
            </p:nvPr>
          </p:nvSpPr>
          <p:spPr>
            <a:xfrm>
              <a:off x="5748921" y="4126430"/>
              <a:ext cx="63107" cy="36897"/>
            </a:xfrm>
            <a:custGeom>
              <a:avLst/>
              <a:gdLst/>
              <a:ahLst/>
              <a:cxnLst/>
              <a:rect l="0" t="0" r="0" b="0"/>
              <a:pathLst>
                <a:path w="63107" h="36897">
                  <a:moveTo>
                    <a:pt x="0" y="6893"/>
                  </a:moveTo>
                  <a:lnTo>
                    <a:pt x="3926" y="7046"/>
                  </a:lnTo>
                  <a:lnTo>
                    <a:pt x="11776" y="4711"/>
                  </a:lnTo>
                  <a:lnTo>
                    <a:pt x="18094" y="5133"/>
                  </a:lnTo>
                  <a:lnTo>
                    <a:pt x="23590" y="4022"/>
                  </a:lnTo>
                  <a:lnTo>
                    <a:pt x="31478" y="0"/>
                  </a:lnTo>
                  <a:lnTo>
                    <a:pt x="61946" y="115"/>
                  </a:lnTo>
                  <a:lnTo>
                    <a:pt x="63106" y="4252"/>
                  </a:lnTo>
                  <a:lnTo>
                    <a:pt x="62358" y="7811"/>
                  </a:lnTo>
                  <a:lnTo>
                    <a:pt x="61311" y="8883"/>
                  </a:lnTo>
                  <a:lnTo>
                    <a:pt x="57386" y="9877"/>
                  </a:lnTo>
                  <a:lnTo>
                    <a:pt x="61760" y="14236"/>
                  </a:lnTo>
                  <a:lnTo>
                    <a:pt x="61872" y="20043"/>
                  </a:lnTo>
                  <a:lnTo>
                    <a:pt x="57273" y="21570"/>
                  </a:lnTo>
                  <a:lnTo>
                    <a:pt x="50806" y="21646"/>
                  </a:lnTo>
                  <a:lnTo>
                    <a:pt x="46918" y="23860"/>
                  </a:lnTo>
                  <a:lnTo>
                    <a:pt x="42132" y="24852"/>
                  </a:lnTo>
                  <a:lnTo>
                    <a:pt x="34656" y="36896"/>
                  </a:lnTo>
                  <a:lnTo>
                    <a:pt x="33609" y="35411"/>
                  </a:lnTo>
                  <a:lnTo>
                    <a:pt x="34394" y="32630"/>
                  </a:lnTo>
                  <a:lnTo>
                    <a:pt x="30917" y="34992"/>
                  </a:lnTo>
                  <a:lnTo>
                    <a:pt x="31029" y="32325"/>
                  </a:lnTo>
                  <a:lnTo>
                    <a:pt x="28936" y="32401"/>
                  </a:lnTo>
                  <a:lnTo>
                    <a:pt x="27366" y="31029"/>
                  </a:lnTo>
                  <a:lnTo>
                    <a:pt x="27328" y="28551"/>
                  </a:lnTo>
                  <a:lnTo>
                    <a:pt x="28188" y="27255"/>
                  </a:lnTo>
                  <a:lnTo>
                    <a:pt x="25571" y="26950"/>
                  </a:lnTo>
                  <a:lnTo>
                    <a:pt x="26618" y="25081"/>
                  </a:lnTo>
                  <a:lnTo>
                    <a:pt x="34020" y="22982"/>
                  </a:lnTo>
                  <a:lnTo>
                    <a:pt x="33011" y="21608"/>
                  </a:lnTo>
                  <a:lnTo>
                    <a:pt x="30768" y="21074"/>
                  </a:lnTo>
                  <a:lnTo>
                    <a:pt x="26954" y="22600"/>
                  </a:lnTo>
                  <a:lnTo>
                    <a:pt x="25123" y="20310"/>
                  </a:lnTo>
                  <a:lnTo>
                    <a:pt x="25833" y="17790"/>
                  </a:lnTo>
                  <a:lnTo>
                    <a:pt x="31179" y="17178"/>
                  </a:lnTo>
                  <a:lnTo>
                    <a:pt x="33422" y="16261"/>
                  </a:lnTo>
                  <a:lnTo>
                    <a:pt x="33908" y="15115"/>
                  </a:lnTo>
                  <a:lnTo>
                    <a:pt x="31628" y="15994"/>
                  </a:lnTo>
                  <a:lnTo>
                    <a:pt x="26506" y="15651"/>
                  </a:lnTo>
                  <a:lnTo>
                    <a:pt x="18505" y="19470"/>
                  </a:lnTo>
                  <a:lnTo>
                    <a:pt x="15964" y="18974"/>
                  </a:lnTo>
                  <a:lnTo>
                    <a:pt x="16786" y="16147"/>
                  </a:lnTo>
                  <a:lnTo>
                    <a:pt x="15627" y="15306"/>
                  </a:lnTo>
                  <a:lnTo>
                    <a:pt x="11889" y="16185"/>
                  </a:lnTo>
                  <a:lnTo>
                    <a:pt x="9085" y="14886"/>
                  </a:lnTo>
                  <a:lnTo>
                    <a:pt x="7963" y="13357"/>
                  </a:lnTo>
                  <a:lnTo>
                    <a:pt x="8150" y="11369"/>
                  </a:lnTo>
                  <a:lnTo>
                    <a:pt x="9683" y="9418"/>
                  </a:lnTo>
                  <a:lnTo>
                    <a:pt x="5683" y="101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7" name="oPE_MapPart_GNB_2_317" descr="Guinea-Bissau">
              <a:extLst>
                <a:ext uri="{FF2B5EF4-FFF2-40B4-BE49-F238E27FC236}">
                  <a16:creationId xmlns:a16="http://schemas.microsoft.com/office/drawing/2014/main" id="{63839926-69FA-A416-9ABA-84DC9292AD92}"/>
                </a:ext>
              </a:extLst>
            </p:cNvPr>
            <p:cNvSpPr/>
            <p:nvPr>
              <p:custDataLst>
                <p:tags r:id="rId317"/>
              </p:custDataLst>
            </p:nvPr>
          </p:nvSpPr>
          <p:spPr>
            <a:xfrm>
              <a:off x="5758791" y="4157878"/>
              <a:ext cx="3515" cy="3240"/>
            </a:xfrm>
            <a:custGeom>
              <a:avLst/>
              <a:gdLst/>
              <a:ahLst/>
              <a:cxnLst/>
              <a:rect l="0" t="0" r="0" b="0"/>
              <a:pathLst>
                <a:path w="3515" h="3240">
                  <a:moveTo>
                    <a:pt x="2505" y="2934"/>
                  </a:moveTo>
                  <a:lnTo>
                    <a:pt x="859" y="3239"/>
                  </a:lnTo>
                  <a:lnTo>
                    <a:pt x="0" y="1791"/>
                  </a:lnTo>
                  <a:lnTo>
                    <a:pt x="2729" y="153"/>
                  </a:lnTo>
                  <a:lnTo>
                    <a:pt x="3514" y="0"/>
                  </a:lnTo>
                  <a:lnTo>
                    <a:pt x="3401" y="24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8" name="oPE_MapPart_GNB_3_318" descr="Guinea-Bissau">
              <a:extLst>
                <a:ext uri="{FF2B5EF4-FFF2-40B4-BE49-F238E27FC236}">
                  <a16:creationId xmlns:a16="http://schemas.microsoft.com/office/drawing/2014/main" id="{83BB6B6C-0D16-92FB-C78B-90FF369CDACF}"/>
                </a:ext>
              </a:extLst>
            </p:cNvPr>
            <p:cNvSpPr/>
            <p:nvPr>
              <p:custDataLst>
                <p:tags r:id="rId318"/>
              </p:custDataLst>
            </p:nvPr>
          </p:nvSpPr>
          <p:spPr>
            <a:xfrm>
              <a:off x="5764436" y="4158260"/>
              <a:ext cx="1421" cy="2553"/>
            </a:xfrm>
            <a:custGeom>
              <a:avLst/>
              <a:gdLst/>
              <a:ahLst/>
              <a:cxnLst/>
              <a:rect l="0" t="0" r="0" b="0"/>
              <a:pathLst>
                <a:path w="1421" h="2553">
                  <a:moveTo>
                    <a:pt x="1420" y="2057"/>
                  </a:moveTo>
                  <a:lnTo>
                    <a:pt x="0" y="2552"/>
                  </a:lnTo>
                  <a:lnTo>
                    <a:pt x="373" y="0"/>
                  </a:lnTo>
                  <a:lnTo>
                    <a:pt x="1233" y="6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9" name="oPE_MapPart_GNB_4_319" descr="Guinea-Bissau">
              <a:extLst>
                <a:ext uri="{FF2B5EF4-FFF2-40B4-BE49-F238E27FC236}">
                  <a16:creationId xmlns:a16="http://schemas.microsoft.com/office/drawing/2014/main" id="{B97A3C8E-65BD-B294-AD41-AB689EC15518}"/>
                </a:ext>
              </a:extLst>
            </p:cNvPr>
            <p:cNvSpPr/>
            <p:nvPr>
              <p:custDataLst>
                <p:tags r:id="rId319"/>
              </p:custDataLst>
            </p:nvPr>
          </p:nvSpPr>
          <p:spPr>
            <a:xfrm>
              <a:off x="5768249" y="4155668"/>
              <a:ext cx="2543" cy="2707"/>
            </a:xfrm>
            <a:custGeom>
              <a:avLst/>
              <a:gdLst/>
              <a:ahLst/>
              <a:cxnLst/>
              <a:rect l="0" t="0" r="0" b="0"/>
              <a:pathLst>
                <a:path w="2543" h="2707">
                  <a:moveTo>
                    <a:pt x="1159" y="1829"/>
                  </a:moveTo>
                  <a:lnTo>
                    <a:pt x="1159" y="2706"/>
                  </a:lnTo>
                  <a:lnTo>
                    <a:pt x="0" y="2287"/>
                  </a:lnTo>
                  <a:lnTo>
                    <a:pt x="1309" y="0"/>
                  </a:lnTo>
                  <a:lnTo>
                    <a:pt x="2542" y="343"/>
                  </a:lnTo>
                  <a:lnTo>
                    <a:pt x="1944" y="14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0" name="oPE_MapPart_GNB_5_320" descr="Guinea-Bissau">
              <a:extLst>
                <a:ext uri="{FF2B5EF4-FFF2-40B4-BE49-F238E27FC236}">
                  <a16:creationId xmlns:a16="http://schemas.microsoft.com/office/drawing/2014/main" id="{2FEF6587-5B80-4417-0E53-C3E56437A2ED}"/>
                </a:ext>
              </a:extLst>
            </p:cNvPr>
            <p:cNvSpPr/>
            <p:nvPr>
              <p:custDataLst>
                <p:tags r:id="rId320"/>
              </p:custDataLst>
            </p:nvPr>
          </p:nvSpPr>
          <p:spPr>
            <a:xfrm>
              <a:off x="5771576" y="4148687"/>
              <a:ext cx="2880" cy="2100"/>
            </a:xfrm>
            <a:custGeom>
              <a:avLst/>
              <a:gdLst/>
              <a:ahLst/>
              <a:cxnLst/>
              <a:rect l="0" t="0" r="0" b="0"/>
              <a:pathLst>
                <a:path w="2880" h="2100">
                  <a:moveTo>
                    <a:pt x="1384" y="2022"/>
                  </a:moveTo>
                  <a:lnTo>
                    <a:pt x="0" y="2099"/>
                  </a:lnTo>
                  <a:lnTo>
                    <a:pt x="1757" y="305"/>
                  </a:lnTo>
                  <a:lnTo>
                    <a:pt x="2879" y="0"/>
                  </a:lnTo>
                  <a:lnTo>
                    <a:pt x="2841" y="1374"/>
                  </a:lnTo>
                  <a:lnTo>
                    <a:pt x="1944" y="16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1" name="oPE_MapPart_GNB_6_321" descr="Guinea-Bissau">
              <a:extLst>
                <a:ext uri="{FF2B5EF4-FFF2-40B4-BE49-F238E27FC236}">
                  <a16:creationId xmlns:a16="http://schemas.microsoft.com/office/drawing/2014/main" id="{5A6CB1C2-0CA2-415C-ABCA-291593A6889C}"/>
                </a:ext>
              </a:extLst>
            </p:cNvPr>
            <p:cNvSpPr/>
            <p:nvPr>
              <p:custDataLst>
                <p:tags r:id="rId321"/>
              </p:custDataLst>
            </p:nvPr>
          </p:nvSpPr>
          <p:spPr>
            <a:xfrm>
              <a:off x="5763202" y="4149412"/>
              <a:ext cx="2543" cy="3473"/>
            </a:xfrm>
            <a:custGeom>
              <a:avLst/>
              <a:gdLst/>
              <a:ahLst/>
              <a:cxnLst/>
              <a:rect l="0" t="0" r="0" b="0"/>
              <a:pathLst>
                <a:path w="2543" h="3473">
                  <a:moveTo>
                    <a:pt x="2542" y="2786"/>
                  </a:moveTo>
                  <a:lnTo>
                    <a:pt x="1570" y="3472"/>
                  </a:lnTo>
                  <a:lnTo>
                    <a:pt x="0" y="2557"/>
                  </a:lnTo>
                  <a:lnTo>
                    <a:pt x="1234" y="0"/>
                  </a:lnTo>
                  <a:lnTo>
                    <a:pt x="2243" y="1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2" name="oPE_MapPart_GNB_7_322" descr="Guinea-Bissau">
              <a:extLst>
                <a:ext uri="{FF2B5EF4-FFF2-40B4-BE49-F238E27FC236}">
                  <a16:creationId xmlns:a16="http://schemas.microsoft.com/office/drawing/2014/main" id="{7167A6CD-B058-795E-8C4A-3D853C625F8A}"/>
                </a:ext>
              </a:extLst>
            </p:cNvPr>
            <p:cNvSpPr/>
            <p:nvPr>
              <p:custDataLst>
                <p:tags r:id="rId322"/>
              </p:custDataLst>
            </p:nvPr>
          </p:nvSpPr>
          <p:spPr>
            <a:xfrm>
              <a:off x="5760510" y="4143265"/>
              <a:ext cx="3478" cy="2712"/>
            </a:xfrm>
            <a:custGeom>
              <a:avLst/>
              <a:gdLst/>
              <a:ahLst/>
              <a:cxnLst/>
              <a:rect l="0" t="0" r="0" b="0"/>
              <a:pathLst>
                <a:path w="3478" h="2712">
                  <a:moveTo>
                    <a:pt x="3477" y="114"/>
                  </a:moveTo>
                  <a:lnTo>
                    <a:pt x="2393" y="2711"/>
                  </a:lnTo>
                  <a:lnTo>
                    <a:pt x="1047" y="2406"/>
                  </a:lnTo>
                  <a:lnTo>
                    <a:pt x="0" y="229"/>
                  </a:lnTo>
                  <a:lnTo>
                    <a:pt x="272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3" name="oPE_MapPart_GUY_1_323" descr="Guyana">
              <a:extLst>
                <a:ext uri="{FF2B5EF4-FFF2-40B4-BE49-F238E27FC236}">
                  <a16:creationId xmlns:a16="http://schemas.microsoft.com/office/drawing/2014/main" id="{57A1C827-C4B9-DD4B-3513-44E6BCB705FA}"/>
                </a:ext>
              </a:extLst>
            </p:cNvPr>
            <p:cNvSpPr/>
            <p:nvPr>
              <p:custDataLst>
                <p:tags r:id="rId323"/>
              </p:custDataLst>
            </p:nvPr>
          </p:nvSpPr>
          <p:spPr>
            <a:xfrm>
              <a:off x="4820960" y="4213703"/>
              <a:ext cx="101949" cy="153229"/>
            </a:xfrm>
            <a:custGeom>
              <a:avLst/>
              <a:gdLst/>
              <a:ahLst/>
              <a:cxnLst/>
              <a:rect l="0" t="0" r="0" b="0"/>
              <a:pathLst>
                <a:path w="101949" h="153229">
                  <a:moveTo>
                    <a:pt x="13458" y="70049"/>
                  </a:moveTo>
                  <a:lnTo>
                    <a:pt x="0" y="54687"/>
                  </a:lnTo>
                  <a:lnTo>
                    <a:pt x="5458" y="48934"/>
                  </a:lnTo>
                  <a:lnTo>
                    <a:pt x="3888" y="41110"/>
                  </a:lnTo>
                  <a:lnTo>
                    <a:pt x="5084" y="38889"/>
                  </a:lnTo>
                  <a:lnTo>
                    <a:pt x="9421" y="38099"/>
                  </a:lnTo>
                  <a:lnTo>
                    <a:pt x="10730" y="36932"/>
                  </a:lnTo>
                  <a:lnTo>
                    <a:pt x="13982" y="37346"/>
                  </a:lnTo>
                  <a:lnTo>
                    <a:pt x="21571" y="32450"/>
                  </a:lnTo>
                  <a:lnTo>
                    <a:pt x="21720" y="29361"/>
                  </a:lnTo>
                  <a:lnTo>
                    <a:pt x="16786" y="29211"/>
                  </a:lnTo>
                  <a:lnTo>
                    <a:pt x="15739" y="28081"/>
                  </a:lnTo>
                  <a:lnTo>
                    <a:pt x="16300" y="25782"/>
                  </a:lnTo>
                  <a:lnTo>
                    <a:pt x="13944" y="21257"/>
                  </a:lnTo>
                  <a:lnTo>
                    <a:pt x="18206" y="15448"/>
                  </a:lnTo>
                  <a:lnTo>
                    <a:pt x="20973" y="15147"/>
                  </a:lnTo>
                  <a:lnTo>
                    <a:pt x="25197" y="11674"/>
                  </a:lnTo>
                  <a:lnTo>
                    <a:pt x="28225" y="10428"/>
                  </a:lnTo>
                  <a:lnTo>
                    <a:pt x="29608" y="7520"/>
                  </a:lnTo>
                  <a:lnTo>
                    <a:pt x="32038" y="6312"/>
                  </a:lnTo>
                  <a:lnTo>
                    <a:pt x="32375" y="5140"/>
                  </a:lnTo>
                  <a:lnTo>
                    <a:pt x="28525" y="0"/>
                  </a:lnTo>
                  <a:lnTo>
                    <a:pt x="32263" y="3705"/>
                  </a:lnTo>
                  <a:lnTo>
                    <a:pt x="33945" y="4422"/>
                  </a:lnTo>
                  <a:lnTo>
                    <a:pt x="34282" y="3554"/>
                  </a:lnTo>
                  <a:lnTo>
                    <a:pt x="35814" y="3931"/>
                  </a:lnTo>
                  <a:lnTo>
                    <a:pt x="45497" y="9975"/>
                  </a:lnTo>
                  <a:lnTo>
                    <a:pt x="53572" y="17071"/>
                  </a:lnTo>
                  <a:lnTo>
                    <a:pt x="59815" y="24161"/>
                  </a:lnTo>
                  <a:lnTo>
                    <a:pt x="60526" y="25668"/>
                  </a:lnTo>
                  <a:lnTo>
                    <a:pt x="60451" y="31698"/>
                  </a:lnTo>
                  <a:lnTo>
                    <a:pt x="58320" y="35765"/>
                  </a:lnTo>
                  <a:lnTo>
                    <a:pt x="57684" y="42878"/>
                  </a:lnTo>
                  <a:lnTo>
                    <a:pt x="56451" y="45249"/>
                  </a:lnTo>
                  <a:lnTo>
                    <a:pt x="58096" y="43970"/>
                  </a:lnTo>
                  <a:lnTo>
                    <a:pt x="58582" y="40282"/>
                  </a:lnTo>
                  <a:lnTo>
                    <a:pt x="61797" y="35614"/>
                  </a:lnTo>
                  <a:lnTo>
                    <a:pt x="64227" y="35011"/>
                  </a:lnTo>
                  <a:lnTo>
                    <a:pt x="70769" y="36969"/>
                  </a:lnTo>
                  <a:lnTo>
                    <a:pt x="78582" y="43970"/>
                  </a:lnTo>
                  <a:lnTo>
                    <a:pt x="79966" y="46452"/>
                  </a:lnTo>
                  <a:lnTo>
                    <a:pt x="84041" y="47693"/>
                  </a:lnTo>
                  <a:lnTo>
                    <a:pt x="86471" y="49687"/>
                  </a:lnTo>
                  <a:lnTo>
                    <a:pt x="87704" y="55815"/>
                  </a:lnTo>
                  <a:lnTo>
                    <a:pt x="87144" y="62841"/>
                  </a:lnTo>
                  <a:lnTo>
                    <a:pt x="84564" y="67272"/>
                  </a:lnTo>
                  <a:lnTo>
                    <a:pt x="86844" y="70200"/>
                  </a:lnTo>
                  <a:lnTo>
                    <a:pt x="84751" y="72039"/>
                  </a:lnTo>
                  <a:lnTo>
                    <a:pt x="84303" y="73841"/>
                  </a:lnTo>
                  <a:lnTo>
                    <a:pt x="76414" y="74441"/>
                  </a:lnTo>
                  <a:lnTo>
                    <a:pt x="72900" y="76768"/>
                  </a:lnTo>
                  <a:lnTo>
                    <a:pt x="72152" y="78006"/>
                  </a:lnTo>
                  <a:lnTo>
                    <a:pt x="73610" y="81195"/>
                  </a:lnTo>
                  <a:lnTo>
                    <a:pt x="69311" y="92967"/>
                  </a:lnTo>
                  <a:lnTo>
                    <a:pt x="69760" y="95067"/>
                  </a:lnTo>
                  <a:lnTo>
                    <a:pt x="72339" y="98064"/>
                  </a:lnTo>
                  <a:lnTo>
                    <a:pt x="73909" y="101848"/>
                  </a:lnTo>
                  <a:lnTo>
                    <a:pt x="77722" y="105145"/>
                  </a:lnTo>
                  <a:lnTo>
                    <a:pt x="77760" y="107691"/>
                  </a:lnTo>
                  <a:lnTo>
                    <a:pt x="79779" y="108553"/>
                  </a:lnTo>
                  <a:lnTo>
                    <a:pt x="84900" y="108066"/>
                  </a:lnTo>
                  <a:lnTo>
                    <a:pt x="87106" y="118961"/>
                  </a:lnTo>
                  <a:lnTo>
                    <a:pt x="89013" y="120720"/>
                  </a:lnTo>
                  <a:lnTo>
                    <a:pt x="92602" y="128467"/>
                  </a:lnTo>
                  <a:lnTo>
                    <a:pt x="97349" y="135949"/>
                  </a:lnTo>
                  <a:lnTo>
                    <a:pt x="101948" y="137894"/>
                  </a:lnTo>
                  <a:lnTo>
                    <a:pt x="94583" y="139166"/>
                  </a:lnTo>
                  <a:lnTo>
                    <a:pt x="90994" y="138343"/>
                  </a:lnTo>
                  <a:lnTo>
                    <a:pt x="88714" y="136398"/>
                  </a:lnTo>
                  <a:lnTo>
                    <a:pt x="84601" y="137445"/>
                  </a:lnTo>
                  <a:lnTo>
                    <a:pt x="82620" y="138568"/>
                  </a:lnTo>
                  <a:lnTo>
                    <a:pt x="79853" y="142383"/>
                  </a:lnTo>
                  <a:lnTo>
                    <a:pt x="70769" y="143991"/>
                  </a:lnTo>
                  <a:lnTo>
                    <a:pt x="69722" y="146646"/>
                  </a:lnTo>
                  <a:lnTo>
                    <a:pt x="63367" y="145263"/>
                  </a:lnTo>
                  <a:lnTo>
                    <a:pt x="62208" y="147470"/>
                  </a:lnTo>
                  <a:lnTo>
                    <a:pt x="59927" y="148367"/>
                  </a:lnTo>
                  <a:lnTo>
                    <a:pt x="59778" y="151545"/>
                  </a:lnTo>
                  <a:lnTo>
                    <a:pt x="56189" y="151620"/>
                  </a:lnTo>
                  <a:lnTo>
                    <a:pt x="54058" y="153153"/>
                  </a:lnTo>
                  <a:lnTo>
                    <a:pt x="52525" y="153228"/>
                  </a:lnTo>
                  <a:lnTo>
                    <a:pt x="50319" y="151134"/>
                  </a:lnTo>
                  <a:lnTo>
                    <a:pt x="44862" y="149676"/>
                  </a:lnTo>
                  <a:lnTo>
                    <a:pt x="38543" y="142943"/>
                  </a:lnTo>
                  <a:lnTo>
                    <a:pt x="35814" y="141971"/>
                  </a:lnTo>
                  <a:lnTo>
                    <a:pt x="35777" y="139951"/>
                  </a:lnTo>
                  <a:lnTo>
                    <a:pt x="33945" y="138755"/>
                  </a:lnTo>
                  <a:lnTo>
                    <a:pt x="33982" y="131011"/>
                  </a:lnTo>
                  <a:lnTo>
                    <a:pt x="31179" y="129140"/>
                  </a:lnTo>
                  <a:lnTo>
                    <a:pt x="28973" y="120795"/>
                  </a:lnTo>
                  <a:lnTo>
                    <a:pt x="30020" y="114095"/>
                  </a:lnTo>
                  <a:lnTo>
                    <a:pt x="32375" y="108628"/>
                  </a:lnTo>
                  <a:lnTo>
                    <a:pt x="31926" y="103684"/>
                  </a:lnTo>
                  <a:lnTo>
                    <a:pt x="35553" y="101362"/>
                  </a:lnTo>
                  <a:lnTo>
                    <a:pt x="38057" y="95929"/>
                  </a:lnTo>
                  <a:lnTo>
                    <a:pt x="34319" y="90382"/>
                  </a:lnTo>
                  <a:lnTo>
                    <a:pt x="35067" y="87157"/>
                  </a:lnTo>
                  <a:lnTo>
                    <a:pt x="32338" y="85169"/>
                  </a:lnTo>
                  <a:lnTo>
                    <a:pt x="25795" y="84008"/>
                  </a:lnTo>
                  <a:lnTo>
                    <a:pt x="28225" y="79657"/>
                  </a:lnTo>
                  <a:lnTo>
                    <a:pt x="29085" y="72527"/>
                  </a:lnTo>
                  <a:lnTo>
                    <a:pt x="25945" y="69299"/>
                  </a:lnTo>
                  <a:lnTo>
                    <a:pt x="23851" y="68886"/>
                  </a:lnTo>
                  <a:lnTo>
                    <a:pt x="19328" y="70350"/>
                  </a:lnTo>
                  <a:lnTo>
                    <a:pt x="15365" y="696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4" name="oPE_MapPart_HTI_1_324" descr="Haiti">
              <a:extLst>
                <a:ext uri="{FF2B5EF4-FFF2-40B4-BE49-F238E27FC236}">
                  <a16:creationId xmlns:a16="http://schemas.microsoft.com/office/drawing/2014/main" id="{26FEBBDB-F1DB-0B84-B2A4-74788353833F}"/>
                </a:ext>
              </a:extLst>
            </p:cNvPr>
            <p:cNvSpPr/>
            <p:nvPr>
              <p:custDataLst>
                <p:tags r:id="rId324"/>
              </p:custDataLst>
            </p:nvPr>
          </p:nvSpPr>
          <p:spPr>
            <a:xfrm>
              <a:off x="4549136" y="3969452"/>
              <a:ext cx="58845" cy="41475"/>
            </a:xfrm>
            <a:custGeom>
              <a:avLst/>
              <a:gdLst/>
              <a:ahLst/>
              <a:cxnLst/>
              <a:rect l="0" t="0" r="0" b="0"/>
              <a:pathLst>
                <a:path w="58845" h="41475">
                  <a:moveTo>
                    <a:pt x="56077" y="4610"/>
                  </a:moveTo>
                  <a:lnTo>
                    <a:pt x="57573" y="11156"/>
                  </a:lnTo>
                  <a:lnTo>
                    <a:pt x="56750" y="14168"/>
                  </a:lnTo>
                  <a:lnTo>
                    <a:pt x="58844" y="16860"/>
                  </a:lnTo>
                  <a:lnTo>
                    <a:pt x="55479" y="20737"/>
                  </a:lnTo>
                  <a:lnTo>
                    <a:pt x="57012" y="23582"/>
                  </a:lnTo>
                  <a:lnTo>
                    <a:pt x="56825" y="26307"/>
                  </a:lnTo>
                  <a:lnTo>
                    <a:pt x="54246" y="28911"/>
                  </a:lnTo>
                  <a:lnTo>
                    <a:pt x="51479" y="29266"/>
                  </a:lnTo>
                  <a:lnTo>
                    <a:pt x="54133" y="33248"/>
                  </a:lnTo>
                  <a:lnTo>
                    <a:pt x="56414" y="34863"/>
                  </a:lnTo>
                  <a:lnTo>
                    <a:pt x="56301" y="41474"/>
                  </a:lnTo>
                  <a:lnTo>
                    <a:pt x="50245" y="37344"/>
                  </a:lnTo>
                  <a:lnTo>
                    <a:pt x="41011" y="37541"/>
                  </a:lnTo>
                  <a:lnTo>
                    <a:pt x="33273" y="39036"/>
                  </a:lnTo>
                  <a:lnTo>
                    <a:pt x="22693" y="36832"/>
                  </a:lnTo>
                  <a:lnTo>
                    <a:pt x="15178" y="38170"/>
                  </a:lnTo>
                  <a:lnTo>
                    <a:pt x="12338" y="41435"/>
                  </a:lnTo>
                  <a:lnTo>
                    <a:pt x="8150" y="37619"/>
                  </a:lnTo>
                  <a:lnTo>
                    <a:pt x="1234" y="34784"/>
                  </a:lnTo>
                  <a:lnTo>
                    <a:pt x="0" y="32499"/>
                  </a:lnTo>
                  <a:lnTo>
                    <a:pt x="1907" y="28675"/>
                  </a:lnTo>
                  <a:lnTo>
                    <a:pt x="5197" y="27846"/>
                  </a:lnTo>
                  <a:lnTo>
                    <a:pt x="18431" y="30922"/>
                  </a:lnTo>
                  <a:lnTo>
                    <a:pt x="35067" y="32815"/>
                  </a:lnTo>
                  <a:lnTo>
                    <a:pt x="38656" y="30292"/>
                  </a:lnTo>
                  <a:lnTo>
                    <a:pt x="43666" y="29779"/>
                  </a:lnTo>
                  <a:lnTo>
                    <a:pt x="44264" y="27570"/>
                  </a:lnTo>
                  <a:lnTo>
                    <a:pt x="37983" y="22752"/>
                  </a:lnTo>
                  <a:lnTo>
                    <a:pt x="34618" y="18878"/>
                  </a:lnTo>
                  <a:lnTo>
                    <a:pt x="36076" y="17533"/>
                  </a:lnTo>
                  <a:lnTo>
                    <a:pt x="35516" y="15158"/>
                  </a:lnTo>
                  <a:lnTo>
                    <a:pt x="36862" y="10720"/>
                  </a:lnTo>
                  <a:lnTo>
                    <a:pt x="29609" y="6991"/>
                  </a:lnTo>
                  <a:lnTo>
                    <a:pt x="22469" y="5960"/>
                  </a:lnTo>
                  <a:lnTo>
                    <a:pt x="21609" y="4530"/>
                  </a:lnTo>
                  <a:lnTo>
                    <a:pt x="22394" y="2663"/>
                  </a:lnTo>
                  <a:lnTo>
                    <a:pt x="26170" y="994"/>
                  </a:lnTo>
                  <a:lnTo>
                    <a:pt x="33273" y="0"/>
                  </a:lnTo>
                  <a:lnTo>
                    <a:pt x="38245" y="596"/>
                  </a:lnTo>
                  <a:lnTo>
                    <a:pt x="46918" y="4054"/>
                  </a:lnTo>
                  <a:lnTo>
                    <a:pt x="54919" y="508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5" name="oPE_MapPart_HTI_2_325" descr="Haiti">
              <a:extLst>
                <a:ext uri="{FF2B5EF4-FFF2-40B4-BE49-F238E27FC236}">
                  <a16:creationId xmlns:a16="http://schemas.microsoft.com/office/drawing/2014/main" id="{2A67407A-678D-3ED9-60FE-8B68CF330104}"/>
                </a:ext>
              </a:extLst>
            </p:cNvPr>
            <p:cNvSpPr/>
            <p:nvPr>
              <p:custDataLst>
                <p:tags r:id="rId325"/>
              </p:custDataLst>
            </p:nvPr>
          </p:nvSpPr>
          <p:spPr>
            <a:xfrm>
              <a:off x="4573922" y="3990623"/>
              <a:ext cx="9983" cy="5689"/>
            </a:xfrm>
            <a:custGeom>
              <a:avLst/>
              <a:gdLst/>
              <a:ahLst/>
              <a:cxnLst/>
              <a:rect l="0" t="0" r="0" b="0"/>
              <a:pathLst>
                <a:path w="9983" h="5689">
                  <a:moveTo>
                    <a:pt x="9982" y="4149"/>
                  </a:moveTo>
                  <a:lnTo>
                    <a:pt x="9608" y="5688"/>
                  </a:lnTo>
                  <a:lnTo>
                    <a:pt x="0" y="1542"/>
                  </a:lnTo>
                  <a:lnTo>
                    <a:pt x="187" y="277"/>
                  </a:lnTo>
                  <a:lnTo>
                    <a:pt x="2393" y="0"/>
                  </a:lnTo>
                  <a:lnTo>
                    <a:pt x="7589" y="22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6" name="oPE_MapPart_HTI_3_326" descr="Haiti">
              <a:extLst>
                <a:ext uri="{FF2B5EF4-FFF2-40B4-BE49-F238E27FC236}">
                  <a16:creationId xmlns:a16="http://schemas.microsoft.com/office/drawing/2014/main" id="{8C7F36B8-4A3F-0DD0-A926-9FFCAFD1B069}"/>
                </a:ext>
              </a:extLst>
            </p:cNvPr>
            <p:cNvSpPr/>
            <p:nvPr>
              <p:custDataLst>
                <p:tags r:id="rId326"/>
              </p:custDataLst>
            </p:nvPr>
          </p:nvSpPr>
          <p:spPr>
            <a:xfrm>
              <a:off x="4580651" y="3965832"/>
              <a:ext cx="7030" cy="2348"/>
            </a:xfrm>
            <a:custGeom>
              <a:avLst/>
              <a:gdLst/>
              <a:ahLst/>
              <a:cxnLst/>
              <a:rect l="0" t="0" r="0" b="0"/>
              <a:pathLst>
                <a:path w="7030" h="2348">
                  <a:moveTo>
                    <a:pt x="6169" y="1193"/>
                  </a:moveTo>
                  <a:lnTo>
                    <a:pt x="7029" y="1711"/>
                  </a:lnTo>
                  <a:lnTo>
                    <a:pt x="6692" y="2347"/>
                  </a:lnTo>
                  <a:lnTo>
                    <a:pt x="1272" y="1313"/>
                  </a:lnTo>
                  <a:lnTo>
                    <a:pt x="0" y="636"/>
                  </a:lnTo>
                  <a:lnTo>
                    <a:pt x="355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7" name="oPE_MapPart_HMD_1_327" descr="Heard und McDonaldinseln">
              <a:extLst>
                <a:ext uri="{FF2B5EF4-FFF2-40B4-BE49-F238E27FC236}">
                  <a16:creationId xmlns:a16="http://schemas.microsoft.com/office/drawing/2014/main" id="{028C235D-3809-803C-2BEC-957E796B715C}"/>
                </a:ext>
              </a:extLst>
            </p:cNvPr>
            <p:cNvSpPr/>
            <p:nvPr>
              <p:custDataLst>
                <p:tags r:id="rId327"/>
              </p:custDataLst>
            </p:nvPr>
          </p:nvSpPr>
          <p:spPr>
            <a:xfrm>
              <a:off x="7612283" y="5678815"/>
              <a:ext cx="22432" cy="37340"/>
            </a:xfrm>
            <a:custGeom>
              <a:avLst/>
              <a:gdLst/>
              <a:ahLst/>
              <a:cxnLst/>
              <a:rect l="0" t="0" r="0" b="0"/>
              <a:pathLst>
                <a:path w="22432" h="37340">
                  <a:moveTo>
                    <a:pt x="0" y="0"/>
                  </a:moveTo>
                  <a:lnTo>
                    <a:pt x="22431" y="0"/>
                  </a:lnTo>
                  <a:lnTo>
                    <a:pt x="22431" y="37339"/>
                  </a:lnTo>
                  <a:lnTo>
                    <a:pt x="0" y="373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8" name="oPE_MapPart_HND_1_328" descr="Honduras">
              <a:extLst>
                <a:ext uri="{FF2B5EF4-FFF2-40B4-BE49-F238E27FC236}">
                  <a16:creationId xmlns:a16="http://schemas.microsoft.com/office/drawing/2014/main" id="{399C0843-A0E5-5452-E76D-6CBF7F5D5AB0}"/>
                </a:ext>
              </a:extLst>
            </p:cNvPr>
            <p:cNvSpPr/>
            <p:nvPr>
              <p:custDataLst>
                <p:tags r:id="rId328"/>
              </p:custDataLst>
            </p:nvPr>
          </p:nvSpPr>
          <p:spPr>
            <a:xfrm>
              <a:off x="4240003" y="4054720"/>
              <a:ext cx="128865" cy="65308"/>
            </a:xfrm>
            <a:custGeom>
              <a:avLst/>
              <a:gdLst/>
              <a:ahLst/>
              <a:cxnLst/>
              <a:rect l="0" t="0" r="0" b="0"/>
              <a:pathLst>
                <a:path w="128865" h="65308">
                  <a:moveTo>
                    <a:pt x="128864" y="22231"/>
                  </a:moveTo>
                  <a:lnTo>
                    <a:pt x="121014" y="22541"/>
                  </a:lnTo>
                  <a:lnTo>
                    <a:pt x="118958" y="24708"/>
                  </a:lnTo>
                  <a:lnTo>
                    <a:pt x="111967" y="26989"/>
                  </a:lnTo>
                  <a:lnTo>
                    <a:pt x="110023" y="26680"/>
                  </a:lnTo>
                  <a:lnTo>
                    <a:pt x="108266" y="28072"/>
                  </a:lnTo>
                  <a:lnTo>
                    <a:pt x="106397" y="27492"/>
                  </a:lnTo>
                  <a:lnTo>
                    <a:pt x="105836" y="28535"/>
                  </a:lnTo>
                  <a:lnTo>
                    <a:pt x="103219" y="28690"/>
                  </a:lnTo>
                  <a:lnTo>
                    <a:pt x="101948" y="29733"/>
                  </a:lnTo>
                  <a:lnTo>
                    <a:pt x="97948" y="29347"/>
                  </a:lnTo>
                  <a:lnTo>
                    <a:pt x="93499" y="26139"/>
                  </a:lnTo>
                  <a:lnTo>
                    <a:pt x="90919" y="27376"/>
                  </a:lnTo>
                  <a:lnTo>
                    <a:pt x="89835" y="30506"/>
                  </a:lnTo>
                  <a:lnTo>
                    <a:pt x="87256" y="32244"/>
                  </a:lnTo>
                  <a:lnTo>
                    <a:pt x="86882" y="36143"/>
                  </a:lnTo>
                  <a:lnTo>
                    <a:pt x="76451" y="43893"/>
                  </a:lnTo>
                  <a:lnTo>
                    <a:pt x="75367" y="46551"/>
                  </a:lnTo>
                  <a:lnTo>
                    <a:pt x="74283" y="46859"/>
                  </a:lnTo>
                  <a:lnTo>
                    <a:pt x="70171" y="44240"/>
                  </a:lnTo>
                  <a:lnTo>
                    <a:pt x="69012" y="42429"/>
                  </a:lnTo>
                  <a:lnTo>
                    <a:pt x="66694" y="43624"/>
                  </a:lnTo>
                  <a:lnTo>
                    <a:pt x="62956" y="48437"/>
                  </a:lnTo>
                  <a:lnTo>
                    <a:pt x="54095" y="48937"/>
                  </a:lnTo>
                  <a:lnTo>
                    <a:pt x="55067" y="58205"/>
                  </a:lnTo>
                  <a:lnTo>
                    <a:pt x="51703" y="59203"/>
                  </a:lnTo>
                  <a:lnTo>
                    <a:pt x="49946" y="63734"/>
                  </a:lnTo>
                  <a:lnTo>
                    <a:pt x="47852" y="65077"/>
                  </a:lnTo>
                  <a:lnTo>
                    <a:pt x="42057" y="65307"/>
                  </a:lnTo>
                  <a:lnTo>
                    <a:pt x="42170" y="63081"/>
                  </a:lnTo>
                  <a:lnTo>
                    <a:pt x="40488" y="62160"/>
                  </a:lnTo>
                  <a:lnTo>
                    <a:pt x="38730" y="59011"/>
                  </a:lnTo>
                  <a:lnTo>
                    <a:pt x="38917" y="57359"/>
                  </a:lnTo>
                  <a:lnTo>
                    <a:pt x="32151" y="56360"/>
                  </a:lnTo>
                  <a:lnTo>
                    <a:pt x="33758" y="55245"/>
                  </a:lnTo>
                  <a:lnTo>
                    <a:pt x="32824" y="53746"/>
                  </a:lnTo>
                  <a:lnTo>
                    <a:pt x="34207" y="47513"/>
                  </a:lnTo>
                  <a:lnTo>
                    <a:pt x="32412" y="45858"/>
                  </a:lnTo>
                  <a:lnTo>
                    <a:pt x="28487" y="46089"/>
                  </a:lnTo>
                  <a:lnTo>
                    <a:pt x="25160" y="43778"/>
                  </a:lnTo>
                  <a:lnTo>
                    <a:pt x="18281" y="46628"/>
                  </a:lnTo>
                  <a:lnTo>
                    <a:pt x="17646" y="43970"/>
                  </a:lnTo>
                  <a:lnTo>
                    <a:pt x="13608" y="42814"/>
                  </a:lnTo>
                  <a:lnTo>
                    <a:pt x="6356" y="36452"/>
                  </a:lnTo>
                  <a:lnTo>
                    <a:pt x="0" y="34599"/>
                  </a:lnTo>
                  <a:lnTo>
                    <a:pt x="3963" y="30506"/>
                  </a:lnTo>
                  <a:lnTo>
                    <a:pt x="2916" y="24940"/>
                  </a:lnTo>
                  <a:lnTo>
                    <a:pt x="4561" y="20489"/>
                  </a:lnTo>
                  <a:lnTo>
                    <a:pt x="8337" y="18786"/>
                  </a:lnTo>
                  <a:lnTo>
                    <a:pt x="23552" y="6375"/>
                  </a:lnTo>
                  <a:lnTo>
                    <a:pt x="25571" y="6957"/>
                  </a:lnTo>
                  <a:lnTo>
                    <a:pt x="30917" y="3111"/>
                  </a:lnTo>
                  <a:lnTo>
                    <a:pt x="34506" y="2450"/>
                  </a:lnTo>
                  <a:lnTo>
                    <a:pt x="36226" y="2450"/>
                  </a:lnTo>
                  <a:lnTo>
                    <a:pt x="38954" y="5054"/>
                  </a:lnTo>
                  <a:lnTo>
                    <a:pt x="43142" y="4083"/>
                  </a:lnTo>
                  <a:lnTo>
                    <a:pt x="50992" y="5637"/>
                  </a:lnTo>
                  <a:lnTo>
                    <a:pt x="62432" y="5209"/>
                  </a:lnTo>
                  <a:lnTo>
                    <a:pt x="66096" y="2994"/>
                  </a:lnTo>
                  <a:lnTo>
                    <a:pt x="71180" y="1517"/>
                  </a:lnTo>
                  <a:lnTo>
                    <a:pt x="70134" y="0"/>
                  </a:lnTo>
                  <a:lnTo>
                    <a:pt x="74320" y="467"/>
                  </a:lnTo>
                  <a:lnTo>
                    <a:pt x="80564" y="2683"/>
                  </a:lnTo>
                  <a:lnTo>
                    <a:pt x="87218" y="2294"/>
                  </a:lnTo>
                  <a:lnTo>
                    <a:pt x="91143" y="739"/>
                  </a:lnTo>
                  <a:lnTo>
                    <a:pt x="97948" y="3033"/>
                  </a:lnTo>
                  <a:lnTo>
                    <a:pt x="99742" y="4782"/>
                  </a:lnTo>
                  <a:lnTo>
                    <a:pt x="102546" y="4199"/>
                  </a:lnTo>
                  <a:lnTo>
                    <a:pt x="100602" y="3266"/>
                  </a:lnTo>
                  <a:lnTo>
                    <a:pt x="105948" y="4355"/>
                  </a:lnTo>
                  <a:lnTo>
                    <a:pt x="116042" y="12662"/>
                  </a:lnTo>
                  <a:lnTo>
                    <a:pt x="111929" y="10878"/>
                  </a:lnTo>
                  <a:lnTo>
                    <a:pt x="109649" y="11071"/>
                  </a:lnTo>
                  <a:lnTo>
                    <a:pt x="109425" y="13438"/>
                  </a:lnTo>
                  <a:lnTo>
                    <a:pt x="112901" y="13593"/>
                  </a:lnTo>
                  <a:lnTo>
                    <a:pt x="116341" y="17314"/>
                  </a:lnTo>
                  <a:lnTo>
                    <a:pt x="119893" y="16345"/>
                  </a:lnTo>
                  <a:lnTo>
                    <a:pt x="121799" y="17275"/>
                  </a:lnTo>
                  <a:lnTo>
                    <a:pt x="118733" y="14136"/>
                  </a:lnTo>
                  <a:lnTo>
                    <a:pt x="124491" y="16887"/>
                  </a:lnTo>
                  <a:lnTo>
                    <a:pt x="126098" y="20373"/>
                  </a:lnTo>
                  <a:lnTo>
                    <a:pt x="127482" y="211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9" name="oPE_MapPart_HND_2_329" descr="Honduras">
              <a:extLst>
                <a:ext uri="{FF2B5EF4-FFF2-40B4-BE49-F238E27FC236}">
                  <a16:creationId xmlns:a16="http://schemas.microsoft.com/office/drawing/2014/main" id="{DEC74B0C-4EF7-9077-7029-A7AD5D75980D}"/>
                </a:ext>
              </a:extLst>
            </p:cNvPr>
            <p:cNvSpPr/>
            <p:nvPr>
              <p:custDataLst>
                <p:tags r:id="rId329"/>
              </p:custDataLst>
            </p:nvPr>
          </p:nvSpPr>
          <p:spPr>
            <a:xfrm>
              <a:off x="4296752" y="4045960"/>
              <a:ext cx="7778" cy="2728"/>
            </a:xfrm>
            <a:custGeom>
              <a:avLst/>
              <a:gdLst/>
              <a:ahLst/>
              <a:cxnLst/>
              <a:rect l="0" t="0" r="0" b="0"/>
              <a:pathLst>
                <a:path w="7778" h="2728">
                  <a:moveTo>
                    <a:pt x="4375" y="1091"/>
                  </a:moveTo>
                  <a:lnTo>
                    <a:pt x="0" y="2727"/>
                  </a:lnTo>
                  <a:lnTo>
                    <a:pt x="4001" y="312"/>
                  </a:lnTo>
                  <a:lnTo>
                    <a:pt x="777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0" name="oPE_MapPart_HND_3_330" descr="Honduras">
              <a:extLst>
                <a:ext uri="{FF2B5EF4-FFF2-40B4-BE49-F238E27FC236}">
                  <a16:creationId xmlns:a16="http://schemas.microsoft.com/office/drawing/2014/main" id="{B6F6EE00-E490-AAD2-0809-93B7D0473C66}"/>
                </a:ext>
              </a:extLst>
            </p:cNvPr>
            <p:cNvSpPr/>
            <p:nvPr>
              <p:custDataLst>
                <p:tags r:id="rId330"/>
              </p:custDataLst>
            </p:nvPr>
          </p:nvSpPr>
          <p:spPr>
            <a:xfrm>
              <a:off x="4310959" y="4044128"/>
              <a:ext cx="2132" cy="2379"/>
            </a:xfrm>
            <a:custGeom>
              <a:avLst/>
              <a:gdLst/>
              <a:ahLst/>
              <a:cxnLst/>
              <a:rect l="0" t="0" r="0" b="0"/>
              <a:pathLst>
                <a:path w="2132" h="2379">
                  <a:moveTo>
                    <a:pt x="1570" y="1130"/>
                  </a:moveTo>
                  <a:lnTo>
                    <a:pt x="0" y="2378"/>
                  </a:lnTo>
                  <a:lnTo>
                    <a:pt x="448" y="662"/>
                  </a:lnTo>
                  <a:lnTo>
                    <a:pt x="1420" y="0"/>
                  </a:lnTo>
                  <a:lnTo>
                    <a:pt x="2131" y="5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1" name="oPE_MapPart_HKG_1_331" descr="Hongkong">
              <a:extLst>
                <a:ext uri="{FF2B5EF4-FFF2-40B4-BE49-F238E27FC236}">
                  <a16:creationId xmlns:a16="http://schemas.microsoft.com/office/drawing/2014/main" id="{FE3852D2-2C88-8B18-743D-738043E8F69C}"/>
                </a:ext>
              </a:extLst>
            </p:cNvPr>
            <p:cNvSpPr/>
            <p:nvPr>
              <p:custDataLst>
                <p:tags r:id="rId331"/>
              </p:custDataLst>
            </p:nvPr>
          </p:nvSpPr>
          <p:spPr>
            <a:xfrm>
              <a:off x="8454297" y="3902697"/>
              <a:ext cx="22432" cy="24259"/>
            </a:xfrm>
            <a:custGeom>
              <a:avLst/>
              <a:gdLst/>
              <a:ahLst/>
              <a:cxnLst/>
              <a:rect l="0" t="0" r="0" b="0"/>
              <a:pathLst>
                <a:path w="22432" h="24259">
                  <a:moveTo>
                    <a:pt x="0" y="0"/>
                  </a:moveTo>
                  <a:lnTo>
                    <a:pt x="22431" y="0"/>
                  </a:lnTo>
                  <a:lnTo>
                    <a:pt x="22431" y="24258"/>
                  </a:lnTo>
                  <a:lnTo>
                    <a:pt x="0" y="2425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2" name="oPE_MapPart_HUN_1_332" descr="Ungarn">
              <a:extLst>
                <a:ext uri="{FF2B5EF4-FFF2-40B4-BE49-F238E27FC236}">
                  <a16:creationId xmlns:a16="http://schemas.microsoft.com/office/drawing/2014/main" id="{06FD2735-4512-4A4C-66A6-577A6BCE18C2}"/>
                </a:ext>
              </a:extLst>
            </p:cNvPr>
            <p:cNvSpPr/>
            <p:nvPr>
              <p:custDataLst>
                <p:tags r:id="rId332"/>
              </p:custDataLst>
            </p:nvPr>
          </p:nvSpPr>
          <p:spPr>
            <a:xfrm>
              <a:off x="6430256" y="3235360"/>
              <a:ext cx="140866" cy="85512"/>
            </a:xfrm>
            <a:custGeom>
              <a:avLst/>
              <a:gdLst/>
              <a:ahLst/>
              <a:cxnLst/>
              <a:rect l="0" t="0" r="0" b="0"/>
              <a:pathLst>
                <a:path w="140866" h="85512">
                  <a:moveTo>
                    <a:pt x="125387" y="4568"/>
                  </a:moveTo>
                  <a:lnTo>
                    <a:pt x="127930" y="4512"/>
                  </a:lnTo>
                  <a:lnTo>
                    <a:pt x="129948" y="9235"/>
                  </a:lnTo>
                  <a:lnTo>
                    <a:pt x="133463" y="10807"/>
                  </a:lnTo>
                  <a:lnTo>
                    <a:pt x="134771" y="13049"/>
                  </a:lnTo>
                  <a:lnTo>
                    <a:pt x="138659" y="13777"/>
                  </a:lnTo>
                  <a:lnTo>
                    <a:pt x="140043" y="15344"/>
                  </a:lnTo>
                  <a:lnTo>
                    <a:pt x="140865" y="18864"/>
                  </a:lnTo>
                  <a:lnTo>
                    <a:pt x="135295" y="24436"/>
                  </a:lnTo>
                  <a:lnTo>
                    <a:pt x="128715" y="25659"/>
                  </a:lnTo>
                  <a:lnTo>
                    <a:pt x="122659" y="32480"/>
                  </a:lnTo>
                  <a:lnTo>
                    <a:pt x="122584" y="35853"/>
                  </a:lnTo>
                  <a:lnTo>
                    <a:pt x="119967" y="38667"/>
                  </a:lnTo>
                  <a:lnTo>
                    <a:pt x="118210" y="43731"/>
                  </a:lnTo>
                  <a:lnTo>
                    <a:pt x="115630" y="46641"/>
                  </a:lnTo>
                  <a:lnTo>
                    <a:pt x="115444" y="49053"/>
                  </a:lnTo>
                  <a:lnTo>
                    <a:pt x="112154" y="54358"/>
                  </a:lnTo>
                  <a:lnTo>
                    <a:pt x="112228" y="56923"/>
                  </a:lnTo>
                  <a:lnTo>
                    <a:pt x="108565" y="59864"/>
                  </a:lnTo>
                  <a:lnTo>
                    <a:pt x="107144" y="63506"/>
                  </a:lnTo>
                  <a:lnTo>
                    <a:pt x="107405" y="65730"/>
                  </a:lnTo>
                  <a:lnTo>
                    <a:pt x="105874" y="66381"/>
                  </a:lnTo>
                  <a:lnTo>
                    <a:pt x="104415" y="69684"/>
                  </a:lnTo>
                  <a:lnTo>
                    <a:pt x="102733" y="70873"/>
                  </a:lnTo>
                  <a:lnTo>
                    <a:pt x="96901" y="70765"/>
                  </a:lnTo>
                  <a:lnTo>
                    <a:pt x="93873" y="74113"/>
                  </a:lnTo>
                  <a:lnTo>
                    <a:pt x="91667" y="73142"/>
                  </a:lnTo>
                  <a:lnTo>
                    <a:pt x="86134" y="74869"/>
                  </a:lnTo>
                  <a:lnTo>
                    <a:pt x="79741" y="73304"/>
                  </a:lnTo>
                  <a:lnTo>
                    <a:pt x="71367" y="73466"/>
                  </a:lnTo>
                  <a:lnTo>
                    <a:pt x="66134" y="78047"/>
                  </a:lnTo>
                  <a:lnTo>
                    <a:pt x="62171" y="77616"/>
                  </a:lnTo>
                  <a:lnTo>
                    <a:pt x="58843" y="80198"/>
                  </a:lnTo>
                  <a:lnTo>
                    <a:pt x="53423" y="80897"/>
                  </a:lnTo>
                  <a:lnTo>
                    <a:pt x="50656" y="84225"/>
                  </a:lnTo>
                  <a:lnTo>
                    <a:pt x="47030" y="85511"/>
                  </a:lnTo>
                  <a:lnTo>
                    <a:pt x="35590" y="84385"/>
                  </a:lnTo>
                  <a:lnTo>
                    <a:pt x="31441" y="80682"/>
                  </a:lnTo>
                  <a:lnTo>
                    <a:pt x="25272" y="78263"/>
                  </a:lnTo>
                  <a:lnTo>
                    <a:pt x="16150" y="67952"/>
                  </a:lnTo>
                  <a:lnTo>
                    <a:pt x="8785" y="63125"/>
                  </a:lnTo>
                  <a:lnTo>
                    <a:pt x="5981" y="58938"/>
                  </a:lnTo>
                  <a:lnTo>
                    <a:pt x="3925" y="52282"/>
                  </a:lnTo>
                  <a:lnTo>
                    <a:pt x="0" y="52118"/>
                  </a:lnTo>
                  <a:lnTo>
                    <a:pt x="3290" y="48779"/>
                  </a:lnTo>
                  <a:lnTo>
                    <a:pt x="7477" y="47738"/>
                  </a:lnTo>
                  <a:lnTo>
                    <a:pt x="8299" y="44225"/>
                  </a:lnTo>
                  <a:lnTo>
                    <a:pt x="7141" y="43511"/>
                  </a:lnTo>
                  <a:lnTo>
                    <a:pt x="6692" y="41146"/>
                  </a:lnTo>
                  <a:lnTo>
                    <a:pt x="7664" y="39604"/>
                  </a:lnTo>
                  <a:lnTo>
                    <a:pt x="7252" y="35743"/>
                  </a:lnTo>
                  <a:lnTo>
                    <a:pt x="10991" y="34251"/>
                  </a:lnTo>
                  <a:lnTo>
                    <a:pt x="12113" y="31539"/>
                  </a:lnTo>
                  <a:lnTo>
                    <a:pt x="11328" y="29323"/>
                  </a:lnTo>
                  <a:lnTo>
                    <a:pt x="6804" y="27270"/>
                  </a:lnTo>
                  <a:lnTo>
                    <a:pt x="10318" y="24936"/>
                  </a:lnTo>
                  <a:lnTo>
                    <a:pt x="14393" y="27159"/>
                  </a:lnTo>
                  <a:lnTo>
                    <a:pt x="20187" y="26270"/>
                  </a:lnTo>
                  <a:lnTo>
                    <a:pt x="19665" y="21151"/>
                  </a:lnTo>
                  <a:lnTo>
                    <a:pt x="20673" y="18362"/>
                  </a:lnTo>
                  <a:lnTo>
                    <a:pt x="22431" y="16854"/>
                  </a:lnTo>
                  <a:lnTo>
                    <a:pt x="25422" y="17469"/>
                  </a:lnTo>
                  <a:lnTo>
                    <a:pt x="34656" y="24325"/>
                  </a:lnTo>
                  <a:lnTo>
                    <a:pt x="54619" y="23824"/>
                  </a:lnTo>
                  <a:lnTo>
                    <a:pt x="55741" y="21764"/>
                  </a:lnTo>
                  <a:lnTo>
                    <a:pt x="55180" y="19087"/>
                  </a:lnTo>
                  <a:lnTo>
                    <a:pt x="56040" y="17189"/>
                  </a:lnTo>
                  <a:lnTo>
                    <a:pt x="58582" y="15624"/>
                  </a:lnTo>
                  <a:lnTo>
                    <a:pt x="70059" y="13777"/>
                  </a:lnTo>
                  <a:lnTo>
                    <a:pt x="73349" y="10246"/>
                  </a:lnTo>
                  <a:lnTo>
                    <a:pt x="80116" y="12657"/>
                  </a:lnTo>
                  <a:lnTo>
                    <a:pt x="88078" y="8000"/>
                  </a:lnTo>
                  <a:lnTo>
                    <a:pt x="91293" y="791"/>
                  </a:lnTo>
                  <a:lnTo>
                    <a:pt x="94471" y="57"/>
                  </a:lnTo>
                  <a:lnTo>
                    <a:pt x="103294" y="1411"/>
                  </a:lnTo>
                  <a:lnTo>
                    <a:pt x="111256" y="0"/>
                  </a:lnTo>
                  <a:lnTo>
                    <a:pt x="117836" y="6707"/>
                  </a:lnTo>
                  <a:lnTo>
                    <a:pt x="124976" y="49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3" name="oPE_MapPart_ISL_1_333" descr="Island">
              <a:extLst>
                <a:ext uri="{FF2B5EF4-FFF2-40B4-BE49-F238E27FC236}">
                  <a16:creationId xmlns:a16="http://schemas.microsoft.com/office/drawing/2014/main" id="{4B0A8EF6-380A-221B-65B9-FC061500A5D6}"/>
                </a:ext>
              </a:extLst>
            </p:cNvPr>
            <p:cNvSpPr/>
            <p:nvPr>
              <p:custDataLst>
                <p:tags r:id="rId333"/>
              </p:custDataLst>
            </p:nvPr>
          </p:nvSpPr>
          <p:spPr>
            <a:xfrm>
              <a:off x="5587644" y="2522225"/>
              <a:ext cx="226739" cy="153115"/>
            </a:xfrm>
            <a:custGeom>
              <a:avLst/>
              <a:gdLst/>
              <a:ahLst/>
              <a:cxnLst/>
              <a:rect l="0" t="0" r="0" b="0"/>
              <a:pathLst>
                <a:path w="226739" h="153115">
                  <a:moveTo>
                    <a:pt x="185540" y="15207"/>
                  </a:moveTo>
                  <a:lnTo>
                    <a:pt x="191820" y="13629"/>
                  </a:lnTo>
                  <a:lnTo>
                    <a:pt x="199821" y="7299"/>
                  </a:lnTo>
                  <a:lnTo>
                    <a:pt x="205204" y="7299"/>
                  </a:lnTo>
                  <a:lnTo>
                    <a:pt x="198625" y="12328"/>
                  </a:lnTo>
                  <a:lnTo>
                    <a:pt x="194363" y="20575"/>
                  </a:lnTo>
                  <a:lnTo>
                    <a:pt x="199036" y="25001"/>
                  </a:lnTo>
                  <a:lnTo>
                    <a:pt x="202213" y="24356"/>
                  </a:lnTo>
                  <a:lnTo>
                    <a:pt x="203596" y="27484"/>
                  </a:lnTo>
                  <a:lnTo>
                    <a:pt x="203297" y="32253"/>
                  </a:lnTo>
                  <a:lnTo>
                    <a:pt x="200419" y="38918"/>
                  </a:lnTo>
                  <a:lnTo>
                    <a:pt x="209466" y="37734"/>
                  </a:lnTo>
                  <a:lnTo>
                    <a:pt x="210775" y="44281"/>
                  </a:lnTo>
                  <a:lnTo>
                    <a:pt x="207746" y="48446"/>
                  </a:lnTo>
                  <a:lnTo>
                    <a:pt x="214101" y="45097"/>
                  </a:lnTo>
                  <a:lnTo>
                    <a:pt x="225541" y="51246"/>
                  </a:lnTo>
                  <a:lnTo>
                    <a:pt x="224495" y="57277"/>
                  </a:lnTo>
                  <a:lnTo>
                    <a:pt x="221653" y="59520"/>
                  </a:lnTo>
                  <a:lnTo>
                    <a:pt x="225055" y="63459"/>
                  </a:lnTo>
                  <a:lnTo>
                    <a:pt x="222663" y="67564"/>
                  </a:lnTo>
                  <a:lnTo>
                    <a:pt x="226738" y="70945"/>
                  </a:lnTo>
                  <a:lnTo>
                    <a:pt x="225915" y="75293"/>
                  </a:lnTo>
                  <a:lnTo>
                    <a:pt x="220607" y="77417"/>
                  </a:lnTo>
                  <a:lnTo>
                    <a:pt x="220644" y="83769"/>
                  </a:lnTo>
                  <a:lnTo>
                    <a:pt x="216681" y="89652"/>
                  </a:lnTo>
                  <a:lnTo>
                    <a:pt x="214774" y="90966"/>
                  </a:lnTo>
                  <a:lnTo>
                    <a:pt x="209578" y="89477"/>
                  </a:lnTo>
                  <a:lnTo>
                    <a:pt x="209803" y="92803"/>
                  </a:lnTo>
                  <a:lnTo>
                    <a:pt x="207933" y="94812"/>
                  </a:lnTo>
                  <a:lnTo>
                    <a:pt x="208942" y="97340"/>
                  </a:lnTo>
                  <a:lnTo>
                    <a:pt x="208606" y="99516"/>
                  </a:lnTo>
                  <a:lnTo>
                    <a:pt x="204531" y="105416"/>
                  </a:lnTo>
                  <a:lnTo>
                    <a:pt x="196381" y="111204"/>
                  </a:lnTo>
                  <a:lnTo>
                    <a:pt x="191521" y="111118"/>
                  </a:lnTo>
                  <a:lnTo>
                    <a:pt x="179521" y="116880"/>
                  </a:lnTo>
                  <a:lnTo>
                    <a:pt x="162735" y="131646"/>
                  </a:lnTo>
                  <a:lnTo>
                    <a:pt x="138323" y="138840"/>
                  </a:lnTo>
                  <a:lnTo>
                    <a:pt x="136267" y="142381"/>
                  </a:lnTo>
                  <a:lnTo>
                    <a:pt x="137014" y="144568"/>
                  </a:lnTo>
                  <a:lnTo>
                    <a:pt x="135594" y="147087"/>
                  </a:lnTo>
                  <a:lnTo>
                    <a:pt x="132865" y="148931"/>
                  </a:lnTo>
                  <a:lnTo>
                    <a:pt x="129276" y="147423"/>
                  </a:lnTo>
                  <a:lnTo>
                    <a:pt x="129911" y="150020"/>
                  </a:lnTo>
                  <a:lnTo>
                    <a:pt x="120939" y="153114"/>
                  </a:lnTo>
                  <a:lnTo>
                    <a:pt x="88863" y="146164"/>
                  </a:lnTo>
                  <a:lnTo>
                    <a:pt x="82695" y="140021"/>
                  </a:lnTo>
                  <a:lnTo>
                    <a:pt x="83218" y="137151"/>
                  </a:lnTo>
                  <a:lnTo>
                    <a:pt x="85424" y="136390"/>
                  </a:lnTo>
                  <a:lnTo>
                    <a:pt x="84377" y="134528"/>
                  </a:lnTo>
                  <a:lnTo>
                    <a:pt x="79442" y="137658"/>
                  </a:lnTo>
                  <a:lnTo>
                    <a:pt x="77797" y="135036"/>
                  </a:lnTo>
                  <a:lnTo>
                    <a:pt x="69348" y="130627"/>
                  </a:lnTo>
                  <a:lnTo>
                    <a:pt x="70246" y="128416"/>
                  </a:lnTo>
                  <a:lnTo>
                    <a:pt x="69049" y="127906"/>
                  </a:lnTo>
                  <a:lnTo>
                    <a:pt x="62881" y="131985"/>
                  </a:lnTo>
                  <a:lnTo>
                    <a:pt x="37870" y="133427"/>
                  </a:lnTo>
                  <a:lnTo>
                    <a:pt x="36001" y="124412"/>
                  </a:lnTo>
                  <a:lnTo>
                    <a:pt x="36861" y="121336"/>
                  </a:lnTo>
                  <a:lnTo>
                    <a:pt x="40824" y="125691"/>
                  </a:lnTo>
                  <a:lnTo>
                    <a:pt x="47553" y="123472"/>
                  </a:lnTo>
                  <a:lnTo>
                    <a:pt x="54208" y="116709"/>
                  </a:lnTo>
                  <a:lnTo>
                    <a:pt x="58320" y="108702"/>
                  </a:lnTo>
                  <a:lnTo>
                    <a:pt x="62582" y="107233"/>
                  </a:lnTo>
                  <a:lnTo>
                    <a:pt x="58768" y="106281"/>
                  </a:lnTo>
                  <a:lnTo>
                    <a:pt x="50320" y="110341"/>
                  </a:lnTo>
                  <a:lnTo>
                    <a:pt x="53497" y="106628"/>
                  </a:lnTo>
                  <a:lnTo>
                    <a:pt x="51404" y="105589"/>
                  </a:lnTo>
                  <a:lnTo>
                    <a:pt x="52450" y="100646"/>
                  </a:lnTo>
                  <a:lnTo>
                    <a:pt x="59928" y="95248"/>
                  </a:lnTo>
                  <a:lnTo>
                    <a:pt x="58170" y="94288"/>
                  </a:lnTo>
                  <a:lnTo>
                    <a:pt x="49236" y="99777"/>
                  </a:lnTo>
                  <a:lnTo>
                    <a:pt x="44675" y="95422"/>
                  </a:lnTo>
                  <a:lnTo>
                    <a:pt x="46282" y="90441"/>
                  </a:lnTo>
                  <a:lnTo>
                    <a:pt x="41721" y="87109"/>
                  </a:lnTo>
                  <a:lnTo>
                    <a:pt x="23440" y="85616"/>
                  </a:lnTo>
                  <a:lnTo>
                    <a:pt x="13645" y="89828"/>
                  </a:lnTo>
                  <a:lnTo>
                    <a:pt x="9346" y="83769"/>
                  </a:lnTo>
                  <a:lnTo>
                    <a:pt x="12711" y="80773"/>
                  </a:lnTo>
                  <a:lnTo>
                    <a:pt x="16262" y="81302"/>
                  </a:lnTo>
                  <a:lnTo>
                    <a:pt x="26543" y="76975"/>
                  </a:lnTo>
                  <a:lnTo>
                    <a:pt x="28412" y="78743"/>
                  </a:lnTo>
                  <a:lnTo>
                    <a:pt x="35067" y="74761"/>
                  </a:lnTo>
                  <a:lnTo>
                    <a:pt x="53684" y="74673"/>
                  </a:lnTo>
                  <a:lnTo>
                    <a:pt x="55591" y="71834"/>
                  </a:lnTo>
                  <a:lnTo>
                    <a:pt x="56002" y="67831"/>
                  </a:lnTo>
                  <a:lnTo>
                    <a:pt x="49385" y="70856"/>
                  </a:lnTo>
                  <a:lnTo>
                    <a:pt x="40861" y="67386"/>
                  </a:lnTo>
                  <a:lnTo>
                    <a:pt x="54656" y="54850"/>
                  </a:lnTo>
                  <a:lnTo>
                    <a:pt x="32674" y="48175"/>
                  </a:lnTo>
                  <a:lnTo>
                    <a:pt x="11963" y="56828"/>
                  </a:lnTo>
                  <a:lnTo>
                    <a:pt x="0" y="50975"/>
                  </a:lnTo>
                  <a:lnTo>
                    <a:pt x="4710" y="46456"/>
                  </a:lnTo>
                  <a:lnTo>
                    <a:pt x="12860" y="50344"/>
                  </a:lnTo>
                  <a:lnTo>
                    <a:pt x="9683" y="46456"/>
                  </a:lnTo>
                  <a:lnTo>
                    <a:pt x="9533" y="42647"/>
                  </a:lnTo>
                  <a:lnTo>
                    <a:pt x="7963" y="38372"/>
                  </a:lnTo>
                  <a:lnTo>
                    <a:pt x="17870" y="43192"/>
                  </a:lnTo>
                  <a:lnTo>
                    <a:pt x="24748" y="39647"/>
                  </a:lnTo>
                  <a:lnTo>
                    <a:pt x="16038" y="38098"/>
                  </a:lnTo>
                  <a:lnTo>
                    <a:pt x="13384" y="34631"/>
                  </a:lnTo>
                  <a:lnTo>
                    <a:pt x="19777" y="33076"/>
                  </a:lnTo>
                  <a:lnTo>
                    <a:pt x="14505" y="26105"/>
                  </a:lnTo>
                  <a:lnTo>
                    <a:pt x="15365" y="23435"/>
                  </a:lnTo>
                  <a:lnTo>
                    <a:pt x="21645" y="25737"/>
                  </a:lnTo>
                  <a:lnTo>
                    <a:pt x="18243" y="21406"/>
                  </a:lnTo>
                  <a:lnTo>
                    <a:pt x="21272" y="17708"/>
                  </a:lnTo>
                  <a:lnTo>
                    <a:pt x="29347" y="22513"/>
                  </a:lnTo>
                  <a:lnTo>
                    <a:pt x="30282" y="27852"/>
                  </a:lnTo>
                  <a:lnTo>
                    <a:pt x="37721" y="25645"/>
                  </a:lnTo>
                  <a:lnTo>
                    <a:pt x="38768" y="28127"/>
                  </a:lnTo>
                  <a:lnTo>
                    <a:pt x="38656" y="33717"/>
                  </a:lnTo>
                  <a:lnTo>
                    <a:pt x="42245" y="31612"/>
                  </a:lnTo>
                  <a:lnTo>
                    <a:pt x="42170" y="23343"/>
                  </a:lnTo>
                  <a:lnTo>
                    <a:pt x="31739" y="16041"/>
                  </a:lnTo>
                  <a:lnTo>
                    <a:pt x="33534" y="14093"/>
                  </a:lnTo>
                  <a:lnTo>
                    <a:pt x="41385" y="13257"/>
                  </a:lnTo>
                  <a:lnTo>
                    <a:pt x="37198" y="9630"/>
                  </a:lnTo>
                  <a:lnTo>
                    <a:pt x="28225" y="9537"/>
                  </a:lnTo>
                  <a:lnTo>
                    <a:pt x="31814" y="4871"/>
                  </a:lnTo>
                  <a:lnTo>
                    <a:pt x="42581" y="4777"/>
                  </a:lnTo>
                  <a:lnTo>
                    <a:pt x="63741" y="25645"/>
                  </a:lnTo>
                  <a:lnTo>
                    <a:pt x="61460" y="28586"/>
                  </a:lnTo>
                  <a:lnTo>
                    <a:pt x="65797" y="32253"/>
                  </a:lnTo>
                  <a:lnTo>
                    <a:pt x="64414" y="40102"/>
                  </a:lnTo>
                  <a:lnTo>
                    <a:pt x="62731" y="42284"/>
                  </a:lnTo>
                  <a:lnTo>
                    <a:pt x="58544" y="41011"/>
                  </a:lnTo>
                  <a:lnTo>
                    <a:pt x="62507" y="45459"/>
                  </a:lnTo>
                  <a:lnTo>
                    <a:pt x="62731" y="47994"/>
                  </a:lnTo>
                  <a:lnTo>
                    <a:pt x="64638" y="48356"/>
                  </a:lnTo>
                  <a:lnTo>
                    <a:pt x="63217" y="53589"/>
                  </a:lnTo>
                  <a:lnTo>
                    <a:pt x="67442" y="56199"/>
                  </a:lnTo>
                  <a:lnTo>
                    <a:pt x="69498" y="63906"/>
                  </a:lnTo>
                  <a:lnTo>
                    <a:pt x="73460" y="48989"/>
                  </a:lnTo>
                  <a:lnTo>
                    <a:pt x="76265" y="45369"/>
                  </a:lnTo>
                  <a:lnTo>
                    <a:pt x="78881" y="44099"/>
                  </a:lnTo>
                  <a:lnTo>
                    <a:pt x="81573" y="48265"/>
                  </a:lnTo>
                  <a:lnTo>
                    <a:pt x="83517" y="48717"/>
                  </a:lnTo>
                  <a:lnTo>
                    <a:pt x="85573" y="41193"/>
                  </a:lnTo>
                  <a:lnTo>
                    <a:pt x="85199" y="29595"/>
                  </a:lnTo>
                  <a:lnTo>
                    <a:pt x="85573" y="25277"/>
                  </a:lnTo>
                  <a:lnTo>
                    <a:pt x="86919" y="22605"/>
                  </a:lnTo>
                  <a:lnTo>
                    <a:pt x="90845" y="22882"/>
                  </a:lnTo>
                  <a:lnTo>
                    <a:pt x="100303" y="37096"/>
                  </a:lnTo>
                  <a:lnTo>
                    <a:pt x="103555" y="38736"/>
                  </a:lnTo>
                  <a:lnTo>
                    <a:pt x="104714" y="36366"/>
                  </a:lnTo>
                  <a:lnTo>
                    <a:pt x="104266" y="27760"/>
                  </a:lnTo>
                  <a:lnTo>
                    <a:pt x="105798" y="23066"/>
                  </a:lnTo>
                  <a:lnTo>
                    <a:pt x="116939" y="17523"/>
                  </a:lnTo>
                  <a:lnTo>
                    <a:pt x="128752" y="32802"/>
                  </a:lnTo>
                  <a:lnTo>
                    <a:pt x="131556" y="40465"/>
                  </a:lnTo>
                  <a:lnTo>
                    <a:pt x="132454" y="35636"/>
                  </a:lnTo>
                  <a:lnTo>
                    <a:pt x="127967" y="22236"/>
                  </a:lnTo>
                  <a:lnTo>
                    <a:pt x="128341" y="18911"/>
                  </a:lnTo>
                  <a:lnTo>
                    <a:pt x="136454" y="19651"/>
                  </a:lnTo>
                  <a:lnTo>
                    <a:pt x="143856" y="28770"/>
                  </a:lnTo>
                  <a:lnTo>
                    <a:pt x="152118" y="16597"/>
                  </a:lnTo>
                  <a:lnTo>
                    <a:pt x="158660" y="20575"/>
                  </a:lnTo>
                  <a:lnTo>
                    <a:pt x="165988" y="16875"/>
                  </a:lnTo>
                  <a:lnTo>
                    <a:pt x="167147" y="12700"/>
                  </a:lnTo>
                  <a:lnTo>
                    <a:pt x="164829" y="3936"/>
                  </a:lnTo>
                  <a:lnTo>
                    <a:pt x="170885" y="0"/>
                  </a:lnTo>
                  <a:lnTo>
                    <a:pt x="176343" y="375"/>
                  </a:lnTo>
                  <a:lnTo>
                    <a:pt x="181988" y="8512"/>
                  </a:lnTo>
                  <a:lnTo>
                    <a:pt x="182213" y="12328"/>
                  </a:lnTo>
                  <a:lnTo>
                    <a:pt x="183372" y="137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4" name="oPE_MapPart_IND_1_334" descr="Indien">
              <a:extLst>
                <a:ext uri="{FF2B5EF4-FFF2-40B4-BE49-F238E27FC236}">
                  <a16:creationId xmlns:a16="http://schemas.microsoft.com/office/drawing/2014/main" id="{42EE8527-1E1C-816C-9E81-A5F246158955}"/>
                </a:ext>
              </a:extLst>
            </p:cNvPr>
            <p:cNvSpPr/>
            <p:nvPr>
              <p:custDataLst>
                <p:tags r:id="rId334"/>
              </p:custDataLst>
            </p:nvPr>
          </p:nvSpPr>
          <p:spPr>
            <a:xfrm>
              <a:off x="7511718" y="3602460"/>
              <a:ext cx="605857" cy="621144"/>
            </a:xfrm>
            <a:custGeom>
              <a:avLst/>
              <a:gdLst/>
              <a:ahLst/>
              <a:cxnLst/>
              <a:rect l="0" t="0" r="0" b="0"/>
              <a:pathLst>
                <a:path w="605857" h="621144">
                  <a:moveTo>
                    <a:pt x="0" y="279015"/>
                  </a:moveTo>
                  <a:lnTo>
                    <a:pt x="4524" y="276889"/>
                  </a:lnTo>
                  <a:lnTo>
                    <a:pt x="11627" y="276562"/>
                  </a:lnTo>
                  <a:lnTo>
                    <a:pt x="11702" y="269722"/>
                  </a:lnTo>
                  <a:lnTo>
                    <a:pt x="12823" y="268615"/>
                  </a:lnTo>
                  <a:lnTo>
                    <a:pt x="13796" y="269763"/>
                  </a:lnTo>
                  <a:lnTo>
                    <a:pt x="15291" y="269107"/>
                  </a:lnTo>
                  <a:lnTo>
                    <a:pt x="28974" y="269558"/>
                  </a:lnTo>
                  <a:lnTo>
                    <a:pt x="32226" y="271853"/>
                  </a:lnTo>
                  <a:lnTo>
                    <a:pt x="34095" y="272017"/>
                  </a:lnTo>
                  <a:lnTo>
                    <a:pt x="38581" y="271403"/>
                  </a:lnTo>
                  <a:lnTo>
                    <a:pt x="40151" y="269230"/>
                  </a:lnTo>
                  <a:lnTo>
                    <a:pt x="48301" y="266398"/>
                  </a:lnTo>
                  <a:lnTo>
                    <a:pt x="49498" y="266234"/>
                  </a:lnTo>
                  <a:lnTo>
                    <a:pt x="50171" y="269435"/>
                  </a:lnTo>
                  <a:lnTo>
                    <a:pt x="53012" y="270337"/>
                  </a:lnTo>
                  <a:lnTo>
                    <a:pt x="59816" y="266645"/>
                  </a:lnTo>
                  <a:lnTo>
                    <a:pt x="58358" y="264673"/>
                  </a:lnTo>
                  <a:lnTo>
                    <a:pt x="58283" y="262742"/>
                  </a:lnTo>
                  <a:lnTo>
                    <a:pt x="59890" y="260110"/>
                  </a:lnTo>
                  <a:lnTo>
                    <a:pt x="56377" y="251497"/>
                  </a:lnTo>
                  <a:lnTo>
                    <a:pt x="51666" y="243231"/>
                  </a:lnTo>
                  <a:lnTo>
                    <a:pt x="51591" y="237637"/>
                  </a:lnTo>
                  <a:lnTo>
                    <a:pt x="49946" y="236725"/>
                  </a:lnTo>
                  <a:lnTo>
                    <a:pt x="43629" y="236725"/>
                  </a:lnTo>
                  <a:lnTo>
                    <a:pt x="40226" y="232032"/>
                  </a:lnTo>
                  <a:lnTo>
                    <a:pt x="39740" y="228289"/>
                  </a:lnTo>
                  <a:lnTo>
                    <a:pt x="40899" y="224958"/>
                  </a:lnTo>
                  <a:lnTo>
                    <a:pt x="41198" y="218198"/>
                  </a:lnTo>
                  <a:lnTo>
                    <a:pt x="39367" y="216527"/>
                  </a:lnTo>
                  <a:lnTo>
                    <a:pt x="32637" y="215398"/>
                  </a:lnTo>
                  <a:lnTo>
                    <a:pt x="27889" y="212720"/>
                  </a:lnTo>
                  <a:lnTo>
                    <a:pt x="27104" y="211296"/>
                  </a:lnTo>
                  <a:lnTo>
                    <a:pt x="28525" y="203872"/>
                  </a:lnTo>
                  <a:lnTo>
                    <a:pt x="35964" y="195669"/>
                  </a:lnTo>
                  <a:lnTo>
                    <a:pt x="41123" y="186847"/>
                  </a:lnTo>
                  <a:lnTo>
                    <a:pt x="46507" y="182742"/>
                  </a:lnTo>
                  <a:lnTo>
                    <a:pt x="48264" y="182785"/>
                  </a:lnTo>
                  <a:lnTo>
                    <a:pt x="51180" y="184774"/>
                  </a:lnTo>
                  <a:lnTo>
                    <a:pt x="52489" y="188749"/>
                  </a:lnTo>
                  <a:lnTo>
                    <a:pt x="54694" y="190143"/>
                  </a:lnTo>
                  <a:lnTo>
                    <a:pt x="62731" y="187270"/>
                  </a:lnTo>
                  <a:lnTo>
                    <a:pt x="70171" y="186382"/>
                  </a:lnTo>
                  <a:lnTo>
                    <a:pt x="76975" y="184182"/>
                  </a:lnTo>
                  <a:lnTo>
                    <a:pt x="78583" y="179140"/>
                  </a:lnTo>
                  <a:lnTo>
                    <a:pt x="83406" y="173365"/>
                  </a:lnTo>
                  <a:lnTo>
                    <a:pt x="86770" y="165574"/>
                  </a:lnTo>
                  <a:lnTo>
                    <a:pt x="98435" y="158999"/>
                  </a:lnTo>
                  <a:lnTo>
                    <a:pt x="105238" y="146568"/>
                  </a:lnTo>
                  <a:lnTo>
                    <a:pt x="108378" y="137397"/>
                  </a:lnTo>
                  <a:lnTo>
                    <a:pt x="117239" y="133555"/>
                  </a:lnTo>
                  <a:lnTo>
                    <a:pt x="119818" y="130485"/>
                  </a:lnTo>
                  <a:lnTo>
                    <a:pt x="118771" y="127367"/>
                  </a:lnTo>
                  <a:lnTo>
                    <a:pt x="119108" y="125330"/>
                  </a:lnTo>
                  <a:lnTo>
                    <a:pt x="128267" y="114291"/>
                  </a:lnTo>
                  <a:lnTo>
                    <a:pt x="134361" y="110890"/>
                  </a:lnTo>
                  <a:lnTo>
                    <a:pt x="133874" y="108970"/>
                  </a:lnTo>
                  <a:lnTo>
                    <a:pt x="132417" y="108489"/>
                  </a:lnTo>
                  <a:lnTo>
                    <a:pt x="131968" y="107222"/>
                  </a:lnTo>
                  <a:lnTo>
                    <a:pt x="133538" y="100395"/>
                  </a:lnTo>
                  <a:lnTo>
                    <a:pt x="131781" y="94383"/>
                  </a:lnTo>
                  <a:lnTo>
                    <a:pt x="132753" y="91789"/>
                  </a:lnTo>
                  <a:lnTo>
                    <a:pt x="136566" y="88619"/>
                  </a:lnTo>
                  <a:lnTo>
                    <a:pt x="147258" y="83899"/>
                  </a:lnTo>
                  <a:lnTo>
                    <a:pt x="148717" y="82088"/>
                  </a:lnTo>
                  <a:lnTo>
                    <a:pt x="148903" y="80497"/>
                  </a:lnTo>
                  <a:lnTo>
                    <a:pt x="146810" y="78197"/>
                  </a:lnTo>
                  <a:lnTo>
                    <a:pt x="141725" y="75982"/>
                  </a:lnTo>
                  <a:lnTo>
                    <a:pt x="135445" y="75229"/>
                  </a:lnTo>
                  <a:lnTo>
                    <a:pt x="134585" y="72435"/>
                  </a:lnTo>
                  <a:lnTo>
                    <a:pt x="134997" y="68704"/>
                  </a:lnTo>
                  <a:lnTo>
                    <a:pt x="128566" y="68437"/>
                  </a:lnTo>
                  <a:lnTo>
                    <a:pt x="127557" y="67414"/>
                  </a:lnTo>
                  <a:lnTo>
                    <a:pt x="127520" y="62917"/>
                  </a:lnTo>
                  <a:lnTo>
                    <a:pt x="123818" y="60866"/>
                  </a:lnTo>
                  <a:lnTo>
                    <a:pt x="121276" y="58008"/>
                  </a:lnTo>
                  <a:lnTo>
                    <a:pt x="121089" y="56713"/>
                  </a:lnTo>
                  <a:lnTo>
                    <a:pt x="123669" y="53178"/>
                  </a:lnTo>
                  <a:lnTo>
                    <a:pt x="124304" y="50132"/>
                  </a:lnTo>
                  <a:lnTo>
                    <a:pt x="121276" y="46991"/>
                  </a:lnTo>
                  <a:lnTo>
                    <a:pt x="120715" y="44789"/>
                  </a:lnTo>
                  <a:lnTo>
                    <a:pt x="121239" y="43126"/>
                  </a:lnTo>
                  <a:lnTo>
                    <a:pt x="125687" y="40651"/>
                  </a:lnTo>
                  <a:lnTo>
                    <a:pt x="126398" y="39164"/>
                  </a:lnTo>
                  <a:lnTo>
                    <a:pt x="125538" y="37722"/>
                  </a:lnTo>
                  <a:lnTo>
                    <a:pt x="120154" y="37360"/>
                  </a:lnTo>
                  <a:lnTo>
                    <a:pt x="119220" y="35917"/>
                  </a:lnTo>
                  <a:lnTo>
                    <a:pt x="120641" y="31896"/>
                  </a:lnTo>
                  <a:lnTo>
                    <a:pt x="117276" y="29634"/>
                  </a:lnTo>
                  <a:lnTo>
                    <a:pt x="116940" y="28321"/>
                  </a:lnTo>
                  <a:lnTo>
                    <a:pt x="120416" y="21378"/>
                  </a:lnTo>
                  <a:lnTo>
                    <a:pt x="127445" y="18559"/>
                  </a:lnTo>
                  <a:lnTo>
                    <a:pt x="145875" y="21742"/>
                  </a:lnTo>
                  <a:lnTo>
                    <a:pt x="151371" y="24331"/>
                  </a:lnTo>
                  <a:lnTo>
                    <a:pt x="156716" y="25193"/>
                  </a:lnTo>
                  <a:lnTo>
                    <a:pt x="163595" y="20970"/>
                  </a:lnTo>
                  <a:lnTo>
                    <a:pt x="166325" y="21015"/>
                  </a:lnTo>
                  <a:lnTo>
                    <a:pt x="172232" y="18787"/>
                  </a:lnTo>
                  <a:lnTo>
                    <a:pt x="175072" y="19287"/>
                  </a:lnTo>
                  <a:lnTo>
                    <a:pt x="177203" y="18013"/>
                  </a:lnTo>
                  <a:lnTo>
                    <a:pt x="178999" y="15143"/>
                  </a:lnTo>
                  <a:lnTo>
                    <a:pt x="183522" y="12817"/>
                  </a:lnTo>
                  <a:lnTo>
                    <a:pt x="184532" y="9803"/>
                  </a:lnTo>
                  <a:lnTo>
                    <a:pt x="200120" y="0"/>
                  </a:lnTo>
                  <a:lnTo>
                    <a:pt x="202101" y="1194"/>
                  </a:lnTo>
                  <a:lnTo>
                    <a:pt x="205168" y="413"/>
                  </a:lnTo>
                  <a:lnTo>
                    <a:pt x="204532" y="6236"/>
                  </a:lnTo>
                  <a:lnTo>
                    <a:pt x="211074" y="22560"/>
                  </a:lnTo>
                  <a:lnTo>
                    <a:pt x="218215" y="24784"/>
                  </a:lnTo>
                  <a:lnTo>
                    <a:pt x="224421" y="30222"/>
                  </a:lnTo>
                  <a:lnTo>
                    <a:pt x="224458" y="32077"/>
                  </a:lnTo>
                  <a:lnTo>
                    <a:pt x="219934" y="35601"/>
                  </a:lnTo>
                  <a:lnTo>
                    <a:pt x="219373" y="37496"/>
                  </a:lnTo>
                  <a:lnTo>
                    <a:pt x="220570" y="42586"/>
                  </a:lnTo>
                  <a:lnTo>
                    <a:pt x="220943" y="50311"/>
                  </a:lnTo>
                  <a:lnTo>
                    <a:pt x="227860" y="58455"/>
                  </a:lnTo>
                  <a:lnTo>
                    <a:pt x="227186" y="61401"/>
                  </a:lnTo>
                  <a:lnTo>
                    <a:pt x="229243" y="64076"/>
                  </a:lnTo>
                  <a:lnTo>
                    <a:pt x="229616" y="75052"/>
                  </a:lnTo>
                  <a:lnTo>
                    <a:pt x="227710" y="75672"/>
                  </a:lnTo>
                  <a:lnTo>
                    <a:pt x="226439" y="77842"/>
                  </a:lnTo>
                  <a:lnTo>
                    <a:pt x="223373" y="78551"/>
                  </a:lnTo>
                  <a:lnTo>
                    <a:pt x="220308" y="75849"/>
                  </a:lnTo>
                  <a:lnTo>
                    <a:pt x="218850" y="72701"/>
                  </a:lnTo>
                  <a:lnTo>
                    <a:pt x="212868" y="73633"/>
                  </a:lnTo>
                  <a:lnTo>
                    <a:pt x="212383" y="74564"/>
                  </a:lnTo>
                  <a:lnTo>
                    <a:pt x="214588" y="82044"/>
                  </a:lnTo>
                  <a:lnTo>
                    <a:pt x="219560" y="88398"/>
                  </a:lnTo>
                  <a:lnTo>
                    <a:pt x="218700" y="93680"/>
                  </a:lnTo>
                  <a:lnTo>
                    <a:pt x="220943" y="96667"/>
                  </a:lnTo>
                  <a:lnTo>
                    <a:pt x="219373" y="100264"/>
                  </a:lnTo>
                  <a:lnTo>
                    <a:pt x="220046" y="101096"/>
                  </a:lnTo>
                  <a:lnTo>
                    <a:pt x="219709" y="103855"/>
                  </a:lnTo>
                  <a:lnTo>
                    <a:pt x="220719" y="104599"/>
                  </a:lnTo>
                  <a:lnTo>
                    <a:pt x="224495" y="103724"/>
                  </a:lnTo>
                  <a:lnTo>
                    <a:pt x="225280" y="101666"/>
                  </a:lnTo>
                  <a:lnTo>
                    <a:pt x="227261" y="101929"/>
                  </a:lnTo>
                  <a:lnTo>
                    <a:pt x="232084" y="109144"/>
                  </a:lnTo>
                  <a:lnTo>
                    <a:pt x="235299" y="111850"/>
                  </a:lnTo>
                  <a:lnTo>
                    <a:pt x="236794" y="112940"/>
                  </a:lnTo>
                  <a:lnTo>
                    <a:pt x="241542" y="112461"/>
                  </a:lnTo>
                  <a:lnTo>
                    <a:pt x="247525" y="116990"/>
                  </a:lnTo>
                  <a:lnTo>
                    <a:pt x="248908" y="116816"/>
                  </a:lnTo>
                  <a:lnTo>
                    <a:pt x="250142" y="119339"/>
                  </a:lnTo>
                  <a:lnTo>
                    <a:pt x="249804" y="122163"/>
                  </a:lnTo>
                  <a:lnTo>
                    <a:pt x="259974" y="125850"/>
                  </a:lnTo>
                  <a:lnTo>
                    <a:pt x="266291" y="130139"/>
                  </a:lnTo>
                  <a:lnTo>
                    <a:pt x="266815" y="131869"/>
                  </a:lnTo>
                  <a:lnTo>
                    <a:pt x="264683" y="131696"/>
                  </a:lnTo>
                  <a:lnTo>
                    <a:pt x="262852" y="132949"/>
                  </a:lnTo>
                  <a:lnTo>
                    <a:pt x="254179" y="142266"/>
                  </a:lnTo>
                  <a:lnTo>
                    <a:pt x="251113" y="149617"/>
                  </a:lnTo>
                  <a:lnTo>
                    <a:pt x="250664" y="155062"/>
                  </a:lnTo>
                  <a:lnTo>
                    <a:pt x="247562" y="159811"/>
                  </a:lnTo>
                  <a:lnTo>
                    <a:pt x="247300" y="163697"/>
                  </a:lnTo>
                  <a:lnTo>
                    <a:pt x="254515" y="168856"/>
                  </a:lnTo>
                  <a:lnTo>
                    <a:pt x="255786" y="169026"/>
                  </a:lnTo>
                  <a:lnTo>
                    <a:pt x="256571" y="167620"/>
                  </a:lnTo>
                  <a:lnTo>
                    <a:pt x="258029" y="168004"/>
                  </a:lnTo>
                  <a:lnTo>
                    <a:pt x="270105" y="175405"/>
                  </a:lnTo>
                  <a:lnTo>
                    <a:pt x="273058" y="179140"/>
                  </a:lnTo>
                  <a:lnTo>
                    <a:pt x="284311" y="186424"/>
                  </a:lnTo>
                  <a:lnTo>
                    <a:pt x="287114" y="185324"/>
                  </a:lnTo>
                  <a:lnTo>
                    <a:pt x="296722" y="191029"/>
                  </a:lnTo>
                  <a:lnTo>
                    <a:pt x="301432" y="190988"/>
                  </a:lnTo>
                  <a:lnTo>
                    <a:pt x="302591" y="194615"/>
                  </a:lnTo>
                  <a:lnTo>
                    <a:pt x="314144" y="198069"/>
                  </a:lnTo>
                  <a:lnTo>
                    <a:pt x="317434" y="195837"/>
                  </a:lnTo>
                  <a:lnTo>
                    <a:pt x="325359" y="197901"/>
                  </a:lnTo>
                  <a:lnTo>
                    <a:pt x="330780" y="195247"/>
                  </a:lnTo>
                  <a:lnTo>
                    <a:pt x="341584" y="199753"/>
                  </a:lnTo>
                  <a:lnTo>
                    <a:pt x="343116" y="205762"/>
                  </a:lnTo>
                  <a:lnTo>
                    <a:pt x="352276" y="209956"/>
                  </a:lnTo>
                  <a:lnTo>
                    <a:pt x="354669" y="212553"/>
                  </a:lnTo>
                  <a:lnTo>
                    <a:pt x="361472" y="210458"/>
                  </a:lnTo>
                  <a:lnTo>
                    <a:pt x="364201" y="211799"/>
                  </a:lnTo>
                  <a:lnTo>
                    <a:pt x="364986" y="215105"/>
                  </a:lnTo>
                  <a:lnTo>
                    <a:pt x="366183" y="215942"/>
                  </a:lnTo>
                  <a:lnTo>
                    <a:pt x="370595" y="214896"/>
                  </a:lnTo>
                  <a:lnTo>
                    <a:pt x="378034" y="216611"/>
                  </a:lnTo>
                  <a:lnTo>
                    <a:pt x="384988" y="219869"/>
                  </a:lnTo>
                  <a:lnTo>
                    <a:pt x="391530" y="217070"/>
                  </a:lnTo>
                  <a:lnTo>
                    <a:pt x="393062" y="219911"/>
                  </a:lnTo>
                  <a:lnTo>
                    <a:pt x="397174" y="221580"/>
                  </a:lnTo>
                  <a:lnTo>
                    <a:pt x="399791" y="220161"/>
                  </a:lnTo>
                  <a:lnTo>
                    <a:pt x="404352" y="220704"/>
                  </a:lnTo>
                  <a:lnTo>
                    <a:pt x="408839" y="219827"/>
                  </a:lnTo>
                  <a:lnTo>
                    <a:pt x="411867" y="221079"/>
                  </a:lnTo>
                  <a:lnTo>
                    <a:pt x="413101" y="219994"/>
                  </a:lnTo>
                  <a:lnTo>
                    <a:pt x="415344" y="213139"/>
                  </a:lnTo>
                  <a:lnTo>
                    <a:pt x="414297" y="208405"/>
                  </a:lnTo>
                  <a:lnTo>
                    <a:pt x="411643" y="203620"/>
                  </a:lnTo>
                  <a:lnTo>
                    <a:pt x="412465" y="197185"/>
                  </a:lnTo>
                  <a:lnTo>
                    <a:pt x="415045" y="189214"/>
                  </a:lnTo>
                  <a:lnTo>
                    <a:pt x="415082" y="186974"/>
                  </a:lnTo>
                  <a:lnTo>
                    <a:pt x="414035" y="185536"/>
                  </a:lnTo>
                  <a:lnTo>
                    <a:pt x="414895" y="184520"/>
                  </a:lnTo>
                  <a:lnTo>
                    <a:pt x="420840" y="183039"/>
                  </a:lnTo>
                  <a:lnTo>
                    <a:pt x="423979" y="181132"/>
                  </a:lnTo>
                  <a:lnTo>
                    <a:pt x="428653" y="183166"/>
                  </a:lnTo>
                  <a:lnTo>
                    <a:pt x="429587" y="186382"/>
                  </a:lnTo>
                  <a:lnTo>
                    <a:pt x="427531" y="194531"/>
                  </a:lnTo>
                  <a:lnTo>
                    <a:pt x="427867" y="196680"/>
                  </a:lnTo>
                  <a:lnTo>
                    <a:pt x="430484" y="199332"/>
                  </a:lnTo>
                  <a:lnTo>
                    <a:pt x="427307" y="202612"/>
                  </a:lnTo>
                  <a:lnTo>
                    <a:pt x="429326" y="205216"/>
                  </a:lnTo>
                  <a:lnTo>
                    <a:pt x="429774" y="207608"/>
                  </a:lnTo>
                  <a:lnTo>
                    <a:pt x="435830" y="211003"/>
                  </a:lnTo>
                  <a:lnTo>
                    <a:pt x="439643" y="210249"/>
                  </a:lnTo>
                  <a:lnTo>
                    <a:pt x="444914" y="211883"/>
                  </a:lnTo>
                  <a:lnTo>
                    <a:pt x="445401" y="213264"/>
                  </a:lnTo>
                  <a:lnTo>
                    <a:pt x="448616" y="213683"/>
                  </a:lnTo>
                  <a:lnTo>
                    <a:pt x="456055" y="212427"/>
                  </a:lnTo>
                  <a:lnTo>
                    <a:pt x="457775" y="210291"/>
                  </a:lnTo>
                  <a:lnTo>
                    <a:pt x="460691" y="209285"/>
                  </a:lnTo>
                  <a:lnTo>
                    <a:pt x="465140" y="211464"/>
                  </a:lnTo>
                  <a:lnTo>
                    <a:pt x="468879" y="212050"/>
                  </a:lnTo>
                  <a:lnTo>
                    <a:pt x="480244" y="211631"/>
                  </a:lnTo>
                  <a:lnTo>
                    <a:pt x="483160" y="209830"/>
                  </a:lnTo>
                  <a:lnTo>
                    <a:pt x="485028" y="211213"/>
                  </a:lnTo>
                  <a:lnTo>
                    <a:pt x="488243" y="211338"/>
                  </a:lnTo>
                  <a:lnTo>
                    <a:pt x="495010" y="210124"/>
                  </a:lnTo>
                  <a:lnTo>
                    <a:pt x="496581" y="208698"/>
                  </a:lnTo>
                  <a:lnTo>
                    <a:pt x="494898" y="204376"/>
                  </a:lnTo>
                  <a:lnTo>
                    <a:pt x="496767" y="199963"/>
                  </a:lnTo>
                  <a:lnTo>
                    <a:pt x="494861" y="196217"/>
                  </a:lnTo>
                  <a:lnTo>
                    <a:pt x="489702" y="196385"/>
                  </a:lnTo>
                  <a:lnTo>
                    <a:pt x="486636" y="193687"/>
                  </a:lnTo>
                  <a:lnTo>
                    <a:pt x="487422" y="188961"/>
                  </a:lnTo>
                  <a:lnTo>
                    <a:pt x="494600" y="189636"/>
                  </a:lnTo>
                  <a:lnTo>
                    <a:pt x="497141" y="187819"/>
                  </a:lnTo>
                  <a:lnTo>
                    <a:pt x="503683" y="187439"/>
                  </a:lnTo>
                  <a:lnTo>
                    <a:pt x="506413" y="186170"/>
                  </a:lnTo>
                  <a:lnTo>
                    <a:pt x="509329" y="183589"/>
                  </a:lnTo>
                  <a:lnTo>
                    <a:pt x="508431" y="181853"/>
                  </a:lnTo>
                  <a:lnTo>
                    <a:pt x="509628" y="179861"/>
                  </a:lnTo>
                  <a:lnTo>
                    <a:pt x="518301" y="173833"/>
                  </a:lnTo>
                  <a:lnTo>
                    <a:pt x="521068" y="168472"/>
                  </a:lnTo>
                  <a:lnTo>
                    <a:pt x="531610" y="166086"/>
                  </a:lnTo>
                  <a:lnTo>
                    <a:pt x="536058" y="162972"/>
                  </a:lnTo>
                  <a:lnTo>
                    <a:pt x="536956" y="160623"/>
                  </a:lnTo>
                  <a:lnTo>
                    <a:pt x="538900" y="160238"/>
                  </a:lnTo>
                  <a:lnTo>
                    <a:pt x="542676" y="156261"/>
                  </a:lnTo>
                  <a:lnTo>
                    <a:pt x="549517" y="152234"/>
                  </a:lnTo>
                  <a:lnTo>
                    <a:pt x="551835" y="153691"/>
                  </a:lnTo>
                  <a:lnTo>
                    <a:pt x="552582" y="155490"/>
                  </a:lnTo>
                  <a:lnTo>
                    <a:pt x="565443" y="158785"/>
                  </a:lnTo>
                  <a:lnTo>
                    <a:pt x="568097" y="156090"/>
                  </a:lnTo>
                  <a:lnTo>
                    <a:pt x="568060" y="154763"/>
                  </a:lnTo>
                  <a:lnTo>
                    <a:pt x="578864" y="149016"/>
                  </a:lnTo>
                  <a:lnTo>
                    <a:pt x="583013" y="153820"/>
                  </a:lnTo>
                  <a:lnTo>
                    <a:pt x="585518" y="153777"/>
                  </a:lnTo>
                  <a:lnTo>
                    <a:pt x="580659" y="157716"/>
                  </a:lnTo>
                  <a:lnTo>
                    <a:pt x="580995" y="161520"/>
                  </a:lnTo>
                  <a:lnTo>
                    <a:pt x="587163" y="158486"/>
                  </a:lnTo>
                  <a:lnTo>
                    <a:pt x="590192" y="165276"/>
                  </a:lnTo>
                  <a:lnTo>
                    <a:pt x="586341" y="168983"/>
                  </a:lnTo>
                  <a:lnTo>
                    <a:pt x="583986" y="173621"/>
                  </a:lnTo>
                  <a:lnTo>
                    <a:pt x="586192" y="174640"/>
                  </a:lnTo>
                  <a:lnTo>
                    <a:pt x="590640" y="172472"/>
                  </a:lnTo>
                  <a:lnTo>
                    <a:pt x="594229" y="174683"/>
                  </a:lnTo>
                  <a:lnTo>
                    <a:pt x="598491" y="175363"/>
                  </a:lnTo>
                  <a:lnTo>
                    <a:pt x="600472" y="174598"/>
                  </a:lnTo>
                  <a:lnTo>
                    <a:pt x="605594" y="178164"/>
                  </a:lnTo>
                  <a:lnTo>
                    <a:pt x="605856" y="184774"/>
                  </a:lnTo>
                  <a:lnTo>
                    <a:pt x="598117" y="190396"/>
                  </a:lnTo>
                  <a:lnTo>
                    <a:pt x="596323" y="193013"/>
                  </a:lnTo>
                  <a:lnTo>
                    <a:pt x="596846" y="196469"/>
                  </a:lnTo>
                  <a:lnTo>
                    <a:pt x="601071" y="202906"/>
                  </a:lnTo>
                  <a:lnTo>
                    <a:pt x="601033" y="204040"/>
                  </a:lnTo>
                  <a:lnTo>
                    <a:pt x="597930" y="203620"/>
                  </a:lnTo>
                  <a:lnTo>
                    <a:pt x="593331" y="198996"/>
                  </a:lnTo>
                  <a:lnTo>
                    <a:pt x="582079" y="200636"/>
                  </a:lnTo>
                  <a:lnTo>
                    <a:pt x="579387" y="201645"/>
                  </a:lnTo>
                  <a:lnTo>
                    <a:pt x="576172" y="205636"/>
                  </a:lnTo>
                  <a:lnTo>
                    <a:pt x="566975" y="212427"/>
                  </a:lnTo>
                  <a:lnTo>
                    <a:pt x="560022" y="216108"/>
                  </a:lnTo>
                  <a:lnTo>
                    <a:pt x="558602" y="218950"/>
                  </a:lnTo>
                  <a:lnTo>
                    <a:pt x="558414" y="221914"/>
                  </a:lnTo>
                  <a:lnTo>
                    <a:pt x="560096" y="228997"/>
                  </a:lnTo>
                  <a:lnTo>
                    <a:pt x="557667" y="231949"/>
                  </a:lnTo>
                  <a:lnTo>
                    <a:pt x="556246" y="236849"/>
                  </a:lnTo>
                  <a:lnTo>
                    <a:pt x="552918" y="241036"/>
                  </a:lnTo>
                  <a:lnTo>
                    <a:pt x="550452" y="242403"/>
                  </a:lnTo>
                  <a:lnTo>
                    <a:pt x="548619" y="245590"/>
                  </a:lnTo>
                  <a:lnTo>
                    <a:pt x="548059" y="247987"/>
                  </a:lnTo>
                  <a:lnTo>
                    <a:pt x="550601" y="249764"/>
                  </a:lnTo>
                  <a:lnTo>
                    <a:pt x="551274" y="251828"/>
                  </a:lnTo>
                  <a:lnTo>
                    <a:pt x="548732" y="258258"/>
                  </a:lnTo>
                  <a:lnTo>
                    <a:pt x="542676" y="268450"/>
                  </a:lnTo>
                  <a:lnTo>
                    <a:pt x="539236" y="278566"/>
                  </a:lnTo>
                  <a:lnTo>
                    <a:pt x="530002" y="275621"/>
                  </a:lnTo>
                  <a:lnTo>
                    <a:pt x="526077" y="276399"/>
                  </a:lnTo>
                  <a:lnTo>
                    <a:pt x="522599" y="274311"/>
                  </a:lnTo>
                  <a:lnTo>
                    <a:pt x="522189" y="275293"/>
                  </a:lnTo>
                  <a:lnTo>
                    <a:pt x="524432" y="282978"/>
                  </a:lnTo>
                  <a:lnTo>
                    <a:pt x="523423" y="295444"/>
                  </a:lnTo>
                  <a:lnTo>
                    <a:pt x="522227" y="297719"/>
                  </a:lnTo>
                  <a:lnTo>
                    <a:pt x="519235" y="297679"/>
                  </a:lnTo>
                  <a:lnTo>
                    <a:pt x="519198" y="300480"/>
                  </a:lnTo>
                  <a:lnTo>
                    <a:pt x="517441" y="304780"/>
                  </a:lnTo>
                  <a:lnTo>
                    <a:pt x="519198" y="312834"/>
                  </a:lnTo>
                  <a:lnTo>
                    <a:pt x="518974" y="315743"/>
                  </a:lnTo>
                  <a:lnTo>
                    <a:pt x="517291" y="316188"/>
                  </a:lnTo>
                  <a:lnTo>
                    <a:pt x="515085" y="320828"/>
                  </a:lnTo>
                  <a:lnTo>
                    <a:pt x="513927" y="321151"/>
                  </a:lnTo>
                  <a:lnTo>
                    <a:pt x="510039" y="317924"/>
                  </a:lnTo>
                  <a:lnTo>
                    <a:pt x="507011" y="321393"/>
                  </a:lnTo>
                  <a:lnTo>
                    <a:pt x="505253" y="305509"/>
                  </a:lnTo>
                  <a:lnTo>
                    <a:pt x="502562" y="300034"/>
                  </a:lnTo>
                  <a:lnTo>
                    <a:pt x="502001" y="291091"/>
                  </a:lnTo>
                  <a:lnTo>
                    <a:pt x="500170" y="282937"/>
                  </a:lnTo>
                  <a:lnTo>
                    <a:pt x="498936" y="283142"/>
                  </a:lnTo>
                  <a:lnTo>
                    <a:pt x="498226" y="282080"/>
                  </a:lnTo>
                  <a:lnTo>
                    <a:pt x="495982" y="283101"/>
                  </a:lnTo>
                  <a:lnTo>
                    <a:pt x="493589" y="282897"/>
                  </a:lnTo>
                  <a:lnTo>
                    <a:pt x="493776" y="287017"/>
                  </a:lnTo>
                  <a:lnTo>
                    <a:pt x="489963" y="291946"/>
                  </a:lnTo>
                  <a:lnTo>
                    <a:pt x="489888" y="297191"/>
                  </a:lnTo>
                  <a:lnTo>
                    <a:pt x="487160" y="298897"/>
                  </a:lnTo>
                  <a:lnTo>
                    <a:pt x="484916" y="297679"/>
                  </a:lnTo>
                  <a:lnTo>
                    <a:pt x="483346" y="293899"/>
                  </a:lnTo>
                  <a:lnTo>
                    <a:pt x="481963" y="293939"/>
                  </a:lnTo>
                  <a:lnTo>
                    <a:pt x="481926" y="296745"/>
                  </a:lnTo>
                  <a:lnTo>
                    <a:pt x="480841" y="296053"/>
                  </a:lnTo>
                  <a:lnTo>
                    <a:pt x="477739" y="285263"/>
                  </a:lnTo>
                  <a:lnTo>
                    <a:pt x="479084" y="277585"/>
                  </a:lnTo>
                  <a:lnTo>
                    <a:pt x="481889" y="273656"/>
                  </a:lnTo>
                  <a:lnTo>
                    <a:pt x="485216" y="273697"/>
                  </a:lnTo>
                  <a:lnTo>
                    <a:pt x="489366" y="271116"/>
                  </a:lnTo>
                  <a:lnTo>
                    <a:pt x="492505" y="271321"/>
                  </a:lnTo>
                  <a:lnTo>
                    <a:pt x="494038" y="267629"/>
                  </a:lnTo>
                  <a:lnTo>
                    <a:pt x="497178" y="266480"/>
                  </a:lnTo>
                  <a:lnTo>
                    <a:pt x="499795" y="255663"/>
                  </a:lnTo>
                  <a:lnTo>
                    <a:pt x="504244" y="256404"/>
                  </a:lnTo>
                  <a:lnTo>
                    <a:pt x="505141" y="255168"/>
                  </a:lnTo>
                  <a:lnTo>
                    <a:pt x="504768" y="254220"/>
                  </a:lnTo>
                  <a:lnTo>
                    <a:pt x="496094" y="249061"/>
                  </a:lnTo>
                  <a:lnTo>
                    <a:pt x="462636" y="249310"/>
                  </a:lnTo>
                  <a:lnTo>
                    <a:pt x="450036" y="246210"/>
                  </a:lnTo>
                  <a:lnTo>
                    <a:pt x="449289" y="244307"/>
                  </a:lnTo>
                  <a:lnTo>
                    <a:pt x="449850" y="231284"/>
                  </a:lnTo>
                  <a:lnTo>
                    <a:pt x="446672" y="224999"/>
                  </a:lnTo>
                  <a:lnTo>
                    <a:pt x="444914" y="225624"/>
                  </a:lnTo>
                  <a:lnTo>
                    <a:pt x="445027" y="228248"/>
                  </a:lnTo>
                  <a:lnTo>
                    <a:pt x="444167" y="229829"/>
                  </a:lnTo>
                  <a:lnTo>
                    <a:pt x="440429" y="229787"/>
                  </a:lnTo>
                  <a:lnTo>
                    <a:pt x="436615" y="227498"/>
                  </a:lnTo>
                  <a:lnTo>
                    <a:pt x="433138" y="220454"/>
                  </a:lnTo>
                  <a:lnTo>
                    <a:pt x="431157" y="221246"/>
                  </a:lnTo>
                  <a:lnTo>
                    <a:pt x="432129" y="224124"/>
                  </a:lnTo>
                  <a:lnTo>
                    <a:pt x="429176" y="224082"/>
                  </a:lnTo>
                  <a:lnTo>
                    <a:pt x="426148" y="223206"/>
                  </a:lnTo>
                  <a:lnTo>
                    <a:pt x="424839" y="219952"/>
                  </a:lnTo>
                  <a:lnTo>
                    <a:pt x="420652" y="216694"/>
                  </a:lnTo>
                  <a:lnTo>
                    <a:pt x="419643" y="216861"/>
                  </a:lnTo>
                  <a:lnTo>
                    <a:pt x="419269" y="218742"/>
                  </a:lnTo>
                  <a:lnTo>
                    <a:pt x="421063" y="219827"/>
                  </a:lnTo>
                  <a:lnTo>
                    <a:pt x="421139" y="221372"/>
                  </a:lnTo>
                  <a:lnTo>
                    <a:pt x="415119" y="227915"/>
                  </a:lnTo>
                  <a:lnTo>
                    <a:pt x="413736" y="232531"/>
                  </a:lnTo>
                  <a:lnTo>
                    <a:pt x="415045" y="234276"/>
                  </a:lnTo>
                  <a:lnTo>
                    <a:pt x="417214" y="234774"/>
                  </a:lnTo>
                  <a:lnTo>
                    <a:pt x="419531" y="236891"/>
                  </a:lnTo>
                  <a:lnTo>
                    <a:pt x="422409" y="240622"/>
                  </a:lnTo>
                  <a:lnTo>
                    <a:pt x="427942" y="241699"/>
                  </a:lnTo>
                  <a:lnTo>
                    <a:pt x="429027" y="244556"/>
                  </a:lnTo>
                  <a:lnTo>
                    <a:pt x="431755" y="246995"/>
                  </a:lnTo>
                  <a:lnTo>
                    <a:pt x="428952" y="248896"/>
                  </a:lnTo>
                  <a:lnTo>
                    <a:pt x="421437" y="248607"/>
                  </a:lnTo>
                  <a:lnTo>
                    <a:pt x="418484" y="255663"/>
                  </a:lnTo>
                  <a:lnTo>
                    <a:pt x="415082" y="254921"/>
                  </a:lnTo>
                  <a:lnTo>
                    <a:pt x="412465" y="261468"/>
                  </a:lnTo>
                  <a:lnTo>
                    <a:pt x="415007" y="264715"/>
                  </a:lnTo>
                  <a:lnTo>
                    <a:pt x="417923" y="264838"/>
                  </a:lnTo>
                  <a:lnTo>
                    <a:pt x="420204" y="266891"/>
                  </a:lnTo>
                  <a:lnTo>
                    <a:pt x="427008" y="269517"/>
                  </a:lnTo>
                  <a:lnTo>
                    <a:pt x="426521" y="275703"/>
                  </a:lnTo>
                  <a:lnTo>
                    <a:pt x="423756" y="283182"/>
                  </a:lnTo>
                  <a:lnTo>
                    <a:pt x="427345" y="288566"/>
                  </a:lnTo>
                  <a:lnTo>
                    <a:pt x="427008" y="292678"/>
                  </a:lnTo>
                  <a:lnTo>
                    <a:pt x="431270" y="294224"/>
                  </a:lnTo>
                  <a:lnTo>
                    <a:pt x="429624" y="297516"/>
                  </a:lnTo>
                  <a:lnTo>
                    <a:pt x="431082" y="306725"/>
                  </a:lnTo>
                  <a:lnTo>
                    <a:pt x="433774" y="314733"/>
                  </a:lnTo>
                  <a:lnTo>
                    <a:pt x="433326" y="322320"/>
                  </a:lnTo>
                  <a:lnTo>
                    <a:pt x="431681" y="322280"/>
                  </a:lnTo>
                  <a:lnTo>
                    <a:pt x="433138" y="324616"/>
                  </a:lnTo>
                  <a:lnTo>
                    <a:pt x="433811" y="328641"/>
                  </a:lnTo>
                  <a:lnTo>
                    <a:pt x="430820" y="328681"/>
                  </a:lnTo>
                  <a:lnTo>
                    <a:pt x="429774" y="326629"/>
                  </a:lnTo>
                  <a:lnTo>
                    <a:pt x="429288" y="328480"/>
                  </a:lnTo>
                  <a:lnTo>
                    <a:pt x="427456" y="330209"/>
                  </a:lnTo>
                  <a:lnTo>
                    <a:pt x="426335" y="326871"/>
                  </a:lnTo>
                  <a:lnTo>
                    <a:pt x="427345" y="320788"/>
                  </a:lnTo>
                  <a:lnTo>
                    <a:pt x="425287" y="318166"/>
                  </a:lnTo>
                  <a:lnTo>
                    <a:pt x="423756" y="324656"/>
                  </a:lnTo>
                  <a:lnTo>
                    <a:pt x="424129" y="328520"/>
                  </a:lnTo>
                  <a:lnTo>
                    <a:pt x="421250" y="329526"/>
                  </a:lnTo>
                  <a:lnTo>
                    <a:pt x="417961" y="326307"/>
                  </a:lnTo>
                  <a:lnTo>
                    <a:pt x="417251" y="329365"/>
                  </a:lnTo>
                  <a:lnTo>
                    <a:pt x="414521" y="329043"/>
                  </a:lnTo>
                  <a:lnTo>
                    <a:pt x="413138" y="327756"/>
                  </a:lnTo>
                  <a:lnTo>
                    <a:pt x="416054" y="317762"/>
                  </a:lnTo>
                  <a:lnTo>
                    <a:pt x="411867" y="314936"/>
                  </a:lnTo>
                  <a:lnTo>
                    <a:pt x="410745" y="312511"/>
                  </a:lnTo>
                  <a:lnTo>
                    <a:pt x="411194" y="315178"/>
                  </a:lnTo>
                  <a:lnTo>
                    <a:pt x="415269" y="318166"/>
                  </a:lnTo>
                  <a:lnTo>
                    <a:pt x="410895" y="324817"/>
                  </a:lnTo>
                  <a:lnTo>
                    <a:pt x="405287" y="328641"/>
                  </a:lnTo>
                  <a:lnTo>
                    <a:pt x="393286" y="332058"/>
                  </a:lnTo>
                  <a:lnTo>
                    <a:pt x="388277" y="337959"/>
                  </a:lnTo>
                  <a:lnTo>
                    <a:pt x="387941" y="340846"/>
                  </a:lnTo>
                  <a:lnTo>
                    <a:pt x="390707" y="349890"/>
                  </a:lnTo>
                  <a:lnTo>
                    <a:pt x="386259" y="356119"/>
                  </a:lnTo>
                  <a:lnTo>
                    <a:pt x="386034" y="358471"/>
                  </a:lnTo>
                  <a:lnTo>
                    <a:pt x="380800" y="361619"/>
                  </a:lnTo>
                  <a:lnTo>
                    <a:pt x="378258" y="365242"/>
                  </a:lnTo>
                  <a:lnTo>
                    <a:pt x="375529" y="364207"/>
                  </a:lnTo>
                  <a:lnTo>
                    <a:pt x="376912" y="365679"/>
                  </a:lnTo>
                  <a:lnTo>
                    <a:pt x="374931" y="367708"/>
                  </a:lnTo>
                  <a:lnTo>
                    <a:pt x="361622" y="372157"/>
                  </a:lnTo>
                  <a:lnTo>
                    <a:pt x="359977" y="372078"/>
                  </a:lnTo>
                  <a:lnTo>
                    <a:pt x="361285" y="370847"/>
                  </a:lnTo>
                  <a:lnTo>
                    <a:pt x="361211" y="368343"/>
                  </a:lnTo>
                  <a:lnTo>
                    <a:pt x="360127" y="367867"/>
                  </a:lnTo>
                  <a:lnTo>
                    <a:pt x="354818" y="370767"/>
                  </a:lnTo>
                  <a:lnTo>
                    <a:pt x="353434" y="374341"/>
                  </a:lnTo>
                  <a:lnTo>
                    <a:pt x="357360" y="372475"/>
                  </a:lnTo>
                  <a:lnTo>
                    <a:pt x="358855" y="373626"/>
                  </a:lnTo>
                  <a:lnTo>
                    <a:pt x="354369" y="376245"/>
                  </a:lnTo>
                  <a:lnTo>
                    <a:pt x="344911" y="384683"/>
                  </a:lnTo>
                  <a:lnTo>
                    <a:pt x="343229" y="388203"/>
                  </a:lnTo>
                  <a:lnTo>
                    <a:pt x="331078" y="402919"/>
                  </a:lnTo>
                  <a:lnTo>
                    <a:pt x="321733" y="407798"/>
                  </a:lnTo>
                  <a:lnTo>
                    <a:pt x="312237" y="417852"/>
                  </a:lnTo>
                  <a:lnTo>
                    <a:pt x="299676" y="425141"/>
                  </a:lnTo>
                  <a:lnTo>
                    <a:pt x="294816" y="429014"/>
                  </a:lnTo>
                  <a:lnTo>
                    <a:pt x="293208" y="432494"/>
                  </a:lnTo>
                  <a:lnTo>
                    <a:pt x="294816" y="435814"/>
                  </a:lnTo>
                  <a:lnTo>
                    <a:pt x="292722" y="440654"/>
                  </a:lnTo>
                  <a:lnTo>
                    <a:pt x="282403" y="445643"/>
                  </a:lnTo>
                  <a:lnTo>
                    <a:pt x="274927" y="444863"/>
                  </a:lnTo>
                  <a:lnTo>
                    <a:pt x="272534" y="445487"/>
                  </a:lnTo>
                  <a:lnTo>
                    <a:pt x="269319" y="453582"/>
                  </a:lnTo>
                  <a:lnTo>
                    <a:pt x="267226" y="455332"/>
                  </a:lnTo>
                  <a:lnTo>
                    <a:pt x="266141" y="457974"/>
                  </a:lnTo>
                  <a:lnTo>
                    <a:pt x="262964" y="457819"/>
                  </a:lnTo>
                  <a:lnTo>
                    <a:pt x="262066" y="455643"/>
                  </a:lnTo>
                  <a:lnTo>
                    <a:pt x="259263" y="455021"/>
                  </a:lnTo>
                  <a:lnTo>
                    <a:pt x="253805" y="457236"/>
                  </a:lnTo>
                  <a:lnTo>
                    <a:pt x="251898" y="459023"/>
                  </a:lnTo>
                  <a:lnTo>
                    <a:pt x="247935" y="467364"/>
                  </a:lnTo>
                  <a:lnTo>
                    <a:pt x="246926" y="472749"/>
                  </a:lnTo>
                  <a:lnTo>
                    <a:pt x="249543" y="485508"/>
                  </a:lnTo>
                  <a:lnTo>
                    <a:pt x="248160" y="491220"/>
                  </a:lnTo>
                  <a:lnTo>
                    <a:pt x="252197" y="506775"/>
                  </a:lnTo>
                  <a:lnTo>
                    <a:pt x="249056" y="501890"/>
                  </a:lnTo>
                  <a:lnTo>
                    <a:pt x="247112" y="504199"/>
                  </a:lnTo>
                  <a:lnTo>
                    <a:pt x="252944" y="509427"/>
                  </a:lnTo>
                  <a:lnTo>
                    <a:pt x="250590" y="523740"/>
                  </a:lnTo>
                  <a:lnTo>
                    <a:pt x="248795" y="528796"/>
                  </a:lnTo>
                  <a:lnTo>
                    <a:pt x="242889" y="538665"/>
                  </a:lnTo>
                  <a:lnTo>
                    <a:pt x="240720" y="547410"/>
                  </a:lnTo>
                  <a:lnTo>
                    <a:pt x="241542" y="550157"/>
                  </a:lnTo>
                  <a:lnTo>
                    <a:pt x="239449" y="552979"/>
                  </a:lnTo>
                  <a:lnTo>
                    <a:pt x="241655" y="552445"/>
                  </a:lnTo>
                  <a:lnTo>
                    <a:pt x="242664" y="555457"/>
                  </a:lnTo>
                  <a:lnTo>
                    <a:pt x="242477" y="573913"/>
                  </a:lnTo>
                  <a:lnTo>
                    <a:pt x="238925" y="574407"/>
                  </a:lnTo>
                  <a:lnTo>
                    <a:pt x="236084" y="573761"/>
                  </a:lnTo>
                  <a:lnTo>
                    <a:pt x="231599" y="575319"/>
                  </a:lnTo>
                  <a:lnTo>
                    <a:pt x="230327" y="577028"/>
                  </a:lnTo>
                  <a:lnTo>
                    <a:pt x="230402" y="579990"/>
                  </a:lnTo>
                  <a:lnTo>
                    <a:pt x="223822" y="589892"/>
                  </a:lnTo>
                  <a:lnTo>
                    <a:pt x="223373" y="592242"/>
                  </a:lnTo>
                  <a:lnTo>
                    <a:pt x="225467" y="594781"/>
                  </a:lnTo>
                  <a:lnTo>
                    <a:pt x="230775" y="595804"/>
                  </a:lnTo>
                  <a:lnTo>
                    <a:pt x="233580" y="597736"/>
                  </a:lnTo>
                  <a:lnTo>
                    <a:pt x="229467" y="596410"/>
                  </a:lnTo>
                  <a:lnTo>
                    <a:pt x="224644" y="596145"/>
                  </a:lnTo>
                  <a:lnTo>
                    <a:pt x="213018" y="599591"/>
                  </a:lnTo>
                  <a:lnTo>
                    <a:pt x="208270" y="604095"/>
                  </a:lnTo>
                  <a:lnTo>
                    <a:pt x="206924" y="612037"/>
                  </a:lnTo>
                  <a:lnTo>
                    <a:pt x="205541" y="614721"/>
                  </a:lnTo>
                  <a:lnTo>
                    <a:pt x="199522" y="618801"/>
                  </a:lnTo>
                  <a:lnTo>
                    <a:pt x="194250" y="621143"/>
                  </a:lnTo>
                  <a:lnTo>
                    <a:pt x="189765" y="619745"/>
                  </a:lnTo>
                  <a:lnTo>
                    <a:pt x="184868" y="616156"/>
                  </a:lnTo>
                  <a:lnTo>
                    <a:pt x="174250" y="603830"/>
                  </a:lnTo>
                  <a:lnTo>
                    <a:pt x="169502" y="592280"/>
                  </a:lnTo>
                  <a:lnTo>
                    <a:pt x="167782" y="582268"/>
                  </a:lnTo>
                  <a:lnTo>
                    <a:pt x="169876" y="584355"/>
                  </a:lnTo>
                  <a:lnTo>
                    <a:pt x="170549" y="590423"/>
                  </a:lnTo>
                  <a:lnTo>
                    <a:pt x="172269" y="590499"/>
                  </a:lnTo>
                  <a:lnTo>
                    <a:pt x="169951" y="582381"/>
                  </a:lnTo>
                  <a:lnTo>
                    <a:pt x="166810" y="578927"/>
                  </a:lnTo>
                  <a:lnTo>
                    <a:pt x="166923" y="576497"/>
                  </a:lnTo>
                  <a:lnTo>
                    <a:pt x="161128" y="564178"/>
                  </a:lnTo>
                  <a:lnTo>
                    <a:pt x="157015" y="551949"/>
                  </a:lnTo>
                  <a:lnTo>
                    <a:pt x="152866" y="544700"/>
                  </a:lnTo>
                  <a:lnTo>
                    <a:pt x="146063" y="537174"/>
                  </a:lnTo>
                  <a:lnTo>
                    <a:pt x="140829" y="526422"/>
                  </a:lnTo>
                  <a:lnTo>
                    <a:pt x="137202" y="515495"/>
                  </a:lnTo>
                  <a:lnTo>
                    <a:pt x="135145" y="502891"/>
                  </a:lnTo>
                  <a:lnTo>
                    <a:pt x="131557" y="494766"/>
                  </a:lnTo>
                  <a:lnTo>
                    <a:pt x="129126" y="485161"/>
                  </a:lnTo>
                  <a:lnTo>
                    <a:pt x="120154" y="472711"/>
                  </a:lnTo>
                  <a:lnTo>
                    <a:pt x="118808" y="467714"/>
                  </a:lnTo>
                  <a:lnTo>
                    <a:pt x="117052" y="465775"/>
                  </a:lnTo>
                  <a:lnTo>
                    <a:pt x="119781" y="465775"/>
                  </a:lnTo>
                  <a:lnTo>
                    <a:pt x="116454" y="461973"/>
                  </a:lnTo>
                  <a:lnTo>
                    <a:pt x="117725" y="460110"/>
                  </a:lnTo>
                  <a:lnTo>
                    <a:pt x="115668" y="460188"/>
                  </a:lnTo>
                  <a:lnTo>
                    <a:pt x="114547" y="459062"/>
                  </a:lnTo>
                  <a:lnTo>
                    <a:pt x="110322" y="451599"/>
                  </a:lnTo>
                  <a:lnTo>
                    <a:pt x="107444" y="442837"/>
                  </a:lnTo>
                  <a:lnTo>
                    <a:pt x="103668" y="417577"/>
                  </a:lnTo>
                  <a:lnTo>
                    <a:pt x="100303" y="407208"/>
                  </a:lnTo>
                  <a:lnTo>
                    <a:pt x="98733" y="396732"/>
                  </a:lnTo>
                  <a:lnTo>
                    <a:pt x="97836" y="395272"/>
                  </a:lnTo>
                  <a:lnTo>
                    <a:pt x="100565" y="386977"/>
                  </a:lnTo>
                  <a:lnTo>
                    <a:pt x="99855" y="384050"/>
                  </a:lnTo>
                  <a:lnTo>
                    <a:pt x="98359" y="387096"/>
                  </a:lnTo>
                  <a:lnTo>
                    <a:pt x="97013" y="387966"/>
                  </a:lnTo>
                  <a:lnTo>
                    <a:pt x="96340" y="385672"/>
                  </a:lnTo>
                  <a:lnTo>
                    <a:pt x="96528" y="380843"/>
                  </a:lnTo>
                  <a:lnTo>
                    <a:pt x="100154" y="381319"/>
                  </a:lnTo>
                  <a:lnTo>
                    <a:pt x="96041" y="379456"/>
                  </a:lnTo>
                  <a:lnTo>
                    <a:pt x="95368" y="377514"/>
                  </a:lnTo>
                  <a:lnTo>
                    <a:pt x="96266" y="376007"/>
                  </a:lnTo>
                  <a:lnTo>
                    <a:pt x="94770" y="374698"/>
                  </a:lnTo>
                  <a:lnTo>
                    <a:pt x="93537" y="369139"/>
                  </a:lnTo>
                  <a:lnTo>
                    <a:pt x="98247" y="350489"/>
                  </a:lnTo>
                  <a:lnTo>
                    <a:pt x="96565" y="340606"/>
                  </a:lnTo>
                  <a:lnTo>
                    <a:pt x="94060" y="339282"/>
                  </a:lnTo>
                  <a:lnTo>
                    <a:pt x="92640" y="334950"/>
                  </a:lnTo>
                  <a:lnTo>
                    <a:pt x="94920" y="332741"/>
                  </a:lnTo>
                  <a:lnTo>
                    <a:pt x="92415" y="332942"/>
                  </a:lnTo>
                  <a:lnTo>
                    <a:pt x="96490" y="329405"/>
                  </a:lnTo>
                  <a:lnTo>
                    <a:pt x="102771" y="326468"/>
                  </a:lnTo>
                  <a:lnTo>
                    <a:pt x="97126" y="327917"/>
                  </a:lnTo>
                  <a:lnTo>
                    <a:pt x="90957" y="327675"/>
                  </a:lnTo>
                  <a:lnTo>
                    <a:pt x="91967" y="323650"/>
                  </a:lnTo>
                  <a:lnTo>
                    <a:pt x="94210" y="321514"/>
                  </a:lnTo>
                  <a:lnTo>
                    <a:pt x="90508" y="321433"/>
                  </a:lnTo>
                  <a:lnTo>
                    <a:pt x="91144" y="317318"/>
                  </a:lnTo>
                  <a:lnTo>
                    <a:pt x="96490" y="315663"/>
                  </a:lnTo>
                  <a:lnTo>
                    <a:pt x="91930" y="314653"/>
                  </a:lnTo>
                  <a:lnTo>
                    <a:pt x="89125" y="315340"/>
                  </a:lnTo>
                  <a:lnTo>
                    <a:pt x="83480" y="314855"/>
                  </a:lnTo>
                  <a:lnTo>
                    <a:pt x="86023" y="316672"/>
                  </a:lnTo>
                  <a:lnTo>
                    <a:pt x="84752" y="320263"/>
                  </a:lnTo>
                  <a:lnTo>
                    <a:pt x="81611" y="322683"/>
                  </a:lnTo>
                  <a:lnTo>
                    <a:pt x="80453" y="324858"/>
                  </a:lnTo>
                  <a:lnTo>
                    <a:pt x="84042" y="326991"/>
                  </a:lnTo>
                  <a:lnTo>
                    <a:pt x="85013" y="328480"/>
                  </a:lnTo>
                  <a:lnTo>
                    <a:pt x="84938" y="331375"/>
                  </a:lnTo>
                  <a:lnTo>
                    <a:pt x="79966" y="339764"/>
                  </a:lnTo>
                  <a:lnTo>
                    <a:pt x="59404" y="349010"/>
                  </a:lnTo>
                  <a:lnTo>
                    <a:pt x="53087" y="349010"/>
                  </a:lnTo>
                  <a:lnTo>
                    <a:pt x="48190" y="346771"/>
                  </a:lnTo>
                  <a:lnTo>
                    <a:pt x="40787" y="341126"/>
                  </a:lnTo>
                  <a:lnTo>
                    <a:pt x="32899" y="331938"/>
                  </a:lnTo>
                  <a:lnTo>
                    <a:pt x="21347" y="321070"/>
                  </a:lnTo>
                  <a:lnTo>
                    <a:pt x="16749" y="314411"/>
                  </a:lnTo>
                  <a:lnTo>
                    <a:pt x="17010" y="312268"/>
                  </a:lnTo>
                  <a:lnTo>
                    <a:pt x="18431" y="311096"/>
                  </a:lnTo>
                  <a:lnTo>
                    <a:pt x="23104" y="314492"/>
                  </a:lnTo>
                  <a:lnTo>
                    <a:pt x="28749" y="311743"/>
                  </a:lnTo>
                  <a:lnTo>
                    <a:pt x="30955" y="311864"/>
                  </a:lnTo>
                  <a:lnTo>
                    <a:pt x="32488" y="310448"/>
                  </a:lnTo>
                  <a:lnTo>
                    <a:pt x="34356" y="310772"/>
                  </a:lnTo>
                  <a:lnTo>
                    <a:pt x="38244" y="308587"/>
                  </a:lnTo>
                  <a:lnTo>
                    <a:pt x="41796" y="308061"/>
                  </a:lnTo>
                  <a:lnTo>
                    <a:pt x="47292" y="299100"/>
                  </a:lnTo>
                  <a:lnTo>
                    <a:pt x="48787" y="298369"/>
                  </a:lnTo>
                  <a:lnTo>
                    <a:pt x="48301" y="296379"/>
                  </a:lnTo>
                  <a:lnTo>
                    <a:pt x="47142" y="296663"/>
                  </a:lnTo>
                  <a:lnTo>
                    <a:pt x="45160" y="299790"/>
                  </a:lnTo>
                  <a:lnTo>
                    <a:pt x="42095" y="299182"/>
                  </a:lnTo>
                  <a:lnTo>
                    <a:pt x="31180" y="303847"/>
                  </a:lnTo>
                  <a:lnTo>
                    <a:pt x="22244" y="301820"/>
                  </a:lnTo>
                  <a:lnTo>
                    <a:pt x="13572" y="297191"/>
                  </a:lnTo>
                  <a:lnTo>
                    <a:pt x="9907" y="294142"/>
                  </a:lnTo>
                  <a:lnTo>
                    <a:pt x="5271" y="285508"/>
                  </a:lnTo>
                  <a:lnTo>
                    <a:pt x="12711" y="279138"/>
                  </a:lnTo>
                  <a:lnTo>
                    <a:pt x="6916" y="281508"/>
                  </a:lnTo>
                  <a:lnTo>
                    <a:pt x="3740" y="284488"/>
                  </a:lnTo>
                  <a:lnTo>
                    <a:pt x="1459" y="284937"/>
                  </a:lnTo>
                  <a:lnTo>
                    <a:pt x="561" y="2819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5" name="oPE_MapPart_IND_2_335" descr="Indien">
              <a:extLst>
                <a:ext uri="{FF2B5EF4-FFF2-40B4-BE49-F238E27FC236}">
                  <a16:creationId xmlns:a16="http://schemas.microsoft.com/office/drawing/2014/main" id="{72E340B4-1678-7B57-4C9F-F3FBAAE9162C}"/>
                </a:ext>
              </a:extLst>
            </p:cNvPr>
            <p:cNvSpPr/>
            <p:nvPr>
              <p:custDataLst>
                <p:tags r:id="rId335"/>
              </p:custDataLst>
            </p:nvPr>
          </p:nvSpPr>
          <p:spPr>
            <a:xfrm>
              <a:off x="8041160" y="4241256"/>
              <a:ext cx="5683" cy="10208"/>
            </a:xfrm>
            <a:custGeom>
              <a:avLst/>
              <a:gdLst/>
              <a:ahLst/>
              <a:cxnLst/>
              <a:rect l="0" t="0" r="0" b="0"/>
              <a:pathLst>
                <a:path w="5683" h="10208">
                  <a:moveTo>
                    <a:pt x="4859" y="8475"/>
                  </a:moveTo>
                  <a:lnTo>
                    <a:pt x="3588" y="10207"/>
                  </a:lnTo>
                  <a:lnTo>
                    <a:pt x="1121" y="4935"/>
                  </a:lnTo>
                  <a:lnTo>
                    <a:pt x="38" y="4596"/>
                  </a:lnTo>
                  <a:lnTo>
                    <a:pt x="0" y="2073"/>
                  </a:lnTo>
                  <a:lnTo>
                    <a:pt x="3476" y="0"/>
                  </a:lnTo>
                  <a:lnTo>
                    <a:pt x="5682" y="5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6" name="oPE_MapPart_IND_3_336" descr="Indien">
              <a:extLst>
                <a:ext uri="{FF2B5EF4-FFF2-40B4-BE49-F238E27FC236}">
                  <a16:creationId xmlns:a16="http://schemas.microsoft.com/office/drawing/2014/main" id="{8CA3BD71-317C-8CAC-4FD9-D96412CD72D5}"/>
                </a:ext>
              </a:extLst>
            </p:cNvPr>
            <p:cNvSpPr/>
            <p:nvPr>
              <p:custDataLst>
                <p:tags r:id="rId336"/>
              </p:custDataLst>
            </p:nvPr>
          </p:nvSpPr>
          <p:spPr>
            <a:xfrm>
              <a:off x="8039926" y="4237599"/>
              <a:ext cx="2842" cy="3130"/>
            </a:xfrm>
            <a:custGeom>
              <a:avLst/>
              <a:gdLst/>
              <a:ahLst/>
              <a:cxnLst/>
              <a:rect l="0" t="0" r="0" b="0"/>
              <a:pathLst>
                <a:path w="2842" h="3130">
                  <a:moveTo>
                    <a:pt x="2841" y="1131"/>
                  </a:moveTo>
                  <a:lnTo>
                    <a:pt x="859" y="3129"/>
                  </a:lnTo>
                  <a:lnTo>
                    <a:pt x="0" y="1923"/>
                  </a:lnTo>
                  <a:lnTo>
                    <a:pt x="198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7" name="oPE_MapPart_IND_4_337" descr="Indien">
              <a:extLst>
                <a:ext uri="{FF2B5EF4-FFF2-40B4-BE49-F238E27FC236}">
                  <a16:creationId xmlns:a16="http://schemas.microsoft.com/office/drawing/2014/main" id="{68943E51-B9CF-0807-1CCD-52B472D5853A}"/>
                </a:ext>
              </a:extLst>
            </p:cNvPr>
            <p:cNvSpPr/>
            <p:nvPr>
              <p:custDataLst>
                <p:tags r:id="rId337"/>
              </p:custDataLst>
            </p:nvPr>
          </p:nvSpPr>
          <p:spPr>
            <a:xfrm>
              <a:off x="8028860" y="4217899"/>
              <a:ext cx="2206" cy="2909"/>
            </a:xfrm>
            <a:custGeom>
              <a:avLst/>
              <a:gdLst/>
              <a:ahLst/>
              <a:cxnLst/>
              <a:rect l="0" t="0" r="0" b="0"/>
              <a:pathLst>
                <a:path w="2206" h="2909">
                  <a:moveTo>
                    <a:pt x="1607" y="2116"/>
                  </a:moveTo>
                  <a:lnTo>
                    <a:pt x="2205" y="2908"/>
                  </a:lnTo>
                  <a:lnTo>
                    <a:pt x="1084" y="2757"/>
                  </a:lnTo>
                  <a:lnTo>
                    <a:pt x="0" y="1587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8" name="oPE_MapPart_IND_5_338" descr="Indien">
              <a:extLst>
                <a:ext uri="{FF2B5EF4-FFF2-40B4-BE49-F238E27FC236}">
                  <a16:creationId xmlns:a16="http://schemas.microsoft.com/office/drawing/2014/main" id="{2A9D60CA-0F91-ABB0-D08D-CD0B5FAC904C}"/>
                </a:ext>
              </a:extLst>
            </p:cNvPr>
            <p:cNvSpPr/>
            <p:nvPr>
              <p:custDataLst>
                <p:tags r:id="rId338"/>
              </p:custDataLst>
            </p:nvPr>
          </p:nvSpPr>
          <p:spPr>
            <a:xfrm>
              <a:off x="8033982" y="4224886"/>
              <a:ext cx="2842" cy="2945"/>
            </a:xfrm>
            <a:custGeom>
              <a:avLst/>
              <a:gdLst/>
              <a:ahLst/>
              <a:cxnLst/>
              <a:rect l="0" t="0" r="0" b="0"/>
              <a:pathLst>
                <a:path w="2842" h="2945">
                  <a:moveTo>
                    <a:pt x="2766" y="2906"/>
                  </a:moveTo>
                  <a:lnTo>
                    <a:pt x="1121" y="2944"/>
                  </a:lnTo>
                  <a:lnTo>
                    <a:pt x="0" y="1133"/>
                  </a:lnTo>
                  <a:lnTo>
                    <a:pt x="1345" y="0"/>
                  </a:lnTo>
                  <a:lnTo>
                    <a:pt x="2841" y="24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9" name="oPE_MapPart_IND_6_339" descr="Indien">
              <a:extLst>
                <a:ext uri="{FF2B5EF4-FFF2-40B4-BE49-F238E27FC236}">
                  <a16:creationId xmlns:a16="http://schemas.microsoft.com/office/drawing/2014/main" id="{57BA1951-3AFB-0ACC-98B9-511AE6547FE3}"/>
                </a:ext>
              </a:extLst>
            </p:cNvPr>
            <p:cNvSpPr/>
            <p:nvPr>
              <p:custDataLst>
                <p:tags r:id="rId339"/>
              </p:custDataLst>
            </p:nvPr>
          </p:nvSpPr>
          <p:spPr>
            <a:xfrm>
              <a:off x="8037009" y="4220543"/>
              <a:ext cx="1684" cy="4193"/>
            </a:xfrm>
            <a:custGeom>
              <a:avLst/>
              <a:gdLst/>
              <a:ahLst/>
              <a:cxnLst/>
              <a:rect l="0" t="0" r="0" b="0"/>
              <a:pathLst>
                <a:path w="1684" h="4193">
                  <a:moveTo>
                    <a:pt x="1683" y="3512"/>
                  </a:moveTo>
                  <a:lnTo>
                    <a:pt x="449" y="4192"/>
                  </a:lnTo>
                  <a:lnTo>
                    <a:pt x="0" y="1095"/>
                  </a:lnTo>
                  <a:lnTo>
                    <a:pt x="786" y="0"/>
                  </a:lnTo>
                  <a:lnTo>
                    <a:pt x="1570" y="227"/>
                  </a:lnTo>
                  <a:lnTo>
                    <a:pt x="1159" y="13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0" name="oPE_MapPart_IND_7_340" descr="Indien">
              <a:extLst>
                <a:ext uri="{FF2B5EF4-FFF2-40B4-BE49-F238E27FC236}">
                  <a16:creationId xmlns:a16="http://schemas.microsoft.com/office/drawing/2014/main" id="{DD28A431-989D-A9F8-7835-7B52600F22DF}"/>
                </a:ext>
              </a:extLst>
            </p:cNvPr>
            <p:cNvSpPr/>
            <p:nvPr>
              <p:custDataLst>
                <p:tags r:id="rId340"/>
              </p:custDataLst>
            </p:nvPr>
          </p:nvSpPr>
          <p:spPr>
            <a:xfrm>
              <a:off x="8021569" y="4199173"/>
              <a:ext cx="2021" cy="2311"/>
            </a:xfrm>
            <a:custGeom>
              <a:avLst/>
              <a:gdLst/>
              <a:ahLst/>
              <a:cxnLst/>
              <a:rect l="0" t="0" r="0" b="0"/>
              <a:pathLst>
                <a:path w="2021" h="2311">
                  <a:moveTo>
                    <a:pt x="1571" y="2197"/>
                  </a:moveTo>
                  <a:lnTo>
                    <a:pt x="636" y="2310"/>
                  </a:lnTo>
                  <a:lnTo>
                    <a:pt x="0" y="757"/>
                  </a:lnTo>
                  <a:lnTo>
                    <a:pt x="1534" y="0"/>
                  </a:lnTo>
                  <a:lnTo>
                    <a:pt x="2020" y="14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1" name="oPE_MapPart_IND_8_341" descr="Indien">
              <a:extLst>
                <a:ext uri="{FF2B5EF4-FFF2-40B4-BE49-F238E27FC236}">
                  <a16:creationId xmlns:a16="http://schemas.microsoft.com/office/drawing/2014/main" id="{0DB36405-67B4-25D9-B661-4E298C97ABAC}"/>
                </a:ext>
              </a:extLst>
            </p:cNvPr>
            <p:cNvSpPr/>
            <p:nvPr>
              <p:custDataLst>
                <p:tags r:id="rId341"/>
              </p:custDataLst>
            </p:nvPr>
          </p:nvSpPr>
          <p:spPr>
            <a:xfrm>
              <a:off x="8014429" y="4164240"/>
              <a:ext cx="4263" cy="7952"/>
            </a:xfrm>
            <a:custGeom>
              <a:avLst/>
              <a:gdLst/>
              <a:ahLst/>
              <a:cxnLst/>
              <a:rect l="0" t="0" r="0" b="0"/>
              <a:pathLst>
                <a:path w="4263" h="7952">
                  <a:moveTo>
                    <a:pt x="2767" y="7229"/>
                  </a:moveTo>
                  <a:lnTo>
                    <a:pt x="2168" y="7951"/>
                  </a:lnTo>
                  <a:lnTo>
                    <a:pt x="0" y="7381"/>
                  </a:lnTo>
                  <a:lnTo>
                    <a:pt x="38" y="2207"/>
                  </a:lnTo>
                  <a:lnTo>
                    <a:pt x="2954" y="0"/>
                  </a:lnTo>
                  <a:lnTo>
                    <a:pt x="4262" y="40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2" name="oPE_MapPart_IND_9_342" descr="Indien">
              <a:extLst>
                <a:ext uri="{FF2B5EF4-FFF2-40B4-BE49-F238E27FC236}">
                  <a16:creationId xmlns:a16="http://schemas.microsoft.com/office/drawing/2014/main" id="{536A7BF8-2A4F-A78D-F805-304D0D4E5057}"/>
                </a:ext>
              </a:extLst>
            </p:cNvPr>
            <p:cNvSpPr/>
            <p:nvPr>
              <p:custDataLst>
                <p:tags r:id="rId342"/>
              </p:custDataLst>
            </p:nvPr>
          </p:nvSpPr>
          <p:spPr>
            <a:xfrm>
              <a:off x="8019140" y="4151282"/>
              <a:ext cx="2019" cy="2709"/>
            </a:xfrm>
            <a:custGeom>
              <a:avLst/>
              <a:gdLst/>
              <a:ahLst/>
              <a:cxnLst/>
              <a:rect l="0" t="0" r="0" b="0"/>
              <a:pathLst>
                <a:path w="2019" h="2709">
                  <a:moveTo>
                    <a:pt x="2018" y="2708"/>
                  </a:moveTo>
                  <a:lnTo>
                    <a:pt x="0" y="2594"/>
                  </a:lnTo>
                  <a:lnTo>
                    <a:pt x="935" y="0"/>
                  </a:lnTo>
                  <a:lnTo>
                    <a:pt x="1907" y="20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3" name="oPE_MapPart_IND_10_343" descr="Indien">
              <a:extLst>
                <a:ext uri="{FF2B5EF4-FFF2-40B4-BE49-F238E27FC236}">
                  <a16:creationId xmlns:a16="http://schemas.microsoft.com/office/drawing/2014/main" id="{6CCBDBE4-525E-ED6C-126D-785DE639623E}"/>
                </a:ext>
              </a:extLst>
            </p:cNvPr>
            <p:cNvSpPr/>
            <p:nvPr>
              <p:custDataLst>
                <p:tags r:id="rId343"/>
              </p:custDataLst>
            </p:nvPr>
          </p:nvSpPr>
          <p:spPr>
            <a:xfrm>
              <a:off x="8017869" y="4107966"/>
              <a:ext cx="11254" cy="42744"/>
            </a:xfrm>
            <a:custGeom>
              <a:avLst/>
              <a:gdLst/>
              <a:ahLst/>
              <a:cxnLst/>
              <a:rect l="0" t="0" r="0" b="0"/>
              <a:pathLst>
                <a:path w="11254" h="42744">
                  <a:moveTo>
                    <a:pt x="3925" y="42743"/>
                  </a:moveTo>
                  <a:lnTo>
                    <a:pt x="2766" y="42705"/>
                  </a:lnTo>
                  <a:lnTo>
                    <a:pt x="0" y="35604"/>
                  </a:lnTo>
                  <a:lnTo>
                    <a:pt x="1533" y="33961"/>
                  </a:lnTo>
                  <a:lnTo>
                    <a:pt x="2953" y="28800"/>
                  </a:lnTo>
                  <a:lnTo>
                    <a:pt x="5271" y="28112"/>
                  </a:lnTo>
                  <a:lnTo>
                    <a:pt x="3851" y="25319"/>
                  </a:lnTo>
                  <a:lnTo>
                    <a:pt x="3888" y="21414"/>
                  </a:lnTo>
                  <a:lnTo>
                    <a:pt x="4672" y="18694"/>
                  </a:lnTo>
                  <a:lnTo>
                    <a:pt x="4261" y="16318"/>
                  </a:lnTo>
                  <a:lnTo>
                    <a:pt x="6168" y="11562"/>
                  </a:lnTo>
                  <a:lnTo>
                    <a:pt x="6692" y="3998"/>
                  </a:lnTo>
                  <a:lnTo>
                    <a:pt x="8112" y="1269"/>
                  </a:lnTo>
                  <a:lnTo>
                    <a:pt x="10953" y="0"/>
                  </a:lnTo>
                  <a:lnTo>
                    <a:pt x="11253" y="3076"/>
                  </a:lnTo>
                  <a:lnTo>
                    <a:pt x="10019" y="4459"/>
                  </a:lnTo>
                  <a:lnTo>
                    <a:pt x="11215" y="6265"/>
                  </a:lnTo>
                  <a:lnTo>
                    <a:pt x="7289" y="12866"/>
                  </a:lnTo>
                  <a:lnTo>
                    <a:pt x="8934" y="14822"/>
                  </a:lnTo>
                  <a:lnTo>
                    <a:pt x="9458" y="21452"/>
                  </a:lnTo>
                  <a:lnTo>
                    <a:pt x="8261" y="23290"/>
                  </a:lnTo>
                  <a:lnTo>
                    <a:pt x="6841" y="23635"/>
                  </a:lnTo>
                  <a:lnTo>
                    <a:pt x="7178" y="28074"/>
                  </a:lnTo>
                  <a:lnTo>
                    <a:pt x="4411" y="33044"/>
                  </a:lnTo>
                  <a:lnTo>
                    <a:pt x="5458" y="34649"/>
                  </a:lnTo>
                  <a:lnTo>
                    <a:pt x="4785" y="4056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4" name="oPE_MapPart_IND_11_344" descr="Indien">
              <a:extLst>
                <a:ext uri="{FF2B5EF4-FFF2-40B4-BE49-F238E27FC236}">
                  <a16:creationId xmlns:a16="http://schemas.microsoft.com/office/drawing/2014/main" id="{469760E7-EB06-4D52-8709-EB9D386FE61A}"/>
                </a:ext>
              </a:extLst>
            </p:cNvPr>
            <p:cNvSpPr/>
            <p:nvPr>
              <p:custDataLst>
                <p:tags r:id="rId344"/>
              </p:custDataLst>
            </p:nvPr>
          </p:nvSpPr>
          <p:spPr>
            <a:xfrm>
              <a:off x="8026617" y="4140093"/>
              <a:ext cx="2206" cy="2906"/>
            </a:xfrm>
            <a:custGeom>
              <a:avLst/>
              <a:gdLst/>
              <a:ahLst/>
              <a:cxnLst/>
              <a:rect l="0" t="0" r="0" b="0"/>
              <a:pathLst>
                <a:path w="2206" h="2906">
                  <a:moveTo>
                    <a:pt x="1271" y="0"/>
                  </a:moveTo>
                  <a:lnTo>
                    <a:pt x="2205" y="2905"/>
                  </a:lnTo>
                  <a:lnTo>
                    <a:pt x="0" y="726"/>
                  </a:lnTo>
                  <a:lnTo>
                    <a:pt x="822" y="11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5" name="oPE_MapPart_IND_12_345" descr="Indien">
              <a:extLst>
                <a:ext uri="{FF2B5EF4-FFF2-40B4-BE49-F238E27FC236}">
                  <a16:creationId xmlns:a16="http://schemas.microsoft.com/office/drawing/2014/main" id="{39B36770-BDC0-A1AB-E9CE-D52508D3215E}"/>
                </a:ext>
              </a:extLst>
            </p:cNvPr>
            <p:cNvSpPr/>
            <p:nvPr>
              <p:custDataLst>
                <p:tags r:id="rId345"/>
              </p:custDataLst>
            </p:nvPr>
          </p:nvSpPr>
          <p:spPr>
            <a:xfrm>
              <a:off x="8020896" y="4120679"/>
              <a:ext cx="1049" cy="3184"/>
            </a:xfrm>
            <a:custGeom>
              <a:avLst/>
              <a:gdLst/>
              <a:ahLst/>
              <a:cxnLst/>
              <a:rect l="0" t="0" r="0" b="0"/>
              <a:pathLst>
                <a:path w="1049" h="3184">
                  <a:moveTo>
                    <a:pt x="786" y="1803"/>
                  </a:moveTo>
                  <a:lnTo>
                    <a:pt x="114" y="3183"/>
                  </a:lnTo>
                  <a:lnTo>
                    <a:pt x="0" y="230"/>
                  </a:lnTo>
                  <a:lnTo>
                    <a:pt x="10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6" name="oPE_MapPart_IND_13_346" descr="Indien">
              <a:extLst>
                <a:ext uri="{FF2B5EF4-FFF2-40B4-BE49-F238E27FC236}">
                  <a16:creationId xmlns:a16="http://schemas.microsoft.com/office/drawing/2014/main" id="{52CD84DA-F1AD-5A01-8DB6-1020F4512FA8}"/>
                </a:ext>
              </a:extLst>
            </p:cNvPr>
            <p:cNvSpPr/>
            <p:nvPr>
              <p:custDataLst>
                <p:tags r:id="rId346"/>
              </p:custDataLst>
            </p:nvPr>
          </p:nvSpPr>
          <p:spPr>
            <a:xfrm>
              <a:off x="7607422" y="4157535"/>
              <a:ext cx="189" cy="383"/>
            </a:xfrm>
            <a:custGeom>
              <a:avLst/>
              <a:gdLst/>
              <a:ahLst/>
              <a:cxnLst/>
              <a:rect l="0" t="0" r="0" b="0"/>
              <a:pathLst>
                <a:path w="189" h="383">
                  <a:moveTo>
                    <a:pt x="188" y="229"/>
                  </a:moveTo>
                  <a:lnTo>
                    <a:pt x="0" y="3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7" name="oPE_MapPart_IND_14_347" descr="Indien">
              <a:extLst>
                <a:ext uri="{FF2B5EF4-FFF2-40B4-BE49-F238E27FC236}">
                  <a16:creationId xmlns:a16="http://schemas.microsoft.com/office/drawing/2014/main" id="{F6A64FB9-197E-B12D-0B92-8D1B7CE51E0D}"/>
                </a:ext>
              </a:extLst>
            </p:cNvPr>
            <p:cNvSpPr/>
            <p:nvPr>
              <p:custDataLst>
                <p:tags r:id="rId347"/>
              </p:custDataLst>
            </p:nvPr>
          </p:nvSpPr>
          <p:spPr>
            <a:xfrm>
              <a:off x="7612694" y="4219108"/>
              <a:ext cx="1123" cy="492"/>
            </a:xfrm>
            <a:custGeom>
              <a:avLst/>
              <a:gdLst/>
              <a:ahLst/>
              <a:cxnLst/>
              <a:rect l="0" t="0" r="0" b="0"/>
              <a:pathLst>
                <a:path w="1123" h="492">
                  <a:moveTo>
                    <a:pt x="860" y="491"/>
                  </a:moveTo>
                  <a:lnTo>
                    <a:pt x="0" y="378"/>
                  </a:lnTo>
                  <a:lnTo>
                    <a:pt x="112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8" name="oPE_MapPart_IDN_1_348" descr="Indonesien">
              <a:extLst>
                <a:ext uri="{FF2B5EF4-FFF2-40B4-BE49-F238E27FC236}">
                  <a16:creationId xmlns:a16="http://schemas.microsoft.com/office/drawing/2014/main" id="{5AEFB53D-E95C-53E8-6DF6-AC4125DFCFBE}"/>
                </a:ext>
              </a:extLst>
            </p:cNvPr>
            <p:cNvSpPr/>
            <p:nvPr>
              <p:custDataLst>
                <p:tags r:id="rId348"/>
              </p:custDataLst>
            </p:nvPr>
          </p:nvSpPr>
          <p:spPr>
            <a:xfrm>
              <a:off x="8357882" y="4301085"/>
              <a:ext cx="209355" cy="177556"/>
            </a:xfrm>
            <a:custGeom>
              <a:avLst/>
              <a:gdLst/>
              <a:ahLst/>
              <a:cxnLst/>
              <a:rect l="0" t="0" r="0" b="0"/>
              <a:pathLst>
                <a:path w="209355" h="177556">
                  <a:moveTo>
                    <a:pt x="15029" y="48754"/>
                  </a:moveTo>
                  <a:lnTo>
                    <a:pt x="13159" y="51485"/>
                  </a:lnTo>
                  <a:lnTo>
                    <a:pt x="13832" y="53355"/>
                  </a:lnTo>
                  <a:lnTo>
                    <a:pt x="15177" y="53954"/>
                  </a:lnTo>
                  <a:lnTo>
                    <a:pt x="15552" y="57320"/>
                  </a:lnTo>
                  <a:lnTo>
                    <a:pt x="33235" y="72950"/>
                  </a:lnTo>
                  <a:lnTo>
                    <a:pt x="45610" y="69024"/>
                  </a:lnTo>
                  <a:lnTo>
                    <a:pt x="53535" y="70184"/>
                  </a:lnTo>
                  <a:lnTo>
                    <a:pt x="60302" y="69847"/>
                  </a:lnTo>
                  <a:lnTo>
                    <a:pt x="62694" y="67753"/>
                  </a:lnTo>
                  <a:lnTo>
                    <a:pt x="65909" y="67117"/>
                  </a:lnTo>
                  <a:lnTo>
                    <a:pt x="68115" y="60985"/>
                  </a:lnTo>
                  <a:lnTo>
                    <a:pt x="74171" y="58479"/>
                  </a:lnTo>
                  <a:lnTo>
                    <a:pt x="83854" y="58292"/>
                  </a:lnTo>
                  <a:lnTo>
                    <a:pt x="84789" y="58703"/>
                  </a:lnTo>
                  <a:lnTo>
                    <a:pt x="85162" y="61060"/>
                  </a:lnTo>
                  <a:lnTo>
                    <a:pt x="95704" y="63677"/>
                  </a:lnTo>
                  <a:lnTo>
                    <a:pt x="97948" y="65173"/>
                  </a:lnTo>
                  <a:lnTo>
                    <a:pt x="103780" y="61060"/>
                  </a:lnTo>
                  <a:lnTo>
                    <a:pt x="113837" y="59713"/>
                  </a:lnTo>
                  <a:lnTo>
                    <a:pt x="116453" y="60685"/>
                  </a:lnTo>
                  <a:lnTo>
                    <a:pt x="118958" y="57282"/>
                  </a:lnTo>
                  <a:lnTo>
                    <a:pt x="120416" y="52420"/>
                  </a:lnTo>
                  <a:lnTo>
                    <a:pt x="122434" y="51522"/>
                  </a:lnTo>
                  <a:lnTo>
                    <a:pt x="123070" y="49727"/>
                  </a:lnTo>
                  <a:lnTo>
                    <a:pt x="121575" y="45949"/>
                  </a:lnTo>
                  <a:lnTo>
                    <a:pt x="122135" y="44116"/>
                  </a:lnTo>
                  <a:lnTo>
                    <a:pt x="130285" y="38428"/>
                  </a:lnTo>
                  <a:lnTo>
                    <a:pt x="130322" y="37530"/>
                  </a:lnTo>
                  <a:lnTo>
                    <a:pt x="128267" y="36145"/>
                  </a:lnTo>
                  <a:lnTo>
                    <a:pt x="129014" y="30718"/>
                  </a:lnTo>
                  <a:lnTo>
                    <a:pt x="131706" y="27986"/>
                  </a:lnTo>
                  <a:lnTo>
                    <a:pt x="133014" y="28659"/>
                  </a:lnTo>
                  <a:lnTo>
                    <a:pt x="136006" y="27798"/>
                  </a:lnTo>
                  <a:lnTo>
                    <a:pt x="138323" y="19261"/>
                  </a:lnTo>
                  <a:lnTo>
                    <a:pt x="138398" y="8996"/>
                  </a:lnTo>
                  <a:lnTo>
                    <a:pt x="140678" y="3712"/>
                  </a:lnTo>
                  <a:lnTo>
                    <a:pt x="144454" y="450"/>
                  </a:lnTo>
                  <a:lnTo>
                    <a:pt x="147782" y="1650"/>
                  </a:lnTo>
                  <a:lnTo>
                    <a:pt x="152268" y="150"/>
                  </a:lnTo>
                  <a:lnTo>
                    <a:pt x="155969" y="1312"/>
                  </a:lnTo>
                  <a:lnTo>
                    <a:pt x="158025" y="0"/>
                  </a:lnTo>
                  <a:lnTo>
                    <a:pt x="159595" y="675"/>
                  </a:lnTo>
                  <a:lnTo>
                    <a:pt x="170212" y="713"/>
                  </a:lnTo>
                  <a:lnTo>
                    <a:pt x="180045" y="4162"/>
                  </a:lnTo>
                  <a:lnTo>
                    <a:pt x="177802" y="6148"/>
                  </a:lnTo>
                  <a:lnTo>
                    <a:pt x="179746" y="7947"/>
                  </a:lnTo>
                  <a:lnTo>
                    <a:pt x="179857" y="9184"/>
                  </a:lnTo>
                  <a:lnTo>
                    <a:pt x="183259" y="11956"/>
                  </a:lnTo>
                  <a:lnTo>
                    <a:pt x="184269" y="14167"/>
                  </a:lnTo>
                  <a:lnTo>
                    <a:pt x="181203" y="15290"/>
                  </a:lnTo>
                  <a:lnTo>
                    <a:pt x="178698" y="13342"/>
                  </a:lnTo>
                  <a:lnTo>
                    <a:pt x="177465" y="15441"/>
                  </a:lnTo>
                  <a:lnTo>
                    <a:pt x="169278" y="15553"/>
                  </a:lnTo>
                  <a:lnTo>
                    <a:pt x="171559" y="16189"/>
                  </a:lnTo>
                  <a:lnTo>
                    <a:pt x="175296" y="19636"/>
                  </a:lnTo>
                  <a:lnTo>
                    <a:pt x="176120" y="20909"/>
                  </a:lnTo>
                  <a:lnTo>
                    <a:pt x="174811" y="23455"/>
                  </a:lnTo>
                  <a:lnTo>
                    <a:pt x="175446" y="24504"/>
                  </a:lnTo>
                  <a:lnTo>
                    <a:pt x="180792" y="27199"/>
                  </a:lnTo>
                  <a:lnTo>
                    <a:pt x="181353" y="29558"/>
                  </a:lnTo>
                  <a:lnTo>
                    <a:pt x="179932" y="30006"/>
                  </a:lnTo>
                  <a:lnTo>
                    <a:pt x="182624" y="30868"/>
                  </a:lnTo>
                  <a:lnTo>
                    <a:pt x="181391" y="32140"/>
                  </a:lnTo>
                  <a:lnTo>
                    <a:pt x="184456" y="33788"/>
                  </a:lnTo>
                  <a:lnTo>
                    <a:pt x="186512" y="38054"/>
                  </a:lnTo>
                  <a:lnTo>
                    <a:pt x="190288" y="42693"/>
                  </a:lnTo>
                  <a:lnTo>
                    <a:pt x="189764" y="44826"/>
                  </a:lnTo>
                  <a:lnTo>
                    <a:pt x="186400" y="48043"/>
                  </a:lnTo>
                  <a:lnTo>
                    <a:pt x="184493" y="48754"/>
                  </a:lnTo>
                  <a:lnTo>
                    <a:pt x="190550" y="55524"/>
                  </a:lnTo>
                  <a:lnTo>
                    <a:pt x="202175" y="63453"/>
                  </a:lnTo>
                  <a:lnTo>
                    <a:pt x="206587" y="68089"/>
                  </a:lnTo>
                  <a:lnTo>
                    <a:pt x="208905" y="69174"/>
                  </a:lnTo>
                  <a:lnTo>
                    <a:pt x="209354" y="70445"/>
                  </a:lnTo>
                  <a:lnTo>
                    <a:pt x="207409" y="72427"/>
                  </a:lnTo>
                  <a:lnTo>
                    <a:pt x="200008" y="73960"/>
                  </a:lnTo>
                  <a:lnTo>
                    <a:pt x="192942" y="72688"/>
                  </a:lnTo>
                  <a:lnTo>
                    <a:pt x="187035" y="68052"/>
                  </a:lnTo>
                  <a:lnTo>
                    <a:pt x="188418" y="70857"/>
                  </a:lnTo>
                  <a:lnTo>
                    <a:pt x="188157" y="72389"/>
                  </a:lnTo>
                  <a:lnTo>
                    <a:pt x="183596" y="75717"/>
                  </a:lnTo>
                  <a:lnTo>
                    <a:pt x="178960" y="85960"/>
                  </a:lnTo>
                  <a:lnTo>
                    <a:pt x="177726" y="97588"/>
                  </a:lnTo>
                  <a:lnTo>
                    <a:pt x="179521" y="102373"/>
                  </a:lnTo>
                  <a:lnTo>
                    <a:pt x="179783" y="106859"/>
                  </a:lnTo>
                  <a:lnTo>
                    <a:pt x="173128" y="110074"/>
                  </a:lnTo>
                  <a:lnTo>
                    <a:pt x="168193" y="115534"/>
                  </a:lnTo>
                  <a:lnTo>
                    <a:pt x="166325" y="116282"/>
                  </a:lnTo>
                  <a:lnTo>
                    <a:pt x="163894" y="115459"/>
                  </a:lnTo>
                  <a:lnTo>
                    <a:pt x="162698" y="112542"/>
                  </a:lnTo>
                  <a:lnTo>
                    <a:pt x="162997" y="118413"/>
                  </a:lnTo>
                  <a:lnTo>
                    <a:pt x="158847" y="121479"/>
                  </a:lnTo>
                  <a:lnTo>
                    <a:pt x="158100" y="124060"/>
                  </a:lnTo>
                  <a:lnTo>
                    <a:pt x="153053" y="127949"/>
                  </a:lnTo>
                  <a:lnTo>
                    <a:pt x="156156" y="127949"/>
                  </a:lnTo>
                  <a:lnTo>
                    <a:pt x="156753" y="130793"/>
                  </a:lnTo>
                  <a:lnTo>
                    <a:pt x="156156" y="133486"/>
                  </a:lnTo>
                  <a:lnTo>
                    <a:pt x="153875" y="135319"/>
                  </a:lnTo>
                  <a:lnTo>
                    <a:pt x="158324" y="136740"/>
                  </a:lnTo>
                  <a:lnTo>
                    <a:pt x="159109" y="138649"/>
                  </a:lnTo>
                  <a:lnTo>
                    <a:pt x="158324" y="143027"/>
                  </a:lnTo>
                  <a:lnTo>
                    <a:pt x="153912" y="143887"/>
                  </a:lnTo>
                  <a:lnTo>
                    <a:pt x="153726" y="144935"/>
                  </a:lnTo>
                  <a:lnTo>
                    <a:pt x="155146" y="144411"/>
                  </a:lnTo>
                  <a:lnTo>
                    <a:pt x="154212" y="151148"/>
                  </a:lnTo>
                  <a:lnTo>
                    <a:pt x="152044" y="152720"/>
                  </a:lnTo>
                  <a:lnTo>
                    <a:pt x="150809" y="151821"/>
                  </a:lnTo>
                  <a:lnTo>
                    <a:pt x="150922" y="153731"/>
                  </a:lnTo>
                  <a:lnTo>
                    <a:pt x="152679" y="155827"/>
                  </a:lnTo>
                  <a:lnTo>
                    <a:pt x="150809" y="156988"/>
                  </a:lnTo>
                  <a:lnTo>
                    <a:pt x="148529" y="160433"/>
                  </a:lnTo>
                  <a:lnTo>
                    <a:pt x="146435" y="165564"/>
                  </a:lnTo>
                  <a:lnTo>
                    <a:pt x="120228" y="177555"/>
                  </a:lnTo>
                  <a:lnTo>
                    <a:pt x="118808" y="176318"/>
                  </a:lnTo>
                  <a:lnTo>
                    <a:pt x="118398" y="167812"/>
                  </a:lnTo>
                  <a:lnTo>
                    <a:pt x="116715" y="161033"/>
                  </a:lnTo>
                  <a:lnTo>
                    <a:pt x="115070" y="163205"/>
                  </a:lnTo>
                  <a:lnTo>
                    <a:pt x="112976" y="162456"/>
                  </a:lnTo>
                  <a:lnTo>
                    <a:pt x="112079" y="160771"/>
                  </a:lnTo>
                  <a:lnTo>
                    <a:pt x="112976" y="158074"/>
                  </a:lnTo>
                  <a:lnTo>
                    <a:pt x="110733" y="160695"/>
                  </a:lnTo>
                  <a:lnTo>
                    <a:pt x="107518" y="159010"/>
                  </a:lnTo>
                  <a:lnTo>
                    <a:pt x="104939" y="161407"/>
                  </a:lnTo>
                  <a:lnTo>
                    <a:pt x="99668" y="162681"/>
                  </a:lnTo>
                  <a:lnTo>
                    <a:pt x="98210" y="161931"/>
                  </a:lnTo>
                  <a:lnTo>
                    <a:pt x="97724" y="157251"/>
                  </a:lnTo>
                  <a:lnTo>
                    <a:pt x="92153" y="158337"/>
                  </a:lnTo>
                  <a:lnTo>
                    <a:pt x="85761" y="151821"/>
                  </a:lnTo>
                  <a:lnTo>
                    <a:pt x="84452" y="157100"/>
                  </a:lnTo>
                  <a:lnTo>
                    <a:pt x="80003" y="159909"/>
                  </a:lnTo>
                  <a:lnTo>
                    <a:pt x="76750" y="161519"/>
                  </a:lnTo>
                  <a:lnTo>
                    <a:pt x="70208" y="159871"/>
                  </a:lnTo>
                  <a:lnTo>
                    <a:pt x="66918" y="161145"/>
                  </a:lnTo>
                  <a:lnTo>
                    <a:pt x="63330" y="164216"/>
                  </a:lnTo>
                  <a:lnTo>
                    <a:pt x="61311" y="164665"/>
                  </a:lnTo>
                  <a:lnTo>
                    <a:pt x="60563" y="164291"/>
                  </a:lnTo>
                  <a:lnTo>
                    <a:pt x="60601" y="154367"/>
                  </a:lnTo>
                  <a:lnTo>
                    <a:pt x="57946" y="150886"/>
                  </a:lnTo>
                  <a:lnTo>
                    <a:pt x="56488" y="152683"/>
                  </a:lnTo>
                  <a:lnTo>
                    <a:pt x="51143" y="151821"/>
                  </a:lnTo>
                  <a:lnTo>
                    <a:pt x="42058" y="154667"/>
                  </a:lnTo>
                  <a:lnTo>
                    <a:pt x="39964" y="153094"/>
                  </a:lnTo>
                  <a:lnTo>
                    <a:pt x="41422" y="151297"/>
                  </a:lnTo>
                  <a:lnTo>
                    <a:pt x="37347" y="153619"/>
                  </a:lnTo>
                  <a:lnTo>
                    <a:pt x="34655" y="150923"/>
                  </a:lnTo>
                  <a:lnTo>
                    <a:pt x="29011" y="152907"/>
                  </a:lnTo>
                  <a:lnTo>
                    <a:pt x="28039" y="152496"/>
                  </a:lnTo>
                  <a:lnTo>
                    <a:pt x="24749" y="132438"/>
                  </a:lnTo>
                  <a:lnTo>
                    <a:pt x="21907" y="129558"/>
                  </a:lnTo>
                  <a:lnTo>
                    <a:pt x="23478" y="122564"/>
                  </a:lnTo>
                  <a:lnTo>
                    <a:pt x="22393" y="117329"/>
                  </a:lnTo>
                  <a:lnTo>
                    <a:pt x="18318" y="111870"/>
                  </a:lnTo>
                  <a:lnTo>
                    <a:pt x="11402" y="108916"/>
                  </a:lnTo>
                  <a:lnTo>
                    <a:pt x="8897" y="109028"/>
                  </a:lnTo>
                  <a:lnTo>
                    <a:pt x="7327" y="107644"/>
                  </a:lnTo>
                  <a:lnTo>
                    <a:pt x="7589" y="106074"/>
                  </a:lnTo>
                  <a:lnTo>
                    <a:pt x="9720" y="104130"/>
                  </a:lnTo>
                  <a:lnTo>
                    <a:pt x="5308" y="101139"/>
                  </a:lnTo>
                  <a:lnTo>
                    <a:pt x="4487" y="96354"/>
                  </a:lnTo>
                  <a:lnTo>
                    <a:pt x="6018" y="91045"/>
                  </a:lnTo>
                  <a:lnTo>
                    <a:pt x="7327" y="90223"/>
                  </a:lnTo>
                  <a:lnTo>
                    <a:pt x="823" y="83456"/>
                  </a:lnTo>
                  <a:lnTo>
                    <a:pt x="0" y="74371"/>
                  </a:lnTo>
                  <a:lnTo>
                    <a:pt x="1121" y="67304"/>
                  </a:lnTo>
                  <a:lnTo>
                    <a:pt x="4710" y="64799"/>
                  </a:lnTo>
                  <a:lnTo>
                    <a:pt x="2168" y="65098"/>
                  </a:lnTo>
                  <a:lnTo>
                    <a:pt x="3103" y="60985"/>
                  </a:lnTo>
                  <a:lnTo>
                    <a:pt x="7626" y="55450"/>
                  </a:lnTo>
                  <a:lnTo>
                    <a:pt x="9832" y="5092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9" name="oPE_MapPart_IDN_2_349" descr="Indonesien">
              <a:extLst>
                <a:ext uri="{FF2B5EF4-FFF2-40B4-BE49-F238E27FC236}">
                  <a16:creationId xmlns:a16="http://schemas.microsoft.com/office/drawing/2014/main" id="{2C0DA890-F807-3AFB-8036-F4A7E2CBE043}"/>
                </a:ext>
              </a:extLst>
            </p:cNvPr>
            <p:cNvSpPr/>
            <p:nvPr>
              <p:custDataLst>
                <p:tags r:id="rId349"/>
              </p:custDataLst>
            </p:nvPr>
          </p:nvSpPr>
          <p:spPr>
            <a:xfrm>
              <a:off x="8073385" y="4274853"/>
              <a:ext cx="225319" cy="239931"/>
            </a:xfrm>
            <a:custGeom>
              <a:avLst/>
              <a:gdLst/>
              <a:ahLst/>
              <a:cxnLst/>
              <a:rect l="0" t="0" r="0" b="0"/>
              <a:pathLst>
                <a:path w="225319" h="239931">
                  <a:moveTo>
                    <a:pt x="26693" y="8337"/>
                  </a:moveTo>
                  <a:lnTo>
                    <a:pt x="33945" y="7398"/>
                  </a:lnTo>
                  <a:lnTo>
                    <a:pt x="41198" y="8787"/>
                  </a:lnTo>
                  <a:lnTo>
                    <a:pt x="46619" y="8186"/>
                  </a:lnTo>
                  <a:lnTo>
                    <a:pt x="48600" y="8825"/>
                  </a:lnTo>
                  <a:lnTo>
                    <a:pt x="56114" y="15618"/>
                  </a:lnTo>
                  <a:lnTo>
                    <a:pt x="57984" y="20157"/>
                  </a:lnTo>
                  <a:lnTo>
                    <a:pt x="63143" y="25295"/>
                  </a:lnTo>
                  <a:lnTo>
                    <a:pt x="63666" y="27244"/>
                  </a:lnTo>
                  <a:lnTo>
                    <a:pt x="62993" y="29906"/>
                  </a:lnTo>
                  <a:lnTo>
                    <a:pt x="64376" y="32005"/>
                  </a:lnTo>
                  <a:lnTo>
                    <a:pt x="71667" y="35453"/>
                  </a:lnTo>
                  <a:lnTo>
                    <a:pt x="74170" y="38938"/>
                  </a:lnTo>
                  <a:lnTo>
                    <a:pt x="81909" y="42646"/>
                  </a:lnTo>
                  <a:lnTo>
                    <a:pt x="93985" y="50960"/>
                  </a:lnTo>
                  <a:lnTo>
                    <a:pt x="110434" y="71620"/>
                  </a:lnTo>
                  <a:lnTo>
                    <a:pt x="113762" y="73041"/>
                  </a:lnTo>
                  <a:lnTo>
                    <a:pt x="117986" y="76633"/>
                  </a:lnTo>
                  <a:lnTo>
                    <a:pt x="116490" y="72630"/>
                  </a:lnTo>
                  <a:lnTo>
                    <a:pt x="116752" y="70497"/>
                  </a:lnTo>
                  <a:lnTo>
                    <a:pt x="118996" y="69412"/>
                  </a:lnTo>
                  <a:lnTo>
                    <a:pt x="121276" y="70198"/>
                  </a:lnTo>
                  <a:lnTo>
                    <a:pt x="126547" y="75285"/>
                  </a:lnTo>
                  <a:lnTo>
                    <a:pt x="128715" y="80597"/>
                  </a:lnTo>
                  <a:lnTo>
                    <a:pt x="130210" y="81906"/>
                  </a:lnTo>
                  <a:lnTo>
                    <a:pt x="136604" y="83402"/>
                  </a:lnTo>
                  <a:lnTo>
                    <a:pt x="141501" y="87142"/>
                  </a:lnTo>
                  <a:lnTo>
                    <a:pt x="144342" y="90956"/>
                  </a:lnTo>
                  <a:lnTo>
                    <a:pt x="146024" y="96527"/>
                  </a:lnTo>
                  <a:lnTo>
                    <a:pt x="149164" y="99593"/>
                  </a:lnTo>
                  <a:lnTo>
                    <a:pt x="150809" y="100902"/>
                  </a:lnTo>
                  <a:lnTo>
                    <a:pt x="160791" y="103295"/>
                  </a:lnTo>
                  <a:lnTo>
                    <a:pt x="163221" y="106884"/>
                  </a:lnTo>
                  <a:lnTo>
                    <a:pt x="161988" y="108455"/>
                  </a:lnTo>
                  <a:lnTo>
                    <a:pt x="152492" y="112604"/>
                  </a:lnTo>
                  <a:lnTo>
                    <a:pt x="159670" y="111296"/>
                  </a:lnTo>
                  <a:lnTo>
                    <a:pt x="168904" y="106435"/>
                  </a:lnTo>
                  <a:lnTo>
                    <a:pt x="171782" y="107108"/>
                  </a:lnTo>
                  <a:lnTo>
                    <a:pt x="175820" y="111072"/>
                  </a:lnTo>
                  <a:lnTo>
                    <a:pt x="178175" y="116118"/>
                  </a:lnTo>
                  <a:lnTo>
                    <a:pt x="170735" y="121090"/>
                  </a:lnTo>
                  <a:lnTo>
                    <a:pt x="170250" y="124605"/>
                  </a:lnTo>
                  <a:lnTo>
                    <a:pt x="172418" y="126773"/>
                  </a:lnTo>
                  <a:lnTo>
                    <a:pt x="170810" y="128157"/>
                  </a:lnTo>
                  <a:lnTo>
                    <a:pt x="170960" y="129053"/>
                  </a:lnTo>
                  <a:lnTo>
                    <a:pt x="172904" y="132755"/>
                  </a:lnTo>
                  <a:lnTo>
                    <a:pt x="176829" y="135522"/>
                  </a:lnTo>
                  <a:lnTo>
                    <a:pt x="183895" y="138288"/>
                  </a:lnTo>
                  <a:lnTo>
                    <a:pt x="190101" y="138662"/>
                  </a:lnTo>
                  <a:lnTo>
                    <a:pt x="190549" y="139410"/>
                  </a:lnTo>
                  <a:lnTo>
                    <a:pt x="193316" y="154892"/>
                  </a:lnTo>
                  <a:lnTo>
                    <a:pt x="194437" y="157025"/>
                  </a:lnTo>
                  <a:lnTo>
                    <a:pt x="200158" y="160578"/>
                  </a:lnTo>
                  <a:lnTo>
                    <a:pt x="199784" y="163496"/>
                  </a:lnTo>
                  <a:lnTo>
                    <a:pt x="196045" y="167574"/>
                  </a:lnTo>
                  <a:lnTo>
                    <a:pt x="196120" y="171017"/>
                  </a:lnTo>
                  <a:lnTo>
                    <a:pt x="197129" y="171055"/>
                  </a:lnTo>
                  <a:lnTo>
                    <a:pt x="202775" y="166340"/>
                  </a:lnTo>
                  <a:lnTo>
                    <a:pt x="211635" y="166527"/>
                  </a:lnTo>
                  <a:lnTo>
                    <a:pt x="215485" y="168847"/>
                  </a:lnTo>
                  <a:lnTo>
                    <a:pt x="222065" y="177081"/>
                  </a:lnTo>
                  <a:lnTo>
                    <a:pt x="225318" y="182771"/>
                  </a:lnTo>
                  <a:lnTo>
                    <a:pt x="224868" y="184868"/>
                  </a:lnTo>
                  <a:lnTo>
                    <a:pt x="222102" y="187938"/>
                  </a:lnTo>
                  <a:lnTo>
                    <a:pt x="220906" y="192208"/>
                  </a:lnTo>
                  <a:lnTo>
                    <a:pt x="221055" y="194643"/>
                  </a:lnTo>
                  <a:lnTo>
                    <a:pt x="222700" y="196742"/>
                  </a:lnTo>
                  <a:lnTo>
                    <a:pt x="220644" y="203637"/>
                  </a:lnTo>
                  <a:lnTo>
                    <a:pt x="221803" y="211773"/>
                  </a:lnTo>
                  <a:lnTo>
                    <a:pt x="221803" y="221264"/>
                  </a:lnTo>
                  <a:lnTo>
                    <a:pt x="220046" y="236021"/>
                  </a:lnTo>
                  <a:lnTo>
                    <a:pt x="218924" y="238125"/>
                  </a:lnTo>
                  <a:lnTo>
                    <a:pt x="216233" y="237750"/>
                  </a:lnTo>
                  <a:lnTo>
                    <a:pt x="214252" y="235120"/>
                  </a:lnTo>
                  <a:lnTo>
                    <a:pt x="210626" y="232528"/>
                  </a:lnTo>
                  <a:lnTo>
                    <a:pt x="205092" y="236622"/>
                  </a:lnTo>
                  <a:lnTo>
                    <a:pt x="195895" y="231927"/>
                  </a:lnTo>
                  <a:lnTo>
                    <a:pt x="195447" y="234443"/>
                  </a:lnTo>
                  <a:lnTo>
                    <a:pt x="196830" y="239704"/>
                  </a:lnTo>
                  <a:lnTo>
                    <a:pt x="195110" y="239930"/>
                  </a:lnTo>
                  <a:lnTo>
                    <a:pt x="184007" y="229110"/>
                  </a:lnTo>
                  <a:lnTo>
                    <a:pt x="179110" y="222728"/>
                  </a:lnTo>
                  <a:lnTo>
                    <a:pt x="160156" y="210048"/>
                  </a:lnTo>
                  <a:lnTo>
                    <a:pt x="152231" y="203412"/>
                  </a:lnTo>
                  <a:lnTo>
                    <a:pt x="143744" y="191908"/>
                  </a:lnTo>
                  <a:lnTo>
                    <a:pt x="132342" y="182883"/>
                  </a:lnTo>
                  <a:lnTo>
                    <a:pt x="127930" y="175433"/>
                  </a:lnTo>
                  <a:lnTo>
                    <a:pt x="122771" y="170868"/>
                  </a:lnTo>
                  <a:lnTo>
                    <a:pt x="118024" y="163795"/>
                  </a:lnTo>
                  <a:lnTo>
                    <a:pt x="117163" y="161626"/>
                  </a:lnTo>
                  <a:lnTo>
                    <a:pt x="117313" y="157287"/>
                  </a:lnTo>
                  <a:lnTo>
                    <a:pt x="109649" y="144084"/>
                  </a:lnTo>
                  <a:lnTo>
                    <a:pt x="105948" y="134251"/>
                  </a:lnTo>
                  <a:lnTo>
                    <a:pt x="96639" y="123595"/>
                  </a:lnTo>
                  <a:lnTo>
                    <a:pt x="92676" y="116156"/>
                  </a:lnTo>
                  <a:lnTo>
                    <a:pt x="85723" y="112754"/>
                  </a:lnTo>
                  <a:lnTo>
                    <a:pt x="82059" y="109800"/>
                  </a:lnTo>
                  <a:lnTo>
                    <a:pt x="74545" y="86058"/>
                  </a:lnTo>
                  <a:lnTo>
                    <a:pt x="70358" y="78353"/>
                  </a:lnTo>
                  <a:lnTo>
                    <a:pt x="59815" y="71507"/>
                  </a:lnTo>
                  <a:lnTo>
                    <a:pt x="53759" y="69674"/>
                  </a:lnTo>
                  <a:lnTo>
                    <a:pt x="51778" y="68103"/>
                  </a:lnTo>
                  <a:lnTo>
                    <a:pt x="49497" y="57961"/>
                  </a:lnTo>
                  <a:lnTo>
                    <a:pt x="45347" y="55266"/>
                  </a:lnTo>
                  <a:lnTo>
                    <a:pt x="36599" y="42796"/>
                  </a:lnTo>
                  <a:lnTo>
                    <a:pt x="33086" y="40024"/>
                  </a:lnTo>
                  <a:lnTo>
                    <a:pt x="25683" y="37776"/>
                  </a:lnTo>
                  <a:lnTo>
                    <a:pt x="21234" y="32417"/>
                  </a:lnTo>
                  <a:lnTo>
                    <a:pt x="5982" y="18094"/>
                  </a:lnTo>
                  <a:lnTo>
                    <a:pt x="0" y="7173"/>
                  </a:lnTo>
                  <a:lnTo>
                    <a:pt x="823" y="4545"/>
                  </a:lnTo>
                  <a:lnTo>
                    <a:pt x="411" y="1315"/>
                  </a:lnTo>
                  <a:lnTo>
                    <a:pt x="3925" y="0"/>
                  </a:lnTo>
                  <a:lnTo>
                    <a:pt x="10991" y="1014"/>
                  </a:lnTo>
                  <a:lnTo>
                    <a:pt x="17047" y="5783"/>
                  </a:lnTo>
                  <a:lnTo>
                    <a:pt x="21683" y="75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0" name="oPE_MapPart_IDN_3_350" descr="Indonesien">
              <a:extLst>
                <a:ext uri="{FF2B5EF4-FFF2-40B4-BE49-F238E27FC236}">
                  <a16:creationId xmlns:a16="http://schemas.microsoft.com/office/drawing/2014/main" id="{F4B9CD04-4FDB-D573-69FE-08543B1561AA}"/>
                </a:ext>
              </a:extLst>
            </p:cNvPr>
            <p:cNvSpPr/>
            <p:nvPr>
              <p:custDataLst>
                <p:tags r:id="rId350"/>
              </p:custDataLst>
            </p:nvPr>
          </p:nvSpPr>
          <p:spPr>
            <a:xfrm>
              <a:off x="8816666" y="4399308"/>
              <a:ext cx="207299" cy="182831"/>
            </a:xfrm>
            <a:custGeom>
              <a:avLst/>
              <a:gdLst/>
              <a:ahLst/>
              <a:cxnLst/>
              <a:rect l="0" t="0" r="0" b="0"/>
              <a:pathLst>
                <a:path w="207299" h="182831">
                  <a:moveTo>
                    <a:pt x="207261" y="46862"/>
                  </a:moveTo>
                  <a:lnTo>
                    <a:pt x="207261" y="124724"/>
                  </a:lnTo>
                  <a:lnTo>
                    <a:pt x="204942" y="132927"/>
                  </a:lnTo>
                  <a:lnTo>
                    <a:pt x="207298" y="136391"/>
                  </a:lnTo>
                  <a:lnTo>
                    <a:pt x="207298" y="182830"/>
                  </a:lnTo>
                  <a:lnTo>
                    <a:pt x="200756" y="177115"/>
                  </a:lnTo>
                  <a:lnTo>
                    <a:pt x="197204" y="172349"/>
                  </a:lnTo>
                  <a:lnTo>
                    <a:pt x="187073" y="163431"/>
                  </a:lnTo>
                  <a:lnTo>
                    <a:pt x="186886" y="162260"/>
                  </a:lnTo>
                  <a:lnTo>
                    <a:pt x="189466" y="157729"/>
                  </a:lnTo>
                  <a:lnTo>
                    <a:pt x="185690" y="161467"/>
                  </a:lnTo>
                  <a:lnTo>
                    <a:pt x="174250" y="163279"/>
                  </a:lnTo>
                  <a:lnTo>
                    <a:pt x="172044" y="161580"/>
                  </a:lnTo>
                  <a:lnTo>
                    <a:pt x="171409" y="158975"/>
                  </a:lnTo>
                  <a:lnTo>
                    <a:pt x="170250" y="161127"/>
                  </a:lnTo>
                  <a:lnTo>
                    <a:pt x="164866" y="164828"/>
                  </a:lnTo>
                  <a:lnTo>
                    <a:pt x="163969" y="164337"/>
                  </a:lnTo>
                  <a:lnTo>
                    <a:pt x="163259" y="162373"/>
                  </a:lnTo>
                  <a:lnTo>
                    <a:pt x="168081" y="150674"/>
                  </a:lnTo>
                  <a:lnTo>
                    <a:pt x="161015" y="143662"/>
                  </a:lnTo>
                  <a:lnTo>
                    <a:pt x="163446" y="142606"/>
                  </a:lnTo>
                  <a:lnTo>
                    <a:pt x="167558" y="143134"/>
                  </a:lnTo>
                  <a:lnTo>
                    <a:pt x="169913" y="142381"/>
                  </a:lnTo>
                  <a:lnTo>
                    <a:pt x="167259" y="142569"/>
                  </a:lnTo>
                  <a:lnTo>
                    <a:pt x="163072" y="141250"/>
                  </a:lnTo>
                  <a:lnTo>
                    <a:pt x="160455" y="139856"/>
                  </a:lnTo>
                  <a:lnTo>
                    <a:pt x="157988" y="137069"/>
                  </a:lnTo>
                  <a:lnTo>
                    <a:pt x="163446" y="135412"/>
                  </a:lnTo>
                  <a:lnTo>
                    <a:pt x="154586" y="124648"/>
                  </a:lnTo>
                  <a:lnTo>
                    <a:pt x="151632" y="116414"/>
                  </a:lnTo>
                  <a:lnTo>
                    <a:pt x="153277" y="114196"/>
                  </a:lnTo>
                  <a:lnTo>
                    <a:pt x="149650" y="113445"/>
                  </a:lnTo>
                  <a:lnTo>
                    <a:pt x="150548" y="111717"/>
                  </a:lnTo>
                  <a:lnTo>
                    <a:pt x="152529" y="110702"/>
                  </a:lnTo>
                  <a:lnTo>
                    <a:pt x="147295" y="111416"/>
                  </a:lnTo>
                  <a:lnTo>
                    <a:pt x="146735" y="106308"/>
                  </a:lnTo>
                  <a:lnTo>
                    <a:pt x="131071" y="96922"/>
                  </a:lnTo>
                  <a:lnTo>
                    <a:pt x="130548" y="95459"/>
                  </a:lnTo>
                  <a:lnTo>
                    <a:pt x="128790" y="96397"/>
                  </a:lnTo>
                  <a:lnTo>
                    <a:pt x="126584" y="95046"/>
                  </a:lnTo>
                  <a:lnTo>
                    <a:pt x="116789" y="92832"/>
                  </a:lnTo>
                  <a:lnTo>
                    <a:pt x="103518" y="86831"/>
                  </a:lnTo>
                  <a:lnTo>
                    <a:pt x="92527" y="84993"/>
                  </a:lnTo>
                  <a:lnTo>
                    <a:pt x="87256" y="85180"/>
                  </a:lnTo>
                  <a:lnTo>
                    <a:pt x="78059" y="79857"/>
                  </a:lnTo>
                  <a:lnTo>
                    <a:pt x="76526" y="77420"/>
                  </a:lnTo>
                  <a:lnTo>
                    <a:pt x="77087" y="74834"/>
                  </a:lnTo>
                  <a:lnTo>
                    <a:pt x="80826" y="74497"/>
                  </a:lnTo>
                  <a:lnTo>
                    <a:pt x="78209" y="74160"/>
                  </a:lnTo>
                  <a:lnTo>
                    <a:pt x="73760" y="75359"/>
                  </a:lnTo>
                  <a:lnTo>
                    <a:pt x="70545" y="73898"/>
                  </a:lnTo>
                  <a:lnTo>
                    <a:pt x="67927" y="74647"/>
                  </a:lnTo>
                  <a:lnTo>
                    <a:pt x="65461" y="71537"/>
                  </a:lnTo>
                  <a:lnTo>
                    <a:pt x="61872" y="71987"/>
                  </a:lnTo>
                  <a:lnTo>
                    <a:pt x="56675" y="67004"/>
                  </a:lnTo>
                  <a:lnTo>
                    <a:pt x="55741" y="64944"/>
                  </a:lnTo>
                  <a:lnTo>
                    <a:pt x="56114" y="60151"/>
                  </a:lnTo>
                  <a:lnTo>
                    <a:pt x="59105" y="56107"/>
                  </a:lnTo>
                  <a:lnTo>
                    <a:pt x="57572" y="55882"/>
                  </a:lnTo>
                  <a:lnTo>
                    <a:pt x="56189" y="56780"/>
                  </a:lnTo>
                  <a:lnTo>
                    <a:pt x="55217" y="62548"/>
                  </a:lnTo>
                  <a:lnTo>
                    <a:pt x="54096" y="63634"/>
                  </a:lnTo>
                  <a:lnTo>
                    <a:pt x="52414" y="63558"/>
                  </a:lnTo>
                  <a:lnTo>
                    <a:pt x="52900" y="65730"/>
                  </a:lnTo>
                  <a:lnTo>
                    <a:pt x="50282" y="70188"/>
                  </a:lnTo>
                  <a:lnTo>
                    <a:pt x="49983" y="73673"/>
                  </a:lnTo>
                  <a:lnTo>
                    <a:pt x="46805" y="77083"/>
                  </a:lnTo>
                  <a:lnTo>
                    <a:pt x="40974" y="77757"/>
                  </a:lnTo>
                  <a:lnTo>
                    <a:pt x="39852" y="76971"/>
                  </a:lnTo>
                  <a:lnTo>
                    <a:pt x="36525" y="69626"/>
                  </a:lnTo>
                  <a:lnTo>
                    <a:pt x="38955" y="66442"/>
                  </a:lnTo>
                  <a:lnTo>
                    <a:pt x="36487" y="61086"/>
                  </a:lnTo>
                  <a:lnTo>
                    <a:pt x="28114" y="54460"/>
                  </a:lnTo>
                  <a:lnTo>
                    <a:pt x="21982" y="53187"/>
                  </a:lnTo>
                  <a:lnTo>
                    <a:pt x="20263" y="50567"/>
                  </a:lnTo>
                  <a:lnTo>
                    <a:pt x="25645" y="48321"/>
                  </a:lnTo>
                  <a:lnTo>
                    <a:pt x="32823" y="49294"/>
                  </a:lnTo>
                  <a:lnTo>
                    <a:pt x="35927" y="50567"/>
                  </a:lnTo>
                  <a:lnTo>
                    <a:pt x="39516" y="47872"/>
                  </a:lnTo>
                  <a:lnTo>
                    <a:pt x="42357" y="44317"/>
                  </a:lnTo>
                  <a:lnTo>
                    <a:pt x="45609" y="43270"/>
                  </a:lnTo>
                  <a:lnTo>
                    <a:pt x="54282" y="45552"/>
                  </a:lnTo>
                  <a:lnTo>
                    <a:pt x="56189" y="47161"/>
                  </a:lnTo>
                  <a:lnTo>
                    <a:pt x="57274" y="43531"/>
                  </a:lnTo>
                  <a:lnTo>
                    <a:pt x="60451" y="42296"/>
                  </a:lnTo>
                  <a:lnTo>
                    <a:pt x="60301" y="40500"/>
                  </a:lnTo>
                  <a:lnTo>
                    <a:pt x="58059" y="40276"/>
                  </a:lnTo>
                  <a:lnTo>
                    <a:pt x="60376" y="37993"/>
                  </a:lnTo>
                  <a:lnTo>
                    <a:pt x="60787" y="36310"/>
                  </a:lnTo>
                  <a:lnTo>
                    <a:pt x="56413" y="38106"/>
                  </a:lnTo>
                  <a:lnTo>
                    <a:pt x="46319" y="38630"/>
                  </a:lnTo>
                  <a:lnTo>
                    <a:pt x="40862" y="39864"/>
                  </a:lnTo>
                  <a:lnTo>
                    <a:pt x="31329" y="38704"/>
                  </a:lnTo>
                  <a:lnTo>
                    <a:pt x="27253" y="39228"/>
                  </a:lnTo>
                  <a:lnTo>
                    <a:pt x="21346" y="33991"/>
                  </a:lnTo>
                  <a:lnTo>
                    <a:pt x="19553" y="28268"/>
                  </a:lnTo>
                  <a:lnTo>
                    <a:pt x="19440" y="25014"/>
                  </a:lnTo>
                  <a:lnTo>
                    <a:pt x="15291" y="24641"/>
                  </a:lnTo>
                  <a:lnTo>
                    <a:pt x="6206" y="21574"/>
                  </a:lnTo>
                  <a:lnTo>
                    <a:pt x="3813" y="22733"/>
                  </a:lnTo>
                  <a:lnTo>
                    <a:pt x="0" y="22247"/>
                  </a:lnTo>
                  <a:lnTo>
                    <a:pt x="1047" y="19293"/>
                  </a:lnTo>
                  <a:lnTo>
                    <a:pt x="4075" y="16862"/>
                  </a:lnTo>
                  <a:lnTo>
                    <a:pt x="5383" y="13534"/>
                  </a:lnTo>
                  <a:lnTo>
                    <a:pt x="5458" y="10393"/>
                  </a:lnTo>
                  <a:lnTo>
                    <a:pt x="16823" y="7253"/>
                  </a:lnTo>
                  <a:lnTo>
                    <a:pt x="23553" y="2057"/>
                  </a:lnTo>
                  <a:lnTo>
                    <a:pt x="29048" y="0"/>
                  </a:lnTo>
                  <a:lnTo>
                    <a:pt x="33871" y="75"/>
                  </a:lnTo>
                  <a:lnTo>
                    <a:pt x="38655" y="1309"/>
                  </a:lnTo>
                  <a:lnTo>
                    <a:pt x="51442" y="7702"/>
                  </a:lnTo>
                  <a:lnTo>
                    <a:pt x="61872" y="8113"/>
                  </a:lnTo>
                  <a:lnTo>
                    <a:pt x="64713" y="10207"/>
                  </a:lnTo>
                  <a:lnTo>
                    <a:pt x="63890" y="13459"/>
                  </a:lnTo>
                  <a:lnTo>
                    <a:pt x="67816" y="20938"/>
                  </a:lnTo>
                  <a:lnTo>
                    <a:pt x="64601" y="28381"/>
                  </a:lnTo>
                  <a:lnTo>
                    <a:pt x="66470" y="40612"/>
                  </a:lnTo>
                  <a:lnTo>
                    <a:pt x="71965" y="51502"/>
                  </a:lnTo>
                  <a:lnTo>
                    <a:pt x="72452" y="46300"/>
                  </a:lnTo>
                  <a:lnTo>
                    <a:pt x="74171" y="44804"/>
                  </a:lnTo>
                  <a:lnTo>
                    <a:pt x="75442" y="45328"/>
                  </a:lnTo>
                  <a:lnTo>
                    <a:pt x="77013" y="53598"/>
                  </a:lnTo>
                  <a:lnTo>
                    <a:pt x="79928" y="53074"/>
                  </a:lnTo>
                  <a:lnTo>
                    <a:pt x="80115" y="57193"/>
                  </a:lnTo>
                  <a:lnTo>
                    <a:pt x="81461" y="60188"/>
                  </a:lnTo>
                  <a:lnTo>
                    <a:pt x="83966" y="61910"/>
                  </a:lnTo>
                  <a:lnTo>
                    <a:pt x="88414" y="62622"/>
                  </a:lnTo>
                  <a:lnTo>
                    <a:pt x="93275" y="62135"/>
                  </a:lnTo>
                  <a:lnTo>
                    <a:pt x="101014" y="54871"/>
                  </a:lnTo>
                  <a:lnTo>
                    <a:pt x="104228" y="49444"/>
                  </a:lnTo>
                  <a:lnTo>
                    <a:pt x="109013" y="46300"/>
                  </a:lnTo>
                  <a:lnTo>
                    <a:pt x="112042" y="39864"/>
                  </a:lnTo>
                  <a:lnTo>
                    <a:pt x="121463" y="38293"/>
                  </a:lnTo>
                  <a:lnTo>
                    <a:pt x="126211" y="36348"/>
                  </a:lnTo>
                  <a:lnTo>
                    <a:pt x="128267" y="34702"/>
                  </a:lnTo>
                  <a:lnTo>
                    <a:pt x="127295" y="30886"/>
                  </a:lnTo>
                  <a:lnTo>
                    <a:pt x="141463" y="23444"/>
                  </a:lnTo>
                  <a:lnTo>
                    <a:pt x="143632" y="23444"/>
                  </a:lnTo>
                  <a:lnTo>
                    <a:pt x="147781" y="26211"/>
                  </a:lnTo>
                  <a:lnTo>
                    <a:pt x="158997" y="29839"/>
                  </a:lnTo>
                  <a:lnTo>
                    <a:pt x="162324" y="32457"/>
                  </a:lnTo>
                  <a:lnTo>
                    <a:pt x="182661" y="41436"/>
                  </a:lnTo>
                  <a:lnTo>
                    <a:pt x="190251" y="41473"/>
                  </a:lnTo>
                  <a:lnTo>
                    <a:pt x="193129" y="42932"/>
                  </a:lnTo>
                  <a:lnTo>
                    <a:pt x="199970" y="43456"/>
                  </a:lnTo>
                  <a:lnTo>
                    <a:pt x="201989" y="44728"/>
                  </a:lnTo>
                  <a:lnTo>
                    <a:pt x="202550" y="467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1" name="oPE_MapPart_IDN_4_351" descr="Indonesien">
              <a:extLst>
                <a:ext uri="{FF2B5EF4-FFF2-40B4-BE49-F238E27FC236}">
                  <a16:creationId xmlns:a16="http://schemas.microsoft.com/office/drawing/2014/main" id="{CD019078-9509-E515-85FB-DE7AE30D7762}"/>
                </a:ext>
              </a:extLst>
            </p:cNvPr>
            <p:cNvSpPr/>
            <p:nvPr>
              <p:custDataLst>
                <p:tags r:id="rId351"/>
              </p:custDataLst>
            </p:nvPr>
          </p:nvSpPr>
          <p:spPr>
            <a:xfrm>
              <a:off x="8563049" y="4356609"/>
              <a:ext cx="133950" cy="153778"/>
            </a:xfrm>
            <a:custGeom>
              <a:avLst/>
              <a:gdLst/>
              <a:ahLst/>
              <a:cxnLst/>
              <a:rect l="0" t="0" r="0" b="0"/>
              <a:pathLst>
                <a:path w="133950" h="153778">
                  <a:moveTo>
                    <a:pt x="126808" y="14660"/>
                  </a:moveTo>
                  <a:lnTo>
                    <a:pt x="122846" y="18174"/>
                  </a:lnTo>
                  <a:lnTo>
                    <a:pt x="117201" y="25577"/>
                  </a:lnTo>
                  <a:lnTo>
                    <a:pt x="112826" y="27446"/>
                  </a:lnTo>
                  <a:lnTo>
                    <a:pt x="103219" y="28978"/>
                  </a:lnTo>
                  <a:lnTo>
                    <a:pt x="93088" y="28568"/>
                  </a:lnTo>
                  <a:lnTo>
                    <a:pt x="89274" y="25241"/>
                  </a:lnTo>
                  <a:lnTo>
                    <a:pt x="87518" y="25090"/>
                  </a:lnTo>
                  <a:lnTo>
                    <a:pt x="63516" y="26250"/>
                  </a:lnTo>
                  <a:lnTo>
                    <a:pt x="56750" y="24979"/>
                  </a:lnTo>
                  <a:lnTo>
                    <a:pt x="46281" y="26175"/>
                  </a:lnTo>
                  <a:lnTo>
                    <a:pt x="37273" y="24343"/>
                  </a:lnTo>
                  <a:lnTo>
                    <a:pt x="32524" y="25988"/>
                  </a:lnTo>
                  <a:lnTo>
                    <a:pt x="29234" y="29764"/>
                  </a:lnTo>
                  <a:lnTo>
                    <a:pt x="25534" y="39409"/>
                  </a:lnTo>
                  <a:lnTo>
                    <a:pt x="26580" y="46887"/>
                  </a:lnTo>
                  <a:lnTo>
                    <a:pt x="30244" y="53354"/>
                  </a:lnTo>
                  <a:lnTo>
                    <a:pt x="36001" y="56906"/>
                  </a:lnTo>
                  <a:lnTo>
                    <a:pt x="39104" y="63786"/>
                  </a:lnTo>
                  <a:lnTo>
                    <a:pt x="46731" y="64534"/>
                  </a:lnTo>
                  <a:lnTo>
                    <a:pt x="49123" y="63151"/>
                  </a:lnTo>
                  <a:lnTo>
                    <a:pt x="51778" y="58552"/>
                  </a:lnTo>
                  <a:lnTo>
                    <a:pt x="57984" y="52532"/>
                  </a:lnTo>
                  <a:lnTo>
                    <a:pt x="61348" y="54550"/>
                  </a:lnTo>
                  <a:lnTo>
                    <a:pt x="66171" y="54737"/>
                  </a:lnTo>
                  <a:lnTo>
                    <a:pt x="72601" y="51074"/>
                  </a:lnTo>
                  <a:lnTo>
                    <a:pt x="85274" y="51036"/>
                  </a:lnTo>
                  <a:lnTo>
                    <a:pt x="84040" y="49017"/>
                  </a:lnTo>
                  <a:lnTo>
                    <a:pt x="91144" y="47185"/>
                  </a:lnTo>
                  <a:lnTo>
                    <a:pt x="95443" y="48793"/>
                  </a:lnTo>
                  <a:lnTo>
                    <a:pt x="96602" y="51485"/>
                  </a:lnTo>
                  <a:lnTo>
                    <a:pt x="95405" y="56196"/>
                  </a:lnTo>
                  <a:lnTo>
                    <a:pt x="92265" y="56158"/>
                  </a:lnTo>
                  <a:lnTo>
                    <a:pt x="90733" y="54177"/>
                  </a:lnTo>
                  <a:lnTo>
                    <a:pt x="88601" y="53466"/>
                  </a:lnTo>
                  <a:lnTo>
                    <a:pt x="85536" y="54064"/>
                  </a:lnTo>
                  <a:lnTo>
                    <a:pt x="83555" y="55411"/>
                  </a:lnTo>
                  <a:lnTo>
                    <a:pt x="77311" y="63337"/>
                  </a:lnTo>
                  <a:lnTo>
                    <a:pt x="72002" y="67638"/>
                  </a:lnTo>
                  <a:lnTo>
                    <a:pt x="63852" y="70518"/>
                  </a:lnTo>
                  <a:lnTo>
                    <a:pt x="59553" y="74707"/>
                  </a:lnTo>
                  <a:lnTo>
                    <a:pt x="57909" y="74932"/>
                  </a:lnTo>
                  <a:lnTo>
                    <a:pt x="54245" y="73436"/>
                  </a:lnTo>
                  <a:lnTo>
                    <a:pt x="53423" y="74333"/>
                  </a:lnTo>
                  <a:lnTo>
                    <a:pt x="53273" y="75755"/>
                  </a:lnTo>
                  <a:lnTo>
                    <a:pt x="56450" y="77812"/>
                  </a:lnTo>
                  <a:lnTo>
                    <a:pt x="57984" y="80019"/>
                  </a:lnTo>
                  <a:lnTo>
                    <a:pt x="62021" y="81890"/>
                  </a:lnTo>
                  <a:lnTo>
                    <a:pt x="68526" y="92480"/>
                  </a:lnTo>
                  <a:lnTo>
                    <a:pt x="72863" y="95736"/>
                  </a:lnTo>
                  <a:lnTo>
                    <a:pt x="73162" y="98731"/>
                  </a:lnTo>
                  <a:lnTo>
                    <a:pt x="75069" y="101839"/>
                  </a:lnTo>
                  <a:lnTo>
                    <a:pt x="73386" y="103374"/>
                  </a:lnTo>
                  <a:lnTo>
                    <a:pt x="72040" y="110565"/>
                  </a:lnTo>
                  <a:lnTo>
                    <a:pt x="78806" y="116034"/>
                  </a:lnTo>
                  <a:lnTo>
                    <a:pt x="81124" y="120232"/>
                  </a:lnTo>
                  <a:lnTo>
                    <a:pt x="84414" y="119819"/>
                  </a:lnTo>
                  <a:lnTo>
                    <a:pt x="85499" y="123268"/>
                  </a:lnTo>
                  <a:lnTo>
                    <a:pt x="84901" y="126642"/>
                  </a:lnTo>
                  <a:lnTo>
                    <a:pt x="81760" y="125593"/>
                  </a:lnTo>
                  <a:lnTo>
                    <a:pt x="81797" y="127017"/>
                  </a:lnTo>
                  <a:lnTo>
                    <a:pt x="76600" y="127279"/>
                  </a:lnTo>
                  <a:lnTo>
                    <a:pt x="69162" y="129717"/>
                  </a:lnTo>
                  <a:lnTo>
                    <a:pt x="67928" y="131405"/>
                  </a:lnTo>
                  <a:lnTo>
                    <a:pt x="68302" y="134968"/>
                  </a:lnTo>
                  <a:lnTo>
                    <a:pt x="67591" y="135832"/>
                  </a:lnTo>
                  <a:lnTo>
                    <a:pt x="65086" y="136131"/>
                  </a:lnTo>
                  <a:lnTo>
                    <a:pt x="58245" y="134293"/>
                  </a:lnTo>
                  <a:lnTo>
                    <a:pt x="56151" y="130579"/>
                  </a:lnTo>
                  <a:lnTo>
                    <a:pt x="58881" y="120419"/>
                  </a:lnTo>
                  <a:lnTo>
                    <a:pt x="57198" y="118771"/>
                  </a:lnTo>
                  <a:lnTo>
                    <a:pt x="52525" y="116784"/>
                  </a:lnTo>
                  <a:lnTo>
                    <a:pt x="43778" y="108505"/>
                  </a:lnTo>
                  <a:lnTo>
                    <a:pt x="44114" y="106070"/>
                  </a:lnTo>
                  <a:lnTo>
                    <a:pt x="47142" y="101127"/>
                  </a:lnTo>
                  <a:lnTo>
                    <a:pt x="47105" y="92517"/>
                  </a:lnTo>
                  <a:lnTo>
                    <a:pt x="45833" y="90833"/>
                  </a:lnTo>
                  <a:lnTo>
                    <a:pt x="43516" y="90309"/>
                  </a:lnTo>
                  <a:lnTo>
                    <a:pt x="38843" y="90758"/>
                  </a:lnTo>
                  <a:lnTo>
                    <a:pt x="30693" y="96635"/>
                  </a:lnTo>
                  <a:lnTo>
                    <a:pt x="30543" y="98769"/>
                  </a:lnTo>
                  <a:lnTo>
                    <a:pt x="33422" y="104909"/>
                  </a:lnTo>
                  <a:lnTo>
                    <a:pt x="34319" y="112400"/>
                  </a:lnTo>
                  <a:lnTo>
                    <a:pt x="32786" y="120270"/>
                  </a:lnTo>
                  <a:lnTo>
                    <a:pt x="33983" y="131329"/>
                  </a:lnTo>
                  <a:lnTo>
                    <a:pt x="31067" y="142361"/>
                  </a:lnTo>
                  <a:lnTo>
                    <a:pt x="34207" y="151635"/>
                  </a:lnTo>
                  <a:lnTo>
                    <a:pt x="31740" y="150621"/>
                  </a:lnTo>
                  <a:lnTo>
                    <a:pt x="24262" y="151372"/>
                  </a:lnTo>
                  <a:lnTo>
                    <a:pt x="19402" y="153777"/>
                  </a:lnTo>
                  <a:lnTo>
                    <a:pt x="14094" y="150208"/>
                  </a:lnTo>
                  <a:lnTo>
                    <a:pt x="12299" y="148180"/>
                  </a:lnTo>
                  <a:lnTo>
                    <a:pt x="11962" y="145852"/>
                  </a:lnTo>
                  <a:lnTo>
                    <a:pt x="15290" y="136769"/>
                  </a:lnTo>
                  <a:lnTo>
                    <a:pt x="15215" y="133918"/>
                  </a:lnTo>
                  <a:lnTo>
                    <a:pt x="17196" y="127317"/>
                  </a:lnTo>
                  <a:lnTo>
                    <a:pt x="17458" y="119182"/>
                  </a:lnTo>
                  <a:lnTo>
                    <a:pt x="14468" y="112850"/>
                  </a:lnTo>
                  <a:lnTo>
                    <a:pt x="14767" y="109216"/>
                  </a:lnTo>
                  <a:lnTo>
                    <a:pt x="12000" y="107231"/>
                  </a:lnTo>
                  <a:lnTo>
                    <a:pt x="4374" y="108842"/>
                  </a:lnTo>
                  <a:lnTo>
                    <a:pt x="2879" y="107718"/>
                  </a:lnTo>
                  <a:lnTo>
                    <a:pt x="1010" y="103486"/>
                  </a:lnTo>
                  <a:lnTo>
                    <a:pt x="597" y="100940"/>
                  </a:lnTo>
                  <a:lnTo>
                    <a:pt x="1533" y="96186"/>
                  </a:lnTo>
                  <a:lnTo>
                    <a:pt x="0" y="91881"/>
                  </a:lnTo>
                  <a:lnTo>
                    <a:pt x="6392" y="86903"/>
                  </a:lnTo>
                  <a:lnTo>
                    <a:pt x="8075" y="79795"/>
                  </a:lnTo>
                  <a:lnTo>
                    <a:pt x="11178" y="75418"/>
                  </a:lnTo>
                  <a:lnTo>
                    <a:pt x="11739" y="73249"/>
                  </a:lnTo>
                  <a:lnTo>
                    <a:pt x="10916" y="64572"/>
                  </a:lnTo>
                  <a:lnTo>
                    <a:pt x="15029" y="54177"/>
                  </a:lnTo>
                  <a:lnTo>
                    <a:pt x="19254" y="49466"/>
                  </a:lnTo>
                  <a:lnTo>
                    <a:pt x="22019" y="53242"/>
                  </a:lnTo>
                  <a:lnTo>
                    <a:pt x="19477" y="37166"/>
                  </a:lnTo>
                  <a:lnTo>
                    <a:pt x="21908" y="35783"/>
                  </a:lnTo>
                  <a:lnTo>
                    <a:pt x="22468" y="34512"/>
                  </a:lnTo>
                  <a:lnTo>
                    <a:pt x="21309" y="30362"/>
                  </a:lnTo>
                  <a:lnTo>
                    <a:pt x="23440" y="26100"/>
                  </a:lnTo>
                  <a:lnTo>
                    <a:pt x="25982" y="23558"/>
                  </a:lnTo>
                  <a:lnTo>
                    <a:pt x="26431" y="20941"/>
                  </a:lnTo>
                  <a:lnTo>
                    <a:pt x="30020" y="17464"/>
                  </a:lnTo>
                  <a:lnTo>
                    <a:pt x="30842" y="15183"/>
                  </a:lnTo>
                  <a:lnTo>
                    <a:pt x="31964" y="14921"/>
                  </a:lnTo>
                  <a:lnTo>
                    <a:pt x="32860" y="16903"/>
                  </a:lnTo>
                  <a:lnTo>
                    <a:pt x="36001" y="18361"/>
                  </a:lnTo>
                  <a:lnTo>
                    <a:pt x="37758" y="17576"/>
                  </a:lnTo>
                  <a:lnTo>
                    <a:pt x="40936" y="13837"/>
                  </a:lnTo>
                  <a:lnTo>
                    <a:pt x="43291" y="9312"/>
                  </a:lnTo>
                  <a:lnTo>
                    <a:pt x="47740" y="7742"/>
                  </a:lnTo>
                  <a:lnTo>
                    <a:pt x="50357" y="9125"/>
                  </a:lnTo>
                  <a:lnTo>
                    <a:pt x="54431" y="9500"/>
                  </a:lnTo>
                  <a:lnTo>
                    <a:pt x="58320" y="13164"/>
                  </a:lnTo>
                  <a:lnTo>
                    <a:pt x="64040" y="12715"/>
                  </a:lnTo>
                  <a:lnTo>
                    <a:pt x="69049" y="13912"/>
                  </a:lnTo>
                  <a:lnTo>
                    <a:pt x="75853" y="14173"/>
                  </a:lnTo>
                  <a:lnTo>
                    <a:pt x="84191" y="17763"/>
                  </a:lnTo>
                  <a:lnTo>
                    <a:pt x="88938" y="15781"/>
                  </a:lnTo>
                  <a:lnTo>
                    <a:pt x="106882" y="17688"/>
                  </a:lnTo>
                  <a:lnTo>
                    <a:pt x="114023" y="14099"/>
                  </a:lnTo>
                  <a:lnTo>
                    <a:pt x="116865" y="10734"/>
                  </a:lnTo>
                  <a:lnTo>
                    <a:pt x="119406" y="9761"/>
                  </a:lnTo>
                  <a:lnTo>
                    <a:pt x="120790" y="6395"/>
                  </a:lnTo>
                  <a:lnTo>
                    <a:pt x="124677" y="4862"/>
                  </a:lnTo>
                  <a:lnTo>
                    <a:pt x="128865" y="0"/>
                  </a:lnTo>
                  <a:lnTo>
                    <a:pt x="132528" y="1197"/>
                  </a:lnTo>
                  <a:lnTo>
                    <a:pt x="133949" y="4115"/>
                  </a:lnTo>
                  <a:lnTo>
                    <a:pt x="131556" y="6695"/>
                  </a:lnTo>
                  <a:lnTo>
                    <a:pt x="128416" y="1286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2" name="oPE_MapPart_IDN_5_352" descr="Indonesien">
              <a:extLst>
                <a:ext uri="{FF2B5EF4-FFF2-40B4-BE49-F238E27FC236}">
                  <a16:creationId xmlns:a16="http://schemas.microsoft.com/office/drawing/2014/main" id="{CBD496BC-A00D-8B7C-F609-EFF62217850C}"/>
                </a:ext>
              </a:extLst>
            </p:cNvPr>
            <p:cNvSpPr/>
            <p:nvPr>
              <p:custDataLst>
                <p:tags r:id="rId352"/>
              </p:custDataLst>
            </p:nvPr>
          </p:nvSpPr>
          <p:spPr>
            <a:xfrm>
              <a:off x="8281805" y="4514783"/>
              <a:ext cx="194251" cy="60015"/>
            </a:xfrm>
            <a:custGeom>
              <a:avLst/>
              <a:gdLst/>
              <a:ahLst/>
              <a:cxnLst/>
              <a:rect l="0" t="0" r="0" b="0"/>
              <a:pathLst>
                <a:path w="194251" h="60015">
                  <a:moveTo>
                    <a:pt x="44262" y="2179"/>
                  </a:moveTo>
                  <a:lnTo>
                    <a:pt x="46356" y="4548"/>
                  </a:lnTo>
                  <a:lnTo>
                    <a:pt x="50356" y="6503"/>
                  </a:lnTo>
                  <a:lnTo>
                    <a:pt x="60114" y="8195"/>
                  </a:lnTo>
                  <a:lnTo>
                    <a:pt x="63403" y="7556"/>
                  </a:lnTo>
                  <a:lnTo>
                    <a:pt x="68002" y="11845"/>
                  </a:lnTo>
                  <a:lnTo>
                    <a:pt x="69797" y="17226"/>
                  </a:lnTo>
                  <a:lnTo>
                    <a:pt x="73460" y="18883"/>
                  </a:lnTo>
                  <a:lnTo>
                    <a:pt x="84153" y="20125"/>
                  </a:lnTo>
                  <a:lnTo>
                    <a:pt x="88452" y="18920"/>
                  </a:lnTo>
                  <a:lnTo>
                    <a:pt x="95105" y="20878"/>
                  </a:lnTo>
                  <a:lnTo>
                    <a:pt x="102919" y="20728"/>
                  </a:lnTo>
                  <a:lnTo>
                    <a:pt x="107667" y="21820"/>
                  </a:lnTo>
                  <a:lnTo>
                    <a:pt x="110919" y="18845"/>
                  </a:lnTo>
                  <a:lnTo>
                    <a:pt x="114135" y="11883"/>
                  </a:lnTo>
                  <a:lnTo>
                    <a:pt x="116153" y="10866"/>
                  </a:lnTo>
                  <a:lnTo>
                    <a:pt x="118995" y="11092"/>
                  </a:lnTo>
                  <a:lnTo>
                    <a:pt x="123369" y="16361"/>
                  </a:lnTo>
                  <a:lnTo>
                    <a:pt x="126696" y="16624"/>
                  </a:lnTo>
                  <a:lnTo>
                    <a:pt x="130809" y="15533"/>
                  </a:lnTo>
                  <a:lnTo>
                    <a:pt x="134883" y="18167"/>
                  </a:lnTo>
                  <a:lnTo>
                    <a:pt x="140154" y="18845"/>
                  </a:lnTo>
                  <a:lnTo>
                    <a:pt x="142173" y="20690"/>
                  </a:lnTo>
                  <a:lnTo>
                    <a:pt x="151556" y="21368"/>
                  </a:lnTo>
                  <a:lnTo>
                    <a:pt x="153837" y="27546"/>
                  </a:lnTo>
                  <a:lnTo>
                    <a:pt x="156865" y="29280"/>
                  </a:lnTo>
                  <a:lnTo>
                    <a:pt x="156865" y="34482"/>
                  </a:lnTo>
                  <a:lnTo>
                    <a:pt x="161389" y="36670"/>
                  </a:lnTo>
                  <a:lnTo>
                    <a:pt x="166286" y="37952"/>
                  </a:lnTo>
                  <a:lnTo>
                    <a:pt x="171445" y="38065"/>
                  </a:lnTo>
                  <a:lnTo>
                    <a:pt x="183371" y="36180"/>
                  </a:lnTo>
                  <a:lnTo>
                    <a:pt x="189838" y="39047"/>
                  </a:lnTo>
                  <a:lnTo>
                    <a:pt x="191110" y="41651"/>
                  </a:lnTo>
                  <a:lnTo>
                    <a:pt x="189914" y="52376"/>
                  </a:lnTo>
                  <a:lnTo>
                    <a:pt x="191895" y="56534"/>
                  </a:lnTo>
                  <a:lnTo>
                    <a:pt x="194250" y="58236"/>
                  </a:lnTo>
                  <a:lnTo>
                    <a:pt x="194025" y="60014"/>
                  </a:lnTo>
                  <a:lnTo>
                    <a:pt x="189838" y="58652"/>
                  </a:lnTo>
                  <a:lnTo>
                    <a:pt x="187633" y="56761"/>
                  </a:lnTo>
                  <a:lnTo>
                    <a:pt x="180641" y="55778"/>
                  </a:lnTo>
                  <a:lnTo>
                    <a:pt x="166398" y="49883"/>
                  </a:lnTo>
                  <a:lnTo>
                    <a:pt x="154435" y="52451"/>
                  </a:lnTo>
                  <a:lnTo>
                    <a:pt x="142733" y="50638"/>
                  </a:lnTo>
                  <a:lnTo>
                    <a:pt x="130173" y="50260"/>
                  </a:lnTo>
                  <a:lnTo>
                    <a:pt x="111405" y="46973"/>
                  </a:lnTo>
                  <a:lnTo>
                    <a:pt x="95741" y="40254"/>
                  </a:lnTo>
                  <a:lnTo>
                    <a:pt x="83891" y="37651"/>
                  </a:lnTo>
                  <a:lnTo>
                    <a:pt x="72675" y="36859"/>
                  </a:lnTo>
                  <a:lnTo>
                    <a:pt x="69124" y="37726"/>
                  </a:lnTo>
                  <a:lnTo>
                    <a:pt x="66656" y="39613"/>
                  </a:lnTo>
                  <a:lnTo>
                    <a:pt x="61871" y="39311"/>
                  </a:lnTo>
                  <a:lnTo>
                    <a:pt x="53198" y="37311"/>
                  </a:lnTo>
                  <a:lnTo>
                    <a:pt x="47852" y="34256"/>
                  </a:lnTo>
                  <a:lnTo>
                    <a:pt x="42431" y="32785"/>
                  </a:lnTo>
                  <a:lnTo>
                    <a:pt x="26841" y="31164"/>
                  </a:lnTo>
                  <a:lnTo>
                    <a:pt x="24262" y="29430"/>
                  </a:lnTo>
                  <a:lnTo>
                    <a:pt x="26542" y="24042"/>
                  </a:lnTo>
                  <a:lnTo>
                    <a:pt x="14579" y="19974"/>
                  </a:lnTo>
                  <a:lnTo>
                    <a:pt x="1270" y="19598"/>
                  </a:lnTo>
                  <a:lnTo>
                    <a:pt x="262" y="19447"/>
                  </a:lnTo>
                  <a:lnTo>
                    <a:pt x="0" y="18281"/>
                  </a:lnTo>
                  <a:lnTo>
                    <a:pt x="2654" y="15871"/>
                  </a:lnTo>
                  <a:lnTo>
                    <a:pt x="2990" y="17678"/>
                  </a:lnTo>
                  <a:lnTo>
                    <a:pt x="5009" y="18356"/>
                  </a:lnTo>
                  <a:lnTo>
                    <a:pt x="7027" y="16022"/>
                  </a:lnTo>
                  <a:lnTo>
                    <a:pt x="8560" y="11807"/>
                  </a:lnTo>
                  <a:lnTo>
                    <a:pt x="9645" y="12409"/>
                  </a:lnTo>
                  <a:lnTo>
                    <a:pt x="11327" y="11544"/>
                  </a:lnTo>
                  <a:lnTo>
                    <a:pt x="13010" y="4435"/>
                  </a:lnTo>
                  <a:lnTo>
                    <a:pt x="17309" y="225"/>
                  </a:lnTo>
                  <a:lnTo>
                    <a:pt x="19177" y="1277"/>
                  </a:lnTo>
                  <a:lnTo>
                    <a:pt x="29757" y="2819"/>
                  </a:lnTo>
                  <a:lnTo>
                    <a:pt x="32860" y="4059"/>
                  </a:lnTo>
                  <a:lnTo>
                    <a:pt x="36748" y="2179"/>
                  </a:lnTo>
                  <a:lnTo>
                    <a:pt x="37459" y="0"/>
                  </a:lnTo>
                  <a:lnTo>
                    <a:pt x="43403" y="15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3" name="oPE_MapPart_IDN_6_353" descr="Indonesien">
              <a:extLst>
                <a:ext uri="{FF2B5EF4-FFF2-40B4-BE49-F238E27FC236}">
                  <a16:creationId xmlns:a16="http://schemas.microsoft.com/office/drawing/2014/main" id="{3AD278E8-4EA5-D4C1-8100-69AB17168071}"/>
                </a:ext>
              </a:extLst>
            </p:cNvPr>
            <p:cNvSpPr/>
            <p:nvPr>
              <p:custDataLst>
                <p:tags r:id="rId353"/>
              </p:custDataLst>
            </p:nvPr>
          </p:nvSpPr>
          <p:spPr>
            <a:xfrm>
              <a:off x="8742420" y="4346248"/>
              <a:ext cx="30732" cy="64240"/>
            </a:xfrm>
            <a:custGeom>
              <a:avLst/>
              <a:gdLst/>
              <a:ahLst/>
              <a:cxnLst/>
              <a:rect l="0" t="0" r="0" b="0"/>
              <a:pathLst>
                <a:path w="30732" h="64240">
                  <a:moveTo>
                    <a:pt x="6505" y="28087"/>
                  </a:moveTo>
                  <a:lnTo>
                    <a:pt x="9571" y="28423"/>
                  </a:lnTo>
                  <a:lnTo>
                    <a:pt x="11365" y="24048"/>
                  </a:lnTo>
                  <a:lnTo>
                    <a:pt x="15365" y="21655"/>
                  </a:lnTo>
                  <a:lnTo>
                    <a:pt x="15328" y="18365"/>
                  </a:lnTo>
                  <a:lnTo>
                    <a:pt x="16673" y="16607"/>
                  </a:lnTo>
                  <a:lnTo>
                    <a:pt x="20861" y="14177"/>
                  </a:lnTo>
                  <a:lnTo>
                    <a:pt x="26356" y="13017"/>
                  </a:lnTo>
                  <a:lnTo>
                    <a:pt x="26618" y="22702"/>
                  </a:lnTo>
                  <a:lnTo>
                    <a:pt x="18244" y="27488"/>
                  </a:lnTo>
                  <a:lnTo>
                    <a:pt x="17459" y="30442"/>
                  </a:lnTo>
                  <a:lnTo>
                    <a:pt x="24749" y="34255"/>
                  </a:lnTo>
                  <a:lnTo>
                    <a:pt x="26394" y="38218"/>
                  </a:lnTo>
                  <a:lnTo>
                    <a:pt x="30731" y="41209"/>
                  </a:lnTo>
                  <a:lnTo>
                    <a:pt x="21309" y="37546"/>
                  </a:lnTo>
                  <a:lnTo>
                    <a:pt x="11701" y="35900"/>
                  </a:lnTo>
                  <a:lnTo>
                    <a:pt x="10467" y="36611"/>
                  </a:lnTo>
                  <a:lnTo>
                    <a:pt x="9720" y="44648"/>
                  </a:lnTo>
                  <a:lnTo>
                    <a:pt x="11590" y="50854"/>
                  </a:lnTo>
                  <a:lnTo>
                    <a:pt x="17309" y="60874"/>
                  </a:lnTo>
                  <a:lnTo>
                    <a:pt x="20861" y="64239"/>
                  </a:lnTo>
                  <a:lnTo>
                    <a:pt x="17833" y="63753"/>
                  </a:lnTo>
                  <a:lnTo>
                    <a:pt x="16898" y="62071"/>
                  </a:lnTo>
                  <a:lnTo>
                    <a:pt x="13010" y="60350"/>
                  </a:lnTo>
                  <a:lnTo>
                    <a:pt x="9720" y="54480"/>
                  </a:lnTo>
                  <a:lnTo>
                    <a:pt x="5646" y="50705"/>
                  </a:lnTo>
                  <a:lnTo>
                    <a:pt x="5982" y="39714"/>
                  </a:lnTo>
                  <a:lnTo>
                    <a:pt x="2804" y="35526"/>
                  </a:lnTo>
                  <a:lnTo>
                    <a:pt x="2430" y="33022"/>
                  </a:lnTo>
                  <a:lnTo>
                    <a:pt x="3888" y="28087"/>
                  </a:lnTo>
                  <a:lnTo>
                    <a:pt x="2094" y="26516"/>
                  </a:lnTo>
                  <a:lnTo>
                    <a:pt x="0" y="19673"/>
                  </a:lnTo>
                  <a:lnTo>
                    <a:pt x="2430" y="15223"/>
                  </a:lnTo>
                  <a:lnTo>
                    <a:pt x="2393" y="13054"/>
                  </a:lnTo>
                  <a:lnTo>
                    <a:pt x="4412" y="7406"/>
                  </a:lnTo>
                  <a:lnTo>
                    <a:pt x="9982" y="1309"/>
                  </a:lnTo>
                  <a:lnTo>
                    <a:pt x="12786" y="0"/>
                  </a:lnTo>
                  <a:lnTo>
                    <a:pt x="9683" y="7631"/>
                  </a:lnTo>
                  <a:lnTo>
                    <a:pt x="12263" y="10361"/>
                  </a:lnTo>
                  <a:lnTo>
                    <a:pt x="12300" y="18028"/>
                  </a:lnTo>
                  <a:lnTo>
                    <a:pt x="9646" y="21543"/>
                  </a:lnTo>
                  <a:lnTo>
                    <a:pt x="4823" y="24646"/>
                  </a:lnTo>
                  <a:lnTo>
                    <a:pt x="4449" y="26254"/>
                  </a:lnTo>
                  <a:lnTo>
                    <a:pt x="5346" y="272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4" name="oPE_MapPart_IDN_7_354" descr="Indonesien">
              <a:extLst>
                <a:ext uri="{FF2B5EF4-FFF2-40B4-BE49-F238E27FC236}">
                  <a16:creationId xmlns:a16="http://schemas.microsoft.com/office/drawing/2014/main" id="{60117682-4684-63B4-12C1-67A1AB44D3F7}"/>
                </a:ext>
              </a:extLst>
            </p:cNvPr>
            <p:cNvSpPr/>
            <p:nvPr>
              <p:custDataLst>
                <p:tags r:id="rId354"/>
              </p:custDataLst>
            </p:nvPr>
          </p:nvSpPr>
          <p:spPr>
            <a:xfrm>
              <a:off x="8751916" y="4449912"/>
              <a:ext cx="61947" cy="22208"/>
            </a:xfrm>
            <a:custGeom>
              <a:avLst/>
              <a:gdLst/>
              <a:ahLst/>
              <a:cxnLst/>
              <a:rect l="0" t="0" r="0" b="0"/>
              <a:pathLst>
                <a:path w="61947" h="22208">
                  <a:moveTo>
                    <a:pt x="38992" y="1572"/>
                  </a:moveTo>
                  <a:lnTo>
                    <a:pt x="43777" y="3893"/>
                  </a:lnTo>
                  <a:lnTo>
                    <a:pt x="51964" y="4156"/>
                  </a:lnTo>
                  <a:lnTo>
                    <a:pt x="55927" y="7076"/>
                  </a:lnTo>
                  <a:lnTo>
                    <a:pt x="58021" y="12505"/>
                  </a:lnTo>
                  <a:lnTo>
                    <a:pt x="60152" y="13067"/>
                  </a:lnTo>
                  <a:lnTo>
                    <a:pt x="61946" y="16250"/>
                  </a:lnTo>
                  <a:lnTo>
                    <a:pt x="60788" y="22207"/>
                  </a:lnTo>
                  <a:lnTo>
                    <a:pt x="44487" y="14228"/>
                  </a:lnTo>
                  <a:lnTo>
                    <a:pt x="40861" y="11157"/>
                  </a:lnTo>
                  <a:lnTo>
                    <a:pt x="33945" y="11194"/>
                  </a:lnTo>
                  <a:lnTo>
                    <a:pt x="34132" y="13404"/>
                  </a:lnTo>
                  <a:lnTo>
                    <a:pt x="33011" y="13778"/>
                  </a:lnTo>
                  <a:lnTo>
                    <a:pt x="22655" y="11157"/>
                  </a:lnTo>
                  <a:lnTo>
                    <a:pt x="22431" y="9397"/>
                  </a:lnTo>
                  <a:lnTo>
                    <a:pt x="20449" y="9247"/>
                  </a:lnTo>
                  <a:lnTo>
                    <a:pt x="15814" y="13367"/>
                  </a:lnTo>
                  <a:lnTo>
                    <a:pt x="13271" y="13703"/>
                  </a:lnTo>
                  <a:lnTo>
                    <a:pt x="11253" y="13030"/>
                  </a:lnTo>
                  <a:lnTo>
                    <a:pt x="8374" y="9359"/>
                  </a:lnTo>
                  <a:lnTo>
                    <a:pt x="5271" y="7637"/>
                  </a:lnTo>
                  <a:lnTo>
                    <a:pt x="4262" y="8199"/>
                  </a:lnTo>
                  <a:lnTo>
                    <a:pt x="897" y="14902"/>
                  </a:lnTo>
                  <a:lnTo>
                    <a:pt x="1047" y="11456"/>
                  </a:lnTo>
                  <a:lnTo>
                    <a:pt x="0" y="8985"/>
                  </a:lnTo>
                  <a:lnTo>
                    <a:pt x="6655" y="1572"/>
                  </a:lnTo>
                  <a:lnTo>
                    <a:pt x="23141" y="786"/>
                  </a:lnTo>
                  <a:lnTo>
                    <a:pt x="24524" y="1011"/>
                  </a:lnTo>
                  <a:lnTo>
                    <a:pt x="25720" y="3070"/>
                  </a:lnTo>
                  <a:lnTo>
                    <a:pt x="32188" y="0"/>
                  </a:lnTo>
                  <a:lnTo>
                    <a:pt x="35777" y="3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5" name="oPE_MapPart_IDN_8_355" descr="Indonesien">
              <a:extLst>
                <a:ext uri="{FF2B5EF4-FFF2-40B4-BE49-F238E27FC236}">
                  <a16:creationId xmlns:a16="http://schemas.microsoft.com/office/drawing/2014/main" id="{E39EF748-483E-C727-564D-88521B64BDAE}"/>
                </a:ext>
              </a:extLst>
            </p:cNvPr>
            <p:cNvSpPr/>
            <p:nvPr>
              <p:custDataLst>
                <p:tags r:id="rId355"/>
              </p:custDataLst>
            </p:nvPr>
          </p:nvSpPr>
          <p:spPr>
            <a:xfrm>
              <a:off x="8584321" y="4560586"/>
              <a:ext cx="66433" cy="17692"/>
            </a:xfrm>
            <a:custGeom>
              <a:avLst/>
              <a:gdLst/>
              <a:ahLst/>
              <a:cxnLst/>
              <a:rect l="0" t="0" r="0" b="0"/>
              <a:pathLst>
                <a:path w="66433" h="17692">
                  <a:moveTo>
                    <a:pt x="61796" y="10882"/>
                  </a:moveTo>
                  <a:lnTo>
                    <a:pt x="54208" y="13492"/>
                  </a:lnTo>
                  <a:lnTo>
                    <a:pt x="47478" y="13681"/>
                  </a:lnTo>
                  <a:lnTo>
                    <a:pt x="38281" y="16935"/>
                  </a:lnTo>
                  <a:lnTo>
                    <a:pt x="36899" y="15270"/>
                  </a:lnTo>
                  <a:lnTo>
                    <a:pt x="33384" y="15156"/>
                  </a:lnTo>
                  <a:lnTo>
                    <a:pt x="31590" y="17313"/>
                  </a:lnTo>
                  <a:lnTo>
                    <a:pt x="28711" y="16859"/>
                  </a:lnTo>
                  <a:lnTo>
                    <a:pt x="25496" y="17691"/>
                  </a:lnTo>
                  <a:lnTo>
                    <a:pt x="15402" y="14891"/>
                  </a:lnTo>
                  <a:lnTo>
                    <a:pt x="10616" y="15270"/>
                  </a:lnTo>
                  <a:lnTo>
                    <a:pt x="6505" y="14362"/>
                  </a:lnTo>
                  <a:lnTo>
                    <a:pt x="2093" y="16064"/>
                  </a:lnTo>
                  <a:lnTo>
                    <a:pt x="0" y="12698"/>
                  </a:lnTo>
                  <a:lnTo>
                    <a:pt x="1383" y="6876"/>
                  </a:lnTo>
                  <a:lnTo>
                    <a:pt x="3252" y="7178"/>
                  </a:lnTo>
                  <a:lnTo>
                    <a:pt x="11327" y="3475"/>
                  </a:lnTo>
                  <a:lnTo>
                    <a:pt x="16673" y="3097"/>
                  </a:lnTo>
                  <a:lnTo>
                    <a:pt x="19589" y="4797"/>
                  </a:lnTo>
                  <a:lnTo>
                    <a:pt x="24935" y="5741"/>
                  </a:lnTo>
                  <a:lnTo>
                    <a:pt x="33982" y="10164"/>
                  </a:lnTo>
                  <a:lnTo>
                    <a:pt x="44824" y="7593"/>
                  </a:lnTo>
                  <a:lnTo>
                    <a:pt x="52226" y="11261"/>
                  </a:lnTo>
                  <a:lnTo>
                    <a:pt x="54544" y="10655"/>
                  </a:lnTo>
                  <a:lnTo>
                    <a:pt x="58058" y="6497"/>
                  </a:lnTo>
                  <a:lnTo>
                    <a:pt x="63180" y="4457"/>
                  </a:lnTo>
                  <a:lnTo>
                    <a:pt x="64601" y="2719"/>
                  </a:lnTo>
                  <a:lnTo>
                    <a:pt x="61273" y="1964"/>
                  </a:lnTo>
                  <a:lnTo>
                    <a:pt x="63105" y="0"/>
                  </a:lnTo>
                  <a:lnTo>
                    <a:pt x="65834" y="1246"/>
                  </a:lnTo>
                  <a:lnTo>
                    <a:pt x="66432" y="4949"/>
                  </a:lnTo>
                  <a:lnTo>
                    <a:pt x="62357" y="8161"/>
                  </a:lnTo>
                  <a:lnTo>
                    <a:pt x="63105" y="9861"/>
                  </a:lnTo>
                  <a:lnTo>
                    <a:pt x="62544" y="105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6" name="oPE_MapPart_IDN_9_356" descr="Indonesien">
              <a:extLst>
                <a:ext uri="{FF2B5EF4-FFF2-40B4-BE49-F238E27FC236}">
                  <a16:creationId xmlns:a16="http://schemas.microsoft.com/office/drawing/2014/main" id="{84A98518-ED3D-E296-647E-F0E353A19906}"/>
                </a:ext>
              </a:extLst>
            </p:cNvPr>
            <p:cNvSpPr/>
            <p:nvPr>
              <p:custDataLst>
                <p:tags r:id="rId356"/>
              </p:custDataLst>
            </p:nvPr>
          </p:nvSpPr>
          <p:spPr>
            <a:xfrm>
              <a:off x="8521514" y="4560511"/>
              <a:ext cx="48713" cy="21212"/>
            </a:xfrm>
            <a:custGeom>
              <a:avLst/>
              <a:gdLst/>
              <a:ahLst/>
              <a:cxnLst/>
              <a:rect l="0" t="0" r="0" b="0"/>
              <a:pathLst>
                <a:path w="48713" h="21212">
                  <a:moveTo>
                    <a:pt x="30282" y="4796"/>
                  </a:moveTo>
                  <a:lnTo>
                    <a:pt x="32263" y="5552"/>
                  </a:lnTo>
                  <a:lnTo>
                    <a:pt x="35441" y="3814"/>
                  </a:lnTo>
                  <a:lnTo>
                    <a:pt x="37984" y="4003"/>
                  </a:lnTo>
                  <a:lnTo>
                    <a:pt x="40077" y="6837"/>
                  </a:lnTo>
                  <a:lnTo>
                    <a:pt x="40787" y="5061"/>
                  </a:lnTo>
                  <a:lnTo>
                    <a:pt x="44488" y="4381"/>
                  </a:lnTo>
                  <a:lnTo>
                    <a:pt x="45759" y="5212"/>
                  </a:lnTo>
                  <a:lnTo>
                    <a:pt x="46881" y="9898"/>
                  </a:lnTo>
                  <a:lnTo>
                    <a:pt x="48712" y="12167"/>
                  </a:lnTo>
                  <a:lnTo>
                    <a:pt x="47666" y="13453"/>
                  </a:lnTo>
                  <a:lnTo>
                    <a:pt x="42320" y="13075"/>
                  </a:lnTo>
                  <a:lnTo>
                    <a:pt x="40749" y="13567"/>
                  </a:lnTo>
                  <a:lnTo>
                    <a:pt x="42545" y="15610"/>
                  </a:lnTo>
                  <a:lnTo>
                    <a:pt x="40376" y="15042"/>
                  </a:lnTo>
                  <a:lnTo>
                    <a:pt x="34133" y="16101"/>
                  </a:lnTo>
                  <a:lnTo>
                    <a:pt x="33124" y="12281"/>
                  </a:lnTo>
                  <a:lnTo>
                    <a:pt x="29198" y="15761"/>
                  </a:lnTo>
                  <a:lnTo>
                    <a:pt x="22357" y="17690"/>
                  </a:lnTo>
                  <a:lnTo>
                    <a:pt x="19665" y="17464"/>
                  </a:lnTo>
                  <a:lnTo>
                    <a:pt x="15029" y="19280"/>
                  </a:lnTo>
                  <a:lnTo>
                    <a:pt x="8861" y="19848"/>
                  </a:lnTo>
                  <a:lnTo>
                    <a:pt x="5758" y="21211"/>
                  </a:lnTo>
                  <a:lnTo>
                    <a:pt x="76" y="19280"/>
                  </a:lnTo>
                  <a:lnTo>
                    <a:pt x="0" y="12092"/>
                  </a:lnTo>
                  <a:lnTo>
                    <a:pt x="1048" y="9294"/>
                  </a:lnTo>
                  <a:lnTo>
                    <a:pt x="3514" y="8689"/>
                  </a:lnTo>
                  <a:lnTo>
                    <a:pt x="7927" y="5816"/>
                  </a:lnTo>
                  <a:lnTo>
                    <a:pt x="11889" y="7140"/>
                  </a:lnTo>
                  <a:lnTo>
                    <a:pt x="16263" y="7064"/>
                  </a:lnTo>
                  <a:lnTo>
                    <a:pt x="21234" y="13075"/>
                  </a:lnTo>
                  <a:lnTo>
                    <a:pt x="24637" y="13415"/>
                  </a:lnTo>
                  <a:lnTo>
                    <a:pt x="27403" y="11789"/>
                  </a:lnTo>
                  <a:lnTo>
                    <a:pt x="29535" y="11827"/>
                  </a:lnTo>
                  <a:lnTo>
                    <a:pt x="30133" y="10542"/>
                  </a:lnTo>
                  <a:lnTo>
                    <a:pt x="27329" y="8085"/>
                  </a:lnTo>
                  <a:lnTo>
                    <a:pt x="24823" y="7744"/>
                  </a:lnTo>
                  <a:lnTo>
                    <a:pt x="21422" y="5288"/>
                  </a:lnTo>
                  <a:lnTo>
                    <a:pt x="19814" y="2417"/>
                  </a:lnTo>
                  <a:lnTo>
                    <a:pt x="20188" y="1283"/>
                  </a:lnTo>
                  <a:lnTo>
                    <a:pt x="23628" y="0"/>
                  </a:lnTo>
                  <a:lnTo>
                    <a:pt x="27702" y="680"/>
                  </a:lnTo>
                  <a:lnTo>
                    <a:pt x="29459" y="37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7" name="oPE_MapPart_IDN_10_357" descr="Indonesien">
              <a:extLst>
                <a:ext uri="{FF2B5EF4-FFF2-40B4-BE49-F238E27FC236}">
                  <a16:creationId xmlns:a16="http://schemas.microsoft.com/office/drawing/2014/main" id="{4589E3B0-B88A-0336-DC26-F874D26E708F}"/>
                </a:ext>
              </a:extLst>
            </p:cNvPr>
            <p:cNvSpPr/>
            <p:nvPr>
              <p:custDataLst>
                <p:tags r:id="rId357"/>
              </p:custDataLst>
            </p:nvPr>
          </p:nvSpPr>
          <p:spPr>
            <a:xfrm>
              <a:off x="8662866" y="4578428"/>
              <a:ext cx="32376" cy="29504"/>
            </a:xfrm>
            <a:custGeom>
              <a:avLst/>
              <a:gdLst/>
              <a:ahLst/>
              <a:cxnLst/>
              <a:rect l="0" t="0" r="0" b="0"/>
              <a:pathLst>
                <a:path w="32376" h="29504">
                  <a:moveTo>
                    <a:pt x="27664" y="0"/>
                  </a:moveTo>
                  <a:lnTo>
                    <a:pt x="27963" y="2347"/>
                  </a:lnTo>
                  <a:lnTo>
                    <a:pt x="31366" y="1288"/>
                  </a:lnTo>
                  <a:lnTo>
                    <a:pt x="32375" y="2120"/>
                  </a:lnTo>
                  <a:lnTo>
                    <a:pt x="31366" y="5187"/>
                  </a:lnTo>
                  <a:lnTo>
                    <a:pt x="28449" y="5717"/>
                  </a:lnTo>
                  <a:lnTo>
                    <a:pt x="30693" y="11969"/>
                  </a:lnTo>
                  <a:lnTo>
                    <a:pt x="29234" y="13106"/>
                  </a:lnTo>
                  <a:lnTo>
                    <a:pt x="28524" y="15230"/>
                  </a:lnTo>
                  <a:lnTo>
                    <a:pt x="17384" y="25400"/>
                  </a:lnTo>
                  <a:lnTo>
                    <a:pt x="12187" y="26122"/>
                  </a:lnTo>
                  <a:lnTo>
                    <a:pt x="5570" y="29503"/>
                  </a:lnTo>
                  <a:lnTo>
                    <a:pt x="1121" y="28819"/>
                  </a:lnTo>
                  <a:lnTo>
                    <a:pt x="486" y="26806"/>
                  </a:lnTo>
                  <a:lnTo>
                    <a:pt x="2617" y="23920"/>
                  </a:lnTo>
                  <a:lnTo>
                    <a:pt x="187" y="22590"/>
                  </a:lnTo>
                  <a:lnTo>
                    <a:pt x="0" y="21566"/>
                  </a:lnTo>
                  <a:lnTo>
                    <a:pt x="1569" y="16064"/>
                  </a:lnTo>
                  <a:lnTo>
                    <a:pt x="2467" y="14168"/>
                  </a:lnTo>
                  <a:lnTo>
                    <a:pt x="8037" y="9051"/>
                  </a:lnTo>
                  <a:lnTo>
                    <a:pt x="9271" y="8407"/>
                  </a:lnTo>
                  <a:lnTo>
                    <a:pt x="10916" y="10112"/>
                  </a:lnTo>
                  <a:lnTo>
                    <a:pt x="15141" y="9922"/>
                  </a:lnTo>
                  <a:lnTo>
                    <a:pt x="17085" y="7839"/>
                  </a:lnTo>
                  <a:lnTo>
                    <a:pt x="17758" y="5225"/>
                  </a:lnTo>
                  <a:lnTo>
                    <a:pt x="26991" y="5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8" name="oPE_MapPart_IDN_11_358" descr="Indonesien">
              <a:extLst>
                <a:ext uri="{FF2B5EF4-FFF2-40B4-BE49-F238E27FC236}">
                  <a16:creationId xmlns:a16="http://schemas.microsoft.com/office/drawing/2014/main" id="{A682A05F-5126-E1EE-F9B0-3557B2B9ED78}"/>
                </a:ext>
              </a:extLst>
            </p:cNvPr>
            <p:cNvSpPr/>
            <p:nvPr>
              <p:custDataLst>
                <p:tags r:id="rId358"/>
              </p:custDataLst>
            </p:nvPr>
          </p:nvSpPr>
          <p:spPr>
            <a:xfrm>
              <a:off x="8279524" y="4423201"/>
              <a:ext cx="35030" cy="32589"/>
            </a:xfrm>
            <a:custGeom>
              <a:avLst/>
              <a:gdLst/>
              <a:ahLst/>
              <a:cxnLst/>
              <a:rect l="0" t="0" r="0" b="0"/>
              <a:pathLst>
                <a:path w="35030" h="32589">
                  <a:moveTo>
                    <a:pt x="18954" y="3402"/>
                  </a:moveTo>
                  <a:lnTo>
                    <a:pt x="21383" y="7517"/>
                  </a:lnTo>
                  <a:lnTo>
                    <a:pt x="22355" y="14213"/>
                  </a:lnTo>
                  <a:lnTo>
                    <a:pt x="25608" y="19937"/>
                  </a:lnTo>
                  <a:lnTo>
                    <a:pt x="35029" y="22220"/>
                  </a:lnTo>
                  <a:lnTo>
                    <a:pt x="32674" y="23979"/>
                  </a:lnTo>
                  <a:lnTo>
                    <a:pt x="30730" y="28919"/>
                  </a:lnTo>
                  <a:lnTo>
                    <a:pt x="31889" y="32588"/>
                  </a:lnTo>
                  <a:lnTo>
                    <a:pt x="17982" y="27423"/>
                  </a:lnTo>
                  <a:lnTo>
                    <a:pt x="16112" y="23642"/>
                  </a:lnTo>
                  <a:lnTo>
                    <a:pt x="16748" y="20536"/>
                  </a:lnTo>
                  <a:lnTo>
                    <a:pt x="14019" y="16682"/>
                  </a:lnTo>
                  <a:lnTo>
                    <a:pt x="13571" y="14063"/>
                  </a:lnTo>
                  <a:lnTo>
                    <a:pt x="8710" y="11931"/>
                  </a:lnTo>
                  <a:lnTo>
                    <a:pt x="4373" y="12903"/>
                  </a:lnTo>
                  <a:lnTo>
                    <a:pt x="0" y="11183"/>
                  </a:lnTo>
                  <a:lnTo>
                    <a:pt x="1196" y="8564"/>
                  </a:lnTo>
                  <a:lnTo>
                    <a:pt x="5046" y="6395"/>
                  </a:lnTo>
                  <a:lnTo>
                    <a:pt x="5009" y="3178"/>
                  </a:lnTo>
                  <a:lnTo>
                    <a:pt x="6804" y="1458"/>
                  </a:lnTo>
                  <a:lnTo>
                    <a:pt x="9421" y="448"/>
                  </a:lnTo>
                  <a:lnTo>
                    <a:pt x="11813" y="4712"/>
                  </a:lnTo>
                  <a:lnTo>
                    <a:pt x="12897" y="3178"/>
                  </a:lnTo>
                  <a:lnTo>
                    <a:pt x="12224" y="597"/>
                  </a:lnTo>
                  <a:lnTo>
                    <a:pt x="16149" y="0"/>
                  </a:lnTo>
                  <a:lnTo>
                    <a:pt x="18580" y="18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9" name="oPE_MapPart_IDN_12_359" descr="Indonesien">
              <a:extLst>
                <a:ext uri="{FF2B5EF4-FFF2-40B4-BE49-F238E27FC236}">
                  <a16:creationId xmlns:a16="http://schemas.microsoft.com/office/drawing/2014/main" id="{6D91E35D-15A7-E3A7-0238-147F06C7FD00}"/>
                </a:ext>
              </a:extLst>
            </p:cNvPr>
            <p:cNvSpPr/>
            <p:nvPr>
              <p:custDataLst>
                <p:tags r:id="rId359"/>
              </p:custDataLst>
            </p:nvPr>
          </p:nvSpPr>
          <p:spPr>
            <a:xfrm>
              <a:off x="8954877" y="4545646"/>
              <a:ext cx="27815" cy="21514"/>
            </a:xfrm>
            <a:custGeom>
              <a:avLst/>
              <a:gdLst/>
              <a:ahLst/>
              <a:cxnLst/>
              <a:rect l="0" t="0" r="0" b="0"/>
              <a:pathLst>
                <a:path w="27815" h="21514">
                  <a:moveTo>
                    <a:pt x="18393" y="18717"/>
                  </a:moveTo>
                  <a:lnTo>
                    <a:pt x="13421" y="21513"/>
                  </a:lnTo>
                  <a:lnTo>
                    <a:pt x="0" y="21098"/>
                  </a:lnTo>
                  <a:lnTo>
                    <a:pt x="3813" y="11580"/>
                  </a:lnTo>
                  <a:lnTo>
                    <a:pt x="8973" y="3883"/>
                  </a:lnTo>
                  <a:lnTo>
                    <a:pt x="13421" y="1206"/>
                  </a:lnTo>
                  <a:lnTo>
                    <a:pt x="18581" y="0"/>
                  </a:lnTo>
                  <a:lnTo>
                    <a:pt x="23253" y="226"/>
                  </a:lnTo>
                  <a:lnTo>
                    <a:pt x="25945" y="2752"/>
                  </a:lnTo>
                  <a:lnTo>
                    <a:pt x="27814" y="6637"/>
                  </a:lnTo>
                  <a:lnTo>
                    <a:pt x="23590" y="14223"/>
                  </a:lnTo>
                  <a:lnTo>
                    <a:pt x="20001" y="1716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0" name="oPE_MapPart_IDN_13_360" descr="Indonesien">
              <a:extLst>
                <a:ext uri="{FF2B5EF4-FFF2-40B4-BE49-F238E27FC236}">
                  <a16:creationId xmlns:a16="http://schemas.microsoft.com/office/drawing/2014/main" id="{AD89BA3B-20D6-66FD-0B98-D08305AB102D}"/>
                </a:ext>
              </a:extLst>
            </p:cNvPr>
            <p:cNvSpPr/>
            <p:nvPr>
              <p:custDataLst>
                <p:tags r:id="rId360"/>
              </p:custDataLst>
            </p:nvPr>
          </p:nvSpPr>
          <p:spPr>
            <a:xfrm>
              <a:off x="8566676" y="4585963"/>
              <a:ext cx="38918" cy="20944"/>
            </a:xfrm>
            <a:custGeom>
              <a:avLst/>
              <a:gdLst/>
              <a:ahLst/>
              <a:cxnLst/>
              <a:rect l="0" t="0" r="0" b="0"/>
              <a:pathLst>
                <a:path w="38918" h="20944">
                  <a:moveTo>
                    <a:pt x="21907" y="1554"/>
                  </a:moveTo>
                  <a:lnTo>
                    <a:pt x="26206" y="4320"/>
                  </a:lnTo>
                  <a:lnTo>
                    <a:pt x="27664" y="7316"/>
                  </a:lnTo>
                  <a:lnTo>
                    <a:pt x="32112" y="7847"/>
                  </a:lnTo>
                  <a:lnTo>
                    <a:pt x="38917" y="15511"/>
                  </a:lnTo>
                  <a:lnTo>
                    <a:pt x="36112" y="19081"/>
                  </a:lnTo>
                  <a:lnTo>
                    <a:pt x="30767" y="20943"/>
                  </a:lnTo>
                  <a:lnTo>
                    <a:pt x="24635" y="18967"/>
                  </a:lnTo>
                  <a:lnTo>
                    <a:pt x="20187" y="14031"/>
                  </a:lnTo>
                  <a:lnTo>
                    <a:pt x="13346" y="9970"/>
                  </a:lnTo>
                  <a:lnTo>
                    <a:pt x="8411" y="9932"/>
                  </a:lnTo>
                  <a:lnTo>
                    <a:pt x="1756" y="7771"/>
                  </a:lnTo>
                  <a:lnTo>
                    <a:pt x="0" y="4623"/>
                  </a:lnTo>
                  <a:lnTo>
                    <a:pt x="1532" y="2956"/>
                  </a:lnTo>
                  <a:lnTo>
                    <a:pt x="6990" y="1402"/>
                  </a:lnTo>
                  <a:lnTo>
                    <a:pt x="17383" y="1668"/>
                  </a:lnTo>
                  <a:lnTo>
                    <a:pt x="20411" y="0"/>
                  </a:lnTo>
                  <a:lnTo>
                    <a:pt x="21084" y="45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1" name="oPE_MapPart_IDN_14_361" descr="Indonesien">
              <a:extLst>
                <a:ext uri="{FF2B5EF4-FFF2-40B4-BE49-F238E27FC236}">
                  <a16:creationId xmlns:a16="http://schemas.microsoft.com/office/drawing/2014/main" id="{C4E770B3-FE9E-7078-15A9-B5816C10B8E8}"/>
                </a:ext>
              </a:extLst>
            </p:cNvPr>
            <p:cNvSpPr/>
            <p:nvPr>
              <p:custDataLst>
                <p:tags r:id="rId361"/>
              </p:custDataLst>
            </p:nvPr>
          </p:nvSpPr>
          <p:spPr>
            <a:xfrm>
              <a:off x="8713484" y="4455640"/>
              <a:ext cx="24974" cy="15768"/>
            </a:xfrm>
            <a:custGeom>
              <a:avLst/>
              <a:gdLst/>
              <a:ahLst/>
              <a:cxnLst/>
              <a:rect l="0" t="0" r="0" b="0"/>
              <a:pathLst>
                <a:path w="24974" h="15768">
                  <a:moveTo>
                    <a:pt x="17309" y="448"/>
                  </a:moveTo>
                  <a:lnTo>
                    <a:pt x="20749" y="2096"/>
                  </a:lnTo>
                  <a:lnTo>
                    <a:pt x="24936" y="6777"/>
                  </a:lnTo>
                  <a:lnTo>
                    <a:pt x="24973" y="11796"/>
                  </a:lnTo>
                  <a:lnTo>
                    <a:pt x="18992" y="14531"/>
                  </a:lnTo>
                  <a:lnTo>
                    <a:pt x="13683" y="15767"/>
                  </a:lnTo>
                  <a:lnTo>
                    <a:pt x="3141" y="10710"/>
                  </a:lnTo>
                  <a:lnTo>
                    <a:pt x="599" y="7414"/>
                  </a:lnTo>
                  <a:lnTo>
                    <a:pt x="0" y="2171"/>
                  </a:lnTo>
                  <a:lnTo>
                    <a:pt x="1272" y="823"/>
                  </a:lnTo>
                  <a:lnTo>
                    <a:pt x="4001" y="1722"/>
                  </a:lnTo>
                  <a:lnTo>
                    <a:pt x="10954" y="0"/>
                  </a:lnTo>
                  <a:lnTo>
                    <a:pt x="16225" y="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2" name="oPE_MapPart_IDN_15_362" descr="Indonesien">
              <a:extLst>
                <a:ext uri="{FF2B5EF4-FFF2-40B4-BE49-F238E27FC236}">
                  <a16:creationId xmlns:a16="http://schemas.microsoft.com/office/drawing/2014/main" id="{DAF28A5A-C4A4-D5C3-FECE-1E8D5E09BAF6}"/>
                </a:ext>
              </a:extLst>
            </p:cNvPr>
            <p:cNvSpPr/>
            <p:nvPr>
              <p:custDataLst>
                <p:tags r:id="rId362"/>
              </p:custDataLst>
            </p:nvPr>
          </p:nvSpPr>
          <p:spPr>
            <a:xfrm>
              <a:off x="8473549" y="4560020"/>
              <a:ext cx="25536" cy="16442"/>
            </a:xfrm>
            <a:custGeom>
              <a:avLst/>
              <a:gdLst/>
              <a:ahLst/>
              <a:cxnLst/>
              <a:rect l="0" t="0" r="0" b="0"/>
              <a:pathLst>
                <a:path w="25536" h="16442">
                  <a:moveTo>
                    <a:pt x="20226" y="1888"/>
                  </a:moveTo>
                  <a:lnTo>
                    <a:pt x="22320" y="2983"/>
                  </a:lnTo>
                  <a:lnTo>
                    <a:pt x="25535" y="7177"/>
                  </a:lnTo>
                  <a:lnTo>
                    <a:pt x="17833" y="11561"/>
                  </a:lnTo>
                  <a:lnTo>
                    <a:pt x="15479" y="15836"/>
                  </a:lnTo>
                  <a:lnTo>
                    <a:pt x="13908" y="16441"/>
                  </a:lnTo>
                  <a:lnTo>
                    <a:pt x="12824" y="16025"/>
                  </a:lnTo>
                  <a:lnTo>
                    <a:pt x="13834" y="14777"/>
                  </a:lnTo>
                  <a:lnTo>
                    <a:pt x="13123" y="11827"/>
                  </a:lnTo>
                  <a:lnTo>
                    <a:pt x="7628" y="7631"/>
                  </a:lnTo>
                  <a:lnTo>
                    <a:pt x="1983" y="5854"/>
                  </a:lnTo>
                  <a:lnTo>
                    <a:pt x="76" y="3134"/>
                  </a:lnTo>
                  <a:lnTo>
                    <a:pt x="0" y="1133"/>
                  </a:lnTo>
                  <a:lnTo>
                    <a:pt x="9646" y="2530"/>
                  </a:lnTo>
                  <a:lnTo>
                    <a:pt x="14095" y="0"/>
                  </a:lnTo>
                  <a:lnTo>
                    <a:pt x="17983" y="10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3" name="oPE_MapPart_IDN_16_363" descr="Indonesien">
              <a:extLst>
                <a:ext uri="{FF2B5EF4-FFF2-40B4-BE49-F238E27FC236}">
                  <a16:creationId xmlns:a16="http://schemas.microsoft.com/office/drawing/2014/main" id="{88A91007-CE41-E73B-E13B-DD86AAF155D8}"/>
                </a:ext>
              </a:extLst>
            </p:cNvPr>
            <p:cNvSpPr/>
            <p:nvPr>
              <p:custDataLst>
                <p:tags r:id="rId363"/>
              </p:custDataLst>
            </p:nvPr>
          </p:nvSpPr>
          <p:spPr>
            <a:xfrm>
              <a:off x="8502523" y="4562928"/>
              <a:ext cx="17946" cy="15237"/>
            </a:xfrm>
            <a:custGeom>
              <a:avLst/>
              <a:gdLst/>
              <a:ahLst/>
              <a:cxnLst/>
              <a:rect l="0" t="0" r="0" b="0"/>
              <a:pathLst>
                <a:path w="17946" h="15237">
                  <a:moveTo>
                    <a:pt x="16000" y="8578"/>
                  </a:moveTo>
                  <a:lnTo>
                    <a:pt x="13384" y="12966"/>
                  </a:lnTo>
                  <a:lnTo>
                    <a:pt x="14879" y="14327"/>
                  </a:lnTo>
                  <a:lnTo>
                    <a:pt x="10543" y="15236"/>
                  </a:lnTo>
                  <a:lnTo>
                    <a:pt x="111" y="13042"/>
                  </a:lnTo>
                  <a:lnTo>
                    <a:pt x="0" y="11301"/>
                  </a:lnTo>
                  <a:lnTo>
                    <a:pt x="4300" y="11339"/>
                  </a:lnTo>
                  <a:lnTo>
                    <a:pt x="3962" y="4874"/>
                  </a:lnTo>
                  <a:lnTo>
                    <a:pt x="9010" y="717"/>
                  </a:lnTo>
                  <a:lnTo>
                    <a:pt x="11066" y="0"/>
                  </a:lnTo>
                  <a:lnTo>
                    <a:pt x="16151" y="1662"/>
                  </a:lnTo>
                  <a:lnTo>
                    <a:pt x="17945" y="381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4" name="oPE_MapPart_IRN_1_364" descr="Iran">
              <a:extLst>
                <a:ext uri="{FF2B5EF4-FFF2-40B4-BE49-F238E27FC236}">
                  <a16:creationId xmlns:a16="http://schemas.microsoft.com/office/drawing/2014/main" id="{4EDD8538-EAD2-E5A8-8ACA-1E9A45B44DC4}"/>
                </a:ext>
              </a:extLst>
            </p:cNvPr>
            <p:cNvSpPr/>
            <p:nvPr>
              <p:custDataLst>
                <p:tags r:id="rId364"/>
              </p:custDataLst>
            </p:nvPr>
          </p:nvSpPr>
          <p:spPr>
            <a:xfrm>
              <a:off x="7244455" y="3809103"/>
              <a:ext cx="20414" cy="9718"/>
            </a:xfrm>
            <a:custGeom>
              <a:avLst/>
              <a:gdLst/>
              <a:ahLst/>
              <a:cxnLst/>
              <a:rect l="0" t="0" r="0" b="0"/>
              <a:pathLst>
                <a:path w="20414" h="9718">
                  <a:moveTo>
                    <a:pt x="18544" y="1929"/>
                  </a:moveTo>
                  <a:lnTo>
                    <a:pt x="13683" y="7040"/>
                  </a:lnTo>
                  <a:lnTo>
                    <a:pt x="11440" y="6370"/>
                  </a:lnTo>
                  <a:lnTo>
                    <a:pt x="935" y="9717"/>
                  </a:lnTo>
                  <a:lnTo>
                    <a:pt x="0" y="8044"/>
                  </a:lnTo>
                  <a:lnTo>
                    <a:pt x="9684" y="4444"/>
                  </a:lnTo>
                  <a:lnTo>
                    <a:pt x="9571" y="1301"/>
                  </a:lnTo>
                  <a:lnTo>
                    <a:pt x="12711" y="2181"/>
                  </a:lnTo>
                  <a:lnTo>
                    <a:pt x="19067" y="0"/>
                  </a:lnTo>
                  <a:lnTo>
                    <a:pt x="20413" y="121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5" name="oPE_MapPart_IRN_2_365" descr="Iran">
              <a:extLst>
                <a:ext uri="{FF2B5EF4-FFF2-40B4-BE49-F238E27FC236}">
                  <a16:creationId xmlns:a16="http://schemas.microsoft.com/office/drawing/2014/main" id="{A02EBAAE-7C66-357C-A491-F8DF0243D483}"/>
                </a:ext>
              </a:extLst>
            </p:cNvPr>
            <p:cNvSpPr/>
            <p:nvPr>
              <p:custDataLst>
                <p:tags r:id="rId365"/>
              </p:custDataLst>
            </p:nvPr>
          </p:nvSpPr>
          <p:spPr>
            <a:xfrm>
              <a:off x="7010316" y="3490336"/>
              <a:ext cx="400502" cy="362714"/>
            </a:xfrm>
            <a:custGeom>
              <a:avLst/>
              <a:gdLst/>
              <a:ahLst/>
              <a:cxnLst/>
              <a:rect l="0" t="0" r="0" b="0"/>
              <a:pathLst>
                <a:path w="400502" h="362714">
                  <a:moveTo>
                    <a:pt x="205428" y="64454"/>
                  </a:moveTo>
                  <a:lnTo>
                    <a:pt x="211186" y="64736"/>
                  </a:lnTo>
                  <a:lnTo>
                    <a:pt x="221765" y="61112"/>
                  </a:lnTo>
                  <a:lnTo>
                    <a:pt x="225915" y="53041"/>
                  </a:lnTo>
                  <a:lnTo>
                    <a:pt x="235897" y="45838"/>
                  </a:lnTo>
                  <a:lnTo>
                    <a:pt x="240009" y="44556"/>
                  </a:lnTo>
                  <a:lnTo>
                    <a:pt x="254402" y="45078"/>
                  </a:lnTo>
                  <a:lnTo>
                    <a:pt x="255486" y="42179"/>
                  </a:lnTo>
                  <a:lnTo>
                    <a:pt x="257916" y="40609"/>
                  </a:lnTo>
                  <a:lnTo>
                    <a:pt x="273543" y="41513"/>
                  </a:lnTo>
                  <a:lnTo>
                    <a:pt x="275935" y="43748"/>
                  </a:lnTo>
                  <a:lnTo>
                    <a:pt x="276870" y="47926"/>
                  </a:lnTo>
                  <a:lnTo>
                    <a:pt x="289880" y="51669"/>
                  </a:lnTo>
                  <a:lnTo>
                    <a:pt x="295750" y="56018"/>
                  </a:lnTo>
                  <a:lnTo>
                    <a:pt x="298329" y="56774"/>
                  </a:lnTo>
                  <a:lnTo>
                    <a:pt x="301731" y="55404"/>
                  </a:lnTo>
                  <a:lnTo>
                    <a:pt x="303787" y="56349"/>
                  </a:lnTo>
                  <a:lnTo>
                    <a:pt x="307226" y="55546"/>
                  </a:lnTo>
                  <a:lnTo>
                    <a:pt x="316760" y="59698"/>
                  </a:lnTo>
                  <a:lnTo>
                    <a:pt x="318218" y="61772"/>
                  </a:lnTo>
                  <a:lnTo>
                    <a:pt x="318703" y="64689"/>
                  </a:lnTo>
                  <a:lnTo>
                    <a:pt x="320536" y="66803"/>
                  </a:lnTo>
                  <a:lnTo>
                    <a:pt x="330779" y="72291"/>
                  </a:lnTo>
                  <a:lnTo>
                    <a:pt x="338928" y="82801"/>
                  </a:lnTo>
                  <a:lnTo>
                    <a:pt x="355079" y="82661"/>
                  </a:lnTo>
                  <a:lnTo>
                    <a:pt x="356126" y="84478"/>
                  </a:lnTo>
                  <a:lnTo>
                    <a:pt x="357023" y="96683"/>
                  </a:lnTo>
                  <a:lnTo>
                    <a:pt x="355789" y="99827"/>
                  </a:lnTo>
                  <a:lnTo>
                    <a:pt x="357845" y="102643"/>
                  </a:lnTo>
                  <a:lnTo>
                    <a:pt x="357509" y="106791"/>
                  </a:lnTo>
                  <a:lnTo>
                    <a:pt x="358406" y="111665"/>
                  </a:lnTo>
                  <a:lnTo>
                    <a:pt x="356537" y="116803"/>
                  </a:lnTo>
                  <a:lnTo>
                    <a:pt x="354668" y="117810"/>
                  </a:lnTo>
                  <a:lnTo>
                    <a:pt x="355715" y="122338"/>
                  </a:lnTo>
                  <a:lnTo>
                    <a:pt x="354070" y="126720"/>
                  </a:lnTo>
                  <a:lnTo>
                    <a:pt x="354256" y="128407"/>
                  </a:lnTo>
                  <a:lnTo>
                    <a:pt x="351602" y="133502"/>
                  </a:lnTo>
                  <a:lnTo>
                    <a:pt x="346929" y="136908"/>
                  </a:lnTo>
                  <a:lnTo>
                    <a:pt x="350294" y="141939"/>
                  </a:lnTo>
                  <a:lnTo>
                    <a:pt x="345171" y="142210"/>
                  </a:lnTo>
                  <a:lnTo>
                    <a:pt x="341920" y="147544"/>
                  </a:lnTo>
                  <a:lnTo>
                    <a:pt x="342779" y="153900"/>
                  </a:lnTo>
                  <a:lnTo>
                    <a:pt x="341920" y="157138"/>
                  </a:lnTo>
                  <a:lnTo>
                    <a:pt x="343751" y="160237"/>
                  </a:lnTo>
                  <a:lnTo>
                    <a:pt x="350667" y="161449"/>
                  </a:lnTo>
                  <a:lnTo>
                    <a:pt x="350892" y="162301"/>
                  </a:lnTo>
                  <a:lnTo>
                    <a:pt x="343489" y="171428"/>
                  </a:lnTo>
                  <a:lnTo>
                    <a:pt x="349060" y="193372"/>
                  </a:lnTo>
                  <a:lnTo>
                    <a:pt x="348201" y="202460"/>
                  </a:lnTo>
                  <a:lnTo>
                    <a:pt x="348874" y="211818"/>
                  </a:lnTo>
                  <a:lnTo>
                    <a:pt x="366331" y="214535"/>
                  </a:lnTo>
                  <a:lnTo>
                    <a:pt x="368275" y="216898"/>
                  </a:lnTo>
                  <a:lnTo>
                    <a:pt x="369510" y="222054"/>
                  </a:lnTo>
                  <a:lnTo>
                    <a:pt x="369435" y="225936"/>
                  </a:lnTo>
                  <a:lnTo>
                    <a:pt x="368911" y="227896"/>
                  </a:lnTo>
                  <a:lnTo>
                    <a:pt x="349359" y="251332"/>
                  </a:lnTo>
                  <a:lnTo>
                    <a:pt x="359228" y="262943"/>
                  </a:lnTo>
                  <a:lnTo>
                    <a:pt x="359640" y="265515"/>
                  </a:lnTo>
                  <a:lnTo>
                    <a:pt x="365547" y="276760"/>
                  </a:lnTo>
                  <a:lnTo>
                    <a:pt x="371080" y="282555"/>
                  </a:lnTo>
                  <a:lnTo>
                    <a:pt x="380725" y="285659"/>
                  </a:lnTo>
                  <a:lnTo>
                    <a:pt x="385098" y="289907"/>
                  </a:lnTo>
                  <a:lnTo>
                    <a:pt x="389136" y="289695"/>
                  </a:lnTo>
                  <a:lnTo>
                    <a:pt x="388725" y="295374"/>
                  </a:lnTo>
                  <a:lnTo>
                    <a:pt x="390258" y="307245"/>
                  </a:lnTo>
                  <a:lnTo>
                    <a:pt x="389024" y="312634"/>
                  </a:lnTo>
                  <a:lnTo>
                    <a:pt x="392389" y="313769"/>
                  </a:lnTo>
                  <a:lnTo>
                    <a:pt x="398221" y="313138"/>
                  </a:lnTo>
                  <a:lnTo>
                    <a:pt x="400501" y="315954"/>
                  </a:lnTo>
                  <a:lnTo>
                    <a:pt x="399156" y="317046"/>
                  </a:lnTo>
                  <a:lnTo>
                    <a:pt x="399342" y="321661"/>
                  </a:lnTo>
                  <a:lnTo>
                    <a:pt x="397996" y="322624"/>
                  </a:lnTo>
                  <a:lnTo>
                    <a:pt x="397436" y="327020"/>
                  </a:lnTo>
                  <a:lnTo>
                    <a:pt x="388987" y="327229"/>
                  </a:lnTo>
                  <a:lnTo>
                    <a:pt x="382482" y="329069"/>
                  </a:lnTo>
                  <a:lnTo>
                    <a:pt x="379865" y="330698"/>
                  </a:lnTo>
                  <a:lnTo>
                    <a:pt x="378332" y="333788"/>
                  </a:lnTo>
                  <a:lnTo>
                    <a:pt x="375977" y="333537"/>
                  </a:lnTo>
                  <a:lnTo>
                    <a:pt x="375229" y="334705"/>
                  </a:lnTo>
                  <a:lnTo>
                    <a:pt x="370108" y="336832"/>
                  </a:lnTo>
                  <a:lnTo>
                    <a:pt x="368275" y="345693"/>
                  </a:lnTo>
                  <a:lnTo>
                    <a:pt x="366369" y="347812"/>
                  </a:lnTo>
                  <a:lnTo>
                    <a:pt x="364799" y="360442"/>
                  </a:lnTo>
                  <a:lnTo>
                    <a:pt x="361172" y="362713"/>
                  </a:lnTo>
                  <a:lnTo>
                    <a:pt x="345621" y="358582"/>
                  </a:lnTo>
                  <a:lnTo>
                    <a:pt x="344051" y="355562"/>
                  </a:lnTo>
                  <a:lnTo>
                    <a:pt x="342443" y="355024"/>
                  </a:lnTo>
                  <a:lnTo>
                    <a:pt x="340162" y="357921"/>
                  </a:lnTo>
                  <a:lnTo>
                    <a:pt x="332349" y="356266"/>
                  </a:lnTo>
                  <a:lnTo>
                    <a:pt x="329695" y="356763"/>
                  </a:lnTo>
                  <a:lnTo>
                    <a:pt x="328050" y="355852"/>
                  </a:lnTo>
                  <a:lnTo>
                    <a:pt x="323863" y="355811"/>
                  </a:lnTo>
                  <a:lnTo>
                    <a:pt x="320536" y="354030"/>
                  </a:lnTo>
                  <a:lnTo>
                    <a:pt x="312012" y="355480"/>
                  </a:lnTo>
                  <a:lnTo>
                    <a:pt x="306853" y="352332"/>
                  </a:lnTo>
                  <a:lnTo>
                    <a:pt x="294516" y="351462"/>
                  </a:lnTo>
                  <a:lnTo>
                    <a:pt x="288983" y="349181"/>
                  </a:lnTo>
                  <a:lnTo>
                    <a:pt x="286067" y="350052"/>
                  </a:lnTo>
                  <a:lnTo>
                    <a:pt x="284758" y="348392"/>
                  </a:lnTo>
                  <a:lnTo>
                    <a:pt x="276497" y="346857"/>
                  </a:lnTo>
                  <a:lnTo>
                    <a:pt x="273805" y="341204"/>
                  </a:lnTo>
                  <a:lnTo>
                    <a:pt x="273730" y="338373"/>
                  </a:lnTo>
                  <a:lnTo>
                    <a:pt x="271711" y="333454"/>
                  </a:lnTo>
                  <a:lnTo>
                    <a:pt x="270291" y="323504"/>
                  </a:lnTo>
                  <a:lnTo>
                    <a:pt x="267674" y="318977"/>
                  </a:lnTo>
                  <a:lnTo>
                    <a:pt x="263898" y="315870"/>
                  </a:lnTo>
                  <a:lnTo>
                    <a:pt x="256159" y="314190"/>
                  </a:lnTo>
                  <a:lnTo>
                    <a:pt x="251224" y="315492"/>
                  </a:lnTo>
                  <a:lnTo>
                    <a:pt x="247523" y="317970"/>
                  </a:lnTo>
                  <a:lnTo>
                    <a:pt x="241505" y="319355"/>
                  </a:lnTo>
                  <a:lnTo>
                    <a:pt x="236794" y="324174"/>
                  </a:lnTo>
                  <a:lnTo>
                    <a:pt x="234102" y="323839"/>
                  </a:lnTo>
                  <a:lnTo>
                    <a:pt x="222999" y="330364"/>
                  </a:lnTo>
                  <a:lnTo>
                    <a:pt x="220607" y="330280"/>
                  </a:lnTo>
                  <a:lnTo>
                    <a:pt x="212345" y="325932"/>
                  </a:lnTo>
                  <a:lnTo>
                    <a:pt x="201129" y="325221"/>
                  </a:lnTo>
                  <a:lnTo>
                    <a:pt x="196979" y="322289"/>
                  </a:lnTo>
                  <a:lnTo>
                    <a:pt x="195895" y="320193"/>
                  </a:lnTo>
                  <a:lnTo>
                    <a:pt x="186101" y="315534"/>
                  </a:lnTo>
                  <a:lnTo>
                    <a:pt x="180044" y="311288"/>
                  </a:lnTo>
                  <a:lnTo>
                    <a:pt x="178213" y="307329"/>
                  </a:lnTo>
                  <a:lnTo>
                    <a:pt x="175559" y="304420"/>
                  </a:lnTo>
                  <a:lnTo>
                    <a:pt x="169651" y="302098"/>
                  </a:lnTo>
                  <a:lnTo>
                    <a:pt x="166323" y="299563"/>
                  </a:lnTo>
                  <a:lnTo>
                    <a:pt x="157164" y="298633"/>
                  </a:lnTo>
                  <a:lnTo>
                    <a:pt x="150697" y="292324"/>
                  </a:lnTo>
                  <a:lnTo>
                    <a:pt x="150660" y="290288"/>
                  </a:lnTo>
                  <a:lnTo>
                    <a:pt x="146846" y="283363"/>
                  </a:lnTo>
                  <a:lnTo>
                    <a:pt x="146211" y="278295"/>
                  </a:lnTo>
                  <a:lnTo>
                    <a:pt x="142136" y="274882"/>
                  </a:lnTo>
                  <a:lnTo>
                    <a:pt x="142323" y="270310"/>
                  </a:lnTo>
                  <a:lnTo>
                    <a:pt x="138173" y="268299"/>
                  </a:lnTo>
                  <a:lnTo>
                    <a:pt x="137649" y="261827"/>
                  </a:lnTo>
                  <a:lnTo>
                    <a:pt x="127668" y="249823"/>
                  </a:lnTo>
                  <a:lnTo>
                    <a:pt x="125650" y="243171"/>
                  </a:lnTo>
                  <a:lnTo>
                    <a:pt x="123780" y="242911"/>
                  </a:lnTo>
                  <a:lnTo>
                    <a:pt x="114883" y="247234"/>
                  </a:lnTo>
                  <a:lnTo>
                    <a:pt x="103966" y="239925"/>
                  </a:lnTo>
                  <a:lnTo>
                    <a:pt x="103406" y="238971"/>
                  </a:lnTo>
                  <a:lnTo>
                    <a:pt x="104378" y="238408"/>
                  </a:lnTo>
                  <a:lnTo>
                    <a:pt x="107331" y="238928"/>
                  </a:lnTo>
                  <a:lnTo>
                    <a:pt x="108527" y="238018"/>
                  </a:lnTo>
                  <a:lnTo>
                    <a:pt x="108042" y="236587"/>
                  </a:lnTo>
                  <a:lnTo>
                    <a:pt x="103406" y="235763"/>
                  </a:lnTo>
                  <a:lnTo>
                    <a:pt x="104154" y="237107"/>
                  </a:lnTo>
                  <a:lnTo>
                    <a:pt x="101648" y="238408"/>
                  </a:lnTo>
                  <a:lnTo>
                    <a:pt x="101126" y="240055"/>
                  </a:lnTo>
                  <a:lnTo>
                    <a:pt x="101686" y="245030"/>
                  </a:lnTo>
                  <a:lnTo>
                    <a:pt x="100676" y="246456"/>
                  </a:lnTo>
                  <a:lnTo>
                    <a:pt x="93948" y="248830"/>
                  </a:lnTo>
                  <a:lnTo>
                    <a:pt x="92564" y="247838"/>
                  </a:lnTo>
                  <a:lnTo>
                    <a:pt x="89499" y="241094"/>
                  </a:lnTo>
                  <a:lnTo>
                    <a:pt x="82919" y="236761"/>
                  </a:lnTo>
                  <a:lnTo>
                    <a:pt x="82844" y="224061"/>
                  </a:lnTo>
                  <a:lnTo>
                    <a:pt x="75965" y="223756"/>
                  </a:lnTo>
                  <a:lnTo>
                    <a:pt x="75965" y="214097"/>
                  </a:lnTo>
                  <a:lnTo>
                    <a:pt x="79068" y="204484"/>
                  </a:lnTo>
                  <a:lnTo>
                    <a:pt x="72489" y="195758"/>
                  </a:lnTo>
                  <a:lnTo>
                    <a:pt x="69536" y="189080"/>
                  </a:lnTo>
                  <a:lnTo>
                    <a:pt x="67778" y="187840"/>
                  </a:lnTo>
                  <a:lnTo>
                    <a:pt x="64376" y="188018"/>
                  </a:lnTo>
                  <a:lnTo>
                    <a:pt x="48899" y="176601"/>
                  </a:lnTo>
                  <a:lnTo>
                    <a:pt x="43404" y="175888"/>
                  </a:lnTo>
                  <a:lnTo>
                    <a:pt x="42731" y="172722"/>
                  </a:lnTo>
                  <a:lnTo>
                    <a:pt x="44114" y="169150"/>
                  </a:lnTo>
                  <a:lnTo>
                    <a:pt x="41497" y="164541"/>
                  </a:lnTo>
                  <a:lnTo>
                    <a:pt x="40674" y="163152"/>
                  </a:lnTo>
                  <a:lnTo>
                    <a:pt x="38431" y="162615"/>
                  </a:lnTo>
                  <a:lnTo>
                    <a:pt x="38581" y="159699"/>
                  </a:lnTo>
                  <a:lnTo>
                    <a:pt x="35628" y="159878"/>
                  </a:lnTo>
                  <a:lnTo>
                    <a:pt x="28561" y="150657"/>
                  </a:lnTo>
                  <a:lnTo>
                    <a:pt x="31590" y="144517"/>
                  </a:lnTo>
                  <a:lnTo>
                    <a:pt x="29384" y="139493"/>
                  </a:lnTo>
                  <a:lnTo>
                    <a:pt x="30693" y="135320"/>
                  </a:lnTo>
                  <a:lnTo>
                    <a:pt x="33534" y="135502"/>
                  </a:lnTo>
                  <a:lnTo>
                    <a:pt x="34394" y="129864"/>
                  </a:lnTo>
                  <a:lnTo>
                    <a:pt x="39441" y="124029"/>
                  </a:lnTo>
                  <a:lnTo>
                    <a:pt x="43852" y="121516"/>
                  </a:lnTo>
                  <a:lnTo>
                    <a:pt x="44263" y="119733"/>
                  </a:lnTo>
                  <a:lnTo>
                    <a:pt x="43404" y="116573"/>
                  </a:lnTo>
                  <a:lnTo>
                    <a:pt x="40562" y="112629"/>
                  </a:lnTo>
                  <a:lnTo>
                    <a:pt x="40973" y="109275"/>
                  </a:lnTo>
                  <a:lnTo>
                    <a:pt x="41833" y="107619"/>
                  </a:lnTo>
                  <a:lnTo>
                    <a:pt x="46731" y="105041"/>
                  </a:lnTo>
                  <a:lnTo>
                    <a:pt x="44562" y="103842"/>
                  </a:lnTo>
                  <a:lnTo>
                    <a:pt x="36412" y="103796"/>
                  </a:lnTo>
                  <a:lnTo>
                    <a:pt x="31963" y="99827"/>
                  </a:lnTo>
                  <a:lnTo>
                    <a:pt x="27814" y="98810"/>
                  </a:lnTo>
                  <a:lnTo>
                    <a:pt x="25309" y="90056"/>
                  </a:lnTo>
                  <a:lnTo>
                    <a:pt x="22056" y="88152"/>
                  </a:lnTo>
                  <a:lnTo>
                    <a:pt x="20935" y="85688"/>
                  </a:lnTo>
                  <a:lnTo>
                    <a:pt x="20711" y="81217"/>
                  </a:lnTo>
                  <a:lnTo>
                    <a:pt x="17833" y="78604"/>
                  </a:lnTo>
                  <a:lnTo>
                    <a:pt x="15440" y="69854"/>
                  </a:lnTo>
                  <a:lnTo>
                    <a:pt x="16038" y="65817"/>
                  </a:lnTo>
                  <a:lnTo>
                    <a:pt x="11440" y="62054"/>
                  </a:lnTo>
                  <a:lnTo>
                    <a:pt x="10841" y="56207"/>
                  </a:lnTo>
                  <a:lnTo>
                    <a:pt x="11776" y="54838"/>
                  </a:lnTo>
                  <a:lnTo>
                    <a:pt x="3926" y="49632"/>
                  </a:lnTo>
                  <a:lnTo>
                    <a:pt x="8860" y="38370"/>
                  </a:lnTo>
                  <a:lnTo>
                    <a:pt x="5719" y="36987"/>
                  </a:lnTo>
                  <a:lnTo>
                    <a:pt x="5159" y="25026"/>
                  </a:lnTo>
                  <a:lnTo>
                    <a:pt x="3065" y="22433"/>
                  </a:lnTo>
                  <a:lnTo>
                    <a:pt x="2542" y="20798"/>
                  </a:lnTo>
                  <a:lnTo>
                    <a:pt x="3215" y="16801"/>
                  </a:lnTo>
                  <a:lnTo>
                    <a:pt x="1158" y="14824"/>
                  </a:lnTo>
                  <a:lnTo>
                    <a:pt x="0" y="10573"/>
                  </a:lnTo>
                  <a:lnTo>
                    <a:pt x="7626" y="9363"/>
                  </a:lnTo>
                  <a:lnTo>
                    <a:pt x="9009" y="2770"/>
                  </a:lnTo>
                  <a:lnTo>
                    <a:pt x="11738" y="0"/>
                  </a:lnTo>
                  <a:lnTo>
                    <a:pt x="16486" y="3207"/>
                  </a:lnTo>
                  <a:lnTo>
                    <a:pt x="23216" y="13859"/>
                  </a:lnTo>
                  <a:lnTo>
                    <a:pt x="30244" y="20509"/>
                  </a:lnTo>
                  <a:lnTo>
                    <a:pt x="44599" y="24162"/>
                  </a:lnTo>
                  <a:lnTo>
                    <a:pt x="47666" y="23009"/>
                  </a:lnTo>
                  <a:lnTo>
                    <a:pt x="52600" y="23201"/>
                  </a:lnTo>
                  <a:lnTo>
                    <a:pt x="58769" y="16705"/>
                  </a:lnTo>
                  <a:lnTo>
                    <a:pt x="61610" y="15837"/>
                  </a:lnTo>
                  <a:lnTo>
                    <a:pt x="71741" y="7281"/>
                  </a:lnTo>
                  <a:lnTo>
                    <a:pt x="77872" y="3255"/>
                  </a:lnTo>
                  <a:lnTo>
                    <a:pt x="82507" y="2284"/>
                  </a:lnTo>
                  <a:lnTo>
                    <a:pt x="89312" y="9992"/>
                  </a:lnTo>
                  <a:lnTo>
                    <a:pt x="85424" y="12313"/>
                  </a:lnTo>
                  <a:lnTo>
                    <a:pt x="84787" y="14197"/>
                  </a:lnTo>
                  <a:lnTo>
                    <a:pt x="85200" y="16078"/>
                  </a:lnTo>
                  <a:lnTo>
                    <a:pt x="88302" y="18006"/>
                  </a:lnTo>
                  <a:lnTo>
                    <a:pt x="88676" y="20173"/>
                  </a:lnTo>
                  <a:lnTo>
                    <a:pt x="83629" y="22384"/>
                  </a:lnTo>
                  <a:lnTo>
                    <a:pt x="82545" y="24594"/>
                  </a:lnTo>
                  <a:lnTo>
                    <a:pt x="88937" y="30968"/>
                  </a:lnTo>
                  <a:lnTo>
                    <a:pt x="91293" y="31686"/>
                  </a:lnTo>
                  <a:lnTo>
                    <a:pt x="94920" y="36367"/>
                  </a:lnTo>
                  <a:lnTo>
                    <a:pt x="100639" y="35699"/>
                  </a:lnTo>
                  <a:lnTo>
                    <a:pt x="102546" y="50106"/>
                  </a:lnTo>
                  <a:lnTo>
                    <a:pt x="105051" y="55971"/>
                  </a:lnTo>
                  <a:lnTo>
                    <a:pt x="111107" y="59840"/>
                  </a:lnTo>
                  <a:lnTo>
                    <a:pt x="126845" y="62760"/>
                  </a:lnTo>
                  <a:lnTo>
                    <a:pt x="131145" y="69526"/>
                  </a:lnTo>
                  <a:lnTo>
                    <a:pt x="143407" y="78324"/>
                  </a:lnTo>
                  <a:lnTo>
                    <a:pt x="160753" y="83407"/>
                  </a:lnTo>
                  <a:lnTo>
                    <a:pt x="169651" y="83220"/>
                  </a:lnTo>
                  <a:lnTo>
                    <a:pt x="202400" y="75193"/>
                  </a:lnTo>
                  <a:lnTo>
                    <a:pt x="205465" y="75193"/>
                  </a:lnTo>
                  <a:lnTo>
                    <a:pt x="200568" y="77203"/>
                  </a:lnTo>
                  <a:lnTo>
                    <a:pt x="206587" y="78090"/>
                  </a:lnTo>
                  <a:lnTo>
                    <a:pt x="207709" y="75941"/>
                  </a:lnTo>
                  <a:lnTo>
                    <a:pt x="206213" y="686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6" name="oPE_MapPart_IRQ_1_366" descr="Irak">
              <a:extLst>
                <a:ext uri="{FF2B5EF4-FFF2-40B4-BE49-F238E27FC236}">
                  <a16:creationId xmlns:a16="http://schemas.microsoft.com/office/drawing/2014/main" id="{028713EA-7D2F-DCE2-6088-300674107944}"/>
                </a:ext>
              </a:extLst>
            </p:cNvPr>
            <p:cNvSpPr/>
            <p:nvPr>
              <p:custDataLst>
                <p:tags r:id="rId366"/>
              </p:custDataLst>
            </p:nvPr>
          </p:nvSpPr>
          <p:spPr>
            <a:xfrm>
              <a:off x="6901302" y="3554037"/>
              <a:ext cx="202963" cy="206610"/>
            </a:xfrm>
            <a:custGeom>
              <a:avLst/>
              <a:gdLst/>
              <a:ahLst/>
              <a:cxnLst/>
              <a:rect l="0" t="0" r="0" b="0"/>
              <a:pathLst>
                <a:path w="202963" h="206610">
                  <a:moveTo>
                    <a:pt x="74471" y="6856"/>
                  </a:moveTo>
                  <a:lnTo>
                    <a:pt x="76489" y="6340"/>
                  </a:lnTo>
                  <a:lnTo>
                    <a:pt x="83106" y="0"/>
                  </a:lnTo>
                  <a:lnTo>
                    <a:pt x="86471" y="1223"/>
                  </a:lnTo>
                  <a:lnTo>
                    <a:pt x="89686" y="94"/>
                  </a:lnTo>
                  <a:lnTo>
                    <a:pt x="101798" y="3760"/>
                  </a:lnTo>
                  <a:lnTo>
                    <a:pt x="105163" y="3854"/>
                  </a:lnTo>
                  <a:lnTo>
                    <a:pt x="108827" y="1505"/>
                  </a:lnTo>
                  <a:lnTo>
                    <a:pt x="110920" y="1834"/>
                  </a:lnTo>
                  <a:lnTo>
                    <a:pt x="112528" y="3196"/>
                  </a:lnTo>
                  <a:lnTo>
                    <a:pt x="112715" y="8356"/>
                  </a:lnTo>
                  <a:lnTo>
                    <a:pt x="114397" y="10276"/>
                  </a:lnTo>
                  <a:lnTo>
                    <a:pt x="121127" y="5121"/>
                  </a:lnTo>
                  <a:lnTo>
                    <a:pt x="123744" y="5402"/>
                  </a:lnTo>
                  <a:lnTo>
                    <a:pt x="126847" y="14903"/>
                  </a:lnTo>
                  <a:lnTo>
                    <a:pt x="129725" y="17516"/>
                  </a:lnTo>
                  <a:lnTo>
                    <a:pt x="130435" y="23382"/>
                  </a:lnTo>
                  <a:lnTo>
                    <a:pt x="134323" y="26355"/>
                  </a:lnTo>
                  <a:lnTo>
                    <a:pt x="136828" y="35109"/>
                  </a:lnTo>
                  <a:lnTo>
                    <a:pt x="140977" y="36126"/>
                  </a:lnTo>
                  <a:lnTo>
                    <a:pt x="145426" y="40095"/>
                  </a:lnTo>
                  <a:lnTo>
                    <a:pt x="153576" y="40141"/>
                  </a:lnTo>
                  <a:lnTo>
                    <a:pt x="155745" y="41340"/>
                  </a:lnTo>
                  <a:lnTo>
                    <a:pt x="150847" y="43918"/>
                  </a:lnTo>
                  <a:lnTo>
                    <a:pt x="149987" y="45574"/>
                  </a:lnTo>
                  <a:lnTo>
                    <a:pt x="149576" y="48928"/>
                  </a:lnTo>
                  <a:lnTo>
                    <a:pt x="152418" y="52872"/>
                  </a:lnTo>
                  <a:lnTo>
                    <a:pt x="153277" y="56032"/>
                  </a:lnTo>
                  <a:lnTo>
                    <a:pt x="152866" y="57815"/>
                  </a:lnTo>
                  <a:lnTo>
                    <a:pt x="148455" y="60328"/>
                  </a:lnTo>
                  <a:lnTo>
                    <a:pt x="143408" y="66163"/>
                  </a:lnTo>
                  <a:lnTo>
                    <a:pt x="142548" y="71801"/>
                  </a:lnTo>
                  <a:lnTo>
                    <a:pt x="139707" y="71619"/>
                  </a:lnTo>
                  <a:lnTo>
                    <a:pt x="138398" y="75792"/>
                  </a:lnTo>
                  <a:lnTo>
                    <a:pt x="140604" y="80816"/>
                  </a:lnTo>
                  <a:lnTo>
                    <a:pt x="137575" y="86956"/>
                  </a:lnTo>
                  <a:lnTo>
                    <a:pt x="144642" y="96177"/>
                  </a:lnTo>
                  <a:lnTo>
                    <a:pt x="147595" y="95998"/>
                  </a:lnTo>
                  <a:lnTo>
                    <a:pt x="147445" y="98914"/>
                  </a:lnTo>
                  <a:lnTo>
                    <a:pt x="149688" y="99451"/>
                  </a:lnTo>
                  <a:lnTo>
                    <a:pt x="150511" y="100840"/>
                  </a:lnTo>
                  <a:lnTo>
                    <a:pt x="153128" y="105449"/>
                  </a:lnTo>
                  <a:lnTo>
                    <a:pt x="151745" y="109021"/>
                  </a:lnTo>
                  <a:lnTo>
                    <a:pt x="152418" y="112187"/>
                  </a:lnTo>
                  <a:lnTo>
                    <a:pt x="157913" y="112900"/>
                  </a:lnTo>
                  <a:lnTo>
                    <a:pt x="173390" y="124317"/>
                  </a:lnTo>
                  <a:lnTo>
                    <a:pt x="176792" y="124139"/>
                  </a:lnTo>
                  <a:lnTo>
                    <a:pt x="178550" y="125379"/>
                  </a:lnTo>
                  <a:lnTo>
                    <a:pt x="181503" y="132057"/>
                  </a:lnTo>
                  <a:lnTo>
                    <a:pt x="188082" y="140783"/>
                  </a:lnTo>
                  <a:lnTo>
                    <a:pt x="184979" y="150396"/>
                  </a:lnTo>
                  <a:lnTo>
                    <a:pt x="184979" y="160055"/>
                  </a:lnTo>
                  <a:lnTo>
                    <a:pt x="191858" y="160360"/>
                  </a:lnTo>
                  <a:lnTo>
                    <a:pt x="191933" y="173060"/>
                  </a:lnTo>
                  <a:lnTo>
                    <a:pt x="198513" y="177393"/>
                  </a:lnTo>
                  <a:lnTo>
                    <a:pt x="199971" y="179730"/>
                  </a:lnTo>
                  <a:lnTo>
                    <a:pt x="200644" y="183316"/>
                  </a:lnTo>
                  <a:lnTo>
                    <a:pt x="202962" y="185129"/>
                  </a:lnTo>
                  <a:lnTo>
                    <a:pt x="201054" y="185734"/>
                  </a:lnTo>
                  <a:lnTo>
                    <a:pt x="193129" y="183187"/>
                  </a:lnTo>
                  <a:lnTo>
                    <a:pt x="191184" y="184655"/>
                  </a:lnTo>
                  <a:lnTo>
                    <a:pt x="184231" y="181891"/>
                  </a:lnTo>
                  <a:lnTo>
                    <a:pt x="175483" y="183230"/>
                  </a:lnTo>
                  <a:lnTo>
                    <a:pt x="173241" y="185173"/>
                  </a:lnTo>
                  <a:lnTo>
                    <a:pt x="166063" y="199842"/>
                  </a:lnTo>
                  <a:lnTo>
                    <a:pt x="161127" y="205796"/>
                  </a:lnTo>
                  <a:lnTo>
                    <a:pt x="157501" y="206609"/>
                  </a:lnTo>
                  <a:lnTo>
                    <a:pt x="123444" y="203485"/>
                  </a:lnTo>
                  <a:lnTo>
                    <a:pt x="68564" y="158179"/>
                  </a:lnTo>
                  <a:lnTo>
                    <a:pt x="33123" y="137262"/>
                  </a:lnTo>
                  <a:lnTo>
                    <a:pt x="7701" y="132719"/>
                  </a:lnTo>
                  <a:lnTo>
                    <a:pt x="10767" y="129804"/>
                  </a:lnTo>
                  <a:lnTo>
                    <a:pt x="9833" y="127151"/>
                  </a:lnTo>
                  <a:lnTo>
                    <a:pt x="5571" y="128257"/>
                  </a:lnTo>
                  <a:lnTo>
                    <a:pt x="4300" y="124183"/>
                  </a:lnTo>
                  <a:lnTo>
                    <a:pt x="5907" y="123652"/>
                  </a:lnTo>
                  <a:lnTo>
                    <a:pt x="0" y="101915"/>
                  </a:lnTo>
                  <a:lnTo>
                    <a:pt x="39777" y="77921"/>
                  </a:lnTo>
                  <a:lnTo>
                    <a:pt x="45983" y="75475"/>
                  </a:lnTo>
                  <a:lnTo>
                    <a:pt x="50283" y="66891"/>
                  </a:lnTo>
                  <a:lnTo>
                    <a:pt x="50731" y="53697"/>
                  </a:lnTo>
                  <a:lnTo>
                    <a:pt x="53610" y="44746"/>
                  </a:lnTo>
                  <a:lnTo>
                    <a:pt x="53573" y="40418"/>
                  </a:lnTo>
                  <a:lnTo>
                    <a:pt x="51329" y="33630"/>
                  </a:lnTo>
                  <a:lnTo>
                    <a:pt x="52376" y="25658"/>
                  </a:lnTo>
                  <a:lnTo>
                    <a:pt x="54881" y="22266"/>
                  </a:lnTo>
                  <a:lnTo>
                    <a:pt x="62619" y="20125"/>
                  </a:lnTo>
                  <a:lnTo>
                    <a:pt x="74471" y="723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7" name="oPE_MapPart_IRL_1_367" descr="Irland">
              <a:extLst>
                <a:ext uri="{FF2B5EF4-FFF2-40B4-BE49-F238E27FC236}">
                  <a16:creationId xmlns:a16="http://schemas.microsoft.com/office/drawing/2014/main" id="{FCCE6892-2798-5310-E32D-DEF2A40D8604}"/>
                </a:ext>
              </a:extLst>
            </p:cNvPr>
            <p:cNvSpPr/>
            <p:nvPr>
              <p:custDataLst>
                <p:tags r:id="rId367"/>
              </p:custDataLst>
            </p:nvPr>
          </p:nvSpPr>
          <p:spPr>
            <a:xfrm>
              <a:off x="5882796" y="3053611"/>
              <a:ext cx="6580" cy="4639"/>
            </a:xfrm>
            <a:custGeom>
              <a:avLst/>
              <a:gdLst/>
              <a:ahLst/>
              <a:cxnLst/>
              <a:rect l="0" t="0" r="0" b="0"/>
              <a:pathLst>
                <a:path w="6580" h="4639">
                  <a:moveTo>
                    <a:pt x="6579" y="3623"/>
                  </a:moveTo>
                  <a:lnTo>
                    <a:pt x="6505" y="4638"/>
                  </a:lnTo>
                  <a:lnTo>
                    <a:pt x="4224" y="1972"/>
                  </a:lnTo>
                  <a:lnTo>
                    <a:pt x="0" y="1336"/>
                  </a:lnTo>
                  <a:lnTo>
                    <a:pt x="1757" y="0"/>
                  </a:lnTo>
                  <a:lnTo>
                    <a:pt x="6429" y="10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8" name="oPE_MapPart_IRL_2_368" descr="Irland">
              <a:extLst>
                <a:ext uri="{FF2B5EF4-FFF2-40B4-BE49-F238E27FC236}">
                  <a16:creationId xmlns:a16="http://schemas.microsoft.com/office/drawing/2014/main" id="{34A2E98A-847A-6B9A-D723-293A74D063D4}"/>
                </a:ext>
              </a:extLst>
            </p:cNvPr>
            <p:cNvSpPr/>
            <p:nvPr>
              <p:custDataLst>
                <p:tags r:id="rId368"/>
              </p:custDataLst>
            </p:nvPr>
          </p:nvSpPr>
          <p:spPr>
            <a:xfrm>
              <a:off x="5880216" y="3005095"/>
              <a:ext cx="90584" cy="135449"/>
            </a:xfrm>
            <a:custGeom>
              <a:avLst/>
              <a:gdLst/>
              <a:ahLst/>
              <a:cxnLst/>
              <a:rect l="0" t="0" r="0" b="0"/>
              <a:pathLst>
                <a:path w="90584" h="135449">
                  <a:moveTo>
                    <a:pt x="65872" y="9964"/>
                  </a:moveTo>
                  <a:lnTo>
                    <a:pt x="62582" y="12314"/>
                  </a:lnTo>
                  <a:lnTo>
                    <a:pt x="58956" y="21676"/>
                  </a:lnTo>
                  <a:lnTo>
                    <a:pt x="51479" y="24201"/>
                  </a:lnTo>
                  <a:lnTo>
                    <a:pt x="54731" y="27884"/>
                  </a:lnTo>
                  <a:lnTo>
                    <a:pt x="46619" y="32973"/>
                  </a:lnTo>
                  <a:lnTo>
                    <a:pt x="52039" y="39005"/>
                  </a:lnTo>
                  <a:lnTo>
                    <a:pt x="52637" y="41437"/>
                  </a:lnTo>
                  <a:lnTo>
                    <a:pt x="57797" y="43992"/>
                  </a:lnTo>
                  <a:lnTo>
                    <a:pt x="63666" y="44375"/>
                  </a:lnTo>
                  <a:lnTo>
                    <a:pt x="67180" y="40606"/>
                  </a:lnTo>
                  <a:lnTo>
                    <a:pt x="66208" y="38365"/>
                  </a:lnTo>
                  <a:lnTo>
                    <a:pt x="70246" y="34644"/>
                  </a:lnTo>
                  <a:lnTo>
                    <a:pt x="72937" y="37403"/>
                  </a:lnTo>
                  <a:lnTo>
                    <a:pt x="74507" y="41501"/>
                  </a:lnTo>
                  <a:lnTo>
                    <a:pt x="77274" y="42523"/>
                  </a:lnTo>
                  <a:lnTo>
                    <a:pt x="77685" y="46989"/>
                  </a:lnTo>
                  <a:lnTo>
                    <a:pt x="84863" y="45714"/>
                  </a:lnTo>
                  <a:lnTo>
                    <a:pt x="87517" y="47180"/>
                  </a:lnTo>
                  <a:lnTo>
                    <a:pt x="87891" y="48453"/>
                  </a:lnTo>
                  <a:lnTo>
                    <a:pt x="84788" y="48707"/>
                  </a:lnTo>
                  <a:lnTo>
                    <a:pt x="83966" y="51186"/>
                  </a:lnTo>
                  <a:lnTo>
                    <a:pt x="88227" y="63960"/>
                  </a:lnTo>
                  <a:lnTo>
                    <a:pt x="88003" y="71309"/>
                  </a:lnTo>
                  <a:lnTo>
                    <a:pt x="90246" y="80864"/>
                  </a:lnTo>
                  <a:lnTo>
                    <a:pt x="90583" y="86518"/>
                  </a:lnTo>
                  <a:lnTo>
                    <a:pt x="87667" y="93016"/>
                  </a:lnTo>
                  <a:lnTo>
                    <a:pt x="86657" y="99669"/>
                  </a:lnTo>
                  <a:lnTo>
                    <a:pt x="84003" y="104518"/>
                  </a:lnTo>
                  <a:lnTo>
                    <a:pt x="81536" y="106416"/>
                  </a:lnTo>
                  <a:lnTo>
                    <a:pt x="84414" y="109778"/>
                  </a:lnTo>
                  <a:lnTo>
                    <a:pt x="79517" y="111731"/>
                  </a:lnTo>
                  <a:lnTo>
                    <a:pt x="74919" y="110999"/>
                  </a:lnTo>
                  <a:lnTo>
                    <a:pt x="72676" y="112767"/>
                  </a:lnTo>
                  <a:lnTo>
                    <a:pt x="71106" y="109656"/>
                  </a:lnTo>
                  <a:lnTo>
                    <a:pt x="70320" y="112523"/>
                  </a:lnTo>
                  <a:lnTo>
                    <a:pt x="59442" y="114777"/>
                  </a:lnTo>
                  <a:lnTo>
                    <a:pt x="57423" y="118363"/>
                  </a:lnTo>
                  <a:lnTo>
                    <a:pt x="52301" y="120305"/>
                  </a:lnTo>
                  <a:lnTo>
                    <a:pt x="48413" y="123999"/>
                  </a:lnTo>
                  <a:lnTo>
                    <a:pt x="46619" y="124422"/>
                  </a:lnTo>
                  <a:lnTo>
                    <a:pt x="43590" y="121820"/>
                  </a:lnTo>
                  <a:lnTo>
                    <a:pt x="41123" y="121880"/>
                  </a:lnTo>
                  <a:lnTo>
                    <a:pt x="42656" y="125087"/>
                  </a:lnTo>
                  <a:lnTo>
                    <a:pt x="41161" y="127805"/>
                  </a:lnTo>
                  <a:lnTo>
                    <a:pt x="32749" y="132083"/>
                  </a:lnTo>
                  <a:lnTo>
                    <a:pt x="22692" y="134968"/>
                  </a:lnTo>
                  <a:lnTo>
                    <a:pt x="19253" y="133947"/>
                  </a:lnTo>
                  <a:lnTo>
                    <a:pt x="11514" y="135448"/>
                  </a:lnTo>
                  <a:lnTo>
                    <a:pt x="14094" y="131421"/>
                  </a:lnTo>
                  <a:lnTo>
                    <a:pt x="17608" y="129433"/>
                  </a:lnTo>
                  <a:lnTo>
                    <a:pt x="16823" y="128589"/>
                  </a:lnTo>
                  <a:lnTo>
                    <a:pt x="5570" y="131541"/>
                  </a:lnTo>
                  <a:lnTo>
                    <a:pt x="16412" y="122365"/>
                  </a:lnTo>
                  <a:lnTo>
                    <a:pt x="6355" y="125812"/>
                  </a:lnTo>
                  <a:lnTo>
                    <a:pt x="1010" y="124906"/>
                  </a:lnTo>
                  <a:lnTo>
                    <a:pt x="224" y="122546"/>
                  </a:lnTo>
                  <a:lnTo>
                    <a:pt x="9981" y="113985"/>
                  </a:lnTo>
                  <a:lnTo>
                    <a:pt x="0" y="113559"/>
                  </a:lnTo>
                  <a:lnTo>
                    <a:pt x="673" y="111121"/>
                  </a:lnTo>
                  <a:lnTo>
                    <a:pt x="5346" y="108556"/>
                  </a:lnTo>
                  <a:lnTo>
                    <a:pt x="9383" y="110083"/>
                  </a:lnTo>
                  <a:lnTo>
                    <a:pt x="12823" y="109656"/>
                  </a:lnTo>
                  <a:lnTo>
                    <a:pt x="10057" y="104456"/>
                  </a:lnTo>
                  <a:lnTo>
                    <a:pt x="15739" y="99546"/>
                  </a:lnTo>
                  <a:lnTo>
                    <a:pt x="33347" y="95052"/>
                  </a:lnTo>
                  <a:lnTo>
                    <a:pt x="29048" y="92398"/>
                  </a:lnTo>
                  <a:lnTo>
                    <a:pt x="25234" y="96531"/>
                  </a:lnTo>
                  <a:lnTo>
                    <a:pt x="20673" y="97147"/>
                  </a:lnTo>
                  <a:lnTo>
                    <a:pt x="17197" y="95915"/>
                  </a:lnTo>
                  <a:lnTo>
                    <a:pt x="9832" y="98808"/>
                  </a:lnTo>
                  <a:lnTo>
                    <a:pt x="19216" y="90110"/>
                  </a:lnTo>
                  <a:lnTo>
                    <a:pt x="20673" y="87572"/>
                  </a:lnTo>
                  <a:lnTo>
                    <a:pt x="19253" y="85836"/>
                  </a:lnTo>
                  <a:lnTo>
                    <a:pt x="22655" y="80615"/>
                  </a:lnTo>
                  <a:lnTo>
                    <a:pt x="30319" y="76874"/>
                  </a:lnTo>
                  <a:lnTo>
                    <a:pt x="25945" y="75313"/>
                  </a:lnTo>
                  <a:lnTo>
                    <a:pt x="18169" y="75750"/>
                  </a:lnTo>
                  <a:lnTo>
                    <a:pt x="15851" y="72436"/>
                  </a:lnTo>
                  <a:lnTo>
                    <a:pt x="10655" y="72123"/>
                  </a:lnTo>
                  <a:lnTo>
                    <a:pt x="12337" y="70306"/>
                  </a:lnTo>
                  <a:lnTo>
                    <a:pt x="6206" y="69679"/>
                  </a:lnTo>
                  <a:lnTo>
                    <a:pt x="6954" y="67419"/>
                  </a:lnTo>
                  <a:lnTo>
                    <a:pt x="5645" y="64967"/>
                  </a:lnTo>
                  <a:lnTo>
                    <a:pt x="13907" y="63016"/>
                  </a:lnTo>
                  <a:lnTo>
                    <a:pt x="9981" y="61124"/>
                  </a:lnTo>
                  <a:lnTo>
                    <a:pt x="10131" y="58725"/>
                  </a:lnTo>
                  <a:lnTo>
                    <a:pt x="16860" y="55942"/>
                  </a:lnTo>
                  <a:lnTo>
                    <a:pt x="16823" y="53344"/>
                  </a:lnTo>
                  <a:lnTo>
                    <a:pt x="9869" y="53915"/>
                  </a:lnTo>
                  <a:lnTo>
                    <a:pt x="11066" y="45714"/>
                  </a:lnTo>
                  <a:lnTo>
                    <a:pt x="9458" y="46415"/>
                  </a:lnTo>
                  <a:lnTo>
                    <a:pt x="8561" y="42459"/>
                  </a:lnTo>
                  <a:lnTo>
                    <a:pt x="6168" y="43545"/>
                  </a:lnTo>
                  <a:lnTo>
                    <a:pt x="6916" y="39966"/>
                  </a:lnTo>
                  <a:lnTo>
                    <a:pt x="17197" y="38173"/>
                  </a:lnTo>
                  <a:lnTo>
                    <a:pt x="22319" y="38493"/>
                  </a:lnTo>
                  <a:lnTo>
                    <a:pt x="25833" y="41692"/>
                  </a:lnTo>
                  <a:lnTo>
                    <a:pt x="28823" y="38877"/>
                  </a:lnTo>
                  <a:lnTo>
                    <a:pt x="38282" y="40541"/>
                  </a:lnTo>
                  <a:lnTo>
                    <a:pt x="36674" y="36762"/>
                  </a:lnTo>
                  <a:lnTo>
                    <a:pt x="39852" y="33359"/>
                  </a:lnTo>
                  <a:lnTo>
                    <a:pt x="44861" y="31043"/>
                  </a:lnTo>
                  <a:lnTo>
                    <a:pt x="46843" y="26270"/>
                  </a:lnTo>
                  <a:lnTo>
                    <a:pt x="40151" y="27432"/>
                  </a:lnTo>
                  <a:lnTo>
                    <a:pt x="33758" y="24848"/>
                  </a:lnTo>
                  <a:lnTo>
                    <a:pt x="41796" y="17328"/>
                  </a:lnTo>
                  <a:lnTo>
                    <a:pt x="41459" y="12575"/>
                  </a:lnTo>
                  <a:lnTo>
                    <a:pt x="43927" y="8003"/>
                  </a:lnTo>
                  <a:lnTo>
                    <a:pt x="49497" y="6236"/>
                  </a:lnTo>
                  <a:lnTo>
                    <a:pt x="54806" y="6563"/>
                  </a:lnTo>
                  <a:lnTo>
                    <a:pt x="54544" y="4269"/>
                  </a:lnTo>
                  <a:lnTo>
                    <a:pt x="56563" y="4007"/>
                  </a:lnTo>
                  <a:lnTo>
                    <a:pt x="58843" y="8919"/>
                  </a:lnTo>
                  <a:lnTo>
                    <a:pt x="56712" y="14400"/>
                  </a:lnTo>
                  <a:lnTo>
                    <a:pt x="60451" y="11596"/>
                  </a:lnTo>
                  <a:lnTo>
                    <a:pt x="59628" y="4335"/>
                  </a:lnTo>
                  <a:lnTo>
                    <a:pt x="64115" y="2432"/>
                  </a:lnTo>
                  <a:lnTo>
                    <a:pt x="62806" y="197"/>
                  </a:lnTo>
                  <a:lnTo>
                    <a:pt x="64003" y="0"/>
                  </a:lnTo>
                  <a:lnTo>
                    <a:pt x="71180" y="4663"/>
                  </a:lnTo>
                  <a:lnTo>
                    <a:pt x="66806" y="83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9" name="oPE_MapPart_IMN_1_369" descr="Isle of Man">
              <a:extLst>
                <a:ext uri="{FF2B5EF4-FFF2-40B4-BE49-F238E27FC236}">
                  <a16:creationId xmlns:a16="http://schemas.microsoft.com/office/drawing/2014/main" id="{ACCD1AA0-4203-2C98-1A95-613B56F56215}"/>
                </a:ext>
              </a:extLst>
            </p:cNvPr>
            <p:cNvSpPr/>
            <p:nvPr>
              <p:custDataLst>
                <p:tags r:id="rId369"/>
              </p:custDataLst>
            </p:nvPr>
          </p:nvSpPr>
          <p:spPr>
            <a:xfrm>
              <a:off x="5990052" y="3026901"/>
              <a:ext cx="22432" cy="38373"/>
            </a:xfrm>
            <a:custGeom>
              <a:avLst/>
              <a:gdLst/>
              <a:ahLst/>
              <a:cxnLst/>
              <a:rect l="0" t="0" r="0" b="0"/>
              <a:pathLst>
                <a:path w="22432" h="38373">
                  <a:moveTo>
                    <a:pt x="0" y="0"/>
                  </a:moveTo>
                  <a:lnTo>
                    <a:pt x="22431" y="0"/>
                  </a:lnTo>
                  <a:lnTo>
                    <a:pt x="22431" y="38372"/>
                  </a:lnTo>
                  <a:lnTo>
                    <a:pt x="0" y="383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0" name="oPE_MapPart_ISR_1_370" descr="Israel">
              <a:extLst>
                <a:ext uri="{FF2B5EF4-FFF2-40B4-BE49-F238E27FC236}">
                  <a16:creationId xmlns:a16="http://schemas.microsoft.com/office/drawing/2014/main" id="{A4AD5EF0-3E8E-3FA8-EBDD-B3216FA1C72C}"/>
                </a:ext>
              </a:extLst>
            </p:cNvPr>
            <p:cNvSpPr/>
            <p:nvPr>
              <p:custDataLst>
                <p:tags r:id="rId370"/>
              </p:custDataLst>
            </p:nvPr>
          </p:nvSpPr>
          <p:spPr>
            <a:xfrm>
              <a:off x="6807243" y="3654877"/>
              <a:ext cx="34133" cy="95913"/>
            </a:xfrm>
            <a:custGeom>
              <a:avLst/>
              <a:gdLst/>
              <a:ahLst/>
              <a:cxnLst/>
              <a:rect l="0" t="0" r="0" b="0"/>
              <a:pathLst>
                <a:path w="34133" h="95913">
                  <a:moveTo>
                    <a:pt x="33160" y="0"/>
                  </a:moveTo>
                  <a:lnTo>
                    <a:pt x="32001" y="3088"/>
                  </a:lnTo>
                  <a:lnTo>
                    <a:pt x="34132" y="11703"/>
                  </a:lnTo>
                  <a:lnTo>
                    <a:pt x="32038" y="16865"/>
                  </a:lnTo>
                  <a:lnTo>
                    <a:pt x="27589" y="19174"/>
                  </a:lnTo>
                  <a:lnTo>
                    <a:pt x="27141" y="25204"/>
                  </a:lnTo>
                  <a:lnTo>
                    <a:pt x="24038" y="23875"/>
                  </a:lnTo>
                  <a:lnTo>
                    <a:pt x="23215" y="22457"/>
                  </a:lnTo>
                  <a:lnTo>
                    <a:pt x="19702" y="21792"/>
                  </a:lnTo>
                  <a:lnTo>
                    <a:pt x="17047" y="23609"/>
                  </a:lnTo>
                  <a:lnTo>
                    <a:pt x="14767" y="30996"/>
                  </a:lnTo>
                  <a:lnTo>
                    <a:pt x="15477" y="37038"/>
                  </a:lnTo>
                  <a:lnTo>
                    <a:pt x="14879" y="39239"/>
                  </a:lnTo>
                  <a:lnTo>
                    <a:pt x="18318" y="39415"/>
                  </a:lnTo>
                  <a:lnTo>
                    <a:pt x="19926" y="41043"/>
                  </a:lnTo>
                  <a:lnTo>
                    <a:pt x="14654" y="44644"/>
                  </a:lnTo>
                  <a:lnTo>
                    <a:pt x="13197" y="50344"/>
                  </a:lnTo>
                  <a:lnTo>
                    <a:pt x="17795" y="50388"/>
                  </a:lnTo>
                  <a:lnTo>
                    <a:pt x="25047" y="47671"/>
                  </a:lnTo>
                  <a:lnTo>
                    <a:pt x="24000" y="53713"/>
                  </a:lnTo>
                  <a:lnTo>
                    <a:pt x="24785" y="56072"/>
                  </a:lnTo>
                  <a:lnTo>
                    <a:pt x="19290" y="70788"/>
                  </a:lnTo>
                  <a:lnTo>
                    <a:pt x="18617" y="80014"/>
                  </a:lnTo>
                  <a:lnTo>
                    <a:pt x="15141" y="94065"/>
                  </a:lnTo>
                  <a:lnTo>
                    <a:pt x="13682" y="95912"/>
                  </a:lnTo>
                  <a:lnTo>
                    <a:pt x="0" y="54237"/>
                  </a:lnTo>
                  <a:lnTo>
                    <a:pt x="5831" y="46531"/>
                  </a:lnTo>
                  <a:lnTo>
                    <a:pt x="4822" y="45084"/>
                  </a:lnTo>
                  <a:lnTo>
                    <a:pt x="9009" y="37479"/>
                  </a:lnTo>
                  <a:lnTo>
                    <a:pt x="17944" y="8226"/>
                  </a:lnTo>
                  <a:lnTo>
                    <a:pt x="24225" y="8449"/>
                  </a:lnTo>
                  <a:lnTo>
                    <a:pt x="25907" y="7333"/>
                  </a:lnTo>
                  <a:lnTo>
                    <a:pt x="26729" y="4117"/>
                  </a:lnTo>
                  <a:lnTo>
                    <a:pt x="27701" y="3580"/>
                  </a:lnTo>
                  <a:lnTo>
                    <a:pt x="28188" y="4340"/>
                  </a:lnTo>
                  <a:lnTo>
                    <a:pt x="32038" y="11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1" name="oPE_MapPart_ITA_1_371" descr="Italien">
              <a:extLst>
                <a:ext uri="{FF2B5EF4-FFF2-40B4-BE49-F238E27FC236}">
                  <a16:creationId xmlns:a16="http://schemas.microsoft.com/office/drawing/2014/main" id="{A1F48765-4DEC-DD63-C694-144AE8B8A36D}"/>
                </a:ext>
              </a:extLst>
            </p:cNvPr>
            <p:cNvSpPr/>
            <p:nvPr>
              <p:custDataLst>
                <p:tags r:id="rId371"/>
              </p:custDataLst>
            </p:nvPr>
          </p:nvSpPr>
          <p:spPr>
            <a:xfrm>
              <a:off x="6233651" y="3280794"/>
              <a:ext cx="246290" cy="258369"/>
            </a:xfrm>
            <a:custGeom>
              <a:avLst/>
              <a:gdLst/>
              <a:ahLst/>
              <a:cxnLst/>
              <a:rect l="0" t="0" r="0" b="0"/>
              <a:pathLst>
                <a:path w="246290" h="258369">
                  <a:moveTo>
                    <a:pt x="8187" y="34925"/>
                  </a:moveTo>
                  <a:lnTo>
                    <a:pt x="10429" y="36269"/>
                  </a:lnTo>
                  <a:lnTo>
                    <a:pt x="18916" y="33366"/>
                  </a:lnTo>
                  <a:lnTo>
                    <a:pt x="24112" y="35033"/>
                  </a:lnTo>
                  <a:lnTo>
                    <a:pt x="28374" y="32236"/>
                  </a:lnTo>
                  <a:lnTo>
                    <a:pt x="31103" y="27870"/>
                  </a:lnTo>
                  <a:lnTo>
                    <a:pt x="30505" y="24574"/>
                  </a:lnTo>
                  <a:lnTo>
                    <a:pt x="37272" y="19320"/>
                  </a:lnTo>
                  <a:lnTo>
                    <a:pt x="38020" y="25331"/>
                  </a:lnTo>
                  <a:lnTo>
                    <a:pt x="41833" y="29381"/>
                  </a:lnTo>
                  <a:lnTo>
                    <a:pt x="45496" y="30405"/>
                  </a:lnTo>
                  <a:lnTo>
                    <a:pt x="44674" y="32829"/>
                  </a:lnTo>
                  <a:lnTo>
                    <a:pt x="48300" y="37772"/>
                  </a:lnTo>
                  <a:lnTo>
                    <a:pt x="50244" y="36430"/>
                  </a:lnTo>
                  <a:lnTo>
                    <a:pt x="49347" y="32236"/>
                  </a:lnTo>
                  <a:lnTo>
                    <a:pt x="54469" y="24088"/>
                  </a:lnTo>
                  <a:lnTo>
                    <a:pt x="54693" y="18398"/>
                  </a:lnTo>
                  <a:lnTo>
                    <a:pt x="55590" y="17800"/>
                  </a:lnTo>
                  <a:lnTo>
                    <a:pt x="58170" y="18180"/>
                  </a:lnTo>
                  <a:lnTo>
                    <a:pt x="60263" y="23493"/>
                  </a:lnTo>
                  <a:lnTo>
                    <a:pt x="68787" y="21814"/>
                  </a:lnTo>
                  <a:lnTo>
                    <a:pt x="71703" y="25872"/>
                  </a:lnTo>
                  <a:lnTo>
                    <a:pt x="73049" y="25115"/>
                  </a:lnTo>
                  <a:lnTo>
                    <a:pt x="70843" y="18180"/>
                  </a:lnTo>
                  <a:lnTo>
                    <a:pt x="71852" y="14647"/>
                  </a:lnTo>
                  <a:lnTo>
                    <a:pt x="74096" y="13994"/>
                  </a:lnTo>
                  <a:lnTo>
                    <a:pt x="75703" y="15735"/>
                  </a:lnTo>
                  <a:lnTo>
                    <a:pt x="78993" y="16170"/>
                  </a:lnTo>
                  <a:lnTo>
                    <a:pt x="78320" y="12687"/>
                  </a:lnTo>
                  <a:lnTo>
                    <a:pt x="79441" y="6629"/>
                  </a:lnTo>
                  <a:lnTo>
                    <a:pt x="84339" y="7176"/>
                  </a:lnTo>
                  <a:lnTo>
                    <a:pt x="87255" y="9361"/>
                  </a:lnTo>
                  <a:lnTo>
                    <a:pt x="90657" y="9306"/>
                  </a:lnTo>
                  <a:lnTo>
                    <a:pt x="93573" y="4441"/>
                  </a:lnTo>
                  <a:lnTo>
                    <a:pt x="95891" y="3236"/>
                  </a:lnTo>
                  <a:lnTo>
                    <a:pt x="106919" y="2962"/>
                  </a:lnTo>
                  <a:lnTo>
                    <a:pt x="115106" y="0"/>
                  </a:lnTo>
                  <a:lnTo>
                    <a:pt x="115742" y="658"/>
                  </a:lnTo>
                  <a:lnTo>
                    <a:pt x="114284" y="2962"/>
                  </a:lnTo>
                  <a:lnTo>
                    <a:pt x="114770" y="4495"/>
                  </a:lnTo>
                  <a:lnTo>
                    <a:pt x="119630" y="11543"/>
                  </a:lnTo>
                  <a:lnTo>
                    <a:pt x="146884" y="17040"/>
                  </a:lnTo>
                  <a:lnTo>
                    <a:pt x="146472" y="18777"/>
                  </a:lnTo>
                  <a:lnTo>
                    <a:pt x="140640" y="23168"/>
                  </a:lnTo>
                  <a:lnTo>
                    <a:pt x="140191" y="24845"/>
                  </a:lnTo>
                  <a:lnTo>
                    <a:pt x="141089" y="26304"/>
                  </a:lnTo>
                  <a:lnTo>
                    <a:pt x="145500" y="27384"/>
                  </a:lnTo>
                  <a:lnTo>
                    <a:pt x="142435" y="31483"/>
                  </a:lnTo>
                  <a:lnTo>
                    <a:pt x="142472" y="33098"/>
                  </a:lnTo>
                  <a:lnTo>
                    <a:pt x="144827" y="33312"/>
                  </a:lnTo>
                  <a:lnTo>
                    <a:pt x="144453" y="38308"/>
                  </a:lnTo>
                  <a:lnTo>
                    <a:pt x="149612" y="42219"/>
                  </a:lnTo>
                  <a:lnTo>
                    <a:pt x="150510" y="44144"/>
                  </a:lnTo>
                  <a:lnTo>
                    <a:pt x="149912" y="44839"/>
                  </a:lnTo>
                  <a:lnTo>
                    <a:pt x="147295" y="44999"/>
                  </a:lnTo>
                  <a:lnTo>
                    <a:pt x="148603" y="43823"/>
                  </a:lnTo>
                  <a:lnTo>
                    <a:pt x="145388" y="39541"/>
                  </a:lnTo>
                  <a:lnTo>
                    <a:pt x="142023" y="41363"/>
                  </a:lnTo>
                  <a:lnTo>
                    <a:pt x="136640" y="39488"/>
                  </a:lnTo>
                  <a:lnTo>
                    <a:pt x="132976" y="43502"/>
                  </a:lnTo>
                  <a:lnTo>
                    <a:pt x="121910" y="48735"/>
                  </a:lnTo>
                  <a:lnTo>
                    <a:pt x="120565" y="48521"/>
                  </a:lnTo>
                  <a:lnTo>
                    <a:pt x="122733" y="46227"/>
                  </a:lnTo>
                  <a:lnTo>
                    <a:pt x="121798" y="46227"/>
                  </a:lnTo>
                  <a:lnTo>
                    <a:pt x="117275" y="49161"/>
                  </a:lnTo>
                  <a:lnTo>
                    <a:pt x="116265" y="55224"/>
                  </a:lnTo>
                  <a:lnTo>
                    <a:pt x="119742" y="61160"/>
                  </a:lnTo>
                  <a:lnTo>
                    <a:pt x="122434" y="63275"/>
                  </a:lnTo>
                  <a:lnTo>
                    <a:pt x="121200" y="66864"/>
                  </a:lnTo>
                  <a:lnTo>
                    <a:pt x="119555" y="68235"/>
                  </a:lnTo>
                  <a:lnTo>
                    <a:pt x="117387" y="67233"/>
                  </a:lnTo>
                  <a:lnTo>
                    <a:pt x="116751" y="70446"/>
                  </a:lnTo>
                  <a:lnTo>
                    <a:pt x="117910" y="79001"/>
                  </a:lnTo>
                  <a:lnTo>
                    <a:pt x="119817" y="84959"/>
                  </a:lnTo>
                  <a:lnTo>
                    <a:pt x="125948" y="91571"/>
                  </a:lnTo>
                  <a:lnTo>
                    <a:pt x="130434" y="93700"/>
                  </a:lnTo>
                  <a:lnTo>
                    <a:pt x="144079" y="103792"/>
                  </a:lnTo>
                  <a:lnTo>
                    <a:pt x="149052" y="114953"/>
                  </a:lnTo>
                  <a:lnTo>
                    <a:pt x="153351" y="128893"/>
                  </a:lnTo>
                  <a:lnTo>
                    <a:pt x="156902" y="134022"/>
                  </a:lnTo>
                  <a:lnTo>
                    <a:pt x="164342" y="141410"/>
                  </a:lnTo>
                  <a:lnTo>
                    <a:pt x="171108" y="146756"/>
                  </a:lnTo>
                  <a:lnTo>
                    <a:pt x="177389" y="150076"/>
                  </a:lnTo>
                  <a:lnTo>
                    <a:pt x="193913" y="149924"/>
                  </a:lnTo>
                  <a:lnTo>
                    <a:pt x="198063" y="151131"/>
                  </a:lnTo>
                  <a:lnTo>
                    <a:pt x="198586" y="153439"/>
                  </a:lnTo>
                  <a:lnTo>
                    <a:pt x="197801" y="154994"/>
                  </a:lnTo>
                  <a:lnTo>
                    <a:pt x="192866" y="158798"/>
                  </a:lnTo>
                  <a:lnTo>
                    <a:pt x="192605" y="161846"/>
                  </a:lnTo>
                  <a:lnTo>
                    <a:pt x="206101" y="169568"/>
                  </a:lnTo>
                  <a:lnTo>
                    <a:pt x="217578" y="174284"/>
                  </a:lnTo>
                  <a:lnTo>
                    <a:pt x="225279" y="180373"/>
                  </a:lnTo>
                  <a:lnTo>
                    <a:pt x="235261" y="185456"/>
                  </a:lnTo>
                  <a:lnTo>
                    <a:pt x="245766" y="197293"/>
                  </a:lnTo>
                  <a:lnTo>
                    <a:pt x="246289" y="200473"/>
                  </a:lnTo>
                  <a:lnTo>
                    <a:pt x="243336" y="208131"/>
                  </a:lnTo>
                  <a:lnTo>
                    <a:pt x="237803" y="205013"/>
                  </a:lnTo>
                  <a:lnTo>
                    <a:pt x="233391" y="195677"/>
                  </a:lnTo>
                  <a:lnTo>
                    <a:pt x="223634" y="194059"/>
                  </a:lnTo>
                  <a:lnTo>
                    <a:pt x="220793" y="192440"/>
                  </a:lnTo>
                  <a:lnTo>
                    <a:pt x="219148" y="189590"/>
                  </a:lnTo>
                  <a:lnTo>
                    <a:pt x="216082" y="189345"/>
                  </a:lnTo>
                  <a:lnTo>
                    <a:pt x="213952" y="190819"/>
                  </a:lnTo>
                  <a:lnTo>
                    <a:pt x="208568" y="199593"/>
                  </a:lnTo>
                  <a:lnTo>
                    <a:pt x="205652" y="207108"/>
                  </a:lnTo>
                  <a:lnTo>
                    <a:pt x="205502" y="210125"/>
                  </a:lnTo>
                  <a:lnTo>
                    <a:pt x="207073" y="213040"/>
                  </a:lnTo>
                  <a:lnTo>
                    <a:pt x="211783" y="214690"/>
                  </a:lnTo>
                  <a:lnTo>
                    <a:pt x="217802" y="220018"/>
                  </a:lnTo>
                  <a:lnTo>
                    <a:pt x="217989" y="226536"/>
                  </a:lnTo>
                  <a:lnTo>
                    <a:pt x="219036" y="230244"/>
                  </a:lnTo>
                  <a:lnTo>
                    <a:pt x="217466" y="232359"/>
                  </a:lnTo>
                  <a:lnTo>
                    <a:pt x="214400" y="231830"/>
                  </a:lnTo>
                  <a:lnTo>
                    <a:pt x="210363" y="233176"/>
                  </a:lnTo>
                  <a:lnTo>
                    <a:pt x="207446" y="235528"/>
                  </a:lnTo>
                  <a:lnTo>
                    <a:pt x="206250" y="237829"/>
                  </a:lnTo>
                  <a:lnTo>
                    <a:pt x="205988" y="245957"/>
                  </a:lnTo>
                  <a:lnTo>
                    <a:pt x="200530" y="250151"/>
                  </a:lnTo>
                  <a:lnTo>
                    <a:pt x="195820" y="258274"/>
                  </a:lnTo>
                  <a:lnTo>
                    <a:pt x="188941" y="258368"/>
                  </a:lnTo>
                  <a:lnTo>
                    <a:pt x="187296" y="255854"/>
                  </a:lnTo>
                  <a:lnTo>
                    <a:pt x="187259" y="252101"/>
                  </a:lnTo>
                  <a:lnTo>
                    <a:pt x="188417" y="249817"/>
                  </a:lnTo>
                  <a:lnTo>
                    <a:pt x="190960" y="248770"/>
                  </a:lnTo>
                  <a:lnTo>
                    <a:pt x="192679" y="243952"/>
                  </a:lnTo>
                  <a:lnTo>
                    <a:pt x="192156" y="240510"/>
                  </a:lnTo>
                  <a:lnTo>
                    <a:pt x="194100" y="237877"/>
                  </a:lnTo>
                  <a:lnTo>
                    <a:pt x="198736" y="236631"/>
                  </a:lnTo>
                  <a:lnTo>
                    <a:pt x="199035" y="231782"/>
                  </a:lnTo>
                  <a:lnTo>
                    <a:pt x="196904" y="229570"/>
                  </a:lnTo>
                  <a:lnTo>
                    <a:pt x="195147" y="220743"/>
                  </a:lnTo>
                  <a:lnTo>
                    <a:pt x="188268" y="203550"/>
                  </a:lnTo>
                  <a:lnTo>
                    <a:pt x="186025" y="201841"/>
                  </a:lnTo>
                  <a:lnTo>
                    <a:pt x="180006" y="201401"/>
                  </a:lnTo>
                  <a:lnTo>
                    <a:pt x="172866" y="196803"/>
                  </a:lnTo>
                  <a:lnTo>
                    <a:pt x="172417" y="194892"/>
                  </a:lnTo>
                  <a:lnTo>
                    <a:pt x="173614" y="193029"/>
                  </a:lnTo>
                  <a:lnTo>
                    <a:pt x="171969" y="188164"/>
                  </a:lnTo>
                  <a:lnTo>
                    <a:pt x="169015" y="185061"/>
                  </a:lnTo>
                  <a:lnTo>
                    <a:pt x="160192" y="186982"/>
                  </a:lnTo>
                  <a:lnTo>
                    <a:pt x="162697" y="183434"/>
                  </a:lnTo>
                  <a:lnTo>
                    <a:pt x="159519" y="181114"/>
                  </a:lnTo>
                  <a:lnTo>
                    <a:pt x="154024" y="181163"/>
                  </a:lnTo>
                  <a:lnTo>
                    <a:pt x="154099" y="179533"/>
                  </a:lnTo>
                  <a:lnTo>
                    <a:pt x="150211" y="172399"/>
                  </a:lnTo>
                  <a:lnTo>
                    <a:pt x="147594" y="169469"/>
                  </a:lnTo>
                  <a:lnTo>
                    <a:pt x="137462" y="168026"/>
                  </a:lnTo>
                  <a:lnTo>
                    <a:pt x="134173" y="169270"/>
                  </a:lnTo>
                  <a:lnTo>
                    <a:pt x="129201" y="164690"/>
                  </a:lnTo>
                  <a:lnTo>
                    <a:pt x="124677" y="162994"/>
                  </a:lnTo>
                  <a:lnTo>
                    <a:pt x="113125" y="149924"/>
                  </a:lnTo>
                  <a:lnTo>
                    <a:pt x="107555" y="145950"/>
                  </a:lnTo>
                  <a:lnTo>
                    <a:pt x="104041" y="140198"/>
                  </a:lnTo>
                  <a:lnTo>
                    <a:pt x="96975" y="136404"/>
                  </a:lnTo>
                  <a:lnTo>
                    <a:pt x="93760" y="137315"/>
                  </a:lnTo>
                  <a:lnTo>
                    <a:pt x="92937" y="136556"/>
                  </a:lnTo>
                  <a:lnTo>
                    <a:pt x="94657" y="135442"/>
                  </a:lnTo>
                  <a:lnTo>
                    <a:pt x="94283" y="133211"/>
                  </a:lnTo>
                  <a:lnTo>
                    <a:pt x="89536" y="127468"/>
                  </a:lnTo>
                  <a:lnTo>
                    <a:pt x="86731" y="125635"/>
                  </a:lnTo>
                  <a:lnTo>
                    <a:pt x="84750" y="121860"/>
                  </a:lnTo>
                  <a:lnTo>
                    <a:pt x="80750" y="120991"/>
                  </a:lnTo>
                  <a:lnTo>
                    <a:pt x="80862" y="114286"/>
                  </a:lnTo>
                  <a:lnTo>
                    <a:pt x="79330" y="109510"/>
                  </a:lnTo>
                  <a:lnTo>
                    <a:pt x="76713" y="105442"/>
                  </a:lnTo>
                  <a:lnTo>
                    <a:pt x="75143" y="95723"/>
                  </a:lnTo>
                  <a:lnTo>
                    <a:pt x="73946" y="92974"/>
                  </a:lnTo>
                  <a:lnTo>
                    <a:pt x="71030" y="90844"/>
                  </a:lnTo>
                  <a:lnTo>
                    <a:pt x="64450" y="88502"/>
                  </a:lnTo>
                  <a:lnTo>
                    <a:pt x="55291" y="82191"/>
                  </a:lnTo>
                  <a:lnTo>
                    <a:pt x="44412" y="79210"/>
                  </a:lnTo>
                  <a:lnTo>
                    <a:pt x="39963" y="81407"/>
                  </a:lnTo>
                  <a:lnTo>
                    <a:pt x="28598" y="94998"/>
                  </a:lnTo>
                  <a:lnTo>
                    <a:pt x="17981" y="98158"/>
                  </a:lnTo>
                  <a:lnTo>
                    <a:pt x="17757" y="95360"/>
                  </a:lnTo>
                  <a:lnTo>
                    <a:pt x="21794" y="89023"/>
                  </a:lnTo>
                  <a:lnTo>
                    <a:pt x="20972" y="86679"/>
                  </a:lnTo>
                  <a:lnTo>
                    <a:pt x="14355" y="87461"/>
                  </a:lnTo>
                  <a:lnTo>
                    <a:pt x="5644" y="81721"/>
                  </a:lnTo>
                  <a:lnTo>
                    <a:pt x="4485" y="76644"/>
                  </a:lnTo>
                  <a:lnTo>
                    <a:pt x="8373" y="70604"/>
                  </a:lnTo>
                  <a:lnTo>
                    <a:pt x="7588" y="67392"/>
                  </a:lnTo>
                  <a:lnTo>
                    <a:pt x="2280" y="64648"/>
                  </a:lnTo>
                  <a:lnTo>
                    <a:pt x="149" y="60314"/>
                  </a:lnTo>
                  <a:lnTo>
                    <a:pt x="0" y="58831"/>
                  </a:lnTo>
                  <a:lnTo>
                    <a:pt x="1345" y="58089"/>
                  </a:lnTo>
                  <a:lnTo>
                    <a:pt x="4448" y="58354"/>
                  </a:lnTo>
                  <a:lnTo>
                    <a:pt x="9345" y="55278"/>
                  </a:lnTo>
                  <a:lnTo>
                    <a:pt x="10766" y="51078"/>
                  </a:lnTo>
                  <a:lnTo>
                    <a:pt x="3401" y="40399"/>
                  </a:lnTo>
                  <a:lnTo>
                    <a:pt x="3663" y="38201"/>
                  </a:lnTo>
                  <a:lnTo>
                    <a:pt x="6504" y="366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2" name="oPE_MapPart_ITA_2_372" descr="Italien">
              <a:extLst>
                <a:ext uri="{FF2B5EF4-FFF2-40B4-BE49-F238E27FC236}">
                  <a16:creationId xmlns:a16="http://schemas.microsoft.com/office/drawing/2014/main" id="{6DC97896-194C-559F-6DD1-395F85971D0C}"/>
                </a:ext>
              </a:extLst>
            </p:cNvPr>
            <p:cNvSpPr/>
            <p:nvPr>
              <p:custDataLst>
                <p:tags r:id="rId372"/>
              </p:custDataLst>
            </p:nvPr>
          </p:nvSpPr>
          <p:spPr>
            <a:xfrm>
              <a:off x="6306326" y="3404899"/>
              <a:ext cx="6095" cy="4076"/>
            </a:xfrm>
            <a:custGeom>
              <a:avLst/>
              <a:gdLst/>
              <a:ahLst/>
              <a:cxnLst/>
              <a:rect l="0" t="0" r="0" b="0"/>
              <a:pathLst>
                <a:path w="6095" h="4076">
                  <a:moveTo>
                    <a:pt x="5570" y="0"/>
                  </a:moveTo>
                  <a:lnTo>
                    <a:pt x="6094" y="4075"/>
                  </a:lnTo>
                  <a:lnTo>
                    <a:pt x="4336" y="2752"/>
                  </a:lnTo>
                  <a:lnTo>
                    <a:pt x="75" y="3261"/>
                  </a:lnTo>
                  <a:lnTo>
                    <a:pt x="0" y="1326"/>
                  </a:lnTo>
                  <a:lnTo>
                    <a:pt x="4822" y="10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3" name="oPE_MapPart_ITA_3_373" descr="Italien">
              <a:extLst>
                <a:ext uri="{FF2B5EF4-FFF2-40B4-BE49-F238E27FC236}">
                  <a16:creationId xmlns:a16="http://schemas.microsoft.com/office/drawing/2014/main" id="{5A3E2A90-8C35-6D23-9D98-2E7A49AA400A}"/>
                </a:ext>
              </a:extLst>
            </p:cNvPr>
            <p:cNvSpPr/>
            <p:nvPr>
              <p:custDataLst>
                <p:tags r:id="rId373"/>
              </p:custDataLst>
            </p:nvPr>
          </p:nvSpPr>
          <p:spPr>
            <a:xfrm>
              <a:off x="6384011" y="3463340"/>
              <a:ext cx="1945" cy="1530"/>
            </a:xfrm>
            <a:custGeom>
              <a:avLst/>
              <a:gdLst/>
              <a:ahLst/>
              <a:cxnLst/>
              <a:rect l="0" t="0" r="0" b="0"/>
              <a:pathLst>
                <a:path w="1945" h="1530">
                  <a:moveTo>
                    <a:pt x="1458" y="1529"/>
                  </a:moveTo>
                  <a:lnTo>
                    <a:pt x="0" y="1431"/>
                  </a:lnTo>
                  <a:lnTo>
                    <a:pt x="75" y="0"/>
                  </a:lnTo>
                  <a:lnTo>
                    <a:pt x="1944" y="118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4" name="oPE_MapPart_ITA_4_374" descr="Italien">
              <a:extLst>
                <a:ext uri="{FF2B5EF4-FFF2-40B4-BE49-F238E27FC236}">
                  <a16:creationId xmlns:a16="http://schemas.microsoft.com/office/drawing/2014/main" id="{BD663C3D-C0DB-CCA4-D12B-63A199357300}"/>
                </a:ext>
              </a:extLst>
            </p:cNvPr>
            <p:cNvSpPr/>
            <p:nvPr>
              <p:custDataLst>
                <p:tags r:id="rId374"/>
              </p:custDataLst>
            </p:nvPr>
          </p:nvSpPr>
          <p:spPr>
            <a:xfrm>
              <a:off x="6344010" y="3567819"/>
              <a:ext cx="2281" cy="2195"/>
            </a:xfrm>
            <a:custGeom>
              <a:avLst/>
              <a:gdLst/>
              <a:ahLst/>
              <a:cxnLst/>
              <a:rect l="0" t="0" r="0" b="0"/>
              <a:pathLst>
                <a:path w="2281" h="2195">
                  <a:moveTo>
                    <a:pt x="2280" y="2194"/>
                  </a:moveTo>
                  <a:lnTo>
                    <a:pt x="0" y="1588"/>
                  </a:lnTo>
                  <a:lnTo>
                    <a:pt x="149" y="0"/>
                  </a:lnTo>
                  <a:lnTo>
                    <a:pt x="2205" y="17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5" name="oPE_MapPart_ITA_5_375" descr="Italien">
              <a:extLst>
                <a:ext uri="{FF2B5EF4-FFF2-40B4-BE49-F238E27FC236}">
                  <a16:creationId xmlns:a16="http://schemas.microsoft.com/office/drawing/2014/main" id="{4108A56E-A855-23B3-B036-65589FF136FF}"/>
                </a:ext>
              </a:extLst>
            </p:cNvPr>
            <p:cNvSpPr/>
            <p:nvPr>
              <p:custDataLst>
                <p:tags r:id="rId375"/>
              </p:custDataLst>
            </p:nvPr>
          </p:nvSpPr>
          <p:spPr>
            <a:xfrm>
              <a:off x="6354290" y="3529850"/>
              <a:ext cx="66434" cy="41983"/>
            </a:xfrm>
            <a:custGeom>
              <a:avLst/>
              <a:gdLst/>
              <a:ahLst/>
              <a:cxnLst/>
              <a:rect l="0" t="0" r="0" b="0"/>
              <a:pathLst>
                <a:path w="66434" h="41983">
                  <a:moveTo>
                    <a:pt x="65236" y="1856"/>
                  </a:moveTo>
                  <a:lnTo>
                    <a:pt x="58134" y="13338"/>
                  </a:lnTo>
                  <a:lnTo>
                    <a:pt x="55330" y="21928"/>
                  </a:lnTo>
                  <a:lnTo>
                    <a:pt x="55666" y="25128"/>
                  </a:lnTo>
                  <a:lnTo>
                    <a:pt x="58021" y="27524"/>
                  </a:lnTo>
                  <a:lnTo>
                    <a:pt x="56862" y="28417"/>
                  </a:lnTo>
                  <a:lnTo>
                    <a:pt x="59405" y="32449"/>
                  </a:lnTo>
                  <a:lnTo>
                    <a:pt x="59367" y="33526"/>
                  </a:lnTo>
                  <a:lnTo>
                    <a:pt x="56190" y="36707"/>
                  </a:lnTo>
                  <a:lnTo>
                    <a:pt x="55592" y="41982"/>
                  </a:lnTo>
                  <a:lnTo>
                    <a:pt x="48601" y="41376"/>
                  </a:lnTo>
                  <a:lnTo>
                    <a:pt x="44002" y="39650"/>
                  </a:lnTo>
                  <a:lnTo>
                    <a:pt x="40114" y="34603"/>
                  </a:lnTo>
                  <a:lnTo>
                    <a:pt x="35441" y="31184"/>
                  </a:lnTo>
                  <a:lnTo>
                    <a:pt x="30506" y="31278"/>
                  </a:lnTo>
                  <a:lnTo>
                    <a:pt x="19216" y="24799"/>
                  </a:lnTo>
                  <a:lnTo>
                    <a:pt x="15253" y="21363"/>
                  </a:lnTo>
                  <a:lnTo>
                    <a:pt x="10132" y="18959"/>
                  </a:lnTo>
                  <a:lnTo>
                    <a:pt x="4225" y="18345"/>
                  </a:lnTo>
                  <a:lnTo>
                    <a:pt x="1869" y="16363"/>
                  </a:lnTo>
                  <a:lnTo>
                    <a:pt x="0" y="12438"/>
                  </a:lnTo>
                  <a:lnTo>
                    <a:pt x="2318" y="6276"/>
                  </a:lnTo>
                  <a:lnTo>
                    <a:pt x="6206" y="2855"/>
                  </a:lnTo>
                  <a:lnTo>
                    <a:pt x="9683" y="6798"/>
                  </a:lnTo>
                  <a:lnTo>
                    <a:pt x="12711" y="5469"/>
                  </a:lnTo>
                  <a:lnTo>
                    <a:pt x="12898" y="4234"/>
                  </a:lnTo>
                  <a:lnTo>
                    <a:pt x="15029" y="2665"/>
                  </a:lnTo>
                  <a:lnTo>
                    <a:pt x="17758" y="2665"/>
                  </a:lnTo>
                  <a:lnTo>
                    <a:pt x="26955" y="8127"/>
                  </a:lnTo>
                  <a:lnTo>
                    <a:pt x="33534" y="6609"/>
                  </a:lnTo>
                  <a:lnTo>
                    <a:pt x="38469" y="7273"/>
                  </a:lnTo>
                  <a:lnTo>
                    <a:pt x="45722" y="5469"/>
                  </a:lnTo>
                  <a:lnTo>
                    <a:pt x="48862" y="3283"/>
                  </a:lnTo>
                  <a:lnTo>
                    <a:pt x="55703" y="3663"/>
                  </a:lnTo>
                  <a:lnTo>
                    <a:pt x="63592" y="0"/>
                  </a:lnTo>
                  <a:lnTo>
                    <a:pt x="66433" y="6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6" name="oPE_MapPart_ITA_6_376" descr="Italien">
              <a:extLst>
                <a:ext uri="{FF2B5EF4-FFF2-40B4-BE49-F238E27FC236}">
                  <a16:creationId xmlns:a16="http://schemas.microsoft.com/office/drawing/2014/main" id="{78702ABC-E966-81E1-6538-BB660133F8F2}"/>
                </a:ext>
              </a:extLst>
            </p:cNvPr>
            <p:cNvSpPr/>
            <p:nvPr>
              <p:custDataLst>
                <p:tags r:id="rId376"/>
              </p:custDataLst>
            </p:nvPr>
          </p:nvSpPr>
          <p:spPr>
            <a:xfrm>
              <a:off x="6266100" y="3449666"/>
              <a:ext cx="33535" cy="63680"/>
            </a:xfrm>
            <a:custGeom>
              <a:avLst/>
              <a:gdLst/>
              <a:ahLst/>
              <a:cxnLst/>
              <a:rect l="0" t="0" r="0" b="0"/>
              <a:pathLst>
                <a:path w="33535" h="63680">
                  <a:moveTo>
                    <a:pt x="29945" y="10364"/>
                  </a:moveTo>
                  <a:lnTo>
                    <a:pt x="33534" y="20816"/>
                  </a:lnTo>
                  <a:lnTo>
                    <a:pt x="30170" y="27148"/>
                  </a:lnTo>
                  <a:lnTo>
                    <a:pt x="31516" y="33945"/>
                  </a:lnTo>
                  <a:lnTo>
                    <a:pt x="28525" y="56893"/>
                  </a:lnTo>
                  <a:lnTo>
                    <a:pt x="26917" y="57616"/>
                  </a:lnTo>
                  <a:lnTo>
                    <a:pt x="17982" y="54915"/>
                  </a:lnTo>
                  <a:lnTo>
                    <a:pt x="17309" y="60169"/>
                  </a:lnTo>
                  <a:lnTo>
                    <a:pt x="16113" y="62286"/>
                  </a:lnTo>
                  <a:lnTo>
                    <a:pt x="14356" y="63679"/>
                  </a:lnTo>
                  <a:lnTo>
                    <a:pt x="9533" y="63295"/>
                  </a:lnTo>
                  <a:lnTo>
                    <a:pt x="4748" y="55832"/>
                  </a:lnTo>
                  <a:lnTo>
                    <a:pt x="4337" y="48435"/>
                  </a:lnTo>
                  <a:lnTo>
                    <a:pt x="5346" y="46255"/>
                  </a:lnTo>
                  <a:lnTo>
                    <a:pt x="5421" y="41934"/>
                  </a:lnTo>
                  <a:lnTo>
                    <a:pt x="7290" y="41691"/>
                  </a:lnTo>
                  <a:lnTo>
                    <a:pt x="7440" y="38772"/>
                  </a:lnTo>
                  <a:lnTo>
                    <a:pt x="4523" y="36677"/>
                  </a:lnTo>
                  <a:lnTo>
                    <a:pt x="5832" y="26461"/>
                  </a:lnTo>
                  <a:lnTo>
                    <a:pt x="3402" y="20816"/>
                  </a:lnTo>
                  <a:lnTo>
                    <a:pt x="0" y="16682"/>
                  </a:lnTo>
                  <a:lnTo>
                    <a:pt x="710" y="9473"/>
                  </a:lnTo>
                  <a:lnTo>
                    <a:pt x="3589" y="11352"/>
                  </a:lnTo>
                  <a:lnTo>
                    <a:pt x="7926" y="11204"/>
                  </a:lnTo>
                  <a:lnTo>
                    <a:pt x="13122" y="8484"/>
                  </a:lnTo>
                  <a:lnTo>
                    <a:pt x="21571" y="0"/>
                  </a:lnTo>
                  <a:lnTo>
                    <a:pt x="22693" y="1541"/>
                  </a:lnTo>
                  <a:lnTo>
                    <a:pt x="26282" y="2981"/>
                  </a:lnTo>
                  <a:lnTo>
                    <a:pt x="29608" y="6652"/>
                  </a:lnTo>
                  <a:lnTo>
                    <a:pt x="28749" y="947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7" name="oPE_MapPart_ITA_7_377" descr="Italien">
              <a:extLst>
                <a:ext uri="{FF2B5EF4-FFF2-40B4-BE49-F238E27FC236}">
                  <a16:creationId xmlns:a16="http://schemas.microsoft.com/office/drawing/2014/main" id="{71EFC149-C00F-C671-918E-A549F7B42BB7}"/>
                </a:ext>
              </a:extLst>
            </p:cNvPr>
            <p:cNvSpPr/>
            <p:nvPr>
              <p:custDataLst>
                <p:tags r:id="rId377"/>
              </p:custDataLst>
            </p:nvPr>
          </p:nvSpPr>
          <p:spPr>
            <a:xfrm>
              <a:off x="6269614" y="3508342"/>
              <a:ext cx="2506" cy="3514"/>
            </a:xfrm>
            <a:custGeom>
              <a:avLst/>
              <a:gdLst/>
              <a:ahLst/>
              <a:cxnLst/>
              <a:rect l="0" t="0" r="0" b="0"/>
              <a:pathLst>
                <a:path w="2506" h="3514">
                  <a:moveTo>
                    <a:pt x="2505" y="867"/>
                  </a:moveTo>
                  <a:lnTo>
                    <a:pt x="1309" y="3513"/>
                  </a:lnTo>
                  <a:lnTo>
                    <a:pt x="0" y="0"/>
                  </a:lnTo>
                  <a:lnTo>
                    <a:pt x="1683" y="2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8" name="oPE_MapPart_ITA_8_378" descr="Italien">
              <a:extLst>
                <a:ext uri="{FF2B5EF4-FFF2-40B4-BE49-F238E27FC236}">
                  <a16:creationId xmlns:a16="http://schemas.microsoft.com/office/drawing/2014/main" id="{FC493C56-10E3-3ED2-E326-4399748361B9}"/>
                </a:ext>
              </a:extLst>
            </p:cNvPr>
            <p:cNvSpPr/>
            <p:nvPr>
              <p:custDataLst>
                <p:tags r:id="rId378"/>
              </p:custDataLst>
            </p:nvPr>
          </p:nvSpPr>
          <p:spPr>
            <a:xfrm>
              <a:off x="6266436" y="3453442"/>
              <a:ext cx="2356" cy="3422"/>
            </a:xfrm>
            <a:custGeom>
              <a:avLst/>
              <a:gdLst/>
              <a:ahLst/>
              <a:cxnLst/>
              <a:rect l="0" t="0" r="0" b="0"/>
              <a:pathLst>
                <a:path w="2356" h="3422">
                  <a:moveTo>
                    <a:pt x="1646" y="2232"/>
                  </a:moveTo>
                  <a:lnTo>
                    <a:pt x="0" y="3421"/>
                  </a:lnTo>
                  <a:lnTo>
                    <a:pt x="1272" y="595"/>
                  </a:lnTo>
                  <a:lnTo>
                    <a:pt x="2355" y="0"/>
                  </a:lnTo>
                  <a:lnTo>
                    <a:pt x="2355" y="15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9" name="oPE_MapPart_CIV_1_379" descr="Elfenbeinküste">
              <a:extLst>
                <a:ext uri="{FF2B5EF4-FFF2-40B4-BE49-F238E27FC236}">
                  <a16:creationId xmlns:a16="http://schemas.microsoft.com/office/drawing/2014/main" id="{A394BE11-2781-9590-1CA6-D266D370B735}"/>
                </a:ext>
              </a:extLst>
            </p:cNvPr>
            <p:cNvSpPr/>
            <p:nvPr>
              <p:custDataLst>
                <p:tags r:id="rId379"/>
              </p:custDataLst>
            </p:nvPr>
          </p:nvSpPr>
          <p:spPr>
            <a:xfrm>
              <a:off x="6028558" y="4284879"/>
              <a:ext cx="3328" cy="1239"/>
            </a:xfrm>
            <a:custGeom>
              <a:avLst/>
              <a:gdLst/>
              <a:ahLst/>
              <a:cxnLst/>
              <a:rect l="0" t="0" r="0" b="0"/>
              <a:pathLst>
                <a:path w="3328" h="1239">
                  <a:moveTo>
                    <a:pt x="3327" y="413"/>
                  </a:moveTo>
                  <a:lnTo>
                    <a:pt x="2766" y="1238"/>
                  </a:lnTo>
                  <a:lnTo>
                    <a:pt x="0" y="713"/>
                  </a:lnTo>
                  <a:lnTo>
                    <a:pt x="67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0" name="oPE_MapPart_CIV_2_380" descr="Elfenbeinküste">
              <a:extLst>
                <a:ext uri="{FF2B5EF4-FFF2-40B4-BE49-F238E27FC236}">
                  <a16:creationId xmlns:a16="http://schemas.microsoft.com/office/drawing/2014/main" id="{3050F811-A694-0115-B209-D4C1CA9E1C67}"/>
                </a:ext>
              </a:extLst>
            </p:cNvPr>
            <p:cNvSpPr/>
            <p:nvPr>
              <p:custDataLst>
                <p:tags r:id="rId380"/>
              </p:custDataLst>
            </p:nvPr>
          </p:nvSpPr>
          <p:spPr>
            <a:xfrm>
              <a:off x="5917302" y="4167894"/>
              <a:ext cx="126660" cy="133605"/>
            </a:xfrm>
            <a:custGeom>
              <a:avLst/>
              <a:gdLst/>
              <a:ahLst/>
              <a:cxnLst/>
              <a:rect l="0" t="0" r="0" b="0"/>
              <a:pathLst>
                <a:path w="126660" h="133605">
                  <a:moveTo>
                    <a:pt x="12748" y="11860"/>
                  </a:moveTo>
                  <a:lnTo>
                    <a:pt x="16411" y="10303"/>
                  </a:lnTo>
                  <a:lnTo>
                    <a:pt x="19589" y="6274"/>
                  </a:lnTo>
                  <a:lnTo>
                    <a:pt x="22954" y="6009"/>
                  </a:lnTo>
                  <a:lnTo>
                    <a:pt x="25309" y="8099"/>
                  </a:lnTo>
                  <a:lnTo>
                    <a:pt x="25757" y="9809"/>
                  </a:lnTo>
                  <a:lnTo>
                    <a:pt x="31141" y="10987"/>
                  </a:lnTo>
                  <a:lnTo>
                    <a:pt x="32973" y="12278"/>
                  </a:lnTo>
                  <a:lnTo>
                    <a:pt x="33982" y="11594"/>
                  </a:lnTo>
                  <a:lnTo>
                    <a:pt x="33496" y="9999"/>
                  </a:lnTo>
                  <a:lnTo>
                    <a:pt x="34356" y="8061"/>
                  </a:lnTo>
                  <a:lnTo>
                    <a:pt x="39702" y="7909"/>
                  </a:lnTo>
                  <a:lnTo>
                    <a:pt x="40487" y="1445"/>
                  </a:lnTo>
                  <a:lnTo>
                    <a:pt x="42356" y="2929"/>
                  </a:lnTo>
                  <a:lnTo>
                    <a:pt x="45272" y="3499"/>
                  </a:lnTo>
                  <a:lnTo>
                    <a:pt x="45235" y="1103"/>
                  </a:lnTo>
                  <a:lnTo>
                    <a:pt x="48674" y="0"/>
                  </a:lnTo>
                  <a:lnTo>
                    <a:pt x="50132" y="6845"/>
                  </a:lnTo>
                  <a:lnTo>
                    <a:pt x="49123" y="9771"/>
                  </a:lnTo>
                  <a:lnTo>
                    <a:pt x="51665" y="11025"/>
                  </a:lnTo>
                  <a:lnTo>
                    <a:pt x="53348" y="11176"/>
                  </a:lnTo>
                  <a:lnTo>
                    <a:pt x="57310" y="7073"/>
                  </a:lnTo>
                  <a:lnTo>
                    <a:pt x="63291" y="6009"/>
                  </a:lnTo>
                  <a:lnTo>
                    <a:pt x="66918" y="8669"/>
                  </a:lnTo>
                  <a:lnTo>
                    <a:pt x="69385" y="8555"/>
                  </a:lnTo>
                  <a:lnTo>
                    <a:pt x="72787" y="10189"/>
                  </a:lnTo>
                  <a:lnTo>
                    <a:pt x="75479" y="16758"/>
                  </a:lnTo>
                  <a:lnTo>
                    <a:pt x="82620" y="21349"/>
                  </a:lnTo>
                  <a:lnTo>
                    <a:pt x="84676" y="21121"/>
                  </a:lnTo>
                  <a:lnTo>
                    <a:pt x="88713" y="22752"/>
                  </a:lnTo>
                  <a:lnTo>
                    <a:pt x="90059" y="20704"/>
                  </a:lnTo>
                  <a:lnTo>
                    <a:pt x="99966" y="17023"/>
                  </a:lnTo>
                  <a:lnTo>
                    <a:pt x="111742" y="17516"/>
                  </a:lnTo>
                  <a:lnTo>
                    <a:pt x="116639" y="21880"/>
                  </a:lnTo>
                  <a:lnTo>
                    <a:pt x="120191" y="27377"/>
                  </a:lnTo>
                  <a:lnTo>
                    <a:pt x="122696" y="26240"/>
                  </a:lnTo>
                  <a:lnTo>
                    <a:pt x="123144" y="30408"/>
                  </a:lnTo>
                  <a:lnTo>
                    <a:pt x="121649" y="35406"/>
                  </a:lnTo>
                  <a:lnTo>
                    <a:pt x="122845" y="35822"/>
                  </a:lnTo>
                  <a:lnTo>
                    <a:pt x="124677" y="40553"/>
                  </a:lnTo>
                  <a:lnTo>
                    <a:pt x="126659" y="52989"/>
                  </a:lnTo>
                  <a:lnTo>
                    <a:pt x="124453" y="54273"/>
                  </a:lnTo>
                  <a:lnTo>
                    <a:pt x="124416" y="56388"/>
                  </a:lnTo>
                  <a:lnTo>
                    <a:pt x="120752" y="58766"/>
                  </a:lnTo>
                  <a:lnTo>
                    <a:pt x="117238" y="68801"/>
                  </a:lnTo>
                  <a:lnTo>
                    <a:pt x="116677" y="74002"/>
                  </a:lnTo>
                  <a:lnTo>
                    <a:pt x="111480" y="82326"/>
                  </a:lnTo>
                  <a:lnTo>
                    <a:pt x="111331" y="85639"/>
                  </a:lnTo>
                  <a:lnTo>
                    <a:pt x="112228" y="91923"/>
                  </a:lnTo>
                  <a:lnTo>
                    <a:pt x="116415" y="105231"/>
                  </a:lnTo>
                  <a:lnTo>
                    <a:pt x="117163" y="106658"/>
                  </a:lnTo>
                  <a:lnTo>
                    <a:pt x="120677" y="107560"/>
                  </a:lnTo>
                  <a:lnTo>
                    <a:pt x="121462" y="111053"/>
                  </a:lnTo>
                  <a:lnTo>
                    <a:pt x="120640" y="116234"/>
                  </a:lnTo>
                  <a:lnTo>
                    <a:pt x="117462" y="117586"/>
                  </a:lnTo>
                  <a:lnTo>
                    <a:pt x="116004" y="117361"/>
                  </a:lnTo>
                  <a:lnTo>
                    <a:pt x="112901" y="115821"/>
                  </a:lnTo>
                  <a:lnTo>
                    <a:pt x="113238" y="112818"/>
                  </a:lnTo>
                  <a:lnTo>
                    <a:pt x="112228" y="112668"/>
                  </a:lnTo>
                  <a:lnTo>
                    <a:pt x="109163" y="117361"/>
                  </a:lnTo>
                  <a:lnTo>
                    <a:pt x="98321" y="115483"/>
                  </a:lnTo>
                  <a:lnTo>
                    <a:pt x="95966" y="113944"/>
                  </a:lnTo>
                  <a:lnTo>
                    <a:pt x="93125" y="113607"/>
                  </a:lnTo>
                  <a:lnTo>
                    <a:pt x="84152" y="114245"/>
                  </a:lnTo>
                  <a:lnTo>
                    <a:pt x="82993" y="115145"/>
                  </a:lnTo>
                  <a:lnTo>
                    <a:pt x="93237" y="114620"/>
                  </a:lnTo>
                  <a:lnTo>
                    <a:pt x="94844" y="115259"/>
                  </a:lnTo>
                  <a:lnTo>
                    <a:pt x="76937" y="117173"/>
                  </a:lnTo>
                  <a:lnTo>
                    <a:pt x="74357" y="115821"/>
                  </a:lnTo>
                  <a:lnTo>
                    <a:pt x="68974" y="115671"/>
                  </a:lnTo>
                  <a:lnTo>
                    <a:pt x="67217" y="116910"/>
                  </a:lnTo>
                  <a:lnTo>
                    <a:pt x="72675" y="116685"/>
                  </a:lnTo>
                  <a:lnTo>
                    <a:pt x="73573" y="117361"/>
                  </a:lnTo>
                  <a:lnTo>
                    <a:pt x="63105" y="118223"/>
                  </a:lnTo>
                  <a:lnTo>
                    <a:pt x="55889" y="119837"/>
                  </a:lnTo>
                  <a:lnTo>
                    <a:pt x="36524" y="126928"/>
                  </a:lnTo>
                  <a:lnTo>
                    <a:pt x="21982" y="133604"/>
                  </a:lnTo>
                  <a:lnTo>
                    <a:pt x="21159" y="121788"/>
                  </a:lnTo>
                  <a:lnTo>
                    <a:pt x="21496" y="118374"/>
                  </a:lnTo>
                  <a:lnTo>
                    <a:pt x="22730" y="117811"/>
                  </a:lnTo>
                  <a:lnTo>
                    <a:pt x="24374" y="113306"/>
                  </a:lnTo>
                  <a:lnTo>
                    <a:pt x="25010" y="108574"/>
                  </a:lnTo>
                  <a:lnTo>
                    <a:pt x="23888" y="102525"/>
                  </a:lnTo>
                  <a:lnTo>
                    <a:pt x="18131" y="100909"/>
                  </a:lnTo>
                  <a:lnTo>
                    <a:pt x="16785" y="99744"/>
                  </a:lnTo>
                  <a:lnTo>
                    <a:pt x="14841" y="94292"/>
                  </a:lnTo>
                  <a:lnTo>
                    <a:pt x="12934" y="93239"/>
                  </a:lnTo>
                  <a:lnTo>
                    <a:pt x="6579" y="92525"/>
                  </a:lnTo>
                  <a:lnTo>
                    <a:pt x="3215" y="89553"/>
                  </a:lnTo>
                  <a:lnTo>
                    <a:pt x="0" y="88612"/>
                  </a:lnTo>
                  <a:lnTo>
                    <a:pt x="5645" y="82440"/>
                  </a:lnTo>
                  <a:lnTo>
                    <a:pt x="6280" y="78712"/>
                  </a:lnTo>
                  <a:lnTo>
                    <a:pt x="6392" y="76753"/>
                  </a:lnTo>
                  <a:lnTo>
                    <a:pt x="3476" y="67482"/>
                  </a:lnTo>
                  <a:lnTo>
                    <a:pt x="2429" y="66614"/>
                  </a:lnTo>
                  <a:lnTo>
                    <a:pt x="3626" y="65709"/>
                  </a:lnTo>
                  <a:lnTo>
                    <a:pt x="7738" y="66651"/>
                  </a:lnTo>
                  <a:lnTo>
                    <a:pt x="12336" y="55709"/>
                  </a:lnTo>
                  <a:lnTo>
                    <a:pt x="11551" y="53782"/>
                  </a:lnTo>
                  <a:lnTo>
                    <a:pt x="7215" y="52045"/>
                  </a:lnTo>
                  <a:lnTo>
                    <a:pt x="7626" y="47775"/>
                  </a:lnTo>
                  <a:lnTo>
                    <a:pt x="11514" y="46943"/>
                  </a:lnTo>
                  <a:lnTo>
                    <a:pt x="16224" y="47548"/>
                  </a:lnTo>
                  <a:lnTo>
                    <a:pt x="17981" y="49476"/>
                  </a:lnTo>
                  <a:lnTo>
                    <a:pt x="19178" y="48758"/>
                  </a:lnTo>
                  <a:lnTo>
                    <a:pt x="18355" y="43843"/>
                  </a:lnTo>
                  <a:lnTo>
                    <a:pt x="17047" y="42217"/>
                  </a:lnTo>
                  <a:lnTo>
                    <a:pt x="13570" y="40818"/>
                  </a:lnTo>
                  <a:lnTo>
                    <a:pt x="13832" y="36769"/>
                  </a:lnTo>
                  <a:lnTo>
                    <a:pt x="17159" y="34649"/>
                  </a:lnTo>
                  <a:lnTo>
                    <a:pt x="14243" y="32377"/>
                  </a:lnTo>
                  <a:lnTo>
                    <a:pt x="14692" y="27604"/>
                  </a:lnTo>
                  <a:lnTo>
                    <a:pt x="11888" y="27983"/>
                  </a:lnTo>
                  <a:lnTo>
                    <a:pt x="9682" y="25936"/>
                  </a:lnTo>
                  <a:lnTo>
                    <a:pt x="9308" y="15847"/>
                  </a:lnTo>
                  <a:lnTo>
                    <a:pt x="12262" y="1265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1" name="oPE_MapPart_JAM_1_381" descr="Jamaika">
              <a:extLst>
                <a:ext uri="{FF2B5EF4-FFF2-40B4-BE49-F238E27FC236}">
                  <a16:creationId xmlns:a16="http://schemas.microsoft.com/office/drawing/2014/main" id="{9D780D84-A9F0-FB99-6073-AEFE657B6EE0}"/>
                </a:ext>
              </a:extLst>
            </p:cNvPr>
            <p:cNvSpPr/>
            <p:nvPr>
              <p:custDataLst>
                <p:tags r:id="rId381"/>
              </p:custDataLst>
            </p:nvPr>
          </p:nvSpPr>
          <p:spPr>
            <a:xfrm>
              <a:off x="4468947" y="4000374"/>
              <a:ext cx="44227" cy="17624"/>
            </a:xfrm>
            <a:custGeom>
              <a:avLst/>
              <a:gdLst/>
              <a:ahLst/>
              <a:cxnLst/>
              <a:rect l="0" t="0" r="0" b="0"/>
              <a:pathLst>
                <a:path w="44227" h="17624">
                  <a:moveTo>
                    <a:pt x="22393" y="1420"/>
                  </a:moveTo>
                  <a:lnTo>
                    <a:pt x="29720" y="2878"/>
                  </a:lnTo>
                  <a:lnTo>
                    <a:pt x="34019" y="5792"/>
                  </a:lnTo>
                  <a:lnTo>
                    <a:pt x="41309" y="8114"/>
                  </a:lnTo>
                  <a:lnTo>
                    <a:pt x="44226" y="13303"/>
                  </a:lnTo>
                  <a:lnTo>
                    <a:pt x="37683" y="14325"/>
                  </a:lnTo>
                  <a:lnTo>
                    <a:pt x="30879" y="12007"/>
                  </a:lnTo>
                  <a:lnTo>
                    <a:pt x="28972" y="14717"/>
                  </a:lnTo>
                  <a:lnTo>
                    <a:pt x="27066" y="14600"/>
                  </a:lnTo>
                  <a:lnTo>
                    <a:pt x="26355" y="13579"/>
                  </a:lnTo>
                  <a:lnTo>
                    <a:pt x="25346" y="14050"/>
                  </a:lnTo>
                  <a:lnTo>
                    <a:pt x="23552" y="17623"/>
                  </a:lnTo>
                  <a:lnTo>
                    <a:pt x="20299" y="15032"/>
                  </a:lnTo>
                  <a:lnTo>
                    <a:pt x="11850" y="14089"/>
                  </a:lnTo>
                  <a:lnTo>
                    <a:pt x="9532" y="10985"/>
                  </a:lnTo>
                  <a:lnTo>
                    <a:pt x="7813" y="10395"/>
                  </a:lnTo>
                  <a:lnTo>
                    <a:pt x="6130" y="7602"/>
                  </a:lnTo>
                  <a:lnTo>
                    <a:pt x="934" y="6658"/>
                  </a:lnTo>
                  <a:lnTo>
                    <a:pt x="0" y="5123"/>
                  </a:lnTo>
                  <a:lnTo>
                    <a:pt x="2542" y="1617"/>
                  </a:lnTo>
                  <a:lnTo>
                    <a:pt x="7514" y="1183"/>
                  </a:lnTo>
                  <a:lnTo>
                    <a:pt x="9682" y="0"/>
                  </a:lnTo>
                  <a:lnTo>
                    <a:pt x="20449" y="12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2" name="oPE_MapPart_JPN_1_382" descr="Japan">
              <a:extLst>
                <a:ext uri="{FF2B5EF4-FFF2-40B4-BE49-F238E27FC236}">
                  <a16:creationId xmlns:a16="http://schemas.microsoft.com/office/drawing/2014/main" id="{1FA55825-D766-C648-A38F-5AF3EB10D1A4}"/>
                </a:ext>
              </a:extLst>
            </p:cNvPr>
            <p:cNvSpPr/>
            <p:nvPr>
              <p:custDataLst>
                <p:tags r:id="rId382"/>
              </p:custDataLst>
            </p:nvPr>
          </p:nvSpPr>
          <p:spPr>
            <a:xfrm>
              <a:off x="8814460" y="3442790"/>
              <a:ext cx="230590" cy="210296"/>
            </a:xfrm>
            <a:custGeom>
              <a:avLst/>
              <a:gdLst/>
              <a:ahLst/>
              <a:cxnLst/>
              <a:rect l="0" t="0" r="0" b="0"/>
              <a:pathLst>
                <a:path w="230590" h="210296">
                  <a:moveTo>
                    <a:pt x="214775" y="3690"/>
                  </a:moveTo>
                  <a:lnTo>
                    <a:pt x="219448" y="2793"/>
                  </a:lnTo>
                  <a:lnTo>
                    <a:pt x="218327" y="11346"/>
                  </a:lnTo>
                  <a:lnTo>
                    <a:pt x="218925" y="21586"/>
                  </a:lnTo>
                  <a:lnTo>
                    <a:pt x="219598" y="24642"/>
                  </a:lnTo>
                  <a:lnTo>
                    <a:pt x="226551" y="33387"/>
                  </a:lnTo>
                  <a:lnTo>
                    <a:pt x="230589" y="46913"/>
                  </a:lnTo>
                  <a:lnTo>
                    <a:pt x="230289" y="56716"/>
                  </a:lnTo>
                  <a:lnTo>
                    <a:pt x="228720" y="65214"/>
                  </a:lnTo>
                  <a:lnTo>
                    <a:pt x="223673" y="68873"/>
                  </a:lnTo>
                  <a:lnTo>
                    <a:pt x="221355" y="74539"/>
                  </a:lnTo>
                  <a:lnTo>
                    <a:pt x="219710" y="84056"/>
                  </a:lnTo>
                  <a:lnTo>
                    <a:pt x="212270" y="85820"/>
                  </a:lnTo>
                  <a:lnTo>
                    <a:pt x="209205" y="90818"/>
                  </a:lnTo>
                  <a:lnTo>
                    <a:pt x="208495" y="96088"/>
                  </a:lnTo>
                  <a:lnTo>
                    <a:pt x="210775" y="108752"/>
                  </a:lnTo>
                  <a:lnTo>
                    <a:pt x="210027" y="117962"/>
                  </a:lnTo>
                  <a:lnTo>
                    <a:pt x="209354" y="120867"/>
                  </a:lnTo>
                  <a:lnTo>
                    <a:pt x="205690" y="124936"/>
                  </a:lnTo>
                  <a:lnTo>
                    <a:pt x="204382" y="127877"/>
                  </a:lnTo>
                  <a:lnTo>
                    <a:pt x="202252" y="133838"/>
                  </a:lnTo>
                  <a:lnTo>
                    <a:pt x="201129" y="140803"/>
                  </a:lnTo>
                  <a:lnTo>
                    <a:pt x="202139" y="145247"/>
                  </a:lnTo>
                  <a:lnTo>
                    <a:pt x="207373" y="153830"/>
                  </a:lnTo>
                  <a:lnTo>
                    <a:pt x="202513" y="155442"/>
                  </a:lnTo>
                  <a:lnTo>
                    <a:pt x="198737" y="159303"/>
                  </a:lnTo>
                  <a:lnTo>
                    <a:pt x="197877" y="165494"/>
                  </a:lnTo>
                  <a:lnTo>
                    <a:pt x="196606" y="167690"/>
                  </a:lnTo>
                  <a:lnTo>
                    <a:pt x="190475" y="171300"/>
                  </a:lnTo>
                  <a:lnTo>
                    <a:pt x="187597" y="174813"/>
                  </a:lnTo>
                  <a:lnTo>
                    <a:pt x="185989" y="174449"/>
                  </a:lnTo>
                  <a:lnTo>
                    <a:pt x="185054" y="173354"/>
                  </a:lnTo>
                  <a:lnTo>
                    <a:pt x="185989" y="172031"/>
                  </a:lnTo>
                  <a:lnTo>
                    <a:pt x="185615" y="164761"/>
                  </a:lnTo>
                  <a:lnTo>
                    <a:pt x="191260" y="157373"/>
                  </a:lnTo>
                  <a:lnTo>
                    <a:pt x="188980" y="155257"/>
                  </a:lnTo>
                  <a:lnTo>
                    <a:pt x="185802" y="155533"/>
                  </a:lnTo>
                  <a:lnTo>
                    <a:pt x="184792" y="156683"/>
                  </a:lnTo>
                  <a:lnTo>
                    <a:pt x="184419" y="159716"/>
                  </a:lnTo>
                  <a:lnTo>
                    <a:pt x="181951" y="161873"/>
                  </a:lnTo>
                  <a:lnTo>
                    <a:pt x="182288" y="164165"/>
                  </a:lnTo>
                  <a:lnTo>
                    <a:pt x="183933" y="165859"/>
                  </a:lnTo>
                  <a:lnTo>
                    <a:pt x="182475" y="168514"/>
                  </a:lnTo>
                  <a:lnTo>
                    <a:pt x="181690" y="168696"/>
                  </a:lnTo>
                  <a:lnTo>
                    <a:pt x="178325" y="164715"/>
                  </a:lnTo>
                  <a:lnTo>
                    <a:pt x="173652" y="165218"/>
                  </a:lnTo>
                  <a:lnTo>
                    <a:pt x="171259" y="168376"/>
                  </a:lnTo>
                  <a:lnTo>
                    <a:pt x="170250" y="176363"/>
                  </a:lnTo>
                  <a:lnTo>
                    <a:pt x="168119" y="179912"/>
                  </a:lnTo>
                  <a:lnTo>
                    <a:pt x="165091" y="181912"/>
                  </a:lnTo>
                  <a:lnTo>
                    <a:pt x="163483" y="179912"/>
                  </a:lnTo>
                  <a:lnTo>
                    <a:pt x="164380" y="172944"/>
                  </a:lnTo>
                  <a:lnTo>
                    <a:pt x="166474" y="171666"/>
                  </a:lnTo>
                  <a:lnTo>
                    <a:pt x="162624" y="169153"/>
                  </a:lnTo>
                  <a:lnTo>
                    <a:pt x="159671" y="170113"/>
                  </a:lnTo>
                  <a:lnTo>
                    <a:pt x="152941" y="179048"/>
                  </a:lnTo>
                  <a:lnTo>
                    <a:pt x="151632" y="182503"/>
                  </a:lnTo>
                  <a:lnTo>
                    <a:pt x="138211" y="180776"/>
                  </a:lnTo>
                  <a:lnTo>
                    <a:pt x="128193" y="182820"/>
                  </a:lnTo>
                  <a:lnTo>
                    <a:pt x="132902" y="179776"/>
                  </a:lnTo>
                  <a:lnTo>
                    <a:pt x="132641" y="178047"/>
                  </a:lnTo>
                  <a:lnTo>
                    <a:pt x="127594" y="178229"/>
                  </a:lnTo>
                  <a:lnTo>
                    <a:pt x="126173" y="176453"/>
                  </a:lnTo>
                  <a:lnTo>
                    <a:pt x="125763" y="179321"/>
                  </a:lnTo>
                  <a:lnTo>
                    <a:pt x="124267" y="179048"/>
                  </a:lnTo>
                  <a:lnTo>
                    <a:pt x="123856" y="172807"/>
                  </a:lnTo>
                  <a:lnTo>
                    <a:pt x="124790" y="171392"/>
                  </a:lnTo>
                  <a:lnTo>
                    <a:pt x="122846" y="171027"/>
                  </a:lnTo>
                  <a:lnTo>
                    <a:pt x="120491" y="172670"/>
                  </a:lnTo>
                  <a:lnTo>
                    <a:pt x="117238" y="180412"/>
                  </a:lnTo>
                  <a:lnTo>
                    <a:pt x="124454" y="186586"/>
                  </a:lnTo>
                  <a:lnTo>
                    <a:pt x="123893" y="189349"/>
                  </a:lnTo>
                  <a:lnTo>
                    <a:pt x="113014" y="193058"/>
                  </a:lnTo>
                  <a:lnTo>
                    <a:pt x="104416" y="208456"/>
                  </a:lnTo>
                  <a:lnTo>
                    <a:pt x="99818" y="210295"/>
                  </a:lnTo>
                  <a:lnTo>
                    <a:pt x="94808" y="208636"/>
                  </a:lnTo>
                  <a:lnTo>
                    <a:pt x="88042" y="197301"/>
                  </a:lnTo>
                  <a:lnTo>
                    <a:pt x="87480" y="190254"/>
                  </a:lnTo>
                  <a:lnTo>
                    <a:pt x="91817" y="187039"/>
                  </a:lnTo>
                  <a:lnTo>
                    <a:pt x="93948" y="183729"/>
                  </a:lnTo>
                  <a:lnTo>
                    <a:pt x="94023" y="181957"/>
                  </a:lnTo>
                  <a:lnTo>
                    <a:pt x="92752" y="181048"/>
                  </a:lnTo>
                  <a:lnTo>
                    <a:pt x="86246" y="181640"/>
                  </a:lnTo>
                  <a:lnTo>
                    <a:pt x="80003" y="178229"/>
                  </a:lnTo>
                  <a:lnTo>
                    <a:pt x="69761" y="179549"/>
                  </a:lnTo>
                  <a:lnTo>
                    <a:pt x="63966" y="184227"/>
                  </a:lnTo>
                  <a:lnTo>
                    <a:pt x="53086" y="186586"/>
                  </a:lnTo>
                  <a:lnTo>
                    <a:pt x="46806" y="189892"/>
                  </a:lnTo>
                  <a:lnTo>
                    <a:pt x="44226" y="189213"/>
                  </a:lnTo>
                  <a:lnTo>
                    <a:pt x="36712" y="191294"/>
                  </a:lnTo>
                  <a:lnTo>
                    <a:pt x="31815" y="188625"/>
                  </a:lnTo>
                  <a:lnTo>
                    <a:pt x="29571" y="189349"/>
                  </a:lnTo>
                  <a:lnTo>
                    <a:pt x="28039" y="191792"/>
                  </a:lnTo>
                  <a:lnTo>
                    <a:pt x="26132" y="201536"/>
                  </a:lnTo>
                  <a:lnTo>
                    <a:pt x="17683" y="196174"/>
                  </a:lnTo>
                  <a:lnTo>
                    <a:pt x="7141" y="198789"/>
                  </a:lnTo>
                  <a:lnTo>
                    <a:pt x="3814" y="196986"/>
                  </a:lnTo>
                  <a:lnTo>
                    <a:pt x="636" y="198113"/>
                  </a:lnTo>
                  <a:lnTo>
                    <a:pt x="0" y="190933"/>
                  </a:lnTo>
                  <a:lnTo>
                    <a:pt x="2393" y="187628"/>
                  </a:lnTo>
                  <a:lnTo>
                    <a:pt x="9684" y="187130"/>
                  </a:lnTo>
                  <a:lnTo>
                    <a:pt x="28487" y="171711"/>
                  </a:lnTo>
                  <a:lnTo>
                    <a:pt x="35927" y="164486"/>
                  </a:lnTo>
                  <a:lnTo>
                    <a:pt x="37572" y="161643"/>
                  </a:lnTo>
                  <a:lnTo>
                    <a:pt x="42244" y="159303"/>
                  </a:lnTo>
                  <a:lnTo>
                    <a:pt x="49386" y="158108"/>
                  </a:lnTo>
                  <a:lnTo>
                    <a:pt x="51666" y="160634"/>
                  </a:lnTo>
                  <a:lnTo>
                    <a:pt x="56638" y="159257"/>
                  </a:lnTo>
                  <a:lnTo>
                    <a:pt x="64227" y="159395"/>
                  </a:lnTo>
                  <a:lnTo>
                    <a:pt x="89014" y="153277"/>
                  </a:lnTo>
                  <a:lnTo>
                    <a:pt x="90882" y="153922"/>
                  </a:lnTo>
                  <a:lnTo>
                    <a:pt x="90210" y="157235"/>
                  </a:lnTo>
                  <a:lnTo>
                    <a:pt x="92191" y="158935"/>
                  </a:lnTo>
                  <a:lnTo>
                    <a:pt x="99518" y="159486"/>
                  </a:lnTo>
                  <a:lnTo>
                    <a:pt x="104154" y="156821"/>
                  </a:lnTo>
                  <a:lnTo>
                    <a:pt x="108154" y="152725"/>
                  </a:lnTo>
                  <a:lnTo>
                    <a:pt x="106621" y="150005"/>
                  </a:lnTo>
                  <a:lnTo>
                    <a:pt x="106285" y="147003"/>
                  </a:lnTo>
                  <a:lnTo>
                    <a:pt x="107556" y="143766"/>
                  </a:lnTo>
                  <a:lnTo>
                    <a:pt x="113612" y="137463"/>
                  </a:lnTo>
                  <a:lnTo>
                    <a:pt x="120641" y="127643"/>
                  </a:lnTo>
                  <a:lnTo>
                    <a:pt x="121725" y="122224"/>
                  </a:lnTo>
                  <a:lnTo>
                    <a:pt x="121089" y="115758"/>
                  </a:lnTo>
                  <a:lnTo>
                    <a:pt x="123669" y="110965"/>
                  </a:lnTo>
                  <a:lnTo>
                    <a:pt x="133613" y="107292"/>
                  </a:lnTo>
                  <a:lnTo>
                    <a:pt x="133950" y="109506"/>
                  </a:lnTo>
                  <a:lnTo>
                    <a:pt x="130099" y="113551"/>
                  </a:lnTo>
                  <a:lnTo>
                    <a:pt x="125351" y="116462"/>
                  </a:lnTo>
                  <a:lnTo>
                    <a:pt x="124865" y="117869"/>
                  </a:lnTo>
                  <a:lnTo>
                    <a:pt x="126809" y="120258"/>
                  </a:lnTo>
                  <a:lnTo>
                    <a:pt x="127258" y="125169"/>
                  </a:lnTo>
                  <a:lnTo>
                    <a:pt x="132043" y="127363"/>
                  </a:lnTo>
                  <a:lnTo>
                    <a:pt x="134024" y="126897"/>
                  </a:lnTo>
                  <a:lnTo>
                    <a:pt x="137613" y="122177"/>
                  </a:lnTo>
                  <a:lnTo>
                    <a:pt x="154324" y="115242"/>
                  </a:lnTo>
                  <a:lnTo>
                    <a:pt x="160829" y="108611"/>
                  </a:lnTo>
                  <a:lnTo>
                    <a:pt x="166063" y="98883"/>
                  </a:lnTo>
                  <a:lnTo>
                    <a:pt x="176008" y="92149"/>
                  </a:lnTo>
                  <a:lnTo>
                    <a:pt x="179297" y="81479"/>
                  </a:lnTo>
                  <a:lnTo>
                    <a:pt x="185129" y="71372"/>
                  </a:lnTo>
                  <a:lnTo>
                    <a:pt x="187409" y="62081"/>
                  </a:lnTo>
                  <a:lnTo>
                    <a:pt x="189989" y="57199"/>
                  </a:lnTo>
                  <a:lnTo>
                    <a:pt x="190587" y="51433"/>
                  </a:lnTo>
                  <a:lnTo>
                    <a:pt x="189129" y="45209"/>
                  </a:lnTo>
                  <a:lnTo>
                    <a:pt x="183858" y="43455"/>
                  </a:lnTo>
                  <a:lnTo>
                    <a:pt x="187335" y="40724"/>
                  </a:lnTo>
                  <a:lnTo>
                    <a:pt x="189466" y="34219"/>
                  </a:lnTo>
                  <a:lnTo>
                    <a:pt x="187671" y="26758"/>
                  </a:lnTo>
                  <a:lnTo>
                    <a:pt x="188532" y="22967"/>
                  </a:lnTo>
                  <a:lnTo>
                    <a:pt x="195074" y="18228"/>
                  </a:lnTo>
                  <a:lnTo>
                    <a:pt x="196382" y="13825"/>
                  </a:lnTo>
                  <a:lnTo>
                    <a:pt x="195784" y="9559"/>
                  </a:lnTo>
                  <a:lnTo>
                    <a:pt x="197242" y="7671"/>
                  </a:lnTo>
                  <a:lnTo>
                    <a:pt x="202252" y="8616"/>
                  </a:lnTo>
                  <a:lnTo>
                    <a:pt x="203335" y="16943"/>
                  </a:lnTo>
                  <a:lnTo>
                    <a:pt x="204793" y="18624"/>
                  </a:lnTo>
                  <a:lnTo>
                    <a:pt x="205878" y="18525"/>
                  </a:lnTo>
                  <a:lnTo>
                    <a:pt x="207447" y="15904"/>
                  </a:lnTo>
                  <a:lnTo>
                    <a:pt x="212457" y="17240"/>
                  </a:lnTo>
                  <a:lnTo>
                    <a:pt x="213803" y="16053"/>
                  </a:lnTo>
                  <a:lnTo>
                    <a:pt x="215449" y="11148"/>
                  </a:lnTo>
                  <a:lnTo>
                    <a:pt x="214177" y="7274"/>
                  </a:lnTo>
                  <a:lnTo>
                    <a:pt x="205878" y="10155"/>
                  </a:lnTo>
                  <a:lnTo>
                    <a:pt x="205878" y="6975"/>
                  </a:lnTo>
                  <a:lnTo>
                    <a:pt x="207747" y="749"/>
                  </a:lnTo>
                  <a:lnTo>
                    <a:pt x="208681" y="0"/>
                  </a:lnTo>
                  <a:lnTo>
                    <a:pt x="212196" y="13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3" name="oPE_MapPart_JPN_2_383" descr="Japan">
              <a:extLst>
                <a:ext uri="{FF2B5EF4-FFF2-40B4-BE49-F238E27FC236}">
                  <a16:creationId xmlns:a16="http://schemas.microsoft.com/office/drawing/2014/main" id="{9F63C8E0-9D00-3B1E-B5F3-FEBF3030C95A}"/>
                </a:ext>
              </a:extLst>
            </p:cNvPr>
            <p:cNvSpPr/>
            <p:nvPr>
              <p:custDataLst>
                <p:tags r:id="rId383"/>
              </p:custDataLst>
            </p:nvPr>
          </p:nvSpPr>
          <p:spPr>
            <a:xfrm>
              <a:off x="9000262" y="3328088"/>
              <a:ext cx="124567" cy="116699"/>
            </a:xfrm>
            <a:custGeom>
              <a:avLst/>
              <a:gdLst/>
              <a:ahLst/>
              <a:cxnLst/>
              <a:rect l="0" t="0" r="0" b="0"/>
              <a:pathLst>
                <a:path w="124567" h="116699">
                  <a:moveTo>
                    <a:pt x="82845" y="40792"/>
                  </a:moveTo>
                  <a:lnTo>
                    <a:pt x="88602" y="41208"/>
                  </a:lnTo>
                  <a:lnTo>
                    <a:pt x="96527" y="45628"/>
                  </a:lnTo>
                  <a:lnTo>
                    <a:pt x="101350" y="46251"/>
                  </a:lnTo>
                  <a:lnTo>
                    <a:pt x="104602" y="44693"/>
                  </a:lnTo>
                  <a:lnTo>
                    <a:pt x="114958" y="34688"/>
                  </a:lnTo>
                  <a:lnTo>
                    <a:pt x="114584" y="37508"/>
                  </a:lnTo>
                  <a:lnTo>
                    <a:pt x="109911" y="47911"/>
                  </a:lnTo>
                  <a:lnTo>
                    <a:pt x="109387" y="50916"/>
                  </a:lnTo>
                  <a:lnTo>
                    <a:pt x="110173" y="53864"/>
                  </a:lnTo>
                  <a:lnTo>
                    <a:pt x="114360" y="64169"/>
                  </a:lnTo>
                  <a:lnTo>
                    <a:pt x="117425" y="64837"/>
                  </a:lnTo>
                  <a:lnTo>
                    <a:pt x="121276" y="61701"/>
                  </a:lnTo>
                  <a:lnTo>
                    <a:pt x="124566" y="61804"/>
                  </a:lnTo>
                  <a:lnTo>
                    <a:pt x="120229" y="64477"/>
                  </a:lnTo>
                  <a:lnTo>
                    <a:pt x="117761" y="67812"/>
                  </a:lnTo>
                  <a:lnTo>
                    <a:pt x="114509" y="67761"/>
                  </a:lnTo>
                  <a:lnTo>
                    <a:pt x="105649" y="72778"/>
                  </a:lnTo>
                  <a:lnTo>
                    <a:pt x="99593" y="74311"/>
                  </a:lnTo>
                  <a:lnTo>
                    <a:pt x="90620" y="73545"/>
                  </a:lnTo>
                  <a:lnTo>
                    <a:pt x="85873" y="76148"/>
                  </a:lnTo>
                  <a:lnTo>
                    <a:pt x="77797" y="84140"/>
                  </a:lnTo>
                  <a:lnTo>
                    <a:pt x="74657" y="89211"/>
                  </a:lnTo>
                  <a:lnTo>
                    <a:pt x="72638" y="94773"/>
                  </a:lnTo>
                  <a:lnTo>
                    <a:pt x="72265" y="98606"/>
                  </a:lnTo>
                  <a:lnTo>
                    <a:pt x="70657" y="100972"/>
                  </a:lnTo>
                  <a:lnTo>
                    <a:pt x="55516" y="93712"/>
                  </a:lnTo>
                  <a:lnTo>
                    <a:pt x="41871" y="84698"/>
                  </a:lnTo>
                  <a:lnTo>
                    <a:pt x="32637" y="85612"/>
                  </a:lnTo>
                  <a:lnTo>
                    <a:pt x="23926" y="91388"/>
                  </a:lnTo>
                  <a:lnTo>
                    <a:pt x="18169" y="85359"/>
                  </a:lnTo>
                  <a:lnTo>
                    <a:pt x="13421" y="85257"/>
                  </a:lnTo>
                  <a:lnTo>
                    <a:pt x="10729" y="88755"/>
                  </a:lnTo>
                  <a:lnTo>
                    <a:pt x="10206" y="92753"/>
                  </a:lnTo>
                  <a:lnTo>
                    <a:pt x="14393" y="97245"/>
                  </a:lnTo>
                  <a:lnTo>
                    <a:pt x="18655" y="97699"/>
                  </a:lnTo>
                  <a:lnTo>
                    <a:pt x="27328" y="106396"/>
                  </a:lnTo>
                  <a:lnTo>
                    <a:pt x="24188" y="108301"/>
                  </a:lnTo>
                  <a:lnTo>
                    <a:pt x="17122" y="106095"/>
                  </a:lnTo>
                  <a:lnTo>
                    <a:pt x="11440" y="114353"/>
                  </a:lnTo>
                  <a:lnTo>
                    <a:pt x="9047" y="116099"/>
                  </a:lnTo>
                  <a:lnTo>
                    <a:pt x="5196" y="116698"/>
                  </a:lnTo>
                  <a:lnTo>
                    <a:pt x="3327" y="112754"/>
                  </a:lnTo>
                  <a:lnTo>
                    <a:pt x="5683" y="103385"/>
                  </a:lnTo>
                  <a:lnTo>
                    <a:pt x="4598" y="99059"/>
                  </a:lnTo>
                  <a:lnTo>
                    <a:pt x="0" y="93157"/>
                  </a:lnTo>
                  <a:lnTo>
                    <a:pt x="523" y="84597"/>
                  </a:lnTo>
                  <a:lnTo>
                    <a:pt x="1158" y="82717"/>
                  </a:lnTo>
                  <a:lnTo>
                    <a:pt x="8075" y="78596"/>
                  </a:lnTo>
                  <a:lnTo>
                    <a:pt x="12412" y="74106"/>
                  </a:lnTo>
                  <a:lnTo>
                    <a:pt x="13534" y="71346"/>
                  </a:lnTo>
                  <a:lnTo>
                    <a:pt x="11701" y="68017"/>
                  </a:lnTo>
                  <a:lnTo>
                    <a:pt x="11589" y="64169"/>
                  </a:lnTo>
                  <a:lnTo>
                    <a:pt x="13534" y="63141"/>
                  </a:lnTo>
                  <a:lnTo>
                    <a:pt x="19627" y="66684"/>
                  </a:lnTo>
                  <a:lnTo>
                    <a:pt x="27067" y="67659"/>
                  </a:lnTo>
                  <a:lnTo>
                    <a:pt x="30357" y="67095"/>
                  </a:lnTo>
                  <a:lnTo>
                    <a:pt x="31964" y="64837"/>
                  </a:lnTo>
                  <a:lnTo>
                    <a:pt x="32749" y="61907"/>
                  </a:lnTo>
                  <a:lnTo>
                    <a:pt x="32449" y="54432"/>
                  </a:lnTo>
                  <a:lnTo>
                    <a:pt x="37609" y="43602"/>
                  </a:lnTo>
                  <a:lnTo>
                    <a:pt x="37908" y="36516"/>
                  </a:lnTo>
                  <a:lnTo>
                    <a:pt x="40002" y="30136"/>
                  </a:lnTo>
                  <a:lnTo>
                    <a:pt x="40451" y="23362"/>
                  </a:lnTo>
                  <a:lnTo>
                    <a:pt x="39142" y="16774"/>
                  </a:lnTo>
                  <a:lnTo>
                    <a:pt x="36300" y="10424"/>
                  </a:lnTo>
                  <a:lnTo>
                    <a:pt x="38058" y="3198"/>
                  </a:lnTo>
                  <a:lnTo>
                    <a:pt x="43665" y="0"/>
                  </a:lnTo>
                  <a:lnTo>
                    <a:pt x="44563" y="747"/>
                  </a:lnTo>
                  <a:lnTo>
                    <a:pt x="63330" y="24677"/>
                  </a:lnTo>
                  <a:lnTo>
                    <a:pt x="81498" y="403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4" name="oPE_MapPart_JPN_3_384" descr="Japan">
              <a:extLst>
                <a:ext uri="{FF2B5EF4-FFF2-40B4-BE49-F238E27FC236}">
                  <a16:creationId xmlns:a16="http://schemas.microsoft.com/office/drawing/2014/main" id="{70D61212-B13A-ABC5-71EA-0AB0817F6148}"/>
                </a:ext>
              </a:extLst>
            </p:cNvPr>
            <p:cNvSpPr/>
            <p:nvPr>
              <p:custDataLst>
                <p:tags r:id="rId384"/>
              </p:custDataLst>
            </p:nvPr>
          </p:nvSpPr>
          <p:spPr>
            <a:xfrm>
              <a:off x="8787282" y="3642075"/>
              <a:ext cx="50432" cy="71712"/>
            </a:xfrm>
            <a:custGeom>
              <a:avLst/>
              <a:gdLst/>
              <a:ahLst/>
              <a:cxnLst/>
              <a:rect l="0" t="0" r="0" b="0"/>
              <a:pathLst>
                <a:path w="50432" h="71712">
                  <a:moveTo>
                    <a:pt x="33122" y="8139"/>
                  </a:moveTo>
                  <a:lnTo>
                    <a:pt x="37085" y="8947"/>
                  </a:lnTo>
                  <a:lnTo>
                    <a:pt x="41609" y="6882"/>
                  </a:lnTo>
                  <a:lnTo>
                    <a:pt x="43964" y="8139"/>
                  </a:lnTo>
                  <a:lnTo>
                    <a:pt x="44263" y="10652"/>
                  </a:lnTo>
                  <a:lnTo>
                    <a:pt x="40637" y="16293"/>
                  </a:lnTo>
                  <a:lnTo>
                    <a:pt x="48114" y="16785"/>
                  </a:lnTo>
                  <a:lnTo>
                    <a:pt x="47104" y="20180"/>
                  </a:lnTo>
                  <a:lnTo>
                    <a:pt x="49198" y="21965"/>
                  </a:lnTo>
                  <a:lnTo>
                    <a:pt x="48413" y="23748"/>
                  </a:lnTo>
                  <a:lnTo>
                    <a:pt x="50431" y="25129"/>
                  </a:lnTo>
                  <a:lnTo>
                    <a:pt x="50320" y="26019"/>
                  </a:lnTo>
                  <a:lnTo>
                    <a:pt x="43216" y="36323"/>
                  </a:lnTo>
                  <a:lnTo>
                    <a:pt x="39029" y="50589"/>
                  </a:lnTo>
                  <a:lnTo>
                    <a:pt x="39029" y="55778"/>
                  </a:lnTo>
                  <a:lnTo>
                    <a:pt x="36487" y="62270"/>
                  </a:lnTo>
                  <a:lnTo>
                    <a:pt x="30955" y="61481"/>
                  </a:lnTo>
                  <a:lnTo>
                    <a:pt x="30206" y="62927"/>
                  </a:lnTo>
                  <a:lnTo>
                    <a:pt x="31515" y="65859"/>
                  </a:lnTo>
                  <a:lnTo>
                    <a:pt x="22954" y="71711"/>
                  </a:lnTo>
                  <a:lnTo>
                    <a:pt x="25122" y="65553"/>
                  </a:lnTo>
                  <a:lnTo>
                    <a:pt x="23327" y="58061"/>
                  </a:lnTo>
                  <a:lnTo>
                    <a:pt x="24898" y="57403"/>
                  </a:lnTo>
                  <a:lnTo>
                    <a:pt x="25272" y="55778"/>
                  </a:lnTo>
                  <a:lnTo>
                    <a:pt x="24824" y="54899"/>
                  </a:lnTo>
                  <a:lnTo>
                    <a:pt x="22318" y="54636"/>
                  </a:lnTo>
                  <a:lnTo>
                    <a:pt x="19701" y="60912"/>
                  </a:lnTo>
                  <a:lnTo>
                    <a:pt x="22094" y="65596"/>
                  </a:lnTo>
                  <a:lnTo>
                    <a:pt x="20935" y="67782"/>
                  </a:lnTo>
                  <a:lnTo>
                    <a:pt x="12897" y="65028"/>
                  </a:lnTo>
                  <a:lnTo>
                    <a:pt x="11776" y="62183"/>
                  </a:lnTo>
                  <a:lnTo>
                    <a:pt x="14841" y="61131"/>
                  </a:lnTo>
                  <a:lnTo>
                    <a:pt x="15402" y="57491"/>
                  </a:lnTo>
                  <a:lnTo>
                    <a:pt x="12636" y="53405"/>
                  </a:lnTo>
                  <a:lnTo>
                    <a:pt x="12748" y="45520"/>
                  </a:lnTo>
                  <a:lnTo>
                    <a:pt x="16935" y="42385"/>
                  </a:lnTo>
                  <a:lnTo>
                    <a:pt x="22019" y="32509"/>
                  </a:lnTo>
                  <a:lnTo>
                    <a:pt x="19066" y="31577"/>
                  </a:lnTo>
                  <a:lnTo>
                    <a:pt x="20561" y="29667"/>
                  </a:lnTo>
                  <a:lnTo>
                    <a:pt x="20075" y="27265"/>
                  </a:lnTo>
                  <a:lnTo>
                    <a:pt x="16636" y="20805"/>
                  </a:lnTo>
                  <a:lnTo>
                    <a:pt x="13645" y="18706"/>
                  </a:lnTo>
                  <a:lnTo>
                    <a:pt x="11365" y="20492"/>
                  </a:lnTo>
                  <a:lnTo>
                    <a:pt x="12299" y="22767"/>
                  </a:lnTo>
                  <a:lnTo>
                    <a:pt x="12337" y="26776"/>
                  </a:lnTo>
                  <a:lnTo>
                    <a:pt x="15514" y="26776"/>
                  </a:lnTo>
                  <a:lnTo>
                    <a:pt x="15776" y="30466"/>
                  </a:lnTo>
                  <a:lnTo>
                    <a:pt x="13832" y="31088"/>
                  </a:lnTo>
                  <a:lnTo>
                    <a:pt x="9832" y="28778"/>
                  </a:lnTo>
                  <a:lnTo>
                    <a:pt x="3926" y="33707"/>
                  </a:lnTo>
                  <a:lnTo>
                    <a:pt x="5121" y="29888"/>
                  </a:lnTo>
                  <a:lnTo>
                    <a:pt x="2281" y="26197"/>
                  </a:lnTo>
                  <a:lnTo>
                    <a:pt x="2056" y="21608"/>
                  </a:lnTo>
                  <a:lnTo>
                    <a:pt x="5159" y="25752"/>
                  </a:lnTo>
                  <a:lnTo>
                    <a:pt x="8561" y="26776"/>
                  </a:lnTo>
                  <a:lnTo>
                    <a:pt x="6580" y="22544"/>
                  </a:lnTo>
                  <a:lnTo>
                    <a:pt x="0" y="17232"/>
                  </a:lnTo>
                  <a:lnTo>
                    <a:pt x="636" y="14593"/>
                  </a:lnTo>
                  <a:lnTo>
                    <a:pt x="5495" y="15130"/>
                  </a:lnTo>
                  <a:lnTo>
                    <a:pt x="5084" y="12265"/>
                  </a:lnTo>
                  <a:lnTo>
                    <a:pt x="10206" y="10158"/>
                  </a:lnTo>
                  <a:lnTo>
                    <a:pt x="12224" y="8229"/>
                  </a:lnTo>
                  <a:lnTo>
                    <a:pt x="16299" y="7331"/>
                  </a:lnTo>
                  <a:lnTo>
                    <a:pt x="18767" y="2341"/>
                  </a:lnTo>
                  <a:lnTo>
                    <a:pt x="23589" y="0"/>
                  </a:lnTo>
                  <a:lnTo>
                    <a:pt x="28524" y="1396"/>
                  </a:lnTo>
                  <a:lnTo>
                    <a:pt x="30692" y="63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5" name="oPE_MapPart_JPN_4_385" descr="Japan">
              <a:extLst>
                <a:ext uri="{FF2B5EF4-FFF2-40B4-BE49-F238E27FC236}">
                  <a16:creationId xmlns:a16="http://schemas.microsoft.com/office/drawing/2014/main" id="{C3E1305C-A141-A252-A85E-D2524161B73A}"/>
                </a:ext>
              </a:extLst>
            </p:cNvPr>
            <p:cNvSpPr/>
            <p:nvPr>
              <p:custDataLst>
                <p:tags r:id="rId385"/>
              </p:custDataLst>
            </p:nvPr>
          </p:nvSpPr>
          <p:spPr>
            <a:xfrm>
              <a:off x="8838200" y="3631550"/>
              <a:ext cx="56227" cy="39704"/>
            </a:xfrm>
            <a:custGeom>
              <a:avLst/>
              <a:gdLst/>
              <a:ahLst/>
              <a:cxnLst/>
              <a:rect l="0" t="0" r="0" b="0"/>
              <a:pathLst>
                <a:path w="56227" h="39704">
                  <a:moveTo>
                    <a:pt x="48301" y="2308"/>
                  </a:moveTo>
                  <a:lnTo>
                    <a:pt x="51179" y="3349"/>
                  </a:lnTo>
                  <a:lnTo>
                    <a:pt x="54132" y="3032"/>
                  </a:lnTo>
                  <a:lnTo>
                    <a:pt x="54058" y="7639"/>
                  </a:lnTo>
                  <a:lnTo>
                    <a:pt x="55328" y="10525"/>
                  </a:lnTo>
                  <a:lnTo>
                    <a:pt x="54880" y="12551"/>
                  </a:lnTo>
                  <a:lnTo>
                    <a:pt x="56226" y="13226"/>
                  </a:lnTo>
                  <a:lnTo>
                    <a:pt x="48712" y="18530"/>
                  </a:lnTo>
                  <a:lnTo>
                    <a:pt x="45908" y="22745"/>
                  </a:lnTo>
                  <a:lnTo>
                    <a:pt x="44637" y="27489"/>
                  </a:lnTo>
                  <a:lnTo>
                    <a:pt x="40001" y="22521"/>
                  </a:lnTo>
                  <a:lnTo>
                    <a:pt x="33234" y="20952"/>
                  </a:lnTo>
                  <a:lnTo>
                    <a:pt x="26057" y="24715"/>
                  </a:lnTo>
                  <a:lnTo>
                    <a:pt x="23141" y="31553"/>
                  </a:lnTo>
                  <a:lnTo>
                    <a:pt x="20449" y="34050"/>
                  </a:lnTo>
                  <a:lnTo>
                    <a:pt x="19627" y="37523"/>
                  </a:lnTo>
                  <a:lnTo>
                    <a:pt x="17421" y="39703"/>
                  </a:lnTo>
                  <a:lnTo>
                    <a:pt x="12673" y="39524"/>
                  </a:lnTo>
                  <a:lnTo>
                    <a:pt x="14057" y="36054"/>
                  </a:lnTo>
                  <a:lnTo>
                    <a:pt x="9607" y="35698"/>
                  </a:lnTo>
                  <a:lnTo>
                    <a:pt x="9570" y="33426"/>
                  </a:lnTo>
                  <a:lnTo>
                    <a:pt x="8224" y="32177"/>
                  </a:lnTo>
                  <a:lnTo>
                    <a:pt x="9944" y="26371"/>
                  </a:lnTo>
                  <a:lnTo>
                    <a:pt x="7738" y="25431"/>
                  </a:lnTo>
                  <a:lnTo>
                    <a:pt x="7925" y="22969"/>
                  </a:lnTo>
                  <a:lnTo>
                    <a:pt x="0" y="25207"/>
                  </a:lnTo>
                  <a:lnTo>
                    <a:pt x="12711" y="16464"/>
                  </a:lnTo>
                  <a:lnTo>
                    <a:pt x="15626" y="8902"/>
                  </a:lnTo>
                  <a:lnTo>
                    <a:pt x="18766" y="6330"/>
                  </a:lnTo>
                  <a:lnTo>
                    <a:pt x="19888" y="6511"/>
                  </a:lnTo>
                  <a:lnTo>
                    <a:pt x="22879" y="10570"/>
                  </a:lnTo>
                  <a:lnTo>
                    <a:pt x="29908" y="9398"/>
                  </a:lnTo>
                  <a:lnTo>
                    <a:pt x="33122" y="7007"/>
                  </a:lnTo>
                  <a:lnTo>
                    <a:pt x="32636" y="2625"/>
                  </a:lnTo>
                  <a:lnTo>
                    <a:pt x="34768" y="2761"/>
                  </a:lnTo>
                  <a:lnTo>
                    <a:pt x="39815" y="0"/>
                  </a:lnTo>
                  <a:lnTo>
                    <a:pt x="45422" y="7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6" name="oPE_MapPart_JPN_5_386" descr="Japan">
              <a:extLst>
                <a:ext uri="{FF2B5EF4-FFF2-40B4-BE49-F238E27FC236}">
                  <a16:creationId xmlns:a16="http://schemas.microsoft.com/office/drawing/2014/main" id="{CBEC194D-2969-6A32-1445-191A7798FADD}"/>
                </a:ext>
              </a:extLst>
            </p:cNvPr>
            <p:cNvSpPr/>
            <p:nvPr>
              <p:custDataLst>
                <p:tags r:id="rId386"/>
              </p:custDataLst>
            </p:nvPr>
          </p:nvSpPr>
          <p:spPr>
            <a:xfrm>
              <a:off x="8747243" y="3811955"/>
              <a:ext cx="14095" cy="18254"/>
            </a:xfrm>
            <a:custGeom>
              <a:avLst/>
              <a:gdLst/>
              <a:ahLst/>
              <a:cxnLst/>
              <a:rect l="0" t="0" r="0" b="0"/>
              <a:pathLst>
                <a:path w="14095" h="18254">
                  <a:moveTo>
                    <a:pt x="12599" y="5317"/>
                  </a:moveTo>
                  <a:lnTo>
                    <a:pt x="6206" y="9873"/>
                  </a:lnTo>
                  <a:lnTo>
                    <a:pt x="4448" y="10207"/>
                  </a:lnTo>
                  <a:lnTo>
                    <a:pt x="5234" y="12836"/>
                  </a:lnTo>
                  <a:lnTo>
                    <a:pt x="2879" y="14546"/>
                  </a:lnTo>
                  <a:lnTo>
                    <a:pt x="3140" y="16921"/>
                  </a:lnTo>
                  <a:lnTo>
                    <a:pt x="0" y="18253"/>
                  </a:lnTo>
                  <a:lnTo>
                    <a:pt x="1607" y="10374"/>
                  </a:lnTo>
                  <a:lnTo>
                    <a:pt x="3476" y="9664"/>
                  </a:lnTo>
                  <a:lnTo>
                    <a:pt x="6093" y="6697"/>
                  </a:lnTo>
                  <a:lnTo>
                    <a:pt x="4934" y="5819"/>
                  </a:lnTo>
                  <a:lnTo>
                    <a:pt x="5308" y="4355"/>
                  </a:lnTo>
                  <a:lnTo>
                    <a:pt x="8187" y="5527"/>
                  </a:lnTo>
                  <a:lnTo>
                    <a:pt x="9233" y="4983"/>
                  </a:lnTo>
                  <a:lnTo>
                    <a:pt x="12524" y="0"/>
                  </a:lnTo>
                  <a:lnTo>
                    <a:pt x="14094" y="1592"/>
                  </a:lnTo>
                  <a:lnTo>
                    <a:pt x="13683" y="37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7" name="oPE_MapPart_JPN_6_387" descr="Japan">
              <a:extLst>
                <a:ext uri="{FF2B5EF4-FFF2-40B4-BE49-F238E27FC236}">
                  <a16:creationId xmlns:a16="http://schemas.microsoft.com/office/drawing/2014/main" id="{0BFA1640-3B6F-B065-BBDF-C710828CD48A}"/>
                </a:ext>
              </a:extLst>
            </p:cNvPr>
            <p:cNvSpPr/>
            <p:nvPr>
              <p:custDataLst>
                <p:tags r:id="rId387"/>
              </p:custDataLst>
            </p:nvPr>
          </p:nvSpPr>
          <p:spPr>
            <a:xfrm>
              <a:off x="8966840" y="3529182"/>
              <a:ext cx="7254" cy="13060"/>
            </a:xfrm>
            <a:custGeom>
              <a:avLst/>
              <a:gdLst/>
              <a:ahLst/>
              <a:cxnLst/>
              <a:rect l="0" t="0" r="0" b="0"/>
              <a:pathLst>
                <a:path w="7254" h="13060">
                  <a:moveTo>
                    <a:pt x="2468" y="13059"/>
                  </a:moveTo>
                  <a:lnTo>
                    <a:pt x="0" y="12870"/>
                  </a:lnTo>
                  <a:lnTo>
                    <a:pt x="1196" y="12207"/>
                  </a:lnTo>
                  <a:lnTo>
                    <a:pt x="2019" y="9175"/>
                  </a:lnTo>
                  <a:lnTo>
                    <a:pt x="412" y="8511"/>
                  </a:lnTo>
                  <a:lnTo>
                    <a:pt x="523" y="6280"/>
                  </a:lnTo>
                  <a:lnTo>
                    <a:pt x="5757" y="0"/>
                  </a:lnTo>
                  <a:lnTo>
                    <a:pt x="4748" y="6375"/>
                  </a:lnTo>
                  <a:lnTo>
                    <a:pt x="7253" y="6612"/>
                  </a:lnTo>
                  <a:lnTo>
                    <a:pt x="5646" y="108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8" name="oPE_MapPart_JPN_7_388" descr="Japan">
              <a:extLst>
                <a:ext uri="{FF2B5EF4-FFF2-40B4-BE49-F238E27FC236}">
                  <a16:creationId xmlns:a16="http://schemas.microsoft.com/office/drawing/2014/main" id="{5B13ECF6-8EDF-4191-9947-F0A1AB384264}"/>
                </a:ext>
              </a:extLst>
            </p:cNvPr>
            <p:cNvSpPr/>
            <p:nvPr>
              <p:custDataLst>
                <p:tags r:id="rId388"/>
              </p:custDataLst>
            </p:nvPr>
          </p:nvSpPr>
          <p:spPr>
            <a:xfrm>
              <a:off x="8778646" y="3773572"/>
              <a:ext cx="11440" cy="9174"/>
            </a:xfrm>
            <a:custGeom>
              <a:avLst/>
              <a:gdLst/>
              <a:ahLst/>
              <a:cxnLst/>
              <a:rect l="0" t="0" r="0" b="0"/>
              <a:pathLst>
                <a:path w="11440" h="9174">
                  <a:moveTo>
                    <a:pt x="5981" y="7265"/>
                  </a:moveTo>
                  <a:lnTo>
                    <a:pt x="4187" y="9173"/>
                  </a:lnTo>
                  <a:lnTo>
                    <a:pt x="0" y="6331"/>
                  </a:lnTo>
                  <a:lnTo>
                    <a:pt x="10917" y="0"/>
                  </a:lnTo>
                  <a:lnTo>
                    <a:pt x="11439" y="1148"/>
                  </a:lnTo>
                  <a:lnTo>
                    <a:pt x="5720" y="62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9" name="oPE_MapPart_JPN_8_389" descr="Japan">
              <a:extLst>
                <a:ext uri="{FF2B5EF4-FFF2-40B4-BE49-F238E27FC236}">
                  <a16:creationId xmlns:a16="http://schemas.microsoft.com/office/drawing/2014/main" id="{F84C35A8-28E2-2AF0-A00F-1151C8FEA618}"/>
                </a:ext>
              </a:extLst>
            </p:cNvPr>
            <p:cNvSpPr/>
            <p:nvPr>
              <p:custDataLst>
                <p:tags r:id="rId389"/>
              </p:custDataLst>
            </p:nvPr>
          </p:nvSpPr>
          <p:spPr>
            <a:xfrm>
              <a:off x="8795170" y="3676536"/>
              <a:ext cx="4973" cy="8499"/>
            </a:xfrm>
            <a:custGeom>
              <a:avLst/>
              <a:gdLst/>
              <a:ahLst/>
              <a:cxnLst/>
              <a:rect l="0" t="0" r="0" b="0"/>
              <a:pathLst>
                <a:path w="4973" h="8499">
                  <a:moveTo>
                    <a:pt x="2542" y="7659"/>
                  </a:moveTo>
                  <a:lnTo>
                    <a:pt x="897" y="8498"/>
                  </a:lnTo>
                  <a:lnTo>
                    <a:pt x="0" y="7305"/>
                  </a:lnTo>
                  <a:lnTo>
                    <a:pt x="1196" y="6111"/>
                  </a:lnTo>
                  <a:lnTo>
                    <a:pt x="411" y="4784"/>
                  </a:lnTo>
                  <a:lnTo>
                    <a:pt x="1047" y="443"/>
                  </a:lnTo>
                  <a:lnTo>
                    <a:pt x="4299" y="0"/>
                  </a:lnTo>
                  <a:lnTo>
                    <a:pt x="4972" y="49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0" name="oPE_MapPart_JPN_9_390" descr="Japan">
              <a:extLst>
                <a:ext uri="{FF2B5EF4-FFF2-40B4-BE49-F238E27FC236}">
                  <a16:creationId xmlns:a16="http://schemas.microsoft.com/office/drawing/2014/main" id="{2E499D04-55D4-AE9D-45F3-BEA5A40CDD93}"/>
                </a:ext>
              </a:extLst>
            </p:cNvPr>
            <p:cNvSpPr/>
            <p:nvPr>
              <p:custDataLst>
                <p:tags r:id="rId390"/>
              </p:custDataLst>
            </p:nvPr>
          </p:nvSpPr>
          <p:spPr>
            <a:xfrm>
              <a:off x="8892931" y="3626564"/>
              <a:ext cx="7029" cy="8607"/>
            </a:xfrm>
            <a:custGeom>
              <a:avLst/>
              <a:gdLst/>
              <a:ahLst/>
              <a:cxnLst/>
              <a:rect l="0" t="0" r="0" b="0"/>
              <a:pathLst>
                <a:path w="7029" h="8607">
                  <a:moveTo>
                    <a:pt x="5533" y="6480"/>
                  </a:moveTo>
                  <a:lnTo>
                    <a:pt x="3252" y="8606"/>
                  </a:lnTo>
                  <a:lnTo>
                    <a:pt x="1308" y="8470"/>
                  </a:lnTo>
                  <a:lnTo>
                    <a:pt x="0" y="6344"/>
                  </a:lnTo>
                  <a:lnTo>
                    <a:pt x="6093" y="0"/>
                  </a:lnTo>
                  <a:lnTo>
                    <a:pt x="7028" y="45"/>
                  </a:lnTo>
                  <a:lnTo>
                    <a:pt x="4934" y="37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1" name="oPE_MapPart_JPN_10_391" descr="Japan">
              <a:extLst>
                <a:ext uri="{FF2B5EF4-FFF2-40B4-BE49-F238E27FC236}">
                  <a16:creationId xmlns:a16="http://schemas.microsoft.com/office/drawing/2014/main" id="{58C6913F-C782-3851-733C-BB95E66FA231}"/>
                </a:ext>
              </a:extLst>
            </p:cNvPr>
            <p:cNvSpPr/>
            <p:nvPr>
              <p:custDataLst>
                <p:tags r:id="rId391"/>
              </p:custDataLst>
            </p:nvPr>
          </p:nvSpPr>
          <p:spPr>
            <a:xfrm>
              <a:off x="8780777" y="3623021"/>
              <a:ext cx="4337" cy="9571"/>
            </a:xfrm>
            <a:custGeom>
              <a:avLst/>
              <a:gdLst/>
              <a:ahLst/>
              <a:cxnLst/>
              <a:rect l="0" t="0" r="0" b="0"/>
              <a:pathLst>
                <a:path w="4337" h="9571">
                  <a:moveTo>
                    <a:pt x="2467" y="8394"/>
                  </a:moveTo>
                  <a:lnTo>
                    <a:pt x="2056" y="9570"/>
                  </a:lnTo>
                  <a:lnTo>
                    <a:pt x="0" y="7941"/>
                  </a:lnTo>
                  <a:lnTo>
                    <a:pt x="1233" y="1999"/>
                  </a:lnTo>
                  <a:lnTo>
                    <a:pt x="3813" y="0"/>
                  </a:lnTo>
                  <a:lnTo>
                    <a:pt x="4336" y="3679"/>
                  </a:lnTo>
                  <a:lnTo>
                    <a:pt x="2392" y="68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2" name="oPE_MapPart_JPN_11_392" descr="Japan">
              <a:extLst>
                <a:ext uri="{FF2B5EF4-FFF2-40B4-BE49-F238E27FC236}">
                  <a16:creationId xmlns:a16="http://schemas.microsoft.com/office/drawing/2014/main" id="{0373546F-E1C8-04B1-EE7C-B932C642238B}"/>
                </a:ext>
              </a:extLst>
            </p:cNvPr>
            <p:cNvSpPr/>
            <p:nvPr>
              <p:custDataLst>
                <p:tags r:id="rId392"/>
              </p:custDataLst>
            </p:nvPr>
          </p:nvSpPr>
          <p:spPr>
            <a:xfrm>
              <a:off x="8804067" y="3727097"/>
              <a:ext cx="5908" cy="4853"/>
            </a:xfrm>
            <a:custGeom>
              <a:avLst/>
              <a:gdLst/>
              <a:ahLst/>
              <a:cxnLst/>
              <a:rect l="0" t="0" r="0" b="0"/>
              <a:pathLst>
                <a:path w="5908" h="4853">
                  <a:moveTo>
                    <a:pt x="4860" y="4852"/>
                  </a:moveTo>
                  <a:lnTo>
                    <a:pt x="1197" y="4809"/>
                  </a:lnTo>
                  <a:lnTo>
                    <a:pt x="0" y="1864"/>
                  </a:lnTo>
                  <a:lnTo>
                    <a:pt x="2244" y="0"/>
                  </a:lnTo>
                  <a:lnTo>
                    <a:pt x="5907" y="238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3" name="oPE_MapPart_JPN_12_393" descr="Japan">
              <a:extLst>
                <a:ext uri="{FF2B5EF4-FFF2-40B4-BE49-F238E27FC236}">
                  <a16:creationId xmlns:a16="http://schemas.microsoft.com/office/drawing/2014/main" id="{4758A88E-53AC-B3C7-CD86-35FFD3E7C760}"/>
                </a:ext>
              </a:extLst>
            </p:cNvPr>
            <p:cNvSpPr/>
            <p:nvPr>
              <p:custDataLst>
                <p:tags r:id="rId393"/>
              </p:custDataLst>
            </p:nvPr>
          </p:nvSpPr>
          <p:spPr>
            <a:xfrm>
              <a:off x="8814087" y="3718537"/>
              <a:ext cx="4412" cy="10468"/>
            </a:xfrm>
            <a:custGeom>
              <a:avLst/>
              <a:gdLst/>
              <a:ahLst/>
              <a:cxnLst/>
              <a:rect l="0" t="0" r="0" b="0"/>
              <a:pathLst>
                <a:path w="4412" h="10468">
                  <a:moveTo>
                    <a:pt x="1831" y="10207"/>
                  </a:moveTo>
                  <a:lnTo>
                    <a:pt x="37" y="10467"/>
                  </a:lnTo>
                  <a:lnTo>
                    <a:pt x="0" y="9080"/>
                  </a:lnTo>
                  <a:lnTo>
                    <a:pt x="3514" y="0"/>
                  </a:lnTo>
                  <a:lnTo>
                    <a:pt x="4411" y="696"/>
                  </a:lnTo>
                  <a:lnTo>
                    <a:pt x="2542" y="69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4" name="oPE_MapPart_JPN_13_394" descr="Japan">
              <a:extLst>
                <a:ext uri="{FF2B5EF4-FFF2-40B4-BE49-F238E27FC236}">
                  <a16:creationId xmlns:a16="http://schemas.microsoft.com/office/drawing/2014/main" id="{4B83EAA9-5F8A-89B8-A444-4D953425B487}"/>
                </a:ext>
              </a:extLst>
            </p:cNvPr>
            <p:cNvSpPr/>
            <p:nvPr>
              <p:custDataLst>
                <p:tags r:id="rId394"/>
              </p:custDataLst>
            </p:nvPr>
          </p:nvSpPr>
          <p:spPr>
            <a:xfrm>
              <a:off x="8767954" y="3670541"/>
              <a:ext cx="5085" cy="4887"/>
            </a:xfrm>
            <a:custGeom>
              <a:avLst/>
              <a:gdLst/>
              <a:ahLst/>
              <a:cxnLst/>
              <a:rect l="0" t="0" r="0" b="0"/>
              <a:pathLst>
                <a:path w="5085" h="4887">
                  <a:moveTo>
                    <a:pt x="336" y="0"/>
                  </a:moveTo>
                  <a:lnTo>
                    <a:pt x="3925" y="489"/>
                  </a:lnTo>
                  <a:lnTo>
                    <a:pt x="5084" y="3244"/>
                  </a:lnTo>
                  <a:lnTo>
                    <a:pt x="2916" y="3599"/>
                  </a:lnTo>
                  <a:lnTo>
                    <a:pt x="2094" y="4886"/>
                  </a:lnTo>
                  <a:lnTo>
                    <a:pt x="0" y="297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5" name="oPE_MapPart_JPN_14_395" descr="Japan">
              <a:extLst>
                <a:ext uri="{FF2B5EF4-FFF2-40B4-BE49-F238E27FC236}">
                  <a16:creationId xmlns:a16="http://schemas.microsoft.com/office/drawing/2014/main" id="{554D0022-9B2C-B313-ECF9-B424DF335364}"/>
                </a:ext>
              </a:extLst>
            </p:cNvPr>
            <p:cNvSpPr/>
            <p:nvPr>
              <p:custDataLst>
                <p:tags r:id="rId395"/>
              </p:custDataLst>
            </p:nvPr>
          </p:nvSpPr>
          <p:spPr>
            <a:xfrm>
              <a:off x="8775169" y="3661897"/>
              <a:ext cx="3851" cy="7222"/>
            </a:xfrm>
            <a:custGeom>
              <a:avLst/>
              <a:gdLst/>
              <a:ahLst/>
              <a:cxnLst/>
              <a:rect l="0" t="0" r="0" b="0"/>
              <a:pathLst>
                <a:path w="3851" h="7222">
                  <a:moveTo>
                    <a:pt x="1646" y="7221"/>
                  </a:moveTo>
                  <a:lnTo>
                    <a:pt x="0" y="4461"/>
                  </a:lnTo>
                  <a:lnTo>
                    <a:pt x="2356" y="0"/>
                  </a:lnTo>
                  <a:lnTo>
                    <a:pt x="3850" y="3435"/>
                  </a:lnTo>
                  <a:lnTo>
                    <a:pt x="2393" y="50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6" name="oPE_MapPart_JPN_15_396" descr="Japan">
              <a:extLst>
                <a:ext uri="{FF2B5EF4-FFF2-40B4-BE49-F238E27FC236}">
                  <a16:creationId xmlns:a16="http://schemas.microsoft.com/office/drawing/2014/main" id="{623F9E57-F7FB-C86D-0C7A-AD5928896D10}"/>
                </a:ext>
              </a:extLst>
            </p:cNvPr>
            <p:cNvSpPr/>
            <p:nvPr>
              <p:custDataLst>
                <p:tags r:id="rId396"/>
              </p:custDataLst>
            </p:nvPr>
          </p:nvSpPr>
          <p:spPr>
            <a:xfrm>
              <a:off x="8779094" y="3632229"/>
              <a:ext cx="3141" cy="5969"/>
            </a:xfrm>
            <a:custGeom>
              <a:avLst/>
              <a:gdLst/>
              <a:ahLst/>
              <a:cxnLst/>
              <a:rect l="0" t="0" r="0" b="0"/>
              <a:pathLst>
                <a:path w="3141" h="5969">
                  <a:moveTo>
                    <a:pt x="1944" y="4974"/>
                  </a:moveTo>
                  <a:lnTo>
                    <a:pt x="599" y="5968"/>
                  </a:lnTo>
                  <a:lnTo>
                    <a:pt x="0" y="4432"/>
                  </a:lnTo>
                  <a:lnTo>
                    <a:pt x="599" y="0"/>
                  </a:lnTo>
                  <a:lnTo>
                    <a:pt x="3140" y="906"/>
                  </a:lnTo>
                  <a:lnTo>
                    <a:pt x="3103" y="22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7" name="oPE_MapPart_JPN_16_397" descr="Japan">
              <a:extLst>
                <a:ext uri="{FF2B5EF4-FFF2-40B4-BE49-F238E27FC236}">
                  <a16:creationId xmlns:a16="http://schemas.microsoft.com/office/drawing/2014/main" id="{69346CBE-7624-A0BA-ACEE-4DF50A895A5C}"/>
                </a:ext>
              </a:extLst>
            </p:cNvPr>
            <p:cNvSpPr/>
            <p:nvPr>
              <p:custDataLst>
                <p:tags r:id="rId397"/>
              </p:custDataLst>
            </p:nvPr>
          </p:nvSpPr>
          <p:spPr>
            <a:xfrm>
              <a:off x="8664735" y="3868776"/>
              <a:ext cx="5310" cy="3079"/>
            </a:xfrm>
            <a:custGeom>
              <a:avLst/>
              <a:gdLst/>
              <a:ahLst/>
              <a:cxnLst/>
              <a:rect l="0" t="0" r="0" b="0"/>
              <a:pathLst>
                <a:path w="5310" h="3079">
                  <a:moveTo>
                    <a:pt x="4337" y="3078"/>
                  </a:moveTo>
                  <a:lnTo>
                    <a:pt x="0" y="2914"/>
                  </a:lnTo>
                  <a:lnTo>
                    <a:pt x="0" y="2216"/>
                  </a:lnTo>
                  <a:lnTo>
                    <a:pt x="1496" y="1519"/>
                  </a:lnTo>
                  <a:lnTo>
                    <a:pt x="1907" y="0"/>
                  </a:lnTo>
                  <a:lnTo>
                    <a:pt x="5309" y="1232"/>
                  </a:lnTo>
                  <a:lnTo>
                    <a:pt x="5159" y="20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8" name="oPE_MapPart_JEY_1_398" descr="Jersey">
              <a:extLst>
                <a:ext uri="{FF2B5EF4-FFF2-40B4-BE49-F238E27FC236}">
                  <a16:creationId xmlns:a16="http://schemas.microsoft.com/office/drawing/2014/main" id="{036CFD8D-FB0B-3277-48B7-BEB15F187F94}"/>
                </a:ext>
              </a:extLst>
            </p:cNvPr>
            <p:cNvSpPr/>
            <p:nvPr>
              <p:custDataLst>
                <p:tags r:id="rId398"/>
              </p:custDataLst>
            </p:nvPr>
          </p:nvSpPr>
          <p:spPr>
            <a:xfrm>
              <a:off x="6040671" y="3196944"/>
              <a:ext cx="22469" cy="34346"/>
            </a:xfrm>
            <a:custGeom>
              <a:avLst/>
              <a:gdLst/>
              <a:ahLst/>
              <a:cxnLst/>
              <a:rect l="0" t="0" r="0" b="0"/>
              <a:pathLst>
                <a:path w="22469" h="34346">
                  <a:moveTo>
                    <a:pt x="0" y="0"/>
                  </a:moveTo>
                  <a:lnTo>
                    <a:pt x="22468" y="0"/>
                  </a:lnTo>
                  <a:lnTo>
                    <a:pt x="22468" y="34345"/>
                  </a:lnTo>
                  <a:lnTo>
                    <a:pt x="0" y="343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9" name="oPE_MapPart_JOR_1_399" descr="Jordanien">
              <a:extLst>
                <a:ext uri="{FF2B5EF4-FFF2-40B4-BE49-F238E27FC236}">
                  <a16:creationId xmlns:a16="http://schemas.microsoft.com/office/drawing/2014/main" id="{F694B2D7-5DF4-2863-71D3-DD5D3CAA2AE7}"/>
                </a:ext>
              </a:extLst>
            </p:cNvPr>
            <p:cNvSpPr/>
            <p:nvPr>
              <p:custDataLst>
                <p:tags r:id="rId399"/>
              </p:custDataLst>
            </p:nvPr>
          </p:nvSpPr>
          <p:spPr>
            <a:xfrm>
              <a:off x="6821897" y="3655952"/>
              <a:ext cx="90173" cy="101657"/>
            </a:xfrm>
            <a:custGeom>
              <a:avLst/>
              <a:gdLst/>
              <a:ahLst/>
              <a:cxnLst/>
              <a:rect l="0" t="0" r="0" b="0"/>
              <a:pathLst>
                <a:path w="90173" h="101657">
                  <a:moveTo>
                    <a:pt x="17384" y="15790"/>
                  </a:moveTo>
                  <a:lnTo>
                    <a:pt x="19627" y="16323"/>
                  </a:lnTo>
                  <a:lnTo>
                    <a:pt x="23029" y="20762"/>
                  </a:lnTo>
                  <a:lnTo>
                    <a:pt x="26356" y="21693"/>
                  </a:lnTo>
                  <a:lnTo>
                    <a:pt x="29534" y="24350"/>
                  </a:lnTo>
                  <a:lnTo>
                    <a:pt x="38805" y="26076"/>
                  </a:lnTo>
                  <a:lnTo>
                    <a:pt x="79405" y="0"/>
                  </a:lnTo>
                  <a:lnTo>
                    <a:pt x="85312" y="21737"/>
                  </a:lnTo>
                  <a:lnTo>
                    <a:pt x="83705" y="22268"/>
                  </a:lnTo>
                  <a:lnTo>
                    <a:pt x="84976" y="26342"/>
                  </a:lnTo>
                  <a:lnTo>
                    <a:pt x="89238" y="25236"/>
                  </a:lnTo>
                  <a:lnTo>
                    <a:pt x="90172" y="27889"/>
                  </a:lnTo>
                  <a:lnTo>
                    <a:pt x="83331" y="33981"/>
                  </a:lnTo>
                  <a:lnTo>
                    <a:pt x="41721" y="46289"/>
                  </a:lnTo>
                  <a:lnTo>
                    <a:pt x="62918" y="70320"/>
                  </a:lnTo>
                  <a:lnTo>
                    <a:pt x="56077" y="74352"/>
                  </a:lnTo>
                  <a:lnTo>
                    <a:pt x="52302" y="82438"/>
                  </a:lnTo>
                  <a:lnTo>
                    <a:pt x="36413" y="86363"/>
                  </a:lnTo>
                  <a:lnTo>
                    <a:pt x="31665" y="94408"/>
                  </a:lnTo>
                  <a:lnTo>
                    <a:pt x="22132" y="101656"/>
                  </a:lnTo>
                  <a:lnTo>
                    <a:pt x="0" y="97756"/>
                  </a:lnTo>
                  <a:lnTo>
                    <a:pt x="2431" y="82869"/>
                  </a:lnTo>
                  <a:lnTo>
                    <a:pt x="3963" y="78939"/>
                  </a:lnTo>
                  <a:lnTo>
                    <a:pt x="3963" y="72229"/>
                  </a:lnTo>
                  <a:lnTo>
                    <a:pt x="10131" y="54997"/>
                  </a:lnTo>
                  <a:lnTo>
                    <a:pt x="9346" y="52638"/>
                  </a:lnTo>
                  <a:lnTo>
                    <a:pt x="10692" y="44535"/>
                  </a:lnTo>
                  <a:lnTo>
                    <a:pt x="12636" y="39572"/>
                  </a:lnTo>
                  <a:lnTo>
                    <a:pt x="12075" y="34245"/>
                  </a:lnTo>
                  <a:lnTo>
                    <a:pt x="12935" y="18099"/>
                  </a:lnTo>
                  <a:lnTo>
                    <a:pt x="16262" y="159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0" name="oPE_MapPart_KAZ_1_400" descr="Kasachstan">
              <a:extLst>
                <a:ext uri="{FF2B5EF4-FFF2-40B4-BE49-F238E27FC236}">
                  <a16:creationId xmlns:a16="http://schemas.microsoft.com/office/drawing/2014/main" id="{6689A833-FA44-02D0-CF8F-DE567A457C6A}"/>
                </a:ext>
              </a:extLst>
            </p:cNvPr>
            <p:cNvSpPr/>
            <p:nvPr>
              <p:custDataLst>
                <p:tags r:id="rId400"/>
              </p:custDataLst>
            </p:nvPr>
          </p:nvSpPr>
          <p:spPr>
            <a:xfrm>
              <a:off x="7134358" y="3340684"/>
              <a:ext cx="3927" cy="7397"/>
            </a:xfrm>
            <a:custGeom>
              <a:avLst/>
              <a:gdLst/>
              <a:ahLst/>
              <a:cxnLst/>
              <a:rect l="0" t="0" r="0" b="0"/>
              <a:pathLst>
                <a:path w="3927" h="7397">
                  <a:moveTo>
                    <a:pt x="3926" y="6711"/>
                  </a:moveTo>
                  <a:lnTo>
                    <a:pt x="2093" y="7396"/>
                  </a:lnTo>
                  <a:lnTo>
                    <a:pt x="0" y="4283"/>
                  </a:lnTo>
                  <a:lnTo>
                    <a:pt x="598" y="1112"/>
                  </a:lnTo>
                  <a:lnTo>
                    <a:pt x="2392" y="0"/>
                  </a:lnTo>
                  <a:lnTo>
                    <a:pt x="897" y="3913"/>
                  </a:lnTo>
                  <a:lnTo>
                    <a:pt x="2130" y="591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1" name="oPE_MapPart_KAZ_2_401" descr="Kasachstan">
              <a:extLst>
                <a:ext uri="{FF2B5EF4-FFF2-40B4-BE49-F238E27FC236}">
                  <a16:creationId xmlns:a16="http://schemas.microsoft.com/office/drawing/2014/main" id="{EB068DD9-F460-5620-5EB7-12248F583BAE}"/>
                </a:ext>
              </a:extLst>
            </p:cNvPr>
            <p:cNvSpPr/>
            <p:nvPr>
              <p:custDataLst>
                <p:tags r:id="rId401"/>
              </p:custDataLst>
            </p:nvPr>
          </p:nvSpPr>
          <p:spPr>
            <a:xfrm>
              <a:off x="7139778" y="3340684"/>
              <a:ext cx="1945" cy="3650"/>
            </a:xfrm>
            <a:custGeom>
              <a:avLst/>
              <a:gdLst/>
              <a:ahLst/>
              <a:cxnLst/>
              <a:rect l="0" t="0" r="0" b="0"/>
              <a:pathLst>
                <a:path w="1945" h="3650">
                  <a:moveTo>
                    <a:pt x="1160" y="3279"/>
                  </a:moveTo>
                  <a:lnTo>
                    <a:pt x="450" y="3649"/>
                  </a:lnTo>
                  <a:lnTo>
                    <a:pt x="0" y="1799"/>
                  </a:lnTo>
                  <a:lnTo>
                    <a:pt x="823" y="212"/>
                  </a:lnTo>
                  <a:lnTo>
                    <a:pt x="1944" y="0"/>
                  </a:lnTo>
                  <a:lnTo>
                    <a:pt x="1571" y="248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2" name="oPE_MapPart_KAZ_3_402" descr="Kasachstan">
              <a:extLst>
                <a:ext uri="{FF2B5EF4-FFF2-40B4-BE49-F238E27FC236}">
                  <a16:creationId xmlns:a16="http://schemas.microsoft.com/office/drawing/2014/main" id="{9B85A9F1-94F0-BA49-61F0-9D61315673B9}"/>
                </a:ext>
              </a:extLst>
            </p:cNvPr>
            <p:cNvSpPr/>
            <p:nvPr>
              <p:custDataLst>
                <p:tags r:id="rId402"/>
              </p:custDataLst>
            </p:nvPr>
          </p:nvSpPr>
          <p:spPr>
            <a:xfrm>
              <a:off x="7187519" y="3327555"/>
              <a:ext cx="2880" cy="3412"/>
            </a:xfrm>
            <a:custGeom>
              <a:avLst/>
              <a:gdLst/>
              <a:ahLst/>
              <a:cxnLst/>
              <a:rect l="0" t="0" r="0" b="0"/>
              <a:pathLst>
                <a:path w="2880" h="3412">
                  <a:moveTo>
                    <a:pt x="2655" y="3411"/>
                  </a:moveTo>
                  <a:lnTo>
                    <a:pt x="0" y="1600"/>
                  </a:lnTo>
                  <a:lnTo>
                    <a:pt x="1121" y="0"/>
                  </a:lnTo>
                  <a:lnTo>
                    <a:pt x="2879" y="197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3" name="oPE_MapPart_KAZ_4_403" descr="Kasachstan">
              <a:extLst>
                <a:ext uri="{FF2B5EF4-FFF2-40B4-BE49-F238E27FC236}">
                  <a16:creationId xmlns:a16="http://schemas.microsoft.com/office/drawing/2014/main" id="{7E6EA721-CA1D-D769-9286-AFDFBBD53F7C}"/>
                </a:ext>
              </a:extLst>
            </p:cNvPr>
            <p:cNvSpPr/>
            <p:nvPr>
              <p:custDataLst>
                <p:tags r:id="rId403"/>
              </p:custDataLst>
            </p:nvPr>
          </p:nvSpPr>
          <p:spPr>
            <a:xfrm>
              <a:off x="7064037" y="3004239"/>
              <a:ext cx="845604" cy="462997"/>
            </a:xfrm>
            <a:custGeom>
              <a:avLst/>
              <a:gdLst/>
              <a:ahLst/>
              <a:cxnLst/>
              <a:rect l="0" t="0" r="0" b="0"/>
              <a:pathLst>
                <a:path w="845604" h="462997">
                  <a:moveTo>
                    <a:pt x="505478" y="417865"/>
                  </a:moveTo>
                  <a:lnTo>
                    <a:pt x="500656" y="420085"/>
                  </a:lnTo>
                  <a:lnTo>
                    <a:pt x="497926" y="423814"/>
                  </a:lnTo>
                  <a:lnTo>
                    <a:pt x="494449" y="422605"/>
                  </a:lnTo>
                  <a:lnTo>
                    <a:pt x="487795" y="429794"/>
                  </a:lnTo>
                  <a:lnTo>
                    <a:pt x="476766" y="435153"/>
                  </a:lnTo>
                  <a:lnTo>
                    <a:pt x="472692" y="439000"/>
                  </a:lnTo>
                  <a:lnTo>
                    <a:pt x="466373" y="442391"/>
                  </a:lnTo>
                  <a:lnTo>
                    <a:pt x="464766" y="446869"/>
                  </a:lnTo>
                  <a:lnTo>
                    <a:pt x="459570" y="451385"/>
                  </a:lnTo>
                  <a:lnTo>
                    <a:pt x="456392" y="455939"/>
                  </a:lnTo>
                  <a:lnTo>
                    <a:pt x="456168" y="462897"/>
                  </a:lnTo>
                  <a:lnTo>
                    <a:pt x="452878" y="462996"/>
                  </a:lnTo>
                  <a:lnTo>
                    <a:pt x="445251" y="457768"/>
                  </a:lnTo>
                  <a:lnTo>
                    <a:pt x="446635" y="451731"/>
                  </a:lnTo>
                  <a:lnTo>
                    <a:pt x="442933" y="447117"/>
                  </a:lnTo>
                  <a:lnTo>
                    <a:pt x="419643" y="448607"/>
                  </a:lnTo>
                  <a:lnTo>
                    <a:pt x="417475" y="447614"/>
                  </a:lnTo>
                  <a:lnTo>
                    <a:pt x="413100" y="424971"/>
                  </a:lnTo>
                  <a:lnTo>
                    <a:pt x="402932" y="424670"/>
                  </a:lnTo>
                  <a:lnTo>
                    <a:pt x="404802" y="396882"/>
                  </a:lnTo>
                  <a:lnTo>
                    <a:pt x="398633" y="400099"/>
                  </a:lnTo>
                  <a:lnTo>
                    <a:pt x="392277" y="387812"/>
                  </a:lnTo>
                  <a:lnTo>
                    <a:pt x="387567" y="384727"/>
                  </a:lnTo>
                  <a:lnTo>
                    <a:pt x="380016" y="376214"/>
                  </a:lnTo>
                  <a:lnTo>
                    <a:pt x="370407" y="380914"/>
                  </a:lnTo>
                  <a:lnTo>
                    <a:pt x="344725" y="378695"/>
                  </a:lnTo>
                  <a:lnTo>
                    <a:pt x="319452" y="382616"/>
                  </a:lnTo>
                  <a:lnTo>
                    <a:pt x="302217" y="363130"/>
                  </a:lnTo>
                  <a:lnTo>
                    <a:pt x="299041" y="356603"/>
                  </a:lnTo>
                  <a:lnTo>
                    <a:pt x="248122" y="322462"/>
                  </a:lnTo>
                  <a:lnTo>
                    <a:pt x="194549" y="339038"/>
                  </a:lnTo>
                  <a:lnTo>
                    <a:pt x="194587" y="443636"/>
                  </a:lnTo>
                  <a:lnTo>
                    <a:pt x="185578" y="445278"/>
                  </a:lnTo>
                  <a:lnTo>
                    <a:pt x="183297" y="444382"/>
                  </a:lnTo>
                  <a:lnTo>
                    <a:pt x="179446" y="439898"/>
                  </a:lnTo>
                  <a:lnTo>
                    <a:pt x="171222" y="425776"/>
                  </a:lnTo>
                  <a:lnTo>
                    <a:pt x="156007" y="415388"/>
                  </a:lnTo>
                  <a:lnTo>
                    <a:pt x="146959" y="416500"/>
                  </a:lnTo>
                  <a:lnTo>
                    <a:pt x="133875" y="420691"/>
                  </a:lnTo>
                  <a:lnTo>
                    <a:pt x="130062" y="423109"/>
                  </a:lnTo>
                  <a:lnTo>
                    <a:pt x="122211" y="430947"/>
                  </a:lnTo>
                  <a:lnTo>
                    <a:pt x="121576" y="422001"/>
                  </a:lnTo>
                  <a:lnTo>
                    <a:pt x="125239" y="409208"/>
                  </a:lnTo>
                  <a:lnTo>
                    <a:pt x="124341" y="403412"/>
                  </a:lnTo>
                  <a:lnTo>
                    <a:pt x="122211" y="401731"/>
                  </a:lnTo>
                  <a:lnTo>
                    <a:pt x="117650" y="402291"/>
                  </a:lnTo>
                  <a:lnTo>
                    <a:pt x="115781" y="400354"/>
                  </a:lnTo>
                  <a:lnTo>
                    <a:pt x="109837" y="400354"/>
                  </a:lnTo>
                  <a:lnTo>
                    <a:pt x="104005" y="392123"/>
                  </a:lnTo>
                  <a:lnTo>
                    <a:pt x="97313" y="391661"/>
                  </a:lnTo>
                  <a:lnTo>
                    <a:pt x="97462" y="382873"/>
                  </a:lnTo>
                  <a:lnTo>
                    <a:pt x="92528" y="375179"/>
                  </a:lnTo>
                  <a:lnTo>
                    <a:pt x="87668" y="362400"/>
                  </a:lnTo>
                  <a:lnTo>
                    <a:pt x="84639" y="360313"/>
                  </a:lnTo>
                  <a:lnTo>
                    <a:pt x="77312" y="358589"/>
                  </a:lnTo>
                  <a:lnTo>
                    <a:pt x="76153" y="357701"/>
                  </a:lnTo>
                  <a:lnTo>
                    <a:pt x="75667" y="354613"/>
                  </a:lnTo>
                  <a:lnTo>
                    <a:pt x="76602" y="351100"/>
                  </a:lnTo>
                  <a:lnTo>
                    <a:pt x="78919" y="349893"/>
                  </a:lnTo>
                  <a:lnTo>
                    <a:pt x="88303" y="349735"/>
                  </a:lnTo>
                  <a:lnTo>
                    <a:pt x="94883" y="353461"/>
                  </a:lnTo>
                  <a:lnTo>
                    <a:pt x="102471" y="352622"/>
                  </a:lnTo>
                  <a:lnTo>
                    <a:pt x="100154" y="350523"/>
                  </a:lnTo>
                  <a:lnTo>
                    <a:pt x="97649" y="350050"/>
                  </a:lnTo>
                  <a:lnTo>
                    <a:pt x="92415" y="344421"/>
                  </a:lnTo>
                  <a:lnTo>
                    <a:pt x="91406" y="341151"/>
                  </a:lnTo>
                  <a:lnTo>
                    <a:pt x="96378" y="335280"/>
                  </a:lnTo>
                  <a:lnTo>
                    <a:pt x="99817" y="328324"/>
                  </a:lnTo>
                  <a:lnTo>
                    <a:pt x="120828" y="326941"/>
                  </a:lnTo>
                  <a:lnTo>
                    <a:pt x="130884" y="329442"/>
                  </a:lnTo>
                  <a:lnTo>
                    <a:pt x="136903" y="329123"/>
                  </a:lnTo>
                  <a:lnTo>
                    <a:pt x="129352" y="324223"/>
                  </a:lnTo>
                  <a:lnTo>
                    <a:pt x="128043" y="321981"/>
                  </a:lnTo>
                  <a:lnTo>
                    <a:pt x="133614" y="310190"/>
                  </a:lnTo>
                  <a:lnTo>
                    <a:pt x="135558" y="303507"/>
                  </a:lnTo>
                  <a:lnTo>
                    <a:pt x="134996" y="296797"/>
                  </a:lnTo>
                  <a:lnTo>
                    <a:pt x="134062" y="294953"/>
                  </a:lnTo>
                  <a:lnTo>
                    <a:pt x="136268" y="289134"/>
                  </a:lnTo>
                  <a:lnTo>
                    <a:pt x="135595" y="286898"/>
                  </a:lnTo>
                  <a:lnTo>
                    <a:pt x="133463" y="282309"/>
                  </a:lnTo>
                  <a:lnTo>
                    <a:pt x="130997" y="280448"/>
                  </a:lnTo>
                  <a:lnTo>
                    <a:pt x="121986" y="279352"/>
                  </a:lnTo>
                  <a:lnTo>
                    <a:pt x="114846" y="284277"/>
                  </a:lnTo>
                  <a:lnTo>
                    <a:pt x="112192" y="282036"/>
                  </a:lnTo>
                  <a:lnTo>
                    <a:pt x="106659" y="281105"/>
                  </a:lnTo>
                  <a:lnTo>
                    <a:pt x="103967" y="278146"/>
                  </a:lnTo>
                  <a:lnTo>
                    <a:pt x="94883" y="275731"/>
                  </a:lnTo>
                  <a:lnTo>
                    <a:pt x="89536" y="277817"/>
                  </a:lnTo>
                  <a:lnTo>
                    <a:pt x="82545" y="282638"/>
                  </a:lnTo>
                  <a:lnTo>
                    <a:pt x="79144" y="282747"/>
                  </a:lnTo>
                  <a:lnTo>
                    <a:pt x="68078" y="291365"/>
                  </a:lnTo>
                  <a:lnTo>
                    <a:pt x="56862" y="293649"/>
                  </a:lnTo>
                  <a:lnTo>
                    <a:pt x="57162" y="296959"/>
                  </a:lnTo>
                  <a:lnTo>
                    <a:pt x="55592" y="296146"/>
                  </a:lnTo>
                  <a:lnTo>
                    <a:pt x="53909" y="297664"/>
                  </a:lnTo>
                  <a:lnTo>
                    <a:pt x="54470" y="299127"/>
                  </a:lnTo>
                  <a:lnTo>
                    <a:pt x="40114" y="291039"/>
                  </a:lnTo>
                  <a:lnTo>
                    <a:pt x="39329" y="288207"/>
                  </a:lnTo>
                  <a:lnTo>
                    <a:pt x="40488" y="286462"/>
                  </a:lnTo>
                  <a:lnTo>
                    <a:pt x="47255" y="288044"/>
                  </a:lnTo>
                  <a:lnTo>
                    <a:pt x="48637" y="287389"/>
                  </a:lnTo>
                  <a:lnTo>
                    <a:pt x="48825" y="285916"/>
                  </a:lnTo>
                  <a:lnTo>
                    <a:pt x="40376" y="269291"/>
                  </a:lnTo>
                  <a:lnTo>
                    <a:pt x="31180" y="256224"/>
                  </a:lnTo>
                  <a:lnTo>
                    <a:pt x="18132" y="254388"/>
                  </a:lnTo>
                  <a:lnTo>
                    <a:pt x="14207" y="256336"/>
                  </a:lnTo>
                  <a:lnTo>
                    <a:pt x="12300" y="254778"/>
                  </a:lnTo>
                  <a:lnTo>
                    <a:pt x="10057" y="249929"/>
                  </a:lnTo>
                  <a:lnTo>
                    <a:pt x="10581" y="244394"/>
                  </a:lnTo>
                  <a:lnTo>
                    <a:pt x="9458" y="241086"/>
                  </a:lnTo>
                  <a:lnTo>
                    <a:pt x="1085" y="235464"/>
                  </a:lnTo>
                  <a:lnTo>
                    <a:pt x="0" y="230443"/>
                  </a:lnTo>
                  <a:lnTo>
                    <a:pt x="1944" y="223138"/>
                  </a:lnTo>
                  <a:lnTo>
                    <a:pt x="8786" y="212202"/>
                  </a:lnTo>
                  <a:lnTo>
                    <a:pt x="4001" y="205328"/>
                  </a:lnTo>
                  <a:lnTo>
                    <a:pt x="5832" y="194787"/>
                  </a:lnTo>
                  <a:lnTo>
                    <a:pt x="7964" y="189751"/>
                  </a:lnTo>
                  <a:lnTo>
                    <a:pt x="13272" y="184989"/>
                  </a:lnTo>
                  <a:lnTo>
                    <a:pt x="14244" y="183127"/>
                  </a:lnTo>
                  <a:lnTo>
                    <a:pt x="14880" y="176123"/>
                  </a:lnTo>
                  <a:lnTo>
                    <a:pt x="18580" y="171906"/>
                  </a:lnTo>
                  <a:lnTo>
                    <a:pt x="22768" y="172727"/>
                  </a:lnTo>
                  <a:lnTo>
                    <a:pt x="35852" y="189577"/>
                  </a:lnTo>
                  <a:lnTo>
                    <a:pt x="37909" y="190504"/>
                  </a:lnTo>
                  <a:lnTo>
                    <a:pt x="44638" y="187313"/>
                  </a:lnTo>
                  <a:lnTo>
                    <a:pt x="46395" y="184582"/>
                  </a:lnTo>
                  <a:lnTo>
                    <a:pt x="41872" y="165087"/>
                  </a:lnTo>
                  <a:lnTo>
                    <a:pt x="45684" y="165440"/>
                  </a:lnTo>
                  <a:lnTo>
                    <a:pt x="56376" y="157231"/>
                  </a:lnTo>
                  <a:lnTo>
                    <a:pt x="60003" y="149573"/>
                  </a:lnTo>
                  <a:lnTo>
                    <a:pt x="66732" y="147966"/>
                  </a:lnTo>
                  <a:lnTo>
                    <a:pt x="76864" y="141697"/>
                  </a:lnTo>
                  <a:lnTo>
                    <a:pt x="86920" y="128117"/>
                  </a:lnTo>
                  <a:lnTo>
                    <a:pt x="94583" y="130831"/>
                  </a:lnTo>
                  <a:lnTo>
                    <a:pt x="96789" y="132577"/>
                  </a:lnTo>
                  <a:lnTo>
                    <a:pt x="98359" y="136604"/>
                  </a:lnTo>
                  <a:lnTo>
                    <a:pt x="103855" y="136304"/>
                  </a:lnTo>
                  <a:lnTo>
                    <a:pt x="112117" y="129988"/>
                  </a:lnTo>
                  <a:lnTo>
                    <a:pt x="116528" y="128781"/>
                  </a:lnTo>
                  <a:lnTo>
                    <a:pt x="118846" y="129686"/>
                  </a:lnTo>
                  <a:lnTo>
                    <a:pt x="123819" y="136364"/>
                  </a:lnTo>
                  <a:lnTo>
                    <a:pt x="139744" y="136364"/>
                  </a:lnTo>
                  <a:lnTo>
                    <a:pt x="143819" y="139123"/>
                  </a:lnTo>
                  <a:lnTo>
                    <a:pt x="147034" y="144029"/>
                  </a:lnTo>
                  <a:lnTo>
                    <a:pt x="152605" y="147012"/>
                  </a:lnTo>
                  <a:lnTo>
                    <a:pt x="156418" y="151001"/>
                  </a:lnTo>
                  <a:lnTo>
                    <a:pt x="162250" y="159598"/>
                  </a:lnTo>
                  <a:lnTo>
                    <a:pt x="163297" y="166029"/>
                  </a:lnTo>
                  <a:lnTo>
                    <a:pt x="165016" y="167618"/>
                  </a:lnTo>
                  <a:lnTo>
                    <a:pt x="166698" y="165794"/>
                  </a:lnTo>
                  <a:lnTo>
                    <a:pt x="166998" y="163495"/>
                  </a:lnTo>
                  <a:lnTo>
                    <a:pt x="166100" y="156283"/>
                  </a:lnTo>
                  <a:lnTo>
                    <a:pt x="164830" y="154149"/>
                  </a:lnTo>
                  <a:lnTo>
                    <a:pt x="166811" y="151952"/>
                  </a:lnTo>
                  <a:lnTo>
                    <a:pt x="171521" y="154267"/>
                  </a:lnTo>
                  <a:lnTo>
                    <a:pt x="181764" y="163378"/>
                  </a:lnTo>
                  <a:lnTo>
                    <a:pt x="188531" y="166029"/>
                  </a:lnTo>
                  <a:lnTo>
                    <a:pt x="196083" y="161784"/>
                  </a:lnTo>
                  <a:lnTo>
                    <a:pt x="198027" y="157468"/>
                  </a:lnTo>
                  <a:lnTo>
                    <a:pt x="205242" y="151714"/>
                  </a:lnTo>
                  <a:lnTo>
                    <a:pt x="207934" y="152962"/>
                  </a:lnTo>
                  <a:lnTo>
                    <a:pt x="216046" y="150168"/>
                  </a:lnTo>
                  <a:lnTo>
                    <a:pt x="219523" y="151179"/>
                  </a:lnTo>
                  <a:lnTo>
                    <a:pt x="224982" y="155987"/>
                  </a:lnTo>
                  <a:lnTo>
                    <a:pt x="227411" y="155810"/>
                  </a:lnTo>
                  <a:lnTo>
                    <a:pt x="229392" y="154802"/>
                  </a:lnTo>
                  <a:lnTo>
                    <a:pt x="233243" y="149335"/>
                  </a:lnTo>
                  <a:lnTo>
                    <a:pt x="244047" y="150228"/>
                  </a:lnTo>
                  <a:lnTo>
                    <a:pt x="247935" y="153318"/>
                  </a:lnTo>
                  <a:lnTo>
                    <a:pt x="254926" y="162374"/>
                  </a:lnTo>
                  <a:lnTo>
                    <a:pt x="266740" y="164851"/>
                  </a:lnTo>
                  <a:lnTo>
                    <a:pt x="268235" y="166029"/>
                  </a:lnTo>
                  <a:lnTo>
                    <a:pt x="268198" y="168970"/>
                  </a:lnTo>
                  <a:lnTo>
                    <a:pt x="274217" y="166088"/>
                  </a:lnTo>
                  <a:lnTo>
                    <a:pt x="277171" y="158948"/>
                  </a:lnTo>
                  <a:lnTo>
                    <a:pt x="279338" y="157291"/>
                  </a:lnTo>
                  <a:lnTo>
                    <a:pt x="284087" y="162079"/>
                  </a:lnTo>
                  <a:lnTo>
                    <a:pt x="286927" y="162905"/>
                  </a:lnTo>
                  <a:lnTo>
                    <a:pt x="297694" y="162374"/>
                  </a:lnTo>
                  <a:lnTo>
                    <a:pt x="306966" y="156935"/>
                  </a:lnTo>
                  <a:lnTo>
                    <a:pt x="311040" y="144745"/>
                  </a:lnTo>
                  <a:lnTo>
                    <a:pt x="310404" y="141578"/>
                  </a:lnTo>
                  <a:lnTo>
                    <a:pt x="306442" y="137684"/>
                  </a:lnTo>
                  <a:lnTo>
                    <a:pt x="299190" y="136004"/>
                  </a:lnTo>
                  <a:lnTo>
                    <a:pt x="298330" y="134502"/>
                  </a:lnTo>
                  <a:lnTo>
                    <a:pt x="287787" y="130711"/>
                  </a:lnTo>
                  <a:lnTo>
                    <a:pt x="286179" y="126608"/>
                  </a:lnTo>
                  <a:lnTo>
                    <a:pt x="278740" y="121221"/>
                  </a:lnTo>
                  <a:lnTo>
                    <a:pt x="286965" y="114719"/>
                  </a:lnTo>
                  <a:lnTo>
                    <a:pt x="292049" y="113867"/>
                  </a:lnTo>
                  <a:lnTo>
                    <a:pt x="298779" y="107578"/>
                  </a:lnTo>
                  <a:lnTo>
                    <a:pt x="294218" y="96031"/>
                  </a:lnTo>
                  <a:lnTo>
                    <a:pt x="294778" y="93624"/>
                  </a:lnTo>
                  <a:lnTo>
                    <a:pt x="299862" y="85823"/>
                  </a:lnTo>
                  <a:lnTo>
                    <a:pt x="307228" y="85016"/>
                  </a:lnTo>
                  <a:lnTo>
                    <a:pt x="319115" y="86816"/>
                  </a:lnTo>
                  <a:lnTo>
                    <a:pt x="321359" y="84705"/>
                  </a:lnTo>
                  <a:lnTo>
                    <a:pt x="319976" y="81159"/>
                  </a:lnTo>
                  <a:lnTo>
                    <a:pt x="312573" y="76981"/>
                  </a:lnTo>
                  <a:lnTo>
                    <a:pt x="303040" y="74919"/>
                  </a:lnTo>
                  <a:lnTo>
                    <a:pt x="302255" y="73167"/>
                  </a:lnTo>
                  <a:lnTo>
                    <a:pt x="303639" y="69406"/>
                  </a:lnTo>
                  <a:lnTo>
                    <a:pt x="307228" y="69029"/>
                  </a:lnTo>
                  <a:lnTo>
                    <a:pt x="309994" y="66704"/>
                  </a:lnTo>
                  <a:lnTo>
                    <a:pt x="308722" y="64690"/>
                  </a:lnTo>
                  <a:lnTo>
                    <a:pt x="304050" y="65698"/>
                  </a:lnTo>
                  <a:lnTo>
                    <a:pt x="298442" y="63241"/>
                  </a:lnTo>
                  <a:lnTo>
                    <a:pt x="301245" y="58633"/>
                  </a:lnTo>
                  <a:lnTo>
                    <a:pt x="301881" y="51217"/>
                  </a:lnTo>
                  <a:lnTo>
                    <a:pt x="303676" y="49245"/>
                  </a:lnTo>
                  <a:lnTo>
                    <a:pt x="305806" y="48227"/>
                  </a:lnTo>
                  <a:lnTo>
                    <a:pt x="318181" y="51852"/>
                  </a:lnTo>
                  <a:lnTo>
                    <a:pt x="320499" y="49881"/>
                  </a:lnTo>
                  <a:lnTo>
                    <a:pt x="330032" y="49500"/>
                  </a:lnTo>
                  <a:lnTo>
                    <a:pt x="332798" y="47526"/>
                  </a:lnTo>
                  <a:lnTo>
                    <a:pt x="341957" y="46252"/>
                  </a:lnTo>
                  <a:lnTo>
                    <a:pt x="344388" y="43890"/>
                  </a:lnTo>
                  <a:lnTo>
                    <a:pt x="358032" y="41589"/>
                  </a:lnTo>
                  <a:lnTo>
                    <a:pt x="370781" y="36335"/>
                  </a:lnTo>
                  <a:lnTo>
                    <a:pt x="374707" y="37426"/>
                  </a:lnTo>
                  <a:lnTo>
                    <a:pt x="380426" y="35886"/>
                  </a:lnTo>
                  <a:lnTo>
                    <a:pt x="383791" y="37875"/>
                  </a:lnTo>
                  <a:lnTo>
                    <a:pt x="385249" y="37041"/>
                  </a:lnTo>
                  <a:lnTo>
                    <a:pt x="386894" y="31577"/>
                  </a:lnTo>
                  <a:lnTo>
                    <a:pt x="391866" y="27772"/>
                  </a:lnTo>
                  <a:lnTo>
                    <a:pt x="396651" y="27901"/>
                  </a:lnTo>
                  <a:lnTo>
                    <a:pt x="400951" y="25251"/>
                  </a:lnTo>
                  <a:lnTo>
                    <a:pt x="401773" y="26480"/>
                  </a:lnTo>
                  <a:lnTo>
                    <a:pt x="407343" y="26157"/>
                  </a:lnTo>
                  <a:lnTo>
                    <a:pt x="418409" y="23633"/>
                  </a:lnTo>
                  <a:lnTo>
                    <a:pt x="447495" y="14995"/>
                  </a:lnTo>
                  <a:lnTo>
                    <a:pt x="449326" y="12257"/>
                  </a:lnTo>
                  <a:lnTo>
                    <a:pt x="448541" y="8335"/>
                  </a:lnTo>
                  <a:lnTo>
                    <a:pt x="455158" y="6764"/>
                  </a:lnTo>
                  <a:lnTo>
                    <a:pt x="464579" y="0"/>
                  </a:lnTo>
                  <a:lnTo>
                    <a:pt x="475272" y="1185"/>
                  </a:lnTo>
                  <a:lnTo>
                    <a:pt x="489590" y="8270"/>
                  </a:lnTo>
                  <a:lnTo>
                    <a:pt x="495908" y="3944"/>
                  </a:lnTo>
                  <a:lnTo>
                    <a:pt x="501142" y="3091"/>
                  </a:lnTo>
                  <a:lnTo>
                    <a:pt x="504730" y="9513"/>
                  </a:lnTo>
                  <a:lnTo>
                    <a:pt x="510450" y="28611"/>
                  </a:lnTo>
                  <a:lnTo>
                    <a:pt x="509739" y="37041"/>
                  </a:lnTo>
                  <a:lnTo>
                    <a:pt x="507684" y="40694"/>
                  </a:lnTo>
                  <a:lnTo>
                    <a:pt x="508506" y="42421"/>
                  </a:lnTo>
                  <a:lnTo>
                    <a:pt x="513553" y="44337"/>
                  </a:lnTo>
                  <a:lnTo>
                    <a:pt x="527423" y="42676"/>
                  </a:lnTo>
                  <a:lnTo>
                    <a:pt x="529554" y="39029"/>
                  </a:lnTo>
                  <a:lnTo>
                    <a:pt x="531199" y="38388"/>
                  </a:lnTo>
                  <a:lnTo>
                    <a:pt x="535386" y="45614"/>
                  </a:lnTo>
                  <a:lnTo>
                    <a:pt x="535760" y="51217"/>
                  </a:lnTo>
                  <a:lnTo>
                    <a:pt x="536619" y="51979"/>
                  </a:lnTo>
                  <a:lnTo>
                    <a:pt x="539535" y="50072"/>
                  </a:lnTo>
                  <a:lnTo>
                    <a:pt x="539049" y="46762"/>
                  </a:lnTo>
                  <a:lnTo>
                    <a:pt x="540283" y="45167"/>
                  </a:lnTo>
                  <a:lnTo>
                    <a:pt x="546339" y="46124"/>
                  </a:lnTo>
                  <a:lnTo>
                    <a:pt x="550601" y="50644"/>
                  </a:lnTo>
                  <a:lnTo>
                    <a:pt x="553853" y="51534"/>
                  </a:lnTo>
                  <a:lnTo>
                    <a:pt x="561966" y="47717"/>
                  </a:lnTo>
                  <a:lnTo>
                    <a:pt x="562901" y="48418"/>
                  </a:lnTo>
                  <a:lnTo>
                    <a:pt x="562228" y="52423"/>
                  </a:lnTo>
                  <a:lnTo>
                    <a:pt x="556396" y="56608"/>
                  </a:lnTo>
                  <a:lnTo>
                    <a:pt x="554451" y="60276"/>
                  </a:lnTo>
                  <a:lnTo>
                    <a:pt x="554041" y="64061"/>
                  </a:lnTo>
                  <a:lnTo>
                    <a:pt x="556583" y="69343"/>
                  </a:lnTo>
                  <a:lnTo>
                    <a:pt x="561480" y="64816"/>
                  </a:lnTo>
                  <a:lnTo>
                    <a:pt x="565967" y="63304"/>
                  </a:lnTo>
                  <a:lnTo>
                    <a:pt x="573257" y="64816"/>
                  </a:lnTo>
                  <a:lnTo>
                    <a:pt x="576173" y="67961"/>
                  </a:lnTo>
                  <a:lnTo>
                    <a:pt x="577256" y="67333"/>
                  </a:lnTo>
                  <a:lnTo>
                    <a:pt x="578266" y="62359"/>
                  </a:lnTo>
                  <a:lnTo>
                    <a:pt x="586229" y="56102"/>
                  </a:lnTo>
                  <a:lnTo>
                    <a:pt x="590752" y="56038"/>
                  </a:lnTo>
                  <a:lnTo>
                    <a:pt x="594229" y="53693"/>
                  </a:lnTo>
                  <a:lnTo>
                    <a:pt x="597481" y="51026"/>
                  </a:lnTo>
                  <a:lnTo>
                    <a:pt x="598753" y="46762"/>
                  </a:lnTo>
                  <a:lnTo>
                    <a:pt x="604061" y="45869"/>
                  </a:lnTo>
                  <a:lnTo>
                    <a:pt x="615950" y="38900"/>
                  </a:lnTo>
                  <a:lnTo>
                    <a:pt x="620735" y="38067"/>
                  </a:lnTo>
                  <a:lnTo>
                    <a:pt x="627800" y="34215"/>
                  </a:lnTo>
                  <a:lnTo>
                    <a:pt x="624025" y="44784"/>
                  </a:lnTo>
                  <a:lnTo>
                    <a:pt x="619165" y="44593"/>
                  </a:lnTo>
                  <a:lnTo>
                    <a:pt x="620510" y="49118"/>
                  </a:lnTo>
                  <a:lnTo>
                    <a:pt x="622380" y="51979"/>
                  </a:lnTo>
                  <a:lnTo>
                    <a:pt x="649072" y="75544"/>
                  </a:lnTo>
                  <a:lnTo>
                    <a:pt x="675839" y="123402"/>
                  </a:lnTo>
                  <a:lnTo>
                    <a:pt x="693224" y="159775"/>
                  </a:lnTo>
                  <a:lnTo>
                    <a:pt x="694868" y="160307"/>
                  </a:lnTo>
                  <a:lnTo>
                    <a:pt x="695280" y="157646"/>
                  </a:lnTo>
                  <a:lnTo>
                    <a:pt x="698084" y="155276"/>
                  </a:lnTo>
                  <a:lnTo>
                    <a:pt x="702308" y="154149"/>
                  </a:lnTo>
                  <a:lnTo>
                    <a:pt x="702794" y="146297"/>
                  </a:lnTo>
                  <a:lnTo>
                    <a:pt x="708775" y="142654"/>
                  </a:lnTo>
                  <a:lnTo>
                    <a:pt x="711729" y="143013"/>
                  </a:lnTo>
                  <a:lnTo>
                    <a:pt x="713561" y="146058"/>
                  </a:lnTo>
                  <a:lnTo>
                    <a:pt x="716925" y="146058"/>
                  </a:lnTo>
                  <a:lnTo>
                    <a:pt x="715766" y="153377"/>
                  </a:lnTo>
                  <a:lnTo>
                    <a:pt x="722347" y="153793"/>
                  </a:lnTo>
                  <a:lnTo>
                    <a:pt x="723954" y="160898"/>
                  </a:lnTo>
                  <a:lnTo>
                    <a:pt x="733673" y="160012"/>
                  </a:lnTo>
                  <a:lnTo>
                    <a:pt x="737076" y="161843"/>
                  </a:lnTo>
                  <a:lnTo>
                    <a:pt x="745300" y="161312"/>
                  </a:lnTo>
                  <a:lnTo>
                    <a:pt x="750833" y="155869"/>
                  </a:lnTo>
                  <a:lnTo>
                    <a:pt x="756217" y="155750"/>
                  </a:lnTo>
                  <a:lnTo>
                    <a:pt x="759133" y="152724"/>
                  </a:lnTo>
                  <a:lnTo>
                    <a:pt x="763245" y="152546"/>
                  </a:lnTo>
                  <a:lnTo>
                    <a:pt x="775432" y="159775"/>
                  </a:lnTo>
                  <a:lnTo>
                    <a:pt x="780218" y="168088"/>
                  </a:lnTo>
                  <a:lnTo>
                    <a:pt x="781937" y="175655"/>
                  </a:lnTo>
                  <a:lnTo>
                    <a:pt x="783282" y="177234"/>
                  </a:lnTo>
                  <a:lnTo>
                    <a:pt x="789190" y="178461"/>
                  </a:lnTo>
                  <a:lnTo>
                    <a:pt x="797116" y="183010"/>
                  </a:lnTo>
                  <a:lnTo>
                    <a:pt x="797377" y="188416"/>
                  </a:lnTo>
                  <a:lnTo>
                    <a:pt x="802162" y="197386"/>
                  </a:lnTo>
                  <a:lnTo>
                    <a:pt x="821865" y="201074"/>
                  </a:lnTo>
                  <a:lnTo>
                    <a:pt x="830799" y="192415"/>
                  </a:lnTo>
                  <a:lnTo>
                    <a:pt x="833266" y="193110"/>
                  </a:lnTo>
                  <a:lnTo>
                    <a:pt x="833304" y="194787"/>
                  </a:lnTo>
                  <a:lnTo>
                    <a:pt x="830873" y="197559"/>
                  </a:lnTo>
                  <a:lnTo>
                    <a:pt x="831135" y="199058"/>
                  </a:lnTo>
                  <a:lnTo>
                    <a:pt x="832968" y="199173"/>
                  </a:lnTo>
                  <a:lnTo>
                    <a:pt x="838912" y="207852"/>
                  </a:lnTo>
                  <a:lnTo>
                    <a:pt x="843735" y="210143"/>
                  </a:lnTo>
                  <a:lnTo>
                    <a:pt x="845603" y="214258"/>
                  </a:lnTo>
                  <a:lnTo>
                    <a:pt x="839884" y="213516"/>
                  </a:lnTo>
                  <a:lnTo>
                    <a:pt x="834912" y="215399"/>
                  </a:lnTo>
                  <a:lnTo>
                    <a:pt x="833266" y="218875"/>
                  </a:lnTo>
                  <a:lnTo>
                    <a:pt x="833865" y="221377"/>
                  </a:lnTo>
                  <a:lnTo>
                    <a:pt x="833042" y="226540"/>
                  </a:lnTo>
                  <a:lnTo>
                    <a:pt x="829528" y="231855"/>
                  </a:lnTo>
                  <a:lnTo>
                    <a:pt x="812929" y="236309"/>
                  </a:lnTo>
                  <a:lnTo>
                    <a:pt x="810350" y="241984"/>
                  </a:lnTo>
                  <a:lnTo>
                    <a:pt x="808256" y="250934"/>
                  </a:lnTo>
                  <a:lnTo>
                    <a:pt x="809527" y="263989"/>
                  </a:lnTo>
                  <a:lnTo>
                    <a:pt x="811247" y="268740"/>
                  </a:lnTo>
                  <a:lnTo>
                    <a:pt x="810985" y="271276"/>
                  </a:lnTo>
                  <a:lnTo>
                    <a:pt x="807434" y="277158"/>
                  </a:lnTo>
                  <a:lnTo>
                    <a:pt x="802200" y="277982"/>
                  </a:lnTo>
                  <a:lnTo>
                    <a:pt x="792891" y="284223"/>
                  </a:lnTo>
                  <a:lnTo>
                    <a:pt x="790424" y="279900"/>
                  </a:lnTo>
                  <a:lnTo>
                    <a:pt x="776928" y="279955"/>
                  </a:lnTo>
                  <a:lnTo>
                    <a:pt x="770648" y="278420"/>
                  </a:lnTo>
                  <a:lnTo>
                    <a:pt x="759806" y="273368"/>
                  </a:lnTo>
                  <a:lnTo>
                    <a:pt x="756403" y="273422"/>
                  </a:lnTo>
                  <a:lnTo>
                    <a:pt x="755283" y="280119"/>
                  </a:lnTo>
                  <a:lnTo>
                    <a:pt x="746572" y="304479"/>
                  </a:lnTo>
                  <a:lnTo>
                    <a:pt x="741599" y="321287"/>
                  </a:lnTo>
                  <a:lnTo>
                    <a:pt x="741824" y="323529"/>
                  </a:lnTo>
                  <a:lnTo>
                    <a:pt x="747730" y="326355"/>
                  </a:lnTo>
                  <a:lnTo>
                    <a:pt x="747954" y="330239"/>
                  </a:lnTo>
                  <a:lnTo>
                    <a:pt x="745861" y="335174"/>
                  </a:lnTo>
                  <a:lnTo>
                    <a:pt x="740590" y="332416"/>
                  </a:lnTo>
                  <a:lnTo>
                    <a:pt x="733898" y="334167"/>
                  </a:lnTo>
                  <a:lnTo>
                    <a:pt x="730683" y="332204"/>
                  </a:lnTo>
                  <a:lnTo>
                    <a:pt x="730048" y="329707"/>
                  </a:lnTo>
                  <a:lnTo>
                    <a:pt x="728627" y="328591"/>
                  </a:lnTo>
                  <a:lnTo>
                    <a:pt x="711243" y="335068"/>
                  </a:lnTo>
                  <a:lnTo>
                    <a:pt x="706682" y="335174"/>
                  </a:lnTo>
                  <a:lnTo>
                    <a:pt x="694719" y="338667"/>
                  </a:lnTo>
                  <a:lnTo>
                    <a:pt x="690831" y="342312"/>
                  </a:lnTo>
                  <a:lnTo>
                    <a:pt x="693448" y="344843"/>
                  </a:lnTo>
                  <a:lnTo>
                    <a:pt x="698794" y="344526"/>
                  </a:lnTo>
                  <a:lnTo>
                    <a:pt x="703504" y="347264"/>
                  </a:lnTo>
                  <a:lnTo>
                    <a:pt x="701411" y="348947"/>
                  </a:lnTo>
                  <a:lnTo>
                    <a:pt x="700887" y="351993"/>
                  </a:lnTo>
                  <a:lnTo>
                    <a:pt x="700887" y="365213"/>
                  </a:lnTo>
                  <a:lnTo>
                    <a:pt x="707019" y="380553"/>
                  </a:lnTo>
                  <a:lnTo>
                    <a:pt x="708103" y="384470"/>
                  </a:lnTo>
                  <a:lnTo>
                    <a:pt x="707355" y="387812"/>
                  </a:lnTo>
                  <a:lnTo>
                    <a:pt x="709822" y="392020"/>
                  </a:lnTo>
                  <a:lnTo>
                    <a:pt x="709112" y="393711"/>
                  </a:lnTo>
                  <a:lnTo>
                    <a:pt x="706308" y="392994"/>
                  </a:lnTo>
                  <a:lnTo>
                    <a:pt x="701598" y="395400"/>
                  </a:lnTo>
                  <a:lnTo>
                    <a:pt x="701449" y="397394"/>
                  </a:lnTo>
                  <a:lnTo>
                    <a:pt x="704813" y="399130"/>
                  </a:lnTo>
                  <a:lnTo>
                    <a:pt x="704701" y="400201"/>
                  </a:lnTo>
                  <a:lnTo>
                    <a:pt x="698681" y="402393"/>
                  </a:lnTo>
                  <a:lnTo>
                    <a:pt x="697709" y="404176"/>
                  </a:lnTo>
                  <a:lnTo>
                    <a:pt x="696851" y="407227"/>
                  </a:lnTo>
                  <a:lnTo>
                    <a:pt x="698869" y="418218"/>
                  </a:lnTo>
                  <a:lnTo>
                    <a:pt x="697860" y="419480"/>
                  </a:lnTo>
                  <a:lnTo>
                    <a:pt x="691878" y="413212"/>
                  </a:lnTo>
                  <a:lnTo>
                    <a:pt x="681634" y="411236"/>
                  </a:lnTo>
                  <a:lnTo>
                    <a:pt x="675354" y="403005"/>
                  </a:lnTo>
                  <a:lnTo>
                    <a:pt x="670344" y="403005"/>
                  </a:lnTo>
                  <a:lnTo>
                    <a:pt x="662867" y="400456"/>
                  </a:lnTo>
                  <a:lnTo>
                    <a:pt x="636100" y="399130"/>
                  </a:lnTo>
                  <a:lnTo>
                    <a:pt x="630941" y="397394"/>
                  </a:lnTo>
                  <a:lnTo>
                    <a:pt x="620996" y="398925"/>
                  </a:lnTo>
                  <a:lnTo>
                    <a:pt x="606042" y="398517"/>
                  </a:lnTo>
                  <a:lnTo>
                    <a:pt x="602865" y="401884"/>
                  </a:lnTo>
                  <a:lnTo>
                    <a:pt x="597257" y="401273"/>
                  </a:lnTo>
                  <a:lnTo>
                    <a:pt x="585855" y="397240"/>
                  </a:lnTo>
                  <a:lnTo>
                    <a:pt x="573219" y="389815"/>
                  </a:lnTo>
                  <a:lnTo>
                    <a:pt x="571911" y="391097"/>
                  </a:lnTo>
                  <a:lnTo>
                    <a:pt x="567835" y="391097"/>
                  </a:lnTo>
                  <a:lnTo>
                    <a:pt x="566527" y="392840"/>
                  </a:lnTo>
                  <a:lnTo>
                    <a:pt x="559686" y="396576"/>
                  </a:lnTo>
                  <a:lnTo>
                    <a:pt x="556882" y="408141"/>
                  </a:lnTo>
                  <a:lnTo>
                    <a:pt x="558340" y="413314"/>
                  </a:lnTo>
                  <a:lnTo>
                    <a:pt x="554003" y="410679"/>
                  </a:lnTo>
                  <a:lnTo>
                    <a:pt x="545106" y="409055"/>
                  </a:lnTo>
                  <a:lnTo>
                    <a:pt x="542975" y="406871"/>
                  </a:lnTo>
                  <a:lnTo>
                    <a:pt x="533068" y="403514"/>
                  </a:lnTo>
                  <a:lnTo>
                    <a:pt x="522376" y="401680"/>
                  </a:lnTo>
                  <a:lnTo>
                    <a:pt x="511908" y="404176"/>
                  </a:lnTo>
                  <a:lnTo>
                    <a:pt x="507048" y="409766"/>
                  </a:lnTo>
                  <a:lnTo>
                    <a:pt x="504357" y="4165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4" name="oPE_MapPart_KEN_1_404" descr="Kenia">
              <a:extLst>
                <a:ext uri="{FF2B5EF4-FFF2-40B4-BE49-F238E27FC236}">
                  <a16:creationId xmlns:a16="http://schemas.microsoft.com/office/drawing/2014/main" id="{BD8DF3FC-6110-76A3-A481-9E4CA0DF90B7}"/>
                </a:ext>
              </a:extLst>
            </p:cNvPr>
            <p:cNvSpPr/>
            <p:nvPr>
              <p:custDataLst>
                <p:tags r:id="rId404"/>
              </p:custDataLst>
            </p:nvPr>
          </p:nvSpPr>
          <p:spPr>
            <a:xfrm>
              <a:off x="6946650" y="4434234"/>
              <a:ext cx="3776" cy="2732"/>
            </a:xfrm>
            <a:custGeom>
              <a:avLst/>
              <a:gdLst/>
              <a:ahLst/>
              <a:cxnLst/>
              <a:rect l="0" t="0" r="0" b="0"/>
              <a:pathLst>
                <a:path w="3776" h="2732">
                  <a:moveTo>
                    <a:pt x="785" y="2544"/>
                  </a:moveTo>
                  <a:lnTo>
                    <a:pt x="0" y="2731"/>
                  </a:lnTo>
                  <a:lnTo>
                    <a:pt x="411" y="1534"/>
                  </a:lnTo>
                  <a:lnTo>
                    <a:pt x="2692" y="0"/>
                  </a:lnTo>
                  <a:lnTo>
                    <a:pt x="3775" y="711"/>
                  </a:lnTo>
                  <a:lnTo>
                    <a:pt x="3327" y="13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5" name="oPE_MapPart_KEN_2_405" descr="Kenia">
              <a:extLst>
                <a:ext uri="{FF2B5EF4-FFF2-40B4-BE49-F238E27FC236}">
                  <a16:creationId xmlns:a16="http://schemas.microsoft.com/office/drawing/2014/main" id="{F6DF10F7-181F-9137-358B-3CD6AB60CB5C}"/>
                </a:ext>
              </a:extLst>
            </p:cNvPr>
            <p:cNvSpPr/>
            <p:nvPr>
              <p:custDataLst>
                <p:tags r:id="rId405"/>
              </p:custDataLst>
            </p:nvPr>
          </p:nvSpPr>
          <p:spPr>
            <a:xfrm>
              <a:off x="6800139" y="4277708"/>
              <a:ext cx="165765" cy="211807"/>
            </a:xfrm>
            <a:custGeom>
              <a:avLst/>
              <a:gdLst/>
              <a:ahLst/>
              <a:cxnLst/>
              <a:rect l="0" t="0" r="0" b="0"/>
              <a:pathLst>
                <a:path w="165765" h="211807">
                  <a:moveTo>
                    <a:pt x="0" y="135059"/>
                  </a:moveTo>
                  <a:lnTo>
                    <a:pt x="823" y="110609"/>
                  </a:lnTo>
                  <a:lnTo>
                    <a:pt x="2804" y="108104"/>
                  </a:lnTo>
                  <a:lnTo>
                    <a:pt x="5346" y="101674"/>
                  </a:lnTo>
                  <a:lnTo>
                    <a:pt x="10543" y="96215"/>
                  </a:lnTo>
                  <a:lnTo>
                    <a:pt x="12039" y="92588"/>
                  </a:lnTo>
                  <a:lnTo>
                    <a:pt x="14506" y="90232"/>
                  </a:lnTo>
                  <a:lnTo>
                    <a:pt x="18618" y="88401"/>
                  </a:lnTo>
                  <a:lnTo>
                    <a:pt x="18282" y="85558"/>
                  </a:lnTo>
                  <a:lnTo>
                    <a:pt x="22057" y="80098"/>
                  </a:lnTo>
                  <a:lnTo>
                    <a:pt x="22319" y="77405"/>
                  </a:lnTo>
                  <a:lnTo>
                    <a:pt x="22020" y="71383"/>
                  </a:lnTo>
                  <a:lnTo>
                    <a:pt x="20338" y="64013"/>
                  </a:lnTo>
                  <a:lnTo>
                    <a:pt x="20824" y="62703"/>
                  </a:lnTo>
                  <a:lnTo>
                    <a:pt x="17422" y="55667"/>
                  </a:lnTo>
                  <a:lnTo>
                    <a:pt x="14244" y="53459"/>
                  </a:lnTo>
                  <a:lnTo>
                    <a:pt x="12861" y="49415"/>
                  </a:lnTo>
                  <a:lnTo>
                    <a:pt x="11328" y="48517"/>
                  </a:lnTo>
                  <a:lnTo>
                    <a:pt x="10318" y="43312"/>
                  </a:lnTo>
                  <a:lnTo>
                    <a:pt x="11103" y="38368"/>
                  </a:lnTo>
                  <a:lnTo>
                    <a:pt x="5459" y="34996"/>
                  </a:lnTo>
                  <a:lnTo>
                    <a:pt x="5870" y="33797"/>
                  </a:lnTo>
                  <a:lnTo>
                    <a:pt x="4748" y="33385"/>
                  </a:lnTo>
                  <a:lnTo>
                    <a:pt x="1533" y="26489"/>
                  </a:lnTo>
                  <a:lnTo>
                    <a:pt x="28376" y="0"/>
                  </a:lnTo>
                  <a:lnTo>
                    <a:pt x="28263" y="1652"/>
                  </a:lnTo>
                  <a:lnTo>
                    <a:pt x="29534" y="2666"/>
                  </a:lnTo>
                  <a:lnTo>
                    <a:pt x="32525" y="1502"/>
                  </a:lnTo>
                  <a:lnTo>
                    <a:pt x="38245" y="3079"/>
                  </a:lnTo>
                  <a:lnTo>
                    <a:pt x="39403" y="6983"/>
                  </a:lnTo>
                  <a:lnTo>
                    <a:pt x="38619" y="14263"/>
                  </a:lnTo>
                  <a:lnTo>
                    <a:pt x="44002" y="21352"/>
                  </a:lnTo>
                  <a:lnTo>
                    <a:pt x="62358" y="22515"/>
                  </a:lnTo>
                  <a:lnTo>
                    <a:pt x="86882" y="38405"/>
                  </a:lnTo>
                  <a:lnTo>
                    <a:pt x="116116" y="42413"/>
                  </a:lnTo>
                  <a:lnTo>
                    <a:pt x="119519" y="39866"/>
                  </a:lnTo>
                  <a:lnTo>
                    <a:pt x="123369" y="34171"/>
                  </a:lnTo>
                  <a:lnTo>
                    <a:pt x="142510" y="25401"/>
                  </a:lnTo>
                  <a:lnTo>
                    <a:pt x="150324" y="31848"/>
                  </a:lnTo>
                  <a:lnTo>
                    <a:pt x="165764" y="31549"/>
                  </a:lnTo>
                  <a:lnTo>
                    <a:pt x="154511" y="47693"/>
                  </a:lnTo>
                  <a:lnTo>
                    <a:pt x="146660" y="55742"/>
                  </a:lnTo>
                  <a:lnTo>
                    <a:pt x="146959" y="132330"/>
                  </a:lnTo>
                  <a:lnTo>
                    <a:pt x="158249" y="146876"/>
                  </a:lnTo>
                  <a:lnTo>
                    <a:pt x="158473" y="149457"/>
                  </a:lnTo>
                  <a:lnTo>
                    <a:pt x="152940" y="154656"/>
                  </a:lnTo>
                  <a:lnTo>
                    <a:pt x="149614" y="155404"/>
                  </a:lnTo>
                  <a:lnTo>
                    <a:pt x="147296" y="154768"/>
                  </a:lnTo>
                  <a:lnTo>
                    <a:pt x="146398" y="156938"/>
                  </a:lnTo>
                  <a:lnTo>
                    <a:pt x="145127" y="156264"/>
                  </a:lnTo>
                  <a:lnTo>
                    <a:pt x="145801" y="159818"/>
                  </a:lnTo>
                  <a:lnTo>
                    <a:pt x="145277" y="161389"/>
                  </a:lnTo>
                  <a:lnTo>
                    <a:pt x="140006" y="167002"/>
                  </a:lnTo>
                  <a:lnTo>
                    <a:pt x="135034" y="167339"/>
                  </a:lnTo>
                  <a:lnTo>
                    <a:pt x="131258" y="170108"/>
                  </a:lnTo>
                  <a:lnTo>
                    <a:pt x="130360" y="172803"/>
                  </a:lnTo>
                  <a:lnTo>
                    <a:pt x="130660" y="176958"/>
                  </a:lnTo>
                  <a:lnTo>
                    <a:pt x="129015" y="181788"/>
                  </a:lnTo>
                  <a:lnTo>
                    <a:pt x="126472" y="183848"/>
                  </a:lnTo>
                  <a:lnTo>
                    <a:pt x="123744" y="188567"/>
                  </a:lnTo>
                  <a:lnTo>
                    <a:pt x="122883" y="192912"/>
                  </a:lnTo>
                  <a:lnTo>
                    <a:pt x="116042" y="207343"/>
                  </a:lnTo>
                  <a:lnTo>
                    <a:pt x="113687" y="210418"/>
                  </a:lnTo>
                  <a:lnTo>
                    <a:pt x="111818" y="210043"/>
                  </a:lnTo>
                  <a:lnTo>
                    <a:pt x="110472" y="211806"/>
                  </a:lnTo>
                  <a:lnTo>
                    <a:pt x="80863" y="190590"/>
                  </a:lnTo>
                  <a:lnTo>
                    <a:pt x="79106" y="187818"/>
                  </a:lnTo>
                  <a:lnTo>
                    <a:pt x="76938" y="186919"/>
                  </a:lnTo>
                  <a:lnTo>
                    <a:pt x="78621" y="181676"/>
                  </a:lnTo>
                  <a:lnTo>
                    <a:pt x="77686" y="177520"/>
                  </a:lnTo>
                  <a:lnTo>
                    <a:pt x="1571" y="13505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6" name="oPE_MapPart_KIR_1_406" descr="Kiribati">
              <a:extLst>
                <a:ext uri="{FF2B5EF4-FFF2-40B4-BE49-F238E27FC236}">
                  <a16:creationId xmlns:a16="http://schemas.microsoft.com/office/drawing/2014/main" id="{76F08A5E-1437-8C9C-11C6-2FDCD12C5186}"/>
                </a:ext>
              </a:extLst>
            </p:cNvPr>
            <p:cNvSpPr/>
            <p:nvPr>
              <p:custDataLst>
                <p:tags r:id="rId406"/>
              </p:custDataLst>
            </p:nvPr>
          </p:nvSpPr>
          <p:spPr>
            <a:xfrm>
              <a:off x="2823200" y="4349802"/>
              <a:ext cx="8375" cy="6173"/>
            </a:xfrm>
            <a:custGeom>
              <a:avLst/>
              <a:gdLst/>
              <a:ahLst/>
              <a:cxnLst/>
              <a:rect l="0" t="0" r="0" b="0"/>
              <a:pathLst>
                <a:path w="8375" h="6173">
                  <a:moveTo>
                    <a:pt x="4935" y="3591"/>
                  </a:moveTo>
                  <a:lnTo>
                    <a:pt x="8374" y="5985"/>
                  </a:lnTo>
                  <a:lnTo>
                    <a:pt x="6916" y="6172"/>
                  </a:lnTo>
                  <a:lnTo>
                    <a:pt x="3290" y="5012"/>
                  </a:lnTo>
                  <a:lnTo>
                    <a:pt x="0" y="2618"/>
                  </a:lnTo>
                  <a:lnTo>
                    <a:pt x="1010" y="2132"/>
                  </a:lnTo>
                  <a:lnTo>
                    <a:pt x="2991" y="3778"/>
                  </a:lnTo>
                  <a:lnTo>
                    <a:pt x="4449" y="1721"/>
                  </a:lnTo>
                  <a:lnTo>
                    <a:pt x="1795" y="0"/>
                  </a:lnTo>
                  <a:lnTo>
                    <a:pt x="5346" y="12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7" name="oPE_MapPart_KIR_2_407" descr="Kiribati">
              <a:extLst>
                <a:ext uri="{FF2B5EF4-FFF2-40B4-BE49-F238E27FC236}">
                  <a16:creationId xmlns:a16="http://schemas.microsoft.com/office/drawing/2014/main" id="{8DD53CAC-6332-99FA-C64F-9DD47DFEFF5A}"/>
                </a:ext>
              </a:extLst>
            </p:cNvPr>
            <p:cNvSpPr/>
            <p:nvPr>
              <p:custDataLst>
                <p:tags r:id="rId407"/>
              </p:custDataLst>
            </p:nvPr>
          </p:nvSpPr>
          <p:spPr>
            <a:xfrm>
              <a:off x="2785180" y="4310381"/>
              <a:ext cx="3142" cy="2661"/>
            </a:xfrm>
            <a:custGeom>
              <a:avLst/>
              <a:gdLst/>
              <a:ahLst/>
              <a:cxnLst/>
              <a:rect l="0" t="0" r="0" b="0"/>
              <a:pathLst>
                <a:path w="3142" h="2661">
                  <a:moveTo>
                    <a:pt x="1458" y="0"/>
                  </a:moveTo>
                  <a:lnTo>
                    <a:pt x="3141" y="1761"/>
                  </a:lnTo>
                  <a:lnTo>
                    <a:pt x="2804" y="2660"/>
                  </a:lnTo>
                  <a:lnTo>
                    <a:pt x="1047" y="2248"/>
                  </a:lnTo>
                  <a:lnTo>
                    <a:pt x="2168" y="1798"/>
                  </a:lnTo>
                  <a:lnTo>
                    <a:pt x="1159" y="899"/>
                  </a:lnTo>
                  <a:lnTo>
                    <a:pt x="673" y="1611"/>
                  </a:lnTo>
                  <a:lnTo>
                    <a:pt x="0" y="1049"/>
                  </a:lnTo>
                  <a:lnTo>
                    <a:pt x="860" y="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8" name="oPE_MapPart_KIR_3_408" descr="Kiribati">
              <a:extLst>
                <a:ext uri="{FF2B5EF4-FFF2-40B4-BE49-F238E27FC236}">
                  <a16:creationId xmlns:a16="http://schemas.microsoft.com/office/drawing/2014/main" id="{279A514C-8556-3A31-5707-8CF08BA8C13C}"/>
                </a:ext>
              </a:extLst>
            </p:cNvPr>
            <p:cNvSpPr/>
            <p:nvPr>
              <p:custDataLst>
                <p:tags r:id="rId408"/>
              </p:custDataLst>
            </p:nvPr>
          </p:nvSpPr>
          <p:spPr>
            <a:xfrm>
              <a:off x="9717748" y="4404243"/>
              <a:ext cx="2655" cy="4936"/>
            </a:xfrm>
            <a:custGeom>
              <a:avLst/>
              <a:gdLst/>
              <a:ahLst/>
              <a:cxnLst/>
              <a:rect l="0" t="0" r="0" b="0"/>
              <a:pathLst>
                <a:path w="2655" h="4936">
                  <a:moveTo>
                    <a:pt x="2654" y="4337"/>
                  </a:moveTo>
                  <a:lnTo>
                    <a:pt x="1981" y="4935"/>
                  </a:lnTo>
                  <a:lnTo>
                    <a:pt x="1495" y="1121"/>
                  </a:lnTo>
                  <a:lnTo>
                    <a:pt x="0" y="0"/>
                  </a:lnTo>
                  <a:lnTo>
                    <a:pt x="1944" y="1047"/>
                  </a:lnTo>
                  <a:lnTo>
                    <a:pt x="2392" y="27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9" name="oPE_MapPart_KIR_4_409" descr="Kiribati">
              <a:extLst>
                <a:ext uri="{FF2B5EF4-FFF2-40B4-BE49-F238E27FC236}">
                  <a16:creationId xmlns:a16="http://schemas.microsoft.com/office/drawing/2014/main" id="{4688CD01-37D2-14EE-038F-33288688408D}"/>
                </a:ext>
              </a:extLst>
            </p:cNvPr>
            <p:cNvSpPr/>
            <p:nvPr>
              <p:custDataLst>
                <p:tags r:id="rId409"/>
              </p:custDataLst>
            </p:nvPr>
          </p:nvSpPr>
          <p:spPr>
            <a:xfrm>
              <a:off x="9683877" y="4328134"/>
              <a:ext cx="2730" cy="1200"/>
            </a:xfrm>
            <a:custGeom>
              <a:avLst/>
              <a:gdLst/>
              <a:ahLst/>
              <a:cxnLst/>
              <a:rect l="0" t="0" r="0" b="0"/>
              <a:pathLst>
                <a:path w="2730" h="1200">
                  <a:moveTo>
                    <a:pt x="1981" y="412"/>
                  </a:moveTo>
                  <a:lnTo>
                    <a:pt x="449" y="1199"/>
                  </a:lnTo>
                  <a:lnTo>
                    <a:pt x="0" y="786"/>
                  </a:lnTo>
                  <a:lnTo>
                    <a:pt x="1608" y="0"/>
                  </a:lnTo>
                  <a:lnTo>
                    <a:pt x="2729" y="3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0" name="oPE_MapPart_KIR_5_410" descr="Kiribati">
              <a:extLst>
                <a:ext uri="{FF2B5EF4-FFF2-40B4-BE49-F238E27FC236}">
                  <a16:creationId xmlns:a16="http://schemas.microsoft.com/office/drawing/2014/main" id="{708BAE7A-3BBF-4B4B-F768-01976A4D54CA}"/>
                </a:ext>
              </a:extLst>
            </p:cNvPr>
            <p:cNvSpPr/>
            <p:nvPr>
              <p:custDataLst>
                <p:tags r:id="rId410"/>
              </p:custDataLst>
            </p:nvPr>
          </p:nvSpPr>
          <p:spPr>
            <a:xfrm>
              <a:off x="9688924" y="4354365"/>
              <a:ext cx="1086" cy="1984"/>
            </a:xfrm>
            <a:custGeom>
              <a:avLst/>
              <a:gdLst/>
              <a:ahLst/>
              <a:cxnLst/>
              <a:rect l="0" t="0" r="0" b="0"/>
              <a:pathLst>
                <a:path w="1086" h="1984">
                  <a:moveTo>
                    <a:pt x="748" y="1908"/>
                  </a:moveTo>
                  <a:lnTo>
                    <a:pt x="0" y="1983"/>
                  </a:lnTo>
                  <a:lnTo>
                    <a:pt x="636" y="0"/>
                  </a:lnTo>
                  <a:lnTo>
                    <a:pt x="1085" y="13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1" name="oPE_MapPart_KIR_6_411" descr="Kiribati">
              <a:extLst>
                <a:ext uri="{FF2B5EF4-FFF2-40B4-BE49-F238E27FC236}">
                  <a16:creationId xmlns:a16="http://schemas.microsoft.com/office/drawing/2014/main" id="{0AACD178-880B-AAA6-CB1D-106125FEBC7A}"/>
                </a:ext>
              </a:extLst>
            </p:cNvPr>
            <p:cNvSpPr/>
            <p:nvPr>
              <p:custDataLst>
                <p:tags r:id="rId411"/>
              </p:custDataLst>
            </p:nvPr>
          </p:nvSpPr>
          <p:spPr>
            <a:xfrm>
              <a:off x="9724738" y="4415497"/>
              <a:ext cx="1161" cy="2544"/>
            </a:xfrm>
            <a:custGeom>
              <a:avLst/>
              <a:gdLst/>
              <a:ahLst/>
              <a:cxnLst/>
              <a:rect l="0" t="0" r="0" b="0"/>
              <a:pathLst>
                <a:path w="1161" h="2544">
                  <a:moveTo>
                    <a:pt x="1160" y="1608"/>
                  </a:moveTo>
                  <a:lnTo>
                    <a:pt x="823" y="2543"/>
                  </a:lnTo>
                  <a:lnTo>
                    <a:pt x="0" y="0"/>
                  </a:lnTo>
                  <a:lnTo>
                    <a:pt x="1047" y="11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2" name="oPE_MapPart_KIR_7_412" descr="Kiribati">
              <a:extLst>
                <a:ext uri="{FF2B5EF4-FFF2-40B4-BE49-F238E27FC236}">
                  <a16:creationId xmlns:a16="http://schemas.microsoft.com/office/drawing/2014/main" id="{E740D43F-4225-BDDA-E04D-2222C46A10FA}"/>
                </a:ext>
              </a:extLst>
            </p:cNvPr>
            <p:cNvSpPr/>
            <p:nvPr>
              <p:custDataLst>
                <p:tags r:id="rId412"/>
              </p:custDataLst>
            </p:nvPr>
          </p:nvSpPr>
          <p:spPr>
            <a:xfrm>
              <a:off x="9688438" y="4370670"/>
              <a:ext cx="2282" cy="3777"/>
            </a:xfrm>
            <a:custGeom>
              <a:avLst/>
              <a:gdLst/>
              <a:ahLst/>
              <a:cxnLst/>
              <a:rect l="0" t="0" r="0" b="0"/>
              <a:pathLst>
                <a:path w="2282" h="3777">
                  <a:moveTo>
                    <a:pt x="1309" y="224"/>
                  </a:moveTo>
                  <a:lnTo>
                    <a:pt x="2281" y="1608"/>
                  </a:lnTo>
                  <a:lnTo>
                    <a:pt x="0" y="3776"/>
                  </a:lnTo>
                  <a:lnTo>
                    <a:pt x="1981" y="1272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3" name="oPE_MapPart_KIR_8_413" descr="Kiribati">
              <a:extLst>
                <a:ext uri="{FF2B5EF4-FFF2-40B4-BE49-F238E27FC236}">
                  <a16:creationId xmlns:a16="http://schemas.microsoft.com/office/drawing/2014/main" id="{E37C5DE2-4B50-EEA2-FC2D-40D72BD41138}"/>
                </a:ext>
              </a:extLst>
            </p:cNvPr>
            <p:cNvSpPr/>
            <p:nvPr>
              <p:custDataLst>
                <p:tags r:id="rId413"/>
              </p:custDataLst>
            </p:nvPr>
          </p:nvSpPr>
          <p:spPr>
            <a:xfrm>
              <a:off x="2529544" y="4449314"/>
              <a:ext cx="1646" cy="1946"/>
            </a:xfrm>
            <a:custGeom>
              <a:avLst/>
              <a:gdLst/>
              <a:ahLst/>
              <a:cxnLst/>
              <a:rect l="0" t="0" r="0" b="0"/>
              <a:pathLst>
                <a:path w="1646" h="1946">
                  <a:moveTo>
                    <a:pt x="411" y="112"/>
                  </a:moveTo>
                  <a:lnTo>
                    <a:pt x="1645" y="1048"/>
                  </a:lnTo>
                  <a:lnTo>
                    <a:pt x="1458" y="19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4" name="oPE_MapPart_KIR_9_414" descr="Kiribati">
              <a:extLst>
                <a:ext uri="{FF2B5EF4-FFF2-40B4-BE49-F238E27FC236}">
                  <a16:creationId xmlns:a16="http://schemas.microsoft.com/office/drawing/2014/main" id="{68B224E9-7E71-B952-AF8C-12B70946E64D}"/>
                </a:ext>
              </a:extLst>
            </p:cNvPr>
            <p:cNvSpPr/>
            <p:nvPr>
              <p:custDataLst>
                <p:tags r:id="rId414"/>
              </p:custDataLst>
            </p:nvPr>
          </p:nvSpPr>
          <p:spPr>
            <a:xfrm>
              <a:off x="2876473" y="4476091"/>
              <a:ext cx="1347" cy="826"/>
            </a:xfrm>
            <a:custGeom>
              <a:avLst/>
              <a:gdLst/>
              <a:ahLst/>
              <a:cxnLst/>
              <a:rect l="0" t="0" r="0" b="0"/>
              <a:pathLst>
                <a:path w="1347" h="826">
                  <a:moveTo>
                    <a:pt x="1197" y="825"/>
                  </a:moveTo>
                  <a:lnTo>
                    <a:pt x="0" y="0"/>
                  </a:lnTo>
                  <a:lnTo>
                    <a:pt x="1346" y="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5" name="oPE_MapPart_KIR_10_415" descr="Kiribati">
              <a:extLst>
                <a:ext uri="{FF2B5EF4-FFF2-40B4-BE49-F238E27FC236}">
                  <a16:creationId xmlns:a16="http://schemas.microsoft.com/office/drawing/2014/main" id="{3CEE41CD-26EE-3397-45D5-5DD570DDF8CD}"/>
                </a:ext>
              </a:extLst>
            </p:cNvPr>
            <p:cNvSpPr/>
            <p:nvPr>
              <p:custDataLst>
                <p:tags r:id="rId415"/>
              </p:custDataLst>
            </p:nvPr>
          </p:nvSpPr>
          <p:spPr>
            <a:xfrm>
              <a:off x="2942906" y="4630125"/>
              <a:ext cx="674" cy="1031"/>
            </a:xfrm>
            <a:custGeom>
              <a:avLst/>
              <a:gdLst/>
              <a:ahLst/>
              <a:cxnLst/>
              <a:rect l="0" t="0" r="0" b="0"/>
              <a:pathLst>
                <a:path w="674" h="1031">
                  <a:moveTo>
                    <a:pt x="673" y="1030"/>
                  </a:moveTo>
                  <a:lnTo>
                    <a:pt x="0" y="839"/>
                  </a:lnTo>
                  <a:lnTo>
                    <a:pt x="37" y="0"/>
                  </a:lnTo>
                  <a:lnTo>
                    <a:pt x="523" y="4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6" name="oPE_MapPart_KIR_11_416" descr="Kiribati">
              <a:extLst>
                <a:ext uri="{FF2B5EF4-FFF2-40B4-BE49-F238E27FC236}">
                  <a16:creationId xmlns:a16="http://schemas.microsoft.com/office/drawing/2014/main" id="{F09B3838-023E-105E-E4D5-A55AE2603E1B}"/>
                </a:ext>
              </a:extLst>
            </p:cNvPr>
            <p:cNvSpPr/>
            <p:nvPr>
              <p:custDataLst>
                <p:tags r:id="rId416"/>
              </p:custDataLst>
            </p:nvPr>
          </p:nvSpPr>
          <p:spPr>
            <a:xfrm>
              <a:off x="9686718" y="4326637"/>
              <a:ext cx="1721" cy="862"/>
            </a:xfrm>
            <a:custGeom>
              <a:avLst/>
              <a:gdLst/>
              <a:ahLst/>
              <a:cxnLst/>
              <a:rect l="0" t="0" r="0" b="0"/>
              <a:pathLst>
                <a:path w="1721" h="862">
                  <a:moveTo>
                    <a:pt x="1720" y="300"/>
                  </a:moveTo>
                  <a:lnTo>
                    <a:pt x="0" y="861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7" name="oPE_MapPart_KIR_12_417" descr="Kiribati">
              <a:extLst>
                <a:ext uri="{FF2B5EF4-FFF2-40B4-BE49-F238E27FC236}">
                  <a16:creationId xmlns:a16="http://schemas.microsoft.com/office/drawing/2014/main" id="{F29ED37D-F66E-FD5D-7238-C762FBE98D9C}"/>
                </a:ext>
              </a:extLst>
            </p:cNvPr>
            <p:cNvSpPr/>
            <p:nvPr>
              <p:custDataLst>
                <p:tags r:id="rId417"/>
              </p:custDataLst>
            </p:nvPr>
          </p:nvSpPr>
          <p:spPr>
            <a:xfrm>
              <a:off x="9688401" y="4352794"/>
              <a:ext cx="1160" cy="1273"/>
            </a:xfrm>
            <a:custGeom>
              <a:avLst/>
              <a:gdLst/>
              <a:ahLst/>
              <a:cxnLst/>
              <a:rect l="0" t="0" r="0" b="0"/>
              <a:pathLst>
                <a:path w="1160" h="1273">
                  <a:moveTo>
                    <a:pt x="1084" y="823"/>
                  </a:moveTo>
                  <a:lnTo>
                    <a:pt x="1159" y="1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8" name="oPE_MapPart_KIR_13_418" descr="Kiribati">
              <a:extLst>
                <a:ext uri="{FF2B5EF4-FFF2-40B4-BE49-F238E27FC236}">
                  <a16:creationId xmlns:a16="http://schemas.microsoft.com/office/drawing/2014/main" id="{A0A608A0-C9EC-8ACF-A32F-4922AF9931BD}"/>
                </a:ext>
              </a:extLst>
            </p:cNvPr>
            <p:cNvSpPr/>
            <p:nvPr>
              <p:custDataLst>
                <p:tags r:id="rId418"/>
              </p:custDataLst>
            </p:nvPr>
          </p:nvSpPr>
          <p:spPr>
            <a:xfrm>
              <a:off x="2857482" y="4508583"/>
              <a:ext cx="1384" cy="414"/>
            </a:xfrm>
            <a:custGeom>
              <a:avLst/>
              <a:gdLst/>
              <a:ahLst/>
              <a:cxnLst/>
              <a:rect l="0" t="0" r="0" b="0"/>
              <a:pathLst>
                <a:path w="1384" h="414">
                  <a:moveTo>
                    <a:pt x="1346" y="413"/>
                  </a:moveTo>
                  <a:lnTo>
                    <a:pt x="0" y="0"/>
                  </a:lnTo>
                  <a:lnTo>
                    <a:pt x="1383" y="2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9" name="oPE_MapPart_KIR_14_419" descr="Kiribati">
              <a:extLst>
                <a:ext uri="{FF2B5EF4-FFF2-40B4-BE49-F238E27FC236}">
                  <a16:creationId xmlns:a16="http://schemas.microsoft.com/office/drawing/2014/main" id="{970D69CE-9EB2-9CBD-6BB7-2A2B118C83A2}"/>
                </a:ext>
              </a:extLst>
            </p:cNvPr>
            <p:cNvSpPr/>
            <p:nvPr>
              <p:custDataLst>
                <p:tags r:id="rId419"/>
              </p:custDataLst>
            </p:nvPr>
          </p:nvSpPr>
          <p:spPr>
            <a:xfrm>
              <a:off x="9616846" y="4409739"/>
              <a:ext cx="674" cy="337"/>
            </a:xfrm>
            <a:custGeom>
              <a:avLst/>
              <a:gdLst/>
              <a:ahLst/>
              <a:cxnLst/>
              <a:rect l="0" t="0" r="0" b="0"/>
              <a:pathLst>
                <a:path w="674" h="337">
                  <a:moveTo>
                    <a:pt x="599" y="336"/>
                  </a:moveTo>
                  <a:lnTo>
                    <a:pt x="0" y="187"/>
                  </a:lnTo>
                  <a:lnTo>
                    <a:pt x="67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0" name="oPE_MapPart_KIR_15_420" descr="Kiribati">
              <a:extLst>
                <a:ext uri="{FF2B5EF4-FFF2-40B4-BE49-F238E27FC236}">
                  <a16:creationId xmlns:a16="http://schemas.microsoft.com/office/drawing/2014/main" id="{7EE9613F-97B9-F4EE-8C55-935E776DE80C}"/>
                </a:ext>
              </a:extLst>
            </p:cNvPr>
            <p:cNvSpPr/>
            <p:nvPr>
              <p:custDataLst>
                <p:tags r:id="rId420"/>
              </p:custDataLst>
            </p:nvPr>
          </p:nvSpPr>
          <p:spPr>
            <a:xfrm>
              <a:off x="9689298" y="4363715"/>
              <a:ext cx="562" cy="413"/>
            </a:xfrm>
            <a:custGeom>
              <a:avLst/>
              <a:gdLst/>
              <a:ahLst/>
              <a:cxnLst/>
              <a:rect l="0" t="0" r="0" b="0"/>
              <a:pathLst>
                <a:path w="562" h="413">
                  <a:moveTo>
                    <a:pt x="561" y="336"/>
                  </a:moveTo>
                  <a:lnTo>
                    <a:pt x="0" y="412"/>
                  </a:lnTo>
                  <a:lnTo>
                    <a:pt x="37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1" name="oPE_MapPart_KIR_16_421" descr="Kiribati">
              <a:extLst>
                <a:ext uri="{FF2B5EF4-FFF2-40B4-BE49-F238E27FC236}">
                  <a16:creationId xmlns:a16="http://schemas.microsoft.com/office/drawing/2014/main" id="{6AC9AABF-8CF3-40B3-B881-2DB762B821FC}"/>
                </a:ext>
              </a:extLst>
            </p:cNvPr>
            <p:cNvSpPr/>
            <p:nvPr>
              <p:custDataLst>
                <p:tags r:id="rId421"/>
              </p:custDataLst>
            </p:nvPr>
          </p:nvSpPr>
          <p:spPr>
            <a:xfrm>
              <a:off x="2539002" y="4484451"/>
              <a:ext cx="637" cy="301"/>
            </a:xfrm>
            <a:custGeom>
              <a:avLst/>
              <a:gdLst/>
              <a:ahLst/>
              <a:cxnLst/>
              <a:rect l="0" t="0" r="0" b="0"/>
              <a:pathLst>
                <a:path w="637" h="301">
                  <a:moveTo>
                    <a:pt x="599" y="300"/>
                  </a:moveTo>
                  <a:lnTo>
                    <a:pt x="0" y="0"/>
                  </a:lnTo>
                  <a:lnTo>
                    <a:pt x="636" y="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2" name="oPE_MapPart_KOS_1_422" descr="Kosovo">
              <a:extLst>
                <a:ext uri="{FF2B5EF4-FFF2-40B4-BE49-F238E27FC236}">
                  <a16:creationId xmlns:a16="http://schemas.microsoft.com/office/drawing/2014/main" id="{35A967CE-F214-DD23-7487-59B20EC449B4}"/>
                </a:ext>
              </a:extLst>
            </p:cNvPr>
            <p:cNvSpPr/>
            <p:nvPr>
              <p:custDataLst>
                <p:tags r:id="rId422"/>
              </p:custDataLst>
            </p:nvPr>
          </p:nvSpPr>
          <p:spPr>
            <a:xfrm>
              <a:off x="6511978" y="3393438"/>
              <a:ext cx="35816" cy="39692"/>
            </a:xfrm>
            <a:custGeom>
              <a:avLst/>
              <a:gdLst/>
              <a:ahLst/>
              <a:cxnLst/>
              <a:rect l="0" t="0" r="0" b="0"/>
              <a:pathLst>
                <a:path w="35816" h="39692">
                  <a:moveTo>
                    <a:pt x="6543" y="12328"/>
                  </a:moveTo>
                  <a:lnTo>
                    <a:pt x="9160" y="11461"/>
                  </a:lnTo>
                  <a:lnTo>
                    <a:pt x="9272" y="8756"/>
                  </a:lnTo>
                  <a:lnTo>
                    <a:pt x="12376" y="6456"/>
                  </a:lnTo>
                  <a:lnTo>
                    <a:pt x="13049" y="4614"/>
                  </a:lnTo>
                  <a:lnTo>
                    <a:pt x="12338" y="1796"/>
                  </a:lnTo>
                  <a:lnTo>
                    <a:pt x="16039" y="0"/>
                  </a:lnTo>
                  <a:lnTo>
                    <a:pt x="16936" y="2514"/>
                  </a:lnTo>
                  <a:lnTo>
                    <a:pt x="21347" y="4819"/>
                  </a:lnTo>
                  <a:lnTo>
                    <a:pt x="25086" y="9880"/>
                  </a:lnTo>
                  <a:lnTo>
                    <a:pt x="28562" y="12226"/>
                  </a:lnTo>
                  <a:lnTo>
                    <a:pt x="28300" y="14468"/>
                  </a:lnTo>
                  <a:lnTo>
                    <a:pt x="35815" y="16808"/>
                  </a:lnTo>
                  <a:lnTo>
                    <a:pt x="32824" y="24722"/>
                  </a:lnTo>
                  <a:lnTo>
                    <a:pt x="30955" y="26391"/>
                  </a:lnTo>
                  <a:lnTo>
                    <a:pt x="31852" y="28666"/>
                  </a:lnTo>
                  <a:lnTo>
                    <a:pt x="28263" y="29473"/>
                  </a:lnTo>
                  <a:lnTo>
                    <a:pt x="26133" y="32802"/>
                  </a:lnTo>
                  <a:lnTo>
                    <a:pt x="23142" y="30685"/>
                  </a:lnTo>
                  <a:lnTo>
                    <a:pt x="15552" y="33608"/>
                  </a:lnTo>
                  <a:lnTo>
                    <a:pt x="14879" y="38286"/>
                  </a:lnTo>
                  <a:lnTo>
                    <a:pt x="13833" y="39691"/>
                  </a:lnTo>
                  <a:lnTo>
                    <a:pt x="11179" y="39139"/>
                  </a:lnTo>
                  <a:lnTo>
                    <a:pt x="11366" y="35219"/>
                  </a:lnTo>
                  <a:lnTo>
                    <a:pt x="9496" y="29372"/>
                  </a:lnTo>
                  <a:lnTo>
                    <a:pt x="4412" y="26088"/>
                  </a:lnTo>
                  <a:lnTo>
                    <a:pt x="749" y="20262"/>
                  </a:lnTo>
                  <a:lnTo>
                    <a:pt x="1273" y="17875"/>
                  </a:lnTo>
                  <a:lnTo>
                    <a:pt x="0" y="15028"/>
                  </a:lnTo>
                  <a:lnTo>
                    <a:pt x="3403" y="14366"/>
                  </a:lnTo>
                  <a:lnTo>
                    <a:pt x="3889" y="131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3" name="oPE_MapPart_KWT_1_423" descr="Kuwait">
              <a:extLst>
                <a:ext uri="{FF2B5EF4-FFF2-40B4-BE49-F238E27FC236}">
                  <a16:creationId xmlns:a16="http://schemas.microsoft.com/office/drawing/2014/main" id="{5C993C55-4F6B-EB55-F31C-109FE8F2A5F4}"/>
                </a:ext>
              </a:extLst>
            </p:cNvPr>
            <p:cNvSpPr/>
            <p:nvPr>
              <p:custDataLst>
                <p:tags r:id="rId423"/>
              </p:custDataLst>
            </p:nvPr>
          </p:nvSpPr>
          <p:spPr>
            <a:xfrm>
              <a:off x="7094618" y="3738778"/>
              <a:ext cx="5534" cy="8790"/>
            </a:xfrm>
            <a:custGeom>
              <a:avLst/>
              <a:gdLst/>
              <a:ahLst/>
              <a:cxnLst/>
              <a:rect l="0" t="0" r="0" b="0"/>
              <a:pathLst>
                <a:path w="5534" h="8790">
                  <a:moveTo>
                    <a:pt x="4038" y="8487"/>
                  </a:moveTo>
                  <a:lnTo>
                    <a:pt x="2019" y="8789"/>
                  </a:lnTo>
                  <a:lnTo>
                    <a:pt x="0" y="4312"/>
                  </a:lnTo>
                  <a:lnTo>
                    <a:pt x="1608" y="475"/>
                  </a:lnTo>
                  <a:lnTo>
                    <a:pt x="2131" y="0"/>
                  </a:lnTo>
                  <a:lnTo>
                    <a:pt x="5533" y="4700"/>
                  </a:lnTo>
                  <a:lnTo>
                    <a:pt x="5384" y="68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4" name="oPE_MapPart_KWT_2_424" descr="Kuwait">
              <a:extLst>
                <a:ext uri="{FF2B5EF4-FFF2-40B4-BE49-F238E27FC236}">
                  <a16:creationId xmlns:a16="http://schemas.microsoft.com/office/drawing/2014/main" id="{C3BD6069-6D56-C725-4952-83827E509758}"/>
                </a:ext>
              </a:extLst>
            </p:cNvPr>
            <p:cNvSpPr/>
            <p:nvPr>
              <p:custDataLst>
                <p:tags r:id="rId424"/>
              </p:custDataLst>
            </p:nvPr>
          </p:nvSpPr>
          <p:spPr>
            <a:xfrm>
              <a:off x="7062429" y="3736360"/>
              <a:ext cx="39667" cy="36829"/>
            </a:xfrm>
            <a:custGeom>
              <a:avLst/>
              <a:gdLst/>
              <a:ahLst/>
              <a:cxnLst/>
              <a:rect l="0" t="0" r="0" b="0"/>
              <a:pathLst>
                <a:path w="39667" h="36829">
                  <a:moveTo>
                    <a:pt x="39666" y="36616"/>
                  </a:moveTo>
                  <a:lnTo>
                    <a:pt x="23666" y="36828"/>
                  </a:lnTo>
                  <a:lnTo>
                    <a:pt x="21834" y="34615"/>
                  </a:lnTo>
                  <a:lnTo>
                    <a:pt x="18731" y="26039"/>
                  </a:lnTo>
                  <a:lnTo>
                    <a:pt x="0" y="23473"/>
                  </a:lnTo>
                  <a:lnTo>
                    <a:pt x="7777" y="12969"/>
                  </a:lnTo>
                  <a:lnTo>
                    <a:pt x="12786" y="1900"/>
                  </a:lnTo>
                  <a:lnTo>
                    <a:pt x="16599" y="0"/>
                  </a:lnTo>
                  <a:lnTo>
                    <a:pt x="25385" y="86"/>
                  </a:lnTo>
                  <a:lnTo>
                    <a:pt x="30057" y="2332"/>
                  </a:lnTo>
                  <a:lnTo>
                    <a:pt x="30619" y="5868"/>
                  </a:lnTo>
                  <a:lnTo>
                    <a:pt x="33460" y="12152"/>
                  </a:lnTo>
                  <a:lnTo>
                    <a:pt x="29871" y="11078"/>
                  </a:lnTo>
                  <a:lnTo>
                    <a:pt x="24749" y="16447"/>
                  </a:lnTo>
                  <a:lnTo>
                    <a:pt x="31553" y="17305"/>
                  </a:lnTo>
                  <a:lnTo>
                    <a:pt x="34320" y="26253"/>
                  </a:lnTo>
                  <a:lnTo>
                    <a:pt x="38582" y="345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5" name="oPE_MapPart_KGZ_1_425" descr="Kirgisistan">
              <a:extLst>
                <a:ext uri="{FF2B5EF4-FFF2-40B4-BE49-F238E27FC236}">
                  <a16:creationId xmlns:a16="http://schemas.microsoft.com/office/drawing/2014/main" id="{2EFA1A8A-50AA-AE89-C3C2-273B70B0173E}"/>
                </a:ext>
              </a:extLst>
            </p:cNvPr>
            <p:cNvSpPr/>
            <p:nvPr>
              <p:custDataLst>
                <p:tags r:id="rId425"/>
              </p:custDataLst>
            </p:nvPr>
          </p:nvSpPr>
          <p:spPr>
            <a:xfrm>
              <a:off x="7533850" y="3394054"/>
              <a:ext cx="228795" cy="111397"/>
            </a:xfrm>
            <a:custGeom>
              <a:avLst/>
              <a:gdLst/>
              <a:ahLst/>
              <a:cxnLst/>
              <a:rect l="0" t="0" r="0" b="0"/>
              <a:pathLst>
                <a:path w="228795" h="111397">
                  <a:moveTo>
                    <a:pt x="35890" y="83543"/>
                  </a:moveTo>
                  <a:lnTo>
                    <a:pt x="43105" y="82221"/>
                  </a:lnTo>
                  <a:lnTo>
                    <a:pt x="47591" y="84376"/>
                  </a:lnTo>
                  <a:lnTo>
                    <a:pt x="49834" y="84131"/>
                  </a:lnTo>
                  <a:lnTo>
                    <a:pt x="51143" y="85893"/>
                  </a:lnTo>
                  <a:lnTo>
                    <a:pt x="56600" y="83004"/>
                  </a:lnTo>
                  <a:lnTo>
                    <a:pt x="60264" y="78099"/>
                  </a:lnTo>
                  <a:lnTo>
                    <a:pt x="62358" y="77657"/>
                  </a:lnTo>
                  <a:lnTo>
                    <a:pt x="64975" y="79131"/>
                  </a:lnTo>
                  <a:lnTo>
                    <a:pt x="65984" y="77460"/>
                  </a:lnTo>
                  <a:lnTo>
                    <a:pt x="65199" y="75888"/>
                  </a:lnTo>
                  <a:lnTo>
                    <a:pt x="65872" y="74313"/>
                  </a:lnTo>
                  <a:lnTo>
                    <a:pt x="70097" y="75740"/>
                  </a:lnTo>
                  <a:lnTo>
                    <a:pt x="73610" y="72294"/>
                  </a:lnTo>
                  <a:lnTo>
                    <a:pt x="81162" y="67903"/>
                  </a:lnTo>
                  <a:lnTo>
                    <a:pt x="78096" y="66569"/>
                  </a:lnTo>
                  <a:lnTo>
                    <a:pt x="71218" y="66273"/>
                  </a:lnTo>
                  <a:lnTo>
                    <a:pt x="65086" y="61520"/>
                  </a:lnTo>
                  <a:lnTo>
                    <a:pt x="61423" y="62016"/>
                  </a:lnTo>
                  <a:lnTo>
                    <a:pt x="60938" y="57948"/>
                  </a:lnTo>
                  <a:lnTo>
                    <a:pt x="55030" y="57352"/>
                  </a:lnTo>
                  <a:lnTo>
                    <a:pt x="54581" y="54119"/>
                  </a:lnTo>
                  <a:lnTo>
                    <a:pt x="53236" y="51330"/>
                  </a:lnTo>
                  <a:lnTo>
                    <a:pt x="51329" y="50183"/>
                  </a:lnTo>
                  <a:lnTo>
                    <a:pt x="50582" y="47787"/>
                  </a:lnTo>
                  <a:lnTo>
                    <a:pt x="49273" y="48836"/>
                  </a:lnTo>
                  <a:lnTo>
                    <a:pt x="48937" y="53522"/>
                  </a:lnTo>
                  <a:lnTo>
                    <a:pt x="47142" y="54219"/>
                  </a:lnTo>
                  <a:lnTo>
                    <a:pt x="45497" y="53273"/>
                  </a:lnTo>
                  <a:lnTo>
                    <a:pt x="44937" y="59338"/>
                  </a:lnTo>
                  <a:lnTo>
                    <a:pt x="33870" y="56507"/>
                  </a:lnTo>
                  <a:lnTo>
                    <a:pt x="32263" y="55463"/>
                  </a:lnTo>
                  <a:lnTo>
                    <a:pt x="30319" y="50283"/>
                  </a:lnTo>
                  <a:lnTo>
                    <a:pt x="25796" y="51330"/>
                  </a:lnTo>
                  <a:lnTo>
                    <a:pt x="19664" y="47787"/>
                  </a:lnTo>
                  <a:lnTo>
                    <a:pt x="29085" y="38473"/>
                  </a:lnTo>
                  <a:lnTo>
                    <a:pt x="32674" y="37167"/>
                  </a:lnTo>
                  <a:lnTo>
                    <a:pt x="33796" y="34150"/>
                  </a:lnTo>
                  <a:lnTo>
                    <a:pt x="41497" y="30421"/>
                  </a:lnTo>
                  <a:lnTo>
                    <a:pt x="41198" y="29211"/>
                  </a:lnTo>
                  <a:lnTo>
                    <a:pt x="37497" y="27040"/>
                  </a:lnTo>
                  <a:lnTo>
                    <a:pt x="35665" y="28050"/>
                  </a:lnTo>
                  <a:lnTo>
                    <a:pt x="34544" y="25472"/>
                  </a:lnTo>
                  <a:lnTo>
                    <a:pt x="40226" y="16243"/>
                  </a:lnTo>
                  <a:lnTo>
                    <a:pt x="45535" y="12986"/>
                  </a:lnTo>
                  <a:lnTo>
                    <a:pt x="53722" y="11865"/>
                  </a:lnTo>
                  <a:lnTo>
                    <a:pt x="63255" y="13699"/>
                  </a:lnTo>
                  <a:lnTo>
                    <a:pt x="73162" y="17056"/>
                  </a:lnTo>
                  <a:lnTo>
                    <a:pt x="75293" y="19240"/>
                  </a:lnTo>
                  <a:lnTo>
                    <a:pt x="84190" y="20864"/>
                  </a:lnTo>
                  <a:lnTo>
                    <a:pt x="88527" y="23499"/>
                  </a:lnTo>
                  <a:lnTo>
                    <a:pt x="87069" y="18326"/>
                  </a:lnTo>
                  <a:lnTo>
                    <a:pt x="89873" y="6761"/>
                  </a:lnTo>
                  <a:lnTo>
                    <a:pt x="96714" y="3025"/>
                  </a:lnTo>
                  <a:lnTo>
                    <a:pt x="98022" y="1282"/>
                  </a:lnTo>
                  <a:lnTo>
                    <a:pt x="102098" y="1282"/>
                  </a:lnTo>
                  <a:lnTo>
                    <a:pt x="103406" y="0"/>
                  </a:lnTo>
                  <a:lnTo>
                    <a:pt x="116042" y="7425"/>
                  </a:lnTo>
                  <a:lnTo>
                    <a:pt x="127444" y="11458"/>
                  </a:lnTo>
                  <a:lnTo>
                    <a:pt x="133052" y="12069"/>
                  </a:lnTo>
                  <a:lnTo>
                    <a:pt x="136229" y="8702"/>
                  </a:lnTo>
                  <a:lnTo>
                    <a:pt x="151183" y="9110"/>
                  </a:lnTo>
                  <a:lnTo>
                    <a:pt x="161128" y="7579"/>
                  </a:lnTo>
                  <a:lnTo>
                    <a:pt x="166287" y="9315"/>
                  </a:lnTo>
                  <a:lnTo>
                    <a:pt x="193054" y="10641"/>
                  </a:lnTo>
                  <a:lnTo>
                    <a:pt x="200531" y="13190"/>
                  </a:lnTo>
                  <a:lnTo>
                    <a:pt x="205541" y="13190"/>
                  </a:lnTo>
                  <a:lnTo>
                    <a:pt x="211821" y="21421"/>
                  </a:lnTo>
                  <a:lnTo>
                    <a:pt x="222065" y="23397"/>
                  </a:lnTo>
                  <a:lnTo>
                    <a:pt x="228047" y="29665"/>
                  </a:lnTo>
                  <a:lnTo>
                    <a:pt x="228794" y="33294"/>
                  </a:lnTo>
                  <a:lnTo>
                    <a:pt x="220382" y="35106"/>
                  </a:lnTo>
                  <a:lnTo>
                    <a:pt x="218850" y="37820"/>
                  </a:lnTo>
                  <a:lnTo>
                    <a:pt x="209018" y="41032"/>
                  </a:lnTo>
                  <a:lnTo>
                    <a:pt x="197577" y="47238"/>
                  </a:lnTo>
                  <a:lnTo>
                    <a:pt x="189689" y="52476"/>
                  </a:lnTo>
                  <a:lnTo>
                    <a:pt x="189353" y="54966"/>
                  </a:lnTo>
                  <a:lnTo>
                    <a:pt x="184718" y="60628"/>
                  </a:lnTo>
                  <a:lnTo>
                    <a:pt x="173465" y="62907"/>
                  </a:lnTo>
                  <a:lnTo>
                    <a:pt x="159484" y="62065"/>
                  </a:lnTo>
                  <a:lnTo>
                    <a:pt x="157725" y="63205"/>
                  </a:lnTo>
                  <a:lnTo>
                    <a:pt x="154361" y="68792"/>
                  </a:lnTo>
                  <a:lnTo>
                    <a:pt x="150586" y="77805"/>
                  </a:lnTo>
                  <a:lnTo>
                    <a:pt x="147221" y="80456"/>
                  </a:lnTo>
                  <a:lnTo>
                    <a:pt x="145987" y="78296"/>
                  </a:lnTo>
                  <a:lnTo>
                    <a:pt x="137949" y="81780"/>
                  </a:lnTo>
                  <a:lnTo>
                    <a:pt x="133911" y="81730"/>
                  </a:lnTo>
                  <a:lnTo>
                    <a:pt x="131370" y="72984"/>
                  </a:lnTo>
                  <a:lnTo>
                    <a:pt x="124865" y="76969"/>
                  </a:lnTo>
                  <a:lnTo>
                    <a:pt x="119929" y="77805"/>
                  </a:lnTo>
                  <a:lnTo>
                    <a:pt x="116416" y="76920"/>
                  </a:lnTo>
                  <a:lnTo>
                    <a:pt x="115706" y="78394"/>
                  </a:lnTo>
                  <a:lnTo>
                    <a:pt x="116303" y="81093"/>
                  </a:lnTo>
                  <a:lnTo>
                    <a:pt x="113201" y="81583"/>
                  </a:lnTo>
                  <a:lnTo>
                    <a:pt x="107631" y="86333"/>
                  </a:lnTo>
                  <a:lnTo>
                    <a:pt x="98883" y="88874"/>
                  </a:lnTo>
                  <a:lnTo>
                    <a:pt x="95667" y="95455"/>
                  </a:lnTo>
                  <a:lnTo>
                    <a:pt x="97163" y="101430"/>
                  </a:lnTo>
                  <a:lnTo>
                    <a:pt x="95405" y="103854"/>
                  </a:lnTo>
                  <a:lnTo>
                    <a:pt x="93163" y="104581"/>
                  </a:lnTo>
                  <a:lnTo>
                    <a:pt x="88079" y="104581"/>
                  </a:lnTo>
                  <a:lnTo>
                    <a:pt x="80564" y="107242"/>
                  </a:lnTo>
                  <a:lnTo>
                    <a:pt x="69236" y="106855"/>
                  </a:lnTo>
                  <a:lnTo>
                    <a:pt x="64975" y="107918"/>
                  </a:lnTo>
                  <a:lnTo>
                    <a:pt x="62320" y="111396"/>
                  </a:lnTo>
                  <a:lnTo>
                    <a:pt x="58432" y="107531"/>
                  </a:lnTo>
                  <a:lnTo>
                    <a:pt x="52937" y="109513"/>
                  </a:lnTo>
                  <a:lnTo>
                    <a:pt x="51853" y="108740"/>
                  </a:lnTo>
                  <a:lnTo>
                    <a:pt x="51964" y="105597"/>
                  </a:lnTo>
                  <a:lnTo>
                    <a:pt x="47217" y="104096"/>
                  </a:lnTo>
                  <a:lnTo>
                    <a:pt x="47516" y="102109"/>
                  </a:lnTo>
                  <a:lnTo>
                    <a:pt x="46544" y="100751"/>
                  </a:lnTo>
                  <a:lnTo>
                    <a:pt x="38133" y="103708"/>
                  </a:lnTo>
                  <a:lnTo>
                    <a:pt x="36862" y="105935"/>
                  </a:lnTo>
                  <a:lnTo>
                    <a:pt x="32600" y="106371"/>
                  </a:lnTo>
                  <a:lnTo>
                    <a:pt x="31216" y="105887"/>
                  </a:lnTo>
                  <a:lnTo>
                    <a:pt x="28636" y="101818"/>
                  </a:lnTo>
                  <a:lnTo>
                    <a:pt x="26394" y="101188"/>
                  </a:lnTo>
                  <a:lnTo>
                    <a:pt x="21085" y="102400"/>
                  </a:lnTo>
                  <a:lnTo>
                    <a:pt x="19553" y="101285"/>
                  </a:lnTo>
                  <a:lnTo>
                    <a:pt x="7663" y="101576"/>
                  </a:lnTo>
                  <a:lnTo>
                    <a:pt x="1420" y="102884"/>
                  </a:lnTo>
                  <a:lnTo>
                    <a:pt x="0" y="96525"/>
                  </a:lnTo>
                  <a:lnTo>
                    <a:pt x="1009" y="92240"/>
                  </a:lnTo>
                  <a:lnTo>
                    <a:pt x="1608" y="90875"/>
                  </a:lnTo>
                  <a:lnTo>
                    <a:pt x="5122" y="92191"/>
                  </a:lnTo>
                  <a:lnTo>
                    <a:pt x="4972" y="89460"/>
                  </a:lnTo>
                  <a:lnTo>
                    <a:pt x="6243" y="87408"/>
                  </a:lnTo>
                  <a:lnTo>
                    <a:pt x="15291" y="84523"/>
                  </a:lnTo>
                  <a:lnTo>
                    <a:pt x="25385" y="88678"/>
                  </a:lnTo>
                  <a:lnTo>
                    <a:pt x="26693" y="91412"/>
                  </a:lnTo>
                  <a:lnTo>
                    <a:pt x="28973" y="90046"/>
                  </a:lnTo>
                  <a:lnTo>
                    <a:pt x="29384" y="87751"/>
                  </a:lnTo>
                  <a:lnTo>
                    <a:pt x="35964" y="8403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6" name="oPE_MapPart_LAO_1_426" descr="Laos">
              <a:extLst>
                <a:ext uri="{FF2B5EF4-FFF2-40B4-BE49-F238E27FC236}">
                  <a16:creationId xmlns:a16="http://schemas.microsoft.com/office/drawing/2014/main" id="{79F30A02-0C38-6115-4F4F-3A4CB54621D3}"/>
                </a:ext>
              </a:extLst>
            </p:cNvPr>
            <p:cNvSpPr/>
            <p:nvPr>
              <p:custDataLst>
                <p:tags r:id="rId426"/>
              </p:custDataLst>
            </p:nvPr>
          </p:nvSpPr>
          <p:spPr>
            <a:xfrm>
              <a:off x="8175296" y="3912342"/>
              <a:ext cx="156567" cy="187582"/>
            </a:xfrm>
            <a:custGeom>
              <a:avLst/>
              <a:gdLst/>
              <a:ahLst/>
              <a:cxnLst/>
              <a:rect l="0" t="0" r="0" b="0"/>
              <a:pathLst>
                <a:path w="156567" h="187582">
                  <a:moveTo>
                    <a:pt x="41796" y="2507"/>
                  </a:moveTo>
                  <a:lnTo>
                    <a:pt x="49273" y="11954"/>
                  </a:lnTo>
                  <a:lnTo>
                    <a:pt x="51254" y="13163"/>
                  </a:lnTo>
                  <a:lnTo>
                    <a:pt x="52899" y="18276"/>
                  </a:lnTo>
                  <a:lnTo>
                    <a:pt x="54506" y="18236"/>
                  </a:lnTo>
                  <a:lnTo>
                    <a:pt x="56114" y="15338"/>
                  </a:lnTo>
                  <a:lnTo>
                    <a:pt x="56712" y="16948"/>
                  </a:lnTo>
                  <a:lnTo>
                    <a:pt x="58880" y="18155"/>
                  </a:lnTo>
                  <a:lnTo>
                    <a:pt x="56862" y="27435"/>
                  </a:lnTo>
                  <a:lnTo>
                    <a:pt x="62096" y="35769"/>
                  </a:lnTo>
                  <a:lnTo>
                    <a:pt x="73124" y="40088"/>
                  </a:lnTo>
                  <a:lnTo>
                    <a:pt x="74769" y="39648"/>
                  </a:lnTo>
                  <a:lnTo>
                    <a:pt x="78245" y="36409"/>
                  </a:lnTo>
                  <a:lnTo>
                    <a:pt x="82806" y="34568"/>
                  </a:lnTo>
                  <a:lnTo>
                    <a:pt x="92826" y="41207"/>
                  </a:lnTo>
                  <a:lnTo>
                    <a:pt x="91778" y="43244"/>
                  </a:lnTo>
                  <a:lnTo>
                    <a:pt x="88339" y="45758"/>
                  </a:lnTo>
                  <a:lnTo>
                    <a:pt x="93573" y="47234"/>
                  </a:lnTo>
                  <a:lnTo>
                    <a:pt x="95218" y="50980"/>
                  </a:lnTo>
                  <a:lnTo>
                    <a:pt x="98321" y="51020"/>
                  </a:lnTo>
                  <a:lnTo>
                    <a:pt x="100004" y="53688"/>
                  </a:lnTo>
                  <a:lnTo>
                    <a:pt x="99966" y="55121"/>
                  </a:lnTo>
                  <a:lnTo>
                    <a:pt x="96153" y="60926"/>
                  </a:lnTo>
                  <a:lnTo>
                    <a:pt x="92900" y="63943"/>
                  </a:lnTo>
                  <a:lnTo>
                    <a:pt x="86097" y="62474"/>
                  </a:lnTo>
                  <a:lnTo>
                    <a:pt x="81386" y="62673"/>
                  </a:lnTo>
                  <a:lnTo>
                    <a:pt x="82022" y="66918"/>
                  </a:lnTo>
                  <a:lnTo>
                    <a:pt x="78470" y="70842"/>
                  </a:lnTo>
                  <a:lnTo>
                    <a:pt x="95592" y="81877"/>
                  </a:lnTo>
                  <a:lnTo>
                    <a:pt x="104527" y="85193"/>
                  </a:lnTo>
                  <a:lnTo>
                    <a:pt x="103293" y="88584"/>
                  </a:lnTo>
                  <a:lnTo>
                    <a:pt x="103854" y="90594"/>
                  </a:lnTo>
                  <a:lnTo>
                    <a:pt x="108415" y="95320"/>
                  </a:lnTo>
                  <a:lnTo>
                    <a:pt x="110995" y="96067"/>
                  </a:lnTo>
                  <a:lnTo>
                    <a:pt x="113686" y="99803"/>
                  </a:lnTo>
                  <a:lnTo>
                    <a:pt x="115817" y="105184"/>
                  </a:lnTo>
                  <a:lnTo>
                    <a:pt x="122359" y="112204"/>
                  </a:lnTo>
                  <a:lnTo>
                    <a:pt x="127855" y="116511"/>
                  </a:lnTo>
                  <a:lnTo>
                    <a:pt x="132678" y="122221"/>
                  </a:lnTo>
                  <a:lnTo>
                    <a:pt x="133575" y="128821"/>
                  </a:lnTo>
                  <a:lnTo>
                    <a:pt x="135893" y="132214"/>
                  </a:lnTo>
                  <a:lnTo>
                    <a:pt x="137612" y="133111"/>
                  </a:lnTo>
                  <a:lnTo>
                    <a:pt x="139930" y="131746"/>
                  </a:lnTo>
                  <a:lnTo>
                    <a:pt x="141575" y="135254"/>
                  </a:lnTo>
                  <a:lnTo>
                    <a:pt x="151258" y="141950"/>
                  </a:lnTo>
                  <a:lnTo>
                    <a:pt x="151145" y="143934"/>
                  </a:lnTo>
                  <a:lnTo>
                    <a:pt x="146473" y="147160"/>
                  </a:lnTo>
                  <a:lnTo>
                    <a:pt x="148827" y="151121"/>
                  </a:lnTo>
                  <a:lnTo>
                    <a:pt x="154734" y="156010"/>
                  </a:lnTo>
                  <a:lnTo>
                    <a:pt x="156566" y="158955"/>
                  </a:lnTo>
                  <a:lnTo>
                    <a:pt x="152977" y="164880"/>
                  </a:lnTo>
                  <a:lnTo>
                    <a:pt x="153912" y="167202"/>
                  </a:lnTo>
                  <a:lnTo>
                    <a:pt x="153800" y="170798"/>
                  </a:lnTo>
                  <a:lnTo>
                    <a:pt x="151631" y="173850"/>
                  </a:lnTo>
                  <a:lnTo>
                    <a:pt x="149090" y="173193"/>
                  </a:lnTo>
                  <a:lnTo>
                    <a:pt x="145276" y="176977"/>
                  </a:lnTo>
                  <a:lnTo>
                    <a:pt x="143631" y="176784"/>
                  </a:lnTo>
                  <a:lnTo>
                    <a:pt x="141725" y="178869"/>
                  </a:lnTo>
                  <a:lnTo>
                    <a:pt x="138510" y="178714"/>
                  </a:lnTo>
                  <a:lnTo>
                    <a:pt x="132640" y="173502"/>
                  </a:lnTo>
                  <a:lnTo>
                    <a:pt x="129612" y="176167"/>
                  </a:lnTo>
                  <a:lnTo>
                    <a:pt x="126920" y="175704"/>
                  </a:lnTo>
                  <a:lnTo>
                    <a:pt x="125686" y="177904"/>
                  </a:lnTo>
                  <a:lnTo>
                    <a:pt x="121799" y="178560"/>
                  </a:lnTo>
                  <a:lnTo>
                    <a:pt x="124827" y="184846"/>
                  </a:lnTo>
                  <a:lnTo>
                    <a:pt x="123630" y="187581"/>
                  </a:lnTo>
                  <a:lnTo>
                    <a:pt x="120266" y="187504"/>
                  </a:lnTo>
                  <a:lnTo>
                    <a:pt x="116827" y="184075"/>
                  </a:lnTo>
                  <a:lnTo>
                    <a:pt x="112527" y="182533"/>
                  </a:lnTo>
                  <a:lnTo>
                    <a:pt x="108751" y="183535"/>
                  </a:lnTo>
                  <a:lnTo>
                    <a:pt x="106583" y="181607"/>
                  </a:lnTo>
                  <a:lnTo>
                    <a:pt x="105275" y="178483"/>
                  </a:lnTo>
                  <a:lnTo>
                    <a:pt x="110246" y="175781"/>
                  </a:lnTo>
                  <a:lnTo>
                    <a:pt x="111817" y="173232"/>
                  </a:lnTo>
                  <a:lnTo>
                    <a:pt x="112826" y="165887"/>
                  </a:lnTo>
                  <a:lnTo>
                    <a:pt x="111668" y="158916"/>
                  </a:lnTo>
                  <a:lnTo>
                    <a:pt x="112116" y="156669"/>
                  </a:lnTo>
                  <a:lnTo>
                    <a:pt x="114247" y="153915"/>
                  </a:lnTo>
                  <a:lnTo>
                    <a:pt x="114770" y="150306"/>
                  </a:lnTo>
                  <a:lnTo>
                    <a:pt x="109761" y="146577"/>
                  </a:lnTo>
                  <a:lnTo>
                    <a:pt x="109274" y="144128"/>
                  </a:lnTo>
                  <a:lnTo>
                    <a:pt x="109910" y="143156"/>
                  </a:lnTo>
                  <a:lnTo>
                    <a:pt x="102471" y="139421"/>
                  </a:lnTo>
                  <a:lnTo>
                    <a:pt x="100452" y="135527"/>
                  </a:lnTo>
                  <a:lnTo>
                    <a:pt x="97723" y="132799"/>
                  </a:lnTo>
                  <a:lnTo>
                    <a:pt x="96302" y="128860"/>
                  </a:lnTo>
                  <a:lnTo>
                    <a:pt x="96153" y="123745"/>
                  </a:lnTo>
                  <a:lnTo>
                    <a:pt x="97648" y="114710"/>
                  </a:lnTo>
                  <a:lnTo>
                    <a:pt x="96078" y="111185"/>
                  </a:lnTo>
                  <a:lnTo>
                    <a:pt x="89610" y="106008"/>
                  </a:lnTo>
                  <a:lnTo>
                    <a:pt x="79666" y="92485"/>
                  </a:lnTo>
                  <a:lnTo>
                    <a:pt x="76376" y="92524"/>
                  </a:lnTo>
                  <a:lnTo>
                    <a:pt x="70058" y="90319"/>
                  </a:lnTo>
                  <a:lnTo>
                    <a:pt x="65909" y="90516"/>
                  </a:lnTo>
                  <a:lnTo>
                    <a:pt x="65161" y="91304"/>
                  </a:lnTo>
                  <a:lnTo>
                    <a:pt x="65759" y="92800"/>
                  </a:lnTo>
                  <a:lnTo>
                    <a:pt x="63031" y="94611"/>
                  </a:lnTo>
                  <a:lnTo>
                    <a:pt x="61011" y="98820"/>
                  </a:lnTo>
                  <a:lnTo>
                    <a:pt x="55927" y="100629"/>
                  </a:lnTo>
                  <a:lnTo>
                    <a:pt x="52899" y="103417"/>
                  </a:lnTo>
                  <a:lnTo>
                    <a:pt x="51965" y="103103"/>
                  </a:lnTo>
                  <a:lnTo>
                    <a:pt x="50656" y="100196"/>
                  </a:lnTo>
                  <a:lnTo>
                    <a:pt x="48711" y="99803"/>
                  </a:lnTo>
                  <a:lnTo>
                    <a:pt x="41272" y="94848"/>
                  </a:lnTo>
                  <a:lnTo>
                    <a:pt x="38057" y="97680"/>
                  </a:lnTo>
                  <a:lnTo>
                    <a:pt x="34505" y="98702"/>
                  </a:lnTo>
                  <a:lnTo>
                    <a:pt x="32674" y="101846"/>
                  </a:lnTo>
                  <a:lnTo>
                    <a:pt x="26991" y="105576"/>
                  </a:lnTo>
                  <a:lnTo>
                    <a:pt x="21870" y="110361"/>
                  </a:lnTo>
                  <a:lnTo>
                    <a:pt x="20598" y="110793"/>
                  </a:lnTo>
                  <a:lnTo>
                    <a:pt x="16486" y="108519"/>
                  </a:lnTo>
                  <a:lnTo>
                    <a:pt x="21384" y="96343"/>
                  </a:lnTo>
                  <a:lnTo>
                    <a:pt x="21234" y="93194"/>
                  </a:lnTo>
                  <a:lnTo>
                    <a:pt x="19365" y="89767"/>
                  </a:lnTo>
                  <a:lnTo>
                    <a:pt x="21832" y="85903"/>
                  </a:lnTo>
                  <a:lnTo>
                    <a:pt x="24337" y="78044"/>
                  </a:lnTo>
                  <a:lnTo>
                    <a:pt x="22504" y="70327"/>
                  </a:lnTo>
                  <a:lnTo>
                    <a:pt x="22804" y="65490"/>
                  </a:lnTo>
                  <a:lnTo>
                    <a:pt x="17720" y="64101"/>
                  </a:lnTo>
                  <a:lnTo>
                    <a:pt x="10617" y="66562"/>
                  </a:lnTo>
                  <a:lnTo>
                    <a:pt x="8299" y="65372"/>
                  </a:lnTo>
                  <a:lnTo>
                    <a:pt x="6355" y="63347"/>
                  </a:lnTo>
                  <a:lnTo>
                    <a:pt x="5869" y="60885"/>
                  </a:lnTo>
                  <a:lnTo>
                    <a:pt x="8859" y="52574"/>
                  </a:lnTo>
                  <a:lnTo>
                    <a:pt x="4224" y="46995"/>
                  </a:lnTo>
                  <a:lnTo>
                    <a:pt x="0" y="49825"/>
                  </a:lnTo>
                  <a:lnTo>
                    <a:pt x="336" y="47274"/>
                  </a:lnTo>
                  <a:lnTo>
                    <a:pt x="2803" y="39328"/>
                  </a:lnTo>
                  <a:lnTo>
                    <a:pt x="4411" y="37889"/>
                  </a:lnTo>
                  <a:lnTo>
                    <a:pt x="10580" y="36450"/>
                  </a:lnTo>
                  <a:lnTo>
                    <a:pt x="8486" y="35089"/>
                  </a:lnTo>
                  <a:lnTo>
                    <a:pt x="8747" y="33528"/>
                  </a:lnTo>
                  <a:lnTo>
                    <a:pt x="11327" y="30443"/>
                  </a:lnTo>
                  <a:lnTo>
                    <a:pt x="12224" y="27756"/>
                  </a:lnTo>
                  <a:lnTo>
                    <a:pt x="20075" y="22899"/>
                  </a:lnTo>
                  <a:lnTo>
                    <a:pt x="21271" y="20689"/>
                  </a:lnTo>
                  <a:lnTo>
                    <a:pt x="22467" y="21694"/>
                  </a:lnTo>
                  <a:lnTo>
                    <a:pt x="22056" y="24265"/>
                  </a:lnTo>
                  <a:lnTo>
                    <a:pt x="23552" y="28959"/>
                  </a:lnTo>
                  <a:lnTo>
                    <a:pt x="29646" y="28117"/>
                  </a:lnTo>
                  <a:lnTo>
                    <a:pt x="33048" y="30002"/>
                  </a:lnTo>
                  <a:lnTo>
                    <a:pt x="35029" y="28599"/>
                  </a:lnTo>
                  <a:lnTo>
                    <a:pt x="33422" y="26312"/>
                  </a:lnTo>
                  <a:lnTo>
                    <a:pt x="33683" y="14895"/>
                  </a:lnTo>
                  <a:lnTo>
                    <a:pt x="30916" y="11269"/>
                  </a:lnTo>
                  <a:lnTo>
                    <a:pt x="29309" y="5337"/>
                  </a:lnTo>
                  <a:lnTo>
                    <a:pt x="31291" y="3680"/>
                  </a:lnTo>
                  <a:lnTo>
                    <a:pt x="33085" y="81"/>
                  </a:lnTo>
                  <a:lnTo>
                    <a:pt x="34169" y="0"/>
                  </a:lnTo>
                  <a:lnTo>
                    <a:pt x="35889" y="2305"/>
                  </a:lnTo>
                  <a:lnTo>
                    <a:pt x="38020" y="1173"/>
                  </a:lnTo>
                  <a:lnTo>
                    <a:pt x="41085" y="17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7" name="oPE_MapPart_LVA_1_427" descr="Lettland">
              <a:extLst>
                <a:ext uri="{FF2B5EF4-FFF2-40B4-BE49-F238E27FC236}">
                  <a16:creationId xmlns:a16="http://schemas.microsoft.com/office/drawing/2014/main" id="{E9CAE227-C73E-2248-92C9-B4C51076F13B}"/>
                </a:ext>
              </a:extLst>
            </p:cNvPr>
            <p:cNvSpPr/>
            <p:nvPr>
              <p:custDataLst>
                <p:tags r:id="rId427"/>
              </p:custDataLst>
            </p:nvPr>
          </p:nvSpPr>
          <p:spPr>
            <a:xfrm>
              <a:off x="6532466" y="2903000"/>
              <a:ext cx="149278" cy="91069"/>
            </a:xfrm>
            <a:custGeom>
              <a:avLst/>
              <a:gdLst/>
              <a:ahLst/>
              <a:cxnLst/>
              <a:rect l="0" t="0" r="0" b="0"/>
              <a:pathLst>
                <a:path w="149278" h="91069">
                  <a:moveTo>
                    <a:pt x="115855" y="91068"/>
                  </a:moveTo>
                  <a:lnTo>
                    <a:pt x="109388" y="88015"/>
                  </a:lnTo>
                  <a:lnTo>
                    <a:pt x="105312" y="82558"/>
                  </a:lnTo>
                  <a:lnTo>
                    <a:pt x="96526" y="74870"/>
                  </a:lnTo>
                  <a:lnTo>
                    <a:pt x="84227" y="71313"/>
                  </a:lnTo>
                  <a:lnTo>
                    <a:pt x="80750" y="63901"/>
                  </a:lnTo>
                  <a:lnTo>
                    <a:pt x="79479" y="63361"/>
                  </a:lnTo>
                  <a:lnTo>
                    <a:pt x="71815" y="68151"/>
                  </a:lnTo>
                  <a:lnTo>
                    <a:pt x="64488" y="68891"/>
                  </a:lnTo>
                  <a:lnTo>
                    <a:pt x="58095" y="66466"/>
                  </a:lnTo>
                  <a:lnTo>
                    <a:pt x="45309" y="65049"/>
                  </a:lnTo>
                  <a:lnTo>
                    <a:pt x="42133" y="66668"/>
                  </a:lnTo>
                  <a:lnTo>
                    <a:pt x="38655" y="63969"/>
                  </a:lnTo>
                  <a:lnTo>
                    <a:pt x="22206" y="63563"/>
                  </a:lnTo>
                  <a:lnTo>
                    <a:pt x="13271" y="67005"/>
                  </a:lnTo>
                  <a:lnTo>
                    <a:pt x="634" y="76143"/>
                  </a:lnTo>
                  <a:lnTo>
                    <a:pt x="0" y="69093"/>
                  </a:lnTo>
                  <a:lnTo>
                    <a:pt x="1158" y="47801"/>
                  </a:lnTo>
                  <a:lnTo>
                    <a:pt x="6991" y="40472"/>
                  </a:lnTo>
                  <a:lnTo>
                    <a:pt x="9234" y="28749"/>
                  </a:lnTo>
                  <a:lnTo>
                    <a:pt x="14841" y="19162"/>
                  </a:lnTo>
                  <a:lnTo>
                    <a:pt x="31964" y="13223"/>
                  </a:lnTo>
                  <a:lnTo>
                    <a:pt x="33945" y="18255"/>
                  </a:lnTo>
                  <a:lnTo>
                    <a:pt x="44076" y="28680"/>
                  </a:lnTo>
                  <a:lnTo>
                    <a:pt x="47179" y="37654"/>
                  </a:lnTo>
                  <a:lnTo>
                    <a:pt x="54693" y="42188"/>
                  </a:lnTo>
                  <a:lnTo>
                    <a:pt x="60563" y="40815"/>
                  </a:lnTo>
                  <a:lnTo>
                    <a:pt x="69947" y="31516"/>
                  </a:lnTo>
                  <a:lnTo>
                    <a:pt x="69535" y="16300"/>
                  </a:lnTo>
                  <a:lnTo>
                    <a:pt x="68264" y="10911"/>
                  </a:lnTo>
                  <a:lnTo>
                    <a:pt x="68712" y="7541"/>
                  </a:lnTo>
                  <a:lnTo>
                    <a:pt x="85087" y="0"/>
                  </a:lnTo>
                  <a:lnTo>
                    <a:pt x="87517" y="2612"/>
                  </a:lnTo>
                  <a:lnTo>
                    <a:pt x="88638" y="565"/>
                  </a:lnTo>
                  <a:lnTo>
                    <a:pt x="89835" y="918"/>
                  </a:lnTo>
                  <a:lnTo>
                    <a:pt x="99256" y="7611"/>
                  </a:lnTo>
                  <a:lnTo>
                    <a:pt x="103368" y="8806"/>
                  </a:lnTo>
                  <a:lnTo>
                    <a:pt x="109724" y="17976"/>
                  </a:lnTo>
                  <a:lnTo>
                    <a:pt x="113125" y="20207"/>
                  </a:lnTo>
                  <a:lnTo>
                    <a:pt x="123593" y="17697"/>
                  </a:lnTo>
                  <a:lnTo>
                    <a:pt x="128191" y="20416"/>
                  </a:lnTo>
                  <a:lnTo>
                    <a:pt x="134060" y="20973"/>
                  </a:lnTo>
                  <a:lnTo>
                    <a:pt x="135481" y="24658"/>
                  </a:lnTo>
                  <a:lnTo>
                    <a:pt x="141500" y="29857"/>
                  </a:lnTo>
                  <a:lnTo>
                    <a:pt x="141537" y="33657"/>
                  </a:lnTo>
                  <a:lnTo>
                    <a:pt x="139220" y="39029"/>
                  </a:lnTo>
                  <a:lnTo>
                    <a:pt x="137575" y="46981"/>
                  </a:lnTo>
                  <a:lnTo>
                    <a:pt x="141051" y="46160"/>
                  </a:lnTo>
                  <a:lnTo>
                    <a:pt x="142621" y="47801"/>
                  </a:lnTo>
                  <a:lnTo>
                    <a:pt x="142846" y="50940"/>
                  </a:lnTo>
                  <a:lnTo>
                    <a:pt x="147220" y="58351"/>
                  </a:lnTo>
                  <a:lnTo>
                    <a:pt x="149277" y="69026"/>
                  </a:lnTo>
                  <a:lnTo>
                    <a:pt x="148678" y="71649"/>
                  </a:lnTo>
                  <a:lnTo>
                    <a:pt x="148155" y="73394"/>
                  </a:lnTo>
                  <a:lnTo>
                    <a:pt x="142920" y="75942"/>
                  </a:lnTo>
                  <a:lnTo>
                    <a:pt x="137649" y="82025"/>
                  </a:lnTo>
                  <a:lnTo>
                    <a:pt x="136266" y="86221"/>
                  </a:lnTo>
                  <a:lnTo>
                    <a:pt x="125388" y="85023"/>
                  </a:lnTo>
                  <a:lnTo>
                    <a:pt x="123331" y="85689"/>
                  </a:lnTo>
                  <a:lnTo>
                    <a:pt x="120602" y="89476"/>
                  </a:lnTo>
                  <a:lnTo>
                    <a:pt x="116415" y="9060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8" name="oPE_MapPart_LBN_1_428" descr="Libanon">
              <a:extLst>
                <a:ext uri="{FF2B5EF4-FFF2-40B4-BE49-F238E27FC236}">
                  <a16:creationId xmlns:a16="http://schemas.microsoft.com/office/drawing/2014/main" id="{F136B50F-8A7B-8184-1C5F-090CA121E19F}"/>
                </a:ext>
              </a:extLst>
            </p:cNvPr>
            <p:cNvSpPr/>
            <p:nvPr>
              <p:custDataLst>
                <p:tags r:id="rId428"/>
              </p:custDataLst>
            </p:nvPr>
          </p:nvSpPr>
          <p:spPr>
            <a:xfrm>
              <a:off x="6825187" y="3623202"/>
              <a:ext cx="30657" cy="40125"/>
            </a:xfrm>
            <a:custGeom>
              <a:avLst/>
              <a:gdLst/>
              <a:ahLst/>
              <a:cxnLst/>
              <a:rect l="0" t="0" r="0" b="0"/>
              <a:pathLst>
                <a:path w="30657" h="40125">
                  <a:moveTo>
                    <a:pt x="18019" y="1273"/>
                  </a:moveTo>
                  <a:lnTo>
                    <a:pt x="23964" y="1182"/>
                  </a:lnTo>
                  <a:lnTo>
                    <a:pt x="24674" y="0"/>
                  </a:lnTo>
                  <a:lnTo>
                    <a:pt x="26468" y="546"/>
                  </a:lnTo>
                  <a:lnTo>
                    <a:pt x="27516" y="1636"/>
                  </a:lnTo>
                  <a:lnTo>
                    <a:pt x="25347" y="4542"/>
                  </a:lnTo>
                  <a:lnTo>
                    <a:pt x="28973" y="6219"/>
                  </a:lnTo>
                  <a:lnTo>
                    <a:pt x="30656" y="11516"/>
                  </a:lnTo>
                  <a:lnTo>
                    <a:pt x="28001" y="15671"/>
                  </a:lnTo>
                  <a:lnTo>
                    <a:pt x="24263" y="18963"/>
                  </a:lnTo>
                  <a:lnTo>
                    <a:pt x="26094" y="21079"/>
                  </a:lnTo>
                  <a:lnTo>
                    <a:pt x="20412" y="21304"/>
                  </a:lnTo>
                  <a:lnTo>
                    <a:pt x="18879" y="22474"/>
                  </a:lnTo>
                  <a:lnTo>
                    <a:pt x="17309" y="25396"/>
                  </a:lnTo>
                  <a:lnTo>
                    <a:pt x="18954" y="28000"/>
                  </a:lnTo>
                  <a:lnTo>
                    <a:pt x="10244" y="36015"/>
                  </a:lnTo>
                  <a:lnTo>
                    <a:pt x="9757" y="35255"/>
                  </a:lnTo>
                  <a:lnTo>
                    <a:pt x="8785" y="35792"/>
                  </a:lnTo>
                  <a:lnTo>
                    <a:pt x="7963" y="39008"/>
                  </a:lnTo>
                  <a:lnTo>
                    <a:pt x="6281" y="40124"/>
                  </a:lnTo>
                  <a:lnTo>
                    <a:pt x="0" y="39901"/>
                  </a:lnTo>
                  <a:lnTo>
                    <a:pt x="10430" y="16258"/>
                  </a:lnTo>
                  <a:lnTo>
                    <a:pt x="11179" y="10837"/>
                  </a:lnTo>
                  <a:lnTo>
                    <a:pt x="14430" y="6083"/>
                  </a:lnTo>
                  <a:lnTo>
                    <a:pt x="18057" y="33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9" name="oPE_MapPart_LSO_1_429" descr="Lesotho">
              <a:extLst>
                <a:ext uri="{FF2B5EF4-FFF2-40B4-BE49-F238E27FC236}">
                  <a16:creationId xmlns:a16="http://schemas.microsoft.com/office/drawing/2014/main" id="{759D25DB-21F6-0ECE-EA50-5E2B3465FF39}"/>
                </a:ext>
              </a:extLst>
            </p:cNvPr>
            <p:cNvSpPr/>
            <p:nvPr>
              <p:custDataLst>
                <p:tags r:id="rId429"/>
              </p:custDataLst>
            </p:nvPr>
          </p:nvSpPr>
          <p:spPr>
            <a:xfrm>
              <a:off x="6657854" y="5011847"/>
              <a:ext cx="48152" cy="48937"/>
            </a:xfrm>
            <a:custGeom>
              <a:avLst/>
              <a:gdLst/>
              <a:ahLst/>
              <a:cxnLst/>
              <a:rect l="0" t="0" r="0" b="0"/>
              <a:pathLst>
                <a:path w="48152" h="48937">
                  <a:moveTo>
                    <a:pt x="34992" y="36198"/>
                  </a:moveTo>
                  <a:lnTo>
                    <a:pt x="27814" y="37322"/>
                  </a:lnTo>
                  <a:lnTo>
                    <a:pt x="22580" y="44596"/>
                  </a:lnTo>
                  <a:lnTo>
                    <a:pt x="20860" y="48936"/>
                  </a:lnTo>
                  <a:lnTo>
                    <a:pt x="14542" y="48198"/>
                  </a:lnTo>
                  <a:lnTo>
                    <a:pt x="6990" y="41346"/>
                  </a:lnTo>
                  <a:lnTo>
                    <a:pt x="6280" y="37580"/>
                  </a:lnTo>
                  <a:lnTo>
                    <a:pt x="0" y="25721"/>
                  </a:lnTo>
                  <a:lnTo>
                    <a:pt x="896" y="24172"/>
                  </a:lnTo>
                  <a:lnTo>
                    <a:pt x="5046" y="22281"/>
                  </a:lnTo>
                  <a:lnTo>
                    <a:pt x="14205" y="8486"/>
                  </a:lnTo>
                  <a:lnTo>
                    <a:pt x="18841" y="6906"/>
                  </a:lnTo>
                  <a:lnTo>
                    <a:pt x="24524" y="2811"/>
                  </a:lnTo>
                  <a:lnTo>
                    <a:pt x="32674" y="0"/>
                  </a:lnTo>
                  <a:lnTo>
                    <a:pt x="39478" y="7077"/>
                  </a:lnTo>
                  <a:lnTo>
                    <a:pt x="46731" y="12035"/>
                  </a:lnTo>
                  <a:lnTo>
                    <a:pt x="48151" y="15074"/>
                  </a:lnTo>
                  <a:lnTo>
                    <a:pt x="47703" y="20434"/>
                  </a:lnTo>
                  <a:lnTo>
                    <a:pt x="46543" y="23398"/>
                  </a:lnTo>
                  <a:lnTo>
                    <a:pt x="43404" y="26624"/>
                  </a:lnTo>
                  <a:lnTo>
                    <a:pt x="42506" y="31837"/>
                  </a:lnTo>
                  <a:lnTo>
                    <a:pt x="38393" y="3468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0" name="oPE_MapPart_LBR_1_430" descr="Liberia">
              <a:extLst>
                <a:ext uri="{FF2B5EF4-FFF2-40B4-BE49-F238E27FC236}">
                  <a16:creationId xmlns:a16="http://schemas.microsoft.com/office/drawing/2014/main" id="{1383805A-A4CE-5605-51F7-F8BB7101E197}"/>
                </a:ext>
              </a:extLst>
            </p:cNvPr>
            <p:cNvSpPr/>
            <p:nvPr>
              <p:custDataLst>
                <p:tags r:id="rId430"/>
              </p:custDataLst>
            </p:nvPr>
          </p:nvSpPr>
          <p:spPr>
            <a:xfrm>
              <a:off x="5857000" y="4213968"/>
              <a:ext cx="85313" cy="87531"/>
            </a:xfrm>
            <a:custGeom>
              <a:avLst/>
              <a:gdLst/>
              <a:ahLst/>
              <a:cxnLst/>
              <a:rect l="0" t="0" r="0" b="0"/>
              <a:pathLst>
                <a:path w="85313" h="87531">
                  <a:moveTo>
                    <a:pt x="0" y="34182"/>
                  </a:moveTo>
                  <a:lnTo>
                    <a:pt x="4972" y="27363"/>
                  </a:lnTo>
                  <a:lnTo>
                    <a:pt x="17870" y="16315"/>
                  </a:lnTo>
                  <a:lnTo>
                    <a:pt x="19440" y="9785"/>
                  </a:lnTo>
                  <a:lnTo>
                    <a:pt x="23852" y="7331"/>
                  </a:lnTo>
                  <a:lnTo>
                    <a:pt x="25422" y="1096"/>
                  </a:lnTo>
                  <a:lnTo>
                    <a:pt x="28263" y="378"/>
                  </a:lnTo>
                  <a:lnTo>
                    <a:pt x="29983" y="2268"/>
                  </a:lnTo>
                  <a:lnTo>
                    <a:pt x="35852" y="0"/>
                  </a:lnTo>
                  <a:lnTo>
                    <a:pt x="36786" y="1739"/>
                  </a:lnTo>
                  <a:lnTo>
                    <a:pt x="37871" y="1096"/>
                  </a:lnTo>
                  <a:lnTo>
                    <a:pt x="41310" y="4006"/>
                  </a:lnTo>
                  <a:lnTo>
                    <a:pt x="42805" y="13183"/>
                  </a:lnTo>
                  <a:lnTo>
                    <a:pt x="44413" y="17485"/>
                  </a:lnTo>
                  <a:lnTo>
                    <a:pt x="44114" y="20238"/>
                  </a:lnTo>
                  <a:lnTo>
                    <a:pt x="42432" y="23518"/>
                  </a:lnTo>
                  <a:lnTo>
                    <a:pt x="46619" y="24311"/>
                  </a:lnTo>
                  <a:lnTo>
                    <a:pt x="49647" y="27703"/>
                  </a:lnTo>
                  <a:lnTo>
                    <a:pt x="54357" y="26723"/>
                  </a:lnTo>
                  <a:lnTo>
                    <a:pt x="57460" y="21859"/>
                  </a:lnTo>
                  <a:lnTo>
                    <a:pt x="58133" y="18428"/>
                  </a:lnTo>
                  <a:lnTo>
                    <a:pt x="60825" y="18050"/>
                  </a:lnTo>
                  <a:lnTo>
                    <a:pt x="63778" y="21408"/>
                  </a:lnTo>
                  <a:lnTo>
                    <a:pt x="66694" y="30679"/>
                  </a:lnTo>
                  <a:lnTo>
                    <a:pt x="65947" y="36366"/>
                  </a:lnTo>
                  <a:lnTo>
                    <a:pt x="60302" y="42538"/>
                  </a:lnTo>
                  <a:lnTo>
                    <a:pt x="63517" y="43479"/>
                  </a:lnTo>
                  <a:lnTo>
                    <a:pt x="66881" y="46451"/>
                  </a:lnTo>
                  <a:lnTo>
                    <a:pt x="73236" y="47165"/>
                  </a:lnTo>
                  <a:lnTo>
                    <a:pt x="75143" y="48218"/>
                  </a:lnTo>
                  <a:lnTo>
                    <a:pt x="77087" y="53670"/>
                  </a:lnTo>
                  <a:lnTo>
                    <a:pt x="78433" y="54835"/>
                  </a:lnTo>
                  <a:lnTo>
                    <a:pt x="84190" y="56451"/>
                  </a:lnTo>
                  <a:lnTo>
                    <a:pt x="85312" y="62500"/>
                  </a:lnTo>
                  <a:lnTo>
                    <a:pt x="84676" y="67232"/>
                  </a:lnTo>
                  <a:lnTo>
                    <a:pt x="83032" y="71737"/>
                  </a:lnTo>
                  <a:lnTo>
                    <a:pt x="81798" y="72300"/>
                  </a:lnTo>
                  <a:lnTo>
                    <a:pt x="81461" y="75714"/>
                  </a:lnTo>
                  <a:lnTo>
                    <a:pt x="82284" y="87530"/>
                  </a:lnTo>
                  <a:lnTo>
                    <a:pt x="67479" y="82542"/>
                  </a:lnTo>
                  <a:lnTo>
                    <a:pt x="49348" y="72863"/>
                  </a:lnTo>
                  <a:lnTo>
                    <a:pt x="25571" y="51527"/>
                  </a:lnTo>
                  <a:lnTo>
                    <a:pt x="22618" y="49648"/>
                  </a:lnTo>
                  <a:lnTo>
                    <a:pt x="16599" y="47729"/>
                  </a:lnTo>
                  <a:lnTo>
                    <a:pt x="14991" y="46639"/>
                  </a:lnTo>
                  <a:lnTo>
                    <a:pt x="13683" y="43404"/>
                  </a:lnTo>
                  <a:lnTo>
                    <a:pt x="4486" y="3873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1" name="oPE_MapPart_LBY_1_431" descr="Libyen">
              <a:extLst>
                <a:ext uri="{FF2B5EF4-FFF2-40B4-BE49-F238E27FC236}">
                  <a16:creationId xmlns:a16="http://schemas.microsoft.com/office/drawing/2014/main" id="{9BF8EEE9-25F2-B3A3-AAC3-21E4618D6661}"/>
                </a:ext>
              </a:extLst>
            </p:cNvPr>
            <p:cNvSpPr/>
            <p:nvPr>
              <p:custDataLst>
                <p:tags r:id="rId431"/>
              </p:custDataLst>
            </p:nvPr>
          </p:nvSpPr>
          <p:spPr>
            <a:xfrm>
              <a:off x="6289353" y="3660692"/>
              <a:ext cx="328986" cy="318292"/>
            </a:xfrm>
            <a:custGeom>
              <a:avLst/>
              <a:gdLst/>
              <a:ahLst/>
              <a:cxnLst/>
              <a:rect l="0" t="0" r="0" b="0"/>
              <a:pathLst>
                <a:path w="328986" h="318292">
                  <a:moveTo>
                    <a:pt x="4337" y="72079"/>
                  </a:moveTo>
                  <a:lnTo>
                    <a:pt x="12150" y="68269"/>
                  </a:lnTo>
                  <a:lnTo>
                    <a:pt x="18842" y="58715"/>
                  </a:lnTo>
                  <a:lnTo>
                    <a:pt x="19665" y="56756"/>
                  </a:lnTo>
                  <a:lnTo>
                    <a:pt x="19403" y="52702"/>
                  </a:lnTo>
                  <a:lnTo>
                    <a:pt x="16711" y="42207"/>
                  </a:lnTo>
                  <a:lnTo>
                    <a:pt x="20039" y="36810"/>
                  </a:lnTo>
                  <a:lnTo>
                    <a:pt x="24226" y="35579"/>
                  </a:lnTo>
                  <a:lnTo>
                    <a:pt x="26992" y="30827"/>
                  </a:lnTo>
                  <a:lnTo>
                    <a:pt x="31515" y="27124"/>
                  </a:lnTo>
                  <a:lnTo>
                    <a:pt x="45610" y="18946"/>
                  </a:lnTo>
                  <a:lnTo>
                    <a:pt x="46208" y="16243"/>
                  </a:lnTo>
                  <a:lnTo>
                    <a:pt x="44526" y="13315"/>
                  </a:lnTo>
                  <a:lnTo>
                    <a:pt x="45572" y="0"/>
                  </a:lnTo>
                  <a:lnTo>
                    <a:pt x="52002" y="2188"/>
                  </a:lnTo>
                  <a:lnTo>
                    <a:pt x="61685" y="7981"/>
                  </a:lnTo>
                  <a:lnTo>
                    <a:pt x="71517" y="9404"/>
                  </a:lnTo>
                  <a:lnTo>
                    <a:pt x="82545" y="6601"/>
                  </a:lnTo>
                  <a:lnTo>
                    <a:pt x="87779" y="8826"/>
                  </a:lnTo>
                  <a:lnTo>
                    <a:pt x="100640" y="11671"/>
                  </a:lnTo>
                  <a:lnTo>
                    <a:pt x="108079" y="16553"/>
                  </a:lnTo>
                  <a:lnTo>
                    <a:pt x="121837" y="19522"/>
                  </a:lnTo>
                  <a:lnTo>
                    <a:pt x="125650" y="25226"/>
                  </a:lnTo>
                  <a:lnTo>
                    <a:pt x="125725" y="29814"/>
                  </a:lnTo>
                  <a:lnTo>
                    <a:pt x="128491" y="37512"/>
                  </a:lnTo>
                  <a:lnTo>
                    <a:pt x="132865" y="43128"/>
                  </a:lnTo>
                  <a:lnTo>
                    <a:pt x="141501" y="47067"/>
                  </a:lnTo>
                  <a:lnTo>
                    <a:pt x="155184" y="48248"/>
                  </a:lnTo>
                  <a:lnTo>
                    <a:pt x="176979" y="55231"/>
                  </a:lnTo>
                  <a:lnTo>
                    <a:pt x="184456" y="58889"/>
                  </a:lnTo>
                  <a:lnTo>
                    <a:pt x="194400" y="67575"/>
                  </a:lnTo>
                  <a:lnTo>
                    <a:pt x="199933" y="70608"/>
                  </a:lnTo>
                  <a:lnTo>
                    <a:pt x="203821" y="71171"/>
                  </a:lnTo>
                  <a:lnTo>
                    <a:pt x="207335" y="70651"/>
                  </a:lnTo>
                  <a:lnTo>
                    <a:pt x="216083" y="65841"/>
                  </a:lnTo>
                  <a:lnTo>
                    <a:pt x="222289" y="58323"/>
                  </a:lnTo>
                  <a:lnTo>
                    <a:pt x="224346" y="54359"/>
                  </a:lnTo>
                  <a:lnTo>
                    <a:pt x="224981" y="48728"/>
                  </a:lnTo>
                  <a:lnTo>
                    <a:pt x="221243" y="39971"/>
                  </a:lnTo>
                  <a:lnTo>
                    <a:pt x="220495" y="33600"/>
                  </a:lnTo>
                  <a:lnTo>
                    <a:pt x="222663" y="26462"/>
                  </a:lnTo>
                  <a:lnTo>
                    <a:pt x="229729" y="18548"/>
                  </a:lnTo>
                  <a:lnTo>
                    <a:pt x="244085" y="10027"/>
                  </a:lnTo>
                  <a:lnTo>
                    <a:pt x="251636" y="9449"/>
                  </a:lnTo>
                  <a:lnTo>
                    <a:pt x="256010" y="6021"/>
                  </a:lnTo>
                  <a:lnTo>
                    <a:pt x="267450" y="6512"/>
                  </a:lnTo>
                  <a:lnTo>
                    <a:pt x="286217" y="13892"/>
                  </a:lnTo>
                  <a:lnTo>
                    <a:pt x="287039" y="18104"/>
                  </a:lnTo>
                  <a:lnTo>
                    <a:pt x="286554" y="20982"/>
                  </a:lnTo>
                  <a:lnTo>
                    <a:pt x="290292" y="23856"/>
                  </a:lnTo>
                  <a:lnTo>
                    <a:pt x="300909" y="25226"/>
                  </a:lnTo>
                  <a:lnTo>
                    <a:pt x="307789" y="28888"/>
                  </a:lnTo>
                  <a:lnTo>
                    <a:pt x="319303" y="28711"/>
                  </a:lnTo>
                  <a:lnTo>
                    <a:pt x="324836" y="30254"/>
                  </a:lnTo>
                  <a:lnTo>
                    <a:pt x="328985" y="37557"/>
                  </a:lnTo>
                  <a:lnTo>
                    <a:pt x="322817" y="45361"/>
                  </a:lnTo>
                  <a:lnTo>
                    <a:pt x="323340" y="52004"/>
                  </a:lnTo>
                  <a:lnTo>
                    <a:pt x="325321" y="58889"/>
                  </a:lnTo>
                  <a:lnTo>
                    <a:pt x="325060" y="61237"/>
                  </a:lnTo>
                  <a:lnTo>
                    <a:pt x="323340" y="66578"/>
                  </a:lnTo>
                  <a:lnTo>
                    <a:pt x="319713" y="72772"/>
                  </a:lnTo>
                  <a:lnTo>
                    <a:pt x="325471" y="97130"/>
                  </a:lnTo>
                  <a:lnTo>
                    <a:pt x="325209" y="307248"/>
                  </a:lnTo>
                  <a:lnTo>
                    <a:pt x="304685" y="307248"/>
                  </a:lnTo>
                  <a:lnTo>
                    <a:pt x="304685" y="318291"/>
                  </a:lnTo>
                  <a:lnTo>
                    <a:pt x="138622" y="230130"/>
                  </a:lnTo>
                  <a:lnTo>
                    <a:pt x="101911" y="248776"/>
                  </a:lnTo>
                  <a:lnTo>
                    <a:pt x="86658" y="236114"/>
                  </a:lnTo>
                  <a:lnTo>
                    <a:pt x="55217" y="228499"/>
                  </a:lnTo>
                  <a:lnTo>
                    <a:pt x="45647" y="210383"/>
                  </a:lnTo>
                  <a:lnTo>
                    <a:pt x="28600" y="204962"/>
                  </a:lnTo>
                  <a:lnTo>
                    <a:pt x="22543" y="206483"/>
                  </a:lnTo>
                  <a:lnTo>
                    <a:pt x="19665" y="204058"/>
                  </a:lnTo>
                  <a:lnTo>
                    <a:pt x="16824" y="199532"/>
                  </a:lnTo>
                  <a:lnTo>
                    <a:pt x="14916" y="193555"/>
                  </a:lnTo>
                  <a:lnTo>
                    <a:pt x="14356" y="187110"/>
                  </a:lnTo>
                  <a:lnTo>
                    <a:pt x="2356" y="168308"/>
                  </a:lnTo>
                  <a:lnTo>
                    <a:pt x="3776" y="163974"/>
                  </a:lnTo>
                  <a:lnTo>
                    <a:pt x="11403" y="158922"/>
                  </a:lnTo>
                  <a:lnTo>
                    <a:pt x="11926" y="157082"/>
                  </a:lnTo>
                  <a:lnTo>
                    <a:pt x="12150" y="152017"/>
                  </a:lnTo>
                  <a:lnTo>
                    <a:pt x="10094" y="147446"/>
                  </a:lnTo>
                  <a:lnTo>
                    <a:pt x="9085" y="140764"/>
                  </a:lnTo>
                  <a:lnTo>
                    <a:pt x="12599" y="130137"/>
                  </a:lnTo>
                  <a:lnTo>
                    <a:pt x="10505" y="111858"/>
                  </a:lnTo>
                  <a:lnTo>
                    <a:pt x="10617" y="98713"/>
                  </a:lnTo>
                  <a:lnTo>
                    <a:pt x="6879" y="86272"/>
                  </a:lnTo>
                  <a:lnTo>
                    <a:pt x="0" y="74804"/>
                  </a:lnTo>
                  <a:lnTo>
                    <a:pt x="2318" y="732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2" name="oPE_MapPart_LIE_1_432" descr="Liechtenstein">
              <a:extLst>
                <a:ext uri="{FF2B5EF4-FFF2-40B4-BE49-F238E27FC236}">
                  <a16:creationId xmlns:a16="http://schemas.microsoft.com/office/drawing/2014/main" id="{308B2D81-5BB5-D551-E449-C2D55FA5C6A7}"/>
                </a:ext>
              </a:extLst>
            </p:cNvPr>
            <p:cNvSpPr/>
            <p:nvPr>
              <p:custDataLst>
                <p:tags r:id="rId432"/>
              </p:custDataLst>
            </p:nvPr>
          </p:nvSpPr>
          <p:spPr>
            <a:xfrm>
              <a:off x="6282886" y="3261686"/>
              <a:ext cx="22394" cy="32995"/>
            </a:xfrm>
            <a:custGeom>
              <a:avLst/>
              <a:gdLst/>
              <a:ahLst/>
              <a:cxnLst/>
              <a:rect l="0" t="0" r="0" b="0"/>
              <a:pathLst>
                <a:path w="22394" h="32995">
                  <a:moveTo>
                    <a:pt x="0" y="0"/>
                  </a:moveTo>
                  <a:lnTo>
                    <a:pt x="22393" y="0"/>
                  </a:lnTo>
                  <a:lnTo>
                    <a:pt x="22393" y="32994"/>
                  </a:lnTo>
                  <a:lnTo>
                    <a:pt x="0" y="329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3" name="oPE_MapPart_LTU_1_433" descr="Litauen">
              <a:extLst>
                <a:ext uri="{FF2B5EF4-FFF2-40B4-BE49-F238E27FC236}">
                  <a16:creationId xmlns:a16="http://schemas.microsoft.com/office/drawing/2014/main" id="{C2E2B971-3838-E143-D7D3-D0823EA62B39}"/>
                </a:ext>
              </a:extLst>
            </p:cNvPr>
            <p:cNvSpPr/>
            <p:nvPr>
              <p:custDataLst>
                <p:tags r:id="rId433"/>
              </p:custDataLst>
            </p:nvPr>
          </p:nvSpPr>
          <p:spPr>
            <a:xfrm>
              <a:off x="6530073" y="2995923"/>
              <a:ext cx="4450" cy="12327"/>
            </a:xfrm>
            <a:custGeom>
              <a:avLst/>
              <a:gdLst/>
              <a:ahLst/>
              <a:cxnLst/>
              <a:rect l="0" t="0" r="0" b="0"/>
              <a:pathLst>
                <a:path w="4450" h="12327">
                  <a:moveTo>
                    <a:pt x="1197" y="12326"/>
                  </a:moveTo>
                  <a:lnTo>
                    <a:pt x="0" y="12063"/>
                  </a:lnTo>
                  <a:lnTo>
                    <a:pt x="2355" y="7856"/>
                  </a:lnTo>
                  <a:lnTo>
                    <a:pt x="4449" y="0"/>
                  </a:lnTo>
                  <a:lnTo>
                    <a:pt x="4224" y="4692"/>
                  </a:lnTo>
                  <a:lnTo>
                    <a:pt x="2729" y="97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4" name="oPE_MapPart_LTU_2_434" descr="Litauen">
              <a:extLst>
                <a:ext uri="{FF2B5EF4-FFF2-40B4-BE49-F238E27FC236}">
                  <a16:creationId xmlns:a16="http://schemas.microsoft.com/office/drawing/2014/main" id="{BFC15064-61D5-F1B7-A622-9B5EA5AA4B56}"/>
                </a:ext>
              </a:extLst>
            </p:cNvPr>
            <p:cNvSpPr/>
            <p:nvPr>
              <p:custDataLst>
                <p:tags r:id="rId434"/>
              </p:custDataLst>
            </p:nvPr>
          </p:nvSpPr>
          <p:spPr>
            <a:xfrm>
              <a:off x="6533100" y="2966361"/>
              <a:ext cx="118997" cy="91572"/>
            </a:xfrm>
            <a:custGeom>
              <a:avLst/>
              <a:gdLst/>
              <a:ahLst/>
              <a:cxnLst/>
              <a:rect l="0" t="0" r="0" b="0"/>
              <a:pathLst>
                <a:path w="118997" h="91572">
                  <a:moveTo>
                    <a:pt x="35741" y="75175"/>
                  </a:moveTo>
                  <a:lnTo>
                    <a:pt x="33946" y="70291"/>
                  </a:lnTo>
                  <a:lnTo>
                    <a:pt x="34021" y="67779"/>
                  </a:lnTo>
                  <a:lnTo>
                    <a:pt x="36937" y="56711"/>
                  </a:lnTo>
                  <a:lnTo>
                    <a:pt x="32862" y="53134"/>
                  </a:lnTo>
                  <a:lnTo>
                    <a:pt x="31591" y="49939"/>
                  </a:lnTo>
                  <a:lnTo>
                    <a:pt x="21311" y="49743"/>
                  </a:lnTo>
                  <a:lnTo>
                    <a:pt x="10581" y="44970"/>
                  </a:lnTo>
                  <a:lnTo>
                    <a:pt x="7141" y="42019"/>
                  </a:lnTo>
                  <a:lnTo>
                    <a:pt x="3964" y="42479"/>
                  </a:lnTo>
                  <a:lnTo>
                    <a:pt x="3216" y="39523"/>
                  </a:lnTo>
                  <a:lnTo>
                    <a:pt x="4002" y="35507"/>
                  </a:lnTo>
                  <a:lnTo>
                    <a:pt x="338" y="22328"/>
                  </a:lnTo>
                  <a:lnTo>
                    <a:pt x="0" y="12782"/>
                  </a:lnTo>
                  <a:lnTo>
                    <a:pt x="12637" y="3644"/>
                  </a:lnTo>
                  <a:lnTo>
                    <a:pt x="21572" y="202"/>
                  </a:lnTo>
                  <a:lnTo>
                    <a:pt x="38021" y="608"/>
                  </a:lnTo>
                  <a:lnTo>
                    <a:pt x="41499" y="3307"/>
                  </a:lnTo>
                  <a:lnTo>
                    <a:pt x="44675" y="1688"/>
                  </a:lnTo>
                  <a:lnTo>
                    <a:pt x="57461" y="3105"/>
                  </a:lnTo>
                  <a:lnTo>
                    <a:pt x="63854" y="5530"/>
                  </a:lnTo>
                  <a:lnTo>
                    <a:pt x="71181" y="4790"/>
                  </a:lnTo>
                  <a:lnTo>
                    <a:pt x="78845" y="0"/>
                  </a:lnTo>
                  <a:lnTo>
                    <a:pt x="80116" y="540"/>
                  </a:lnTo>
                  <a:lnTo>
                    <a:pt x="83593" y="7952"/>
                  </a:lnTo>
                  <a:lnTo>
                    <a:pt x="95892" y="11509"/>
                  </a:lnTo>
                  <a:lnTo>
                    <a:pt x="104678" y="19197"/>
                  </a:lnTo>
                  <a:lnTo>
                    <a:pt x="108754" y="24654"/>
                  </a:lnTo>
                  <a:lnTo>
                    <a:pt x="115221" y="27707"/>
                  </a:lnTo>
                  <a:lnTo>
                    <a:pt x="112417" y="39589"/>
                  </a:lnTo>
                  <a:lnTo>
                    <a:pt x="118996" y="42151"/>
                  </a:lnTo>
                  <a:lnTo>
                    <a:pt x="116903" y="43856"/>
                  </a:lnTo>
                  <a:lnTo>
                    <a:pt x="115370" y="47326"/>
                  </a:lnTo>
                  <a:lnTo>
                    <a:pt x="108977" y="46999"/>
                  </a:lnTo>
                  <a:lnTo>
                    <a:pt x="106547" y="51961"/>
                  </a:lnTo>
                  <a:lnTo>
                    <a:pt x="99967" y="54956"/>
                  </a:lnTo>
                  <a:lnTo>
                    <a:pt x="97126" y="62224"/>
                  </a:lnTo>
                  <a:lnTo>
                    <a:pt x="97201" y="67779"/>
                  </a:lnTo>
                  <a:lnTo>
                    <a:pt x="93500" y="76073"/>
                  </a:lnTo>
                  <a:lnTo>
                    <a:pt x="97687" y="78636"/>
                  </a:lnTo>
                  <a:lnTo>
                    <a:pt x="97687" y="82279"/>
                  </a:lnTo>
                  <a:lnTo>
                    <a:pt x="92715" y="82151"/>
                  </a:lnTo>
                  <a:lnTo>
                    <a:pt x="93089" y="80171"/>
                  </a:lnTo>
                  <a:lnTo>
                    <a:pt x="91706" y="77419"/>
                  </a:lnTo>
                  <a:lnTo>
                    <a:pt x="85874" y="80235"/>
                  </a:lnTo>
                  <a:lnTo>
                    <a:pt x="83070" y="83109"/>
                  </a:lnTo>
                  <a:lnTo>
                    <a:pt x="79406" y="82662"/>
                  </a:lnTo>
                  <a:lnTo>
                    <a:pt x="77312" y="88713"/>
                  </a:lnTo>
                  <a:lnTo>
                    <a:pt x="74247" y="88522"/>
                  </a:lnTo>
                  <a:lnTo>
                    <a:pt x="67967" y="91571"/>
                  </a:lnTo>
                  <a:lnTo>
                    <a:pt x="65350" y="89603"/>
                  </a:lnTo>
                  <a:lnTo>
                    <a:pt x="52190" y="90682"/>
                  </a:lnTo>
                  <a:lnTo>
                    <a:pt x="50658" y="89920"/>
                  </a:lnTo>
                  <a:lnTo>
                    <a:pt x="50022" y="82726"/>
                  </a:lnTo>
                  <a:lnTo>
                    <a:pt x="48264" y="80746"/>
                  </a:lnTo>
                  <a:lnTo>
                    <a:pt x="36937" y="737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5" name="oPE_MapPart_LUX_1_435" descr="Luxemburg">
              <a:extLst>
                <a:ext uri="{FF2B5EF4-FFF2-40B4-BE49-F238E27FC236}">
                  <a16:creationId xmlns:a16="http://schemas.microsoft.com/office/drawing/2014/main" id="{2F2768AD-BC0E-4636-68C4-2B22E6CACB4A}"/>
                </a:ext>
              </a:extLst>
            </p:cNvPr>
            <p:cNvSpPr/>
            <p:nvPr>
              <p:custDataLst>
                <p:tags r:id="rId435"/>
              </p:custDataLst>
            </p:nvPr>
          </p:nvSpPr>
          <p:spPr>
            <a:xfrm>
              <a:off x="6211631" y="3177962"/>
              <a:ext cx="22394" cy="34760"/>
            </a:xfrm>
            <a:custGeom>
              <a:avLst/>
              <a:gdLst/>
              <a:ahLst/>
              <a:cxnLst/>
              <a:rect l="0" t="0" r="0" b="0"/>
              <a:pathLst>
                <a:path w="22394" h="34760">
                  <a:moveTo>
                    <a:pt x="0" y="0"/>
                  </a:moveTo>
                  <a:lnTo>
                    <a:pt x="22393" y="0"/>
                  </a:lnTo>
                  <a:lnTo>
                    <a:pt x="22393" y="34759"/>
                  </a:lnTo>
                  <a:lnTo>
                    <a:pt x="0" y="3475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6" name="oPE_MapPart_MAC_1_436" descr="Macau">
              <a:extLst>
                <a:ext uri="{FF2B5EF4-FFF2-40B4-BE49-F238E27FC236}">
                  <a16:creationId xmlns:a16="http://schemas.microsoft.com/office/drawing/2014/main" id="{8B39151D-DCF0-8357-E2A9-032BDC6B37C1}"/>
                </a:ext>
              </a:extLst>
            </p:cNvPr>
            <p:cNvSpPr/>
            <p:nvPr>
              <p:custDataLst>
                <p:tags r:id="rId436"/>
              </p:custDataLst>
            </p:nvPr>
          </p:nvSpPr>
          <p:spPr>
            <a:xfrm>
              <a:off x="8442372" y="3906348"/>
              <a:ext cx="22432" cy="24231"/>
            </a:xfrm>
            <a:custGeom>
              <a:avLst/>
              <a:gdLst/>
              <a:ahLst/>
              <a:cxnLst/>
              <a:rect l="0" t="0" r="0" b="0"/>
              <a:pathLst>
                <a:path w="22432" h="24231">
                  <a:moveTo>
                    <a:pt x="0" y="0"/>
                  </a:moveTo>
                  <a:lnTo>
                    <a:pt x="22431" y="0"/>
                  </a:lnTo>
                  <a:lnTo>
                    <a:pt x="22431" y="24230"/>
                  </a:lnTo>
                  <a:lnTo>
                    <a:pt x="0" y="242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7" name="oPE_MapPart_MDG_1_437" descr="Madagaskar">
              <a:extLst>
                <a:ext uri="{FF2B5EF4-FFF2-40B4-BE49-F238E27FC236}">
                  <a16:creationId xmlns:a16="http://schemas.microsoft.com/office/drawing/2014/main" id="{A126D415-51CB-3CF7-7244-612EF14A7199}"/>
                </a:ext>
              </a:extLst>
            </p:cNvPr>
            <p:cNvSpPr/>
            <p:nvPr>
              <p:custDataLst>
                <p:tags r:id="rId437"/>
              </p:custDataLst>
            </p:nvPr>
          </p:nvSpPr>
          <p:spPr>
            <a:xfrm>
              <a:off x="6994577" y="4644711"/>
              <a:ext cx="149913" cy="296716"/>
            </a:xfrm>
            <a:custGeom>
              <a:avLst/>
              <a:gdLst/>
              <a:ahLst/>
              <a:cxnLst/>
              <a:rect l="0" t="0" r="0" b="0"/>
              <a:pathLst>
                <a:path w="149913" h="296716">
                  <a:moveTo>
                    <a:pt x="130286" y="7498"/>
                  </a:moveTo>
                  <a:lnTo>
                    <a:pt x="138584" y="21106"/>
                  </a:lnTo>
                  <a:lnTo>
                    <a:pt x="143482" y="41795"/>
                  </a:lnTo>
                  <a:lnTo>
                    <a:pt x="144790" y="56616"/>
                  </a:lnTo>
                  <a:lnTo>
                    <a:pt x="149052" y="65592"/>
                  </a:lnTo>
                  <a:lnTo>
                    <a:pt x="149912" y="70707"/>
                  </a:lnTo>
                  <a:lnTo>
                    <a:pt x="148305" y="75945"/>
                  </a:lnTo>
                  <a:lnTo>
                    <a:pt x="144229" y="83093"/>
                  </a:lnTo>
                  <a:lnTo>
                    <a:pt x="141837" y="81772"/>
                  </a:lnTo>
                  <a:lnTo>
                    <a:pt x="140304" y="79673"/>
                  </a:lnTo>
                  <a:lnTo>
                    <a:pt x="137650" y="72259"/>
                  </a:lnTo>
                  <a:lnTo>
                    <a:pt x="134548" y="72065"/>
                  </a:lnTo>
                  <a:lnTo>
                    <a:pt x="132903" y="73617"/>
                  </a:lnTo>
                  <a:lnTo>
                    <a:pt x="133912" y="85622"/>
                  </a:lnTo>
                  <a:lnTo>
                    <a:pt x="136378" y="89475"/>
                  </a:lnTo>
                  <a:lnTo>
                    <a:pt x="136529" y="94463"/>
                  </a:lnTo>
                  <a:lnTo>
                    <a:pt x="134360" y="99144"/>
                  </a:lnTo>
                  <a:lnTo>
                    <a:pt x="135033" y="101604"/>
                  </a:lnTo>
                  <a:lnTo>
                    <a:pt x="131481" y="104104"/>
                  </a:lnTo>
                  <a:lnTo>
                    <a:pt x="128453" y="110831"/>
                  </a:lnTo>
                  <a:lnTo>
                    <a:pt x="129052" y="125184"/>
                  </a:lnTo>
                  <a:lnTo>
                    <a:pt x="126659" y="134742"/>
                  </a:lnTo>
                  <a:lnTo>
                    <a:pt x="110958" y="181434"/>
                  </a:lnTo>
                  <a:lnTo>
                    <a:pt x="105649" y="201284"/>
                  </a:lnTo>
                  <a:lnTo>
                    <a:pt x="96452" y="226267"/>
                  </a:lnTo>
                  <a:lnTo>
                    <a:pt x="89162" y="258108"/>
                  </a:lnTo>
                  <a:lnTo>
                    <a:pt x="85312" y="265928"/>
                  </a:lnTo>
                  <a:lnTo>
                    <a:pt x="81274" y="278910"/>
                  </a:lnTo>
                  <a:lnTo>
                    <a:pt x="78321" y="283279"/>
                  </a:lnTo>
                  <a:lnTo>
                    <a:pt x="71928" y="287200"/>
                  </a:lnTo>
                  <a:lnTo>
                    <a:pt x="60115" y="289059"/>
                  </a:lnTo>
                  <a:lnTo>
                    <a:pt x="46581" y="296715"/>
                  </a:lnTo>
                  <a:lnTo>
                    <a:pt x="38431" y="296259"/>
                  </a:lnTo>
                  <a:lnTo>
                    <a:pt x="32151" y="291457"/>
                  </a:lnTo>
                  <a:lnTo>
                    <a:pt x="22468" y="288934"/>
                  </a:lnTo>
                  <a:lnTo>
                    <a:pt x="20599" y="286456"/>
                  </a:lnTo>
                  <a:lnTo>
                    <a:pt x="16001" y="283691"/>
                  </a:lnTo>
                  <a:lnTo>
                    <a:pt x="13384" y="275536"/>
                  </a:lnTo>
                  <a:lnTo>
                    <a:pt x="8411" y="267773"/>
                  </a:lnTo>
                  <a:lnTo>
                    <a:pt x="7926" y="255084"/>
                  </a:lnTo>
                  <a:lnTo>
                    <a:pt x="9495" y="250269"/>
                  </a:lnTo>
                  <a:lnTo>
                    <a:pt x="6318" y="240093"/>
                  </a:lnTo>
                  <a:lnTo>
                    <a:pt x="1944" y="233598"/>
                  </a:lnTo>
                  <a:lnTo>
                    <a:pt x="0" y="224407"/>
                  </a:lnTo>
                  <a:lnTo>
                    <a:pt x="38" y="216936"/>
                  </a:lnTo>
                  <a:lnTo>
                    <a:pt x="1608" y="211133"/>
                  </a:lnTo>
                  <a:lnTo>
                    <a:pt x="3589" y="207914"/>
                  </a:lnTo>
                  <a:lnTo>
                    <a:pt x="4935" y="201444"/>
                  </a:lnTo>
                  <a:lnTo>
                    <a:pt x="11103" y="197473"/>
                  </a:lnTo>
                  <a:lnTo>
                    <a:pt x="13421" y="190504"/>
                  </a:lnTo>
                  <a:lnTo>
                    <a:pt x="20262" y="179719"/>
                  </a:lnTo>
                  <a:lnTo>
                    <a:pt x="23664" y="169604"/>
                  </a:lnTo>
                  <a:lnTo>
                    <a:pt x="24599" y="158726"/>
                  </a:lnTo>
                  <a:lnTo>
                    <a:pt x="20224" y="150924"/>
                  </a:lnTo>
                  <a:lnTo>
                    <a:pt x="20113" y="143574"/>
                  </a:lnTo>
                  <a:lnTo>
                    <a:pt x="16113" y="133679"/>
                  </a:lnTo>
                  <a:lnTo>
                    <a:pt x="15552" y="123102"/>
                  </a:lnTo>
                  <a:lnTo>
                    <a:pt x="14094" y="118236"/>
                  </a:lnTo>
                  <a:lnTo>
                    <a:pt x="14842" y="114120"/>
                  </a:lnTo>
                  <a:lnTo>
                    <a:pt x="24038" y="99144"/>
                  </a:lnTo>
                  <a:lnTo>
                    <a:pt x="24449" y="89203"/>
                  </a:lnTo>
                  <a:lnTo>
                    <a:pt x="34169" y="87723"/>
                  </a:lnTo>
                  <a:lnTo>
                    <a:pt x="40674" y="82861"/>
                  </a:lnTo>
                  <a:lnTo>
                    <a:pt x="43141" y="84727"/>
                  </a:lnTo>
                  <a:lnTo>
                    <a:pt x="48450" y="83794"/>
                  </a:lnTo>
                  <a:lnTo>
                    <a:pt x="50581" y="79907"/>
                  </a:lnTo>
                  <a:lnTo>
                    <a:pt x="60077" y="78275"/>
                  </a:lnTo>
                  <a:lnTo>
                    <a:pt x="63329" y="81889"/>
                  </a:lnTo>
                  <a:lnTo>
                    <a:pt x="65124" y="82317"/>
                  </a:lnTo>
                  <a:lnTo>
                    <a:pt x="65984" y="81694"/>
                  </a:lnTo>
                  <a:lnTo>
                    <a:pt x="63890" y="79907"/>
                  </a:lnTo>
                  <a:lnTo>
                    <a:pt x="63704" y="77771"/>
                  </a:lnTo>
                  <a:lnTo>
                    <a:pt x="66657" y="73461"/>
                  </a:lnTo>
                  <a:lnTo>
                    <a:pt x="76377" y="67103"/>
                  </a:lnTo>
                  <a:lnTo>
                    <a:pt x="77424" y="67607"/>
                  </a:lnTo>
                  <a:lnTo>
                    <a:pt x="78134" y="72142"/>
                  </a:lnTo>
                  <a:lnTo>
                    <a:pt x="79629" y="71755"/>
                  </a:lnTo>
                  <a:lnTo>
                    <a:pt x="80377" y="68886"/>
                  </a:lnTo>
                  <a:lnTo>
                    <a:pt x="79517" y="65631"/>
                  </a:lnTo>
                  <a:lnTo>
                    <a:pt x="83405" y="61141"/>
                  </a:lnTo>
                  <a:lnTo>
                    <a:pt x="84900" y="57350"/>
                  </a:lnTo>
                  <a:lnTo>
                    <a:pt x="87219" y="56229"/>
                  </a:lnTo>
                  <a:lnTo>
                    <a:pt x="87891" y="58472"/>
                  </a:lnTo>
                  <a:lnTo>
                    <a:pt x="86508" y="62302"/>
                  </a:lnTo>
                  <a:lnTo>
                    <a:pt x="87517" y="62611"/>
                  </a:lnTo>
                  <a:lnTo>
                    <a:pt x="93648" y="54606"/>
                  </a:lnTo>
                  <a:lnTo>
                    <a:pt x="97611" y="55340"/>
                  </a:lnTo>
                  <a:lnTo>
                    <a:pt x="94434" y="52598"/>
                  </a:lnTo>
                  <a:lnTo>
                    <a:pt x="93648" y="48852"/>
                  </a:lnTo>
                  <a:lnTo>
                    <a:pt x="98246" y="40100"/>
                  </a:lnTo>
                  <a:lnTo>
                    <a:pt x="95929" y="36827"/>
                  </a:lnTo>
                  <a:lnTo>
                    <a:pt x="97125" y="33709"/>
                  </a:lnTo>
                  <a:lnTo>
                    <a:pt x="99181" y="32286"/>
                  </a:lnTo>
                  <a:lnTo>
                    <a:pt x="103630" y="34941"/>
                  </a:lnTo>
                  <a:lnTo>
                    <a:pt x="106770" y="31056"/>
                  </a:lnTo>
                  <a:lnTo>
                    <a:pt x="111257" y="28672"/>
                  </a:lnTo>
                  <a:lnTo>
                    <a:pt x="114883" y="25291"/>
                  </a:lnTo>
                  <a:lnTo>
                    <a:pt x="117425" y="16157"/>
                  </a:lnTo>
                  <a:lnTo>
                    <a:pt x="115032" y="7652"/>
                  </a:lnTo>
                  <a:lnTo>
                    <a:pt x="117687" y="7652"/>
                  </a:lnTo>
                  <a:lnTo>
                    <a:pt x="123407" y="0"/>
                  </a:lnTo>
                  <a:lnTo>
                    <a:pt x="125612" y="956"/>
                  </a:lnTo>
                  <a:lnTo>
                    <a:pt x="129089" y="57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8" name="oPE_MapPart_MDG_2_438" descr="Madagaskar">
              <a:extLst>
                <a:ext uri="{FF2B5EF4-FFF2-40B4-BE49-F238E27FC236}">
                  <a16:creationId xmlns:a16="http://schemas.microsoft.com/office/drawing/2014/main" id="{70E59445-3AFE-0E22-D06D-365346E30052}"/>
                </a:ext>
              </a:extLst>
            </p:cNvPr>
            <p:cNvSpPr/>
            <p:nvPr>
              <p:custDataLst>
                <p:tags r:id="rId438"/>
              </p:custDataLst>
            </p:nvPr>
          </p:nvSpPr>
          <p:spPr>
            <a:xfrm>
              <a:off x="7096899" y="4668503"/>
              <a:ext cx="3328" cy="4343"/>
            </a:xfrm>
            <a:custGeom>
              <a:avLst/>
              <a:gdLst/>
              <a:ahLst/>
              <a:cxnLst/>
              <a:rect l="0" t="0" r="0" b="0"/>
              <a:pathLst>
                <a:path w="3328" h="4343">
                  <a:moveTo>
                    <a:pt x="3140" y="3534"/>
                  </a:moveTo>
                  <a:lnTo>
                    <a:pt x="3177" y="4342"/>
                  </a:lnTo>
                  <a:lnTo>
                    <a:pt x="410" y="3996"/>
                  </a:lnTo>
                  <a:lnTo>
                    <a:pt x="0" y="1345"/>
                  </a:lnTo>
                  <a:lnTo>
                    <a:pt x="2430" y="0"/>
                  </a:lnTo>
                  <a:lnTo>
                    <a:pt x="3327" y="23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9" name="oPE_MapPart_MDG_3_439" descr="Madagaskar">
              <a:extLst>
                <a:ext uri="{FF2B5EF4-FFF2-40B4-BE49-F238E27FC236}">
                  <a16:creationId xmlns:a16="http://schemas.microsoft.com/office/drawing/2014/main" id="{B15441F1-6884-FAF2-500A-3D273B84141D}"/>
                </a:ext>
              </a:extLst>
            </p:cNvPr>
            <p:cNvSpPr/>
            <p:nvPr>
              <p:custDataLst>
                <p:tags r:id="rId439"/>
              </p:custDataLst>
            </p:nvPr>
          </p:nvSpPr>
          <p:spPr>
            <a:xfrm>
              <a:off x="7130807" y="4743699"/>
              <a:ext cx="4150" cy="8518"/>
            </a:xfrm>
            <a:custGeom>
              <a:avLst/>
              <a:gdLst/>
              <a:ahLst/>
              <a:cxnLst/>
              <a:rect l="0" t="0" r="0" b="0"/>
              <a:pathLst>
                <a:path w="4150" h="8518">
                  <a:moveTo>
                    <a:pt x="2317" y="4530"/>
                  </a:moveTo>
                  <a:lnTo>
                    <a:pt x="0" y="8517"/>
                  </a:lnTo>
                  <a:lnTo>
                    <a:pt x="672" y="5155"/>
                  </a:lnTo>
                  <a:lnTo>
                    <a:pt x="41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0" name="oPE_MapPart_MWI_1_440" descr="Malawi">
              <a:extLst>
                <a:ext uri="{FF2B5EF4-FFF2-40B4-BE49-F238E27FC236}">
                  <a16:creationId xmlns:a16="http://schemas.microsoft.com/office/drawing/2014/main" id="{14FF44C6-6366-28E3-C2FC-4C144A856CC7}"/>
                </a:ext>
              </a:extLst>
            </p:cNvPr>
            <p:cNvSpPr/>
            <p:nvPr>
              <p:custDataLst>
                <p:tags r:id="rId440"/>
              </p:custDataLst>
            </p:nvPr>
          </p:nvSpPr>
          <p:spPr>
            <a:xfrm>
              <a:off x="6815916" y="4643220"/>
              <a:ext cx="1945" cy="2142"/>
            </a:xfrm>
            <a:custGeom>
              <a:avLst/>
              <a:gdLst/>
              <a:ahLst/>
              <a:cxnLst/>
              <a:rect l="0" t="0" r="0" b="0"/>
              <a:pathLst>
                <a:path w="1945" h="2142">
                  <a:moveTo>
                    <a:pt x="1197" y="2141"/>
                  </a:moveTo>
                  <a:lnTo>
                    <a:pt x="0" y="1950"/>
                  </a:lnTo>
                  <a:lnTo>
                    <a:pt x="373" y="0"/>
                  </a:lnTo>
                  <a:lnTo>
                    <a:pt x="1944" y="459"/>
                  </a:lnTo>
                  <a:lnTo>
                    <a:pt x="1719" y="16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1" name="oPE_MapPart_MWI_2_441" descr="Malawi">
              <a:extLst>
                <a:ext uri="{FF2B5EF4-FFF2-40B4-BE49-F238E27FC236}">
                  <a16:creationId xmlns:a16="http://schemas.microsoft.com/office/drawing/2014/main" id="{137D2EE0-43D0-D5E1-7691-1A0BEDBC9AD1}"/>
                </a:ext>
              </a:extLst>
            </p:cNvPr>
            <p:cNvSpPr/>
            <p:nvPr>
              <p:custDataLst>
                <p:tags r:id="rId441"/>
              </p:custDataLst>
            </p:nvPr>
          </p:nvSpPr>
          <p:spPr>
            <a:xfrm>
              <a:off x="6813410" y="4642647"/>
              <a:ext cx="2059" cy="1798"/>
            </a:xfrm>
            <a:custGeom>
              <a:avLst/>
              <a:gdLst/>
              <a:ahLst/>
              <a:cxnLst/>
              <a:rect l="0" t="0" r="0" b="0"/>
              <a:pathLst>
                <a:path w="2059" h="1798">
                  <a:moveTo>
                    <a:pt x="2058" y="649"/>
                  </a:moveTo>
                  <a:lnTo>
                    <a:pt x="1646" y="1797"/>
                  </a:lnTo>
                  <a:lnTo>
                    <a:pt x="0" y="764"/>
                  </a:lnTo>
                  <a:lnTo>
                    <a:pt x="262" y="0"/>
                  </a:lnTo>
                  <a:lnTo>
                    <a:pt x="1721" y="3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2" name="oPE_MapPart_MWI_3_442" descr="Malawi">
              <a:extLst>
                <a:ext uri="{FF2B5EF4-FFF2-40B4-BE49-F238E27FC236}">
                  <a16:creationId xmlns:a16="http://schemas.microsoft.com/office/drawing/2014/main" id="{B8B999C3-F244-D6A0-DCEF-2FED9249E5FC}"/>
                </a:ext>
              </a:extLst>
            </p:cNvPr>
            <p:cNvSpPr/>
            <p:nvPr>
              <p:custDataLst>
                <p:tags r:id="rId442"/>
              </p:custDataLst>
            </p:nvPr>
          </p:nvSpPr>
          <p:spPr>
            <a:xfrm>
              <a:off x="6774531" y="4587934"/>
              <a:ext cx="66919" cy="165222"/>
            </a:xfrm>
            <a:custGeom>
              <a:avLst/>
              <a:gdLst/>
              <a:ahLst/>
              <a:cxnLst/>
              <a:rect l="0" t="0" r="0" b="0"/>
              <a:pathLst>
                <a:path w="66919" h="165222">
                  <a:moveTo>
                    <a:pt x="11028" y="97994"/>
                  </a:moveTo>
                  <a:lnTo>
                    <a:pt x="9945" y="96453"/>
                  </a:lnTo>
                  <a:lnTo>
                    <a:pt x="6692" y="98187"/>
                  </a:lnTo>
                  <a:lnTo>
                    <a:pt x="4113" y="93796"/>
                  </a:lnTo>
                  <a:lnTo>
                    <a:pt x="1981" y="92603"/>
                  </a:lnTo>
                  <a:lnTo>
                    <a:pt x="2654" y="91063"/>
                  </a:lnTo>
                  <a:lnTo>
                    <a:pt x="0" y="88947"/>
                  </a:lnTo>
                  <a:lnTo>
                    <a:pt x="2990" y="87102"/>
                  </a:lnTo>
                  <a:lnTo>
                    <a:pt x="6168" y="81146"/>
                  </a:lnTo>
                  <a:lnTo>
                    <a:pt x="6841" y="74199"/>
                  </a:lnTo>
                  <a:lnTo>
                    <a:pt x="5720" y="72206"/>
                  </a:lnTo>
                  <a:lnTo>
                    <a:pt x="7290" y="68488"/>
                  </a:lnTo>
                  <a:lnTo>
                    <a:pt x="15103" y="65501"/>
                  </a:lnTo>
                  <a:lnTo>
                    <a:pt x="17496" y="62477"/>
                  </a:lnTo>
                  <a:lnTo>
                    <a:pt x="13907" y="61635"/>
                  </a:lnTo>
                  <a:lnTo>
                    <a:pt x="12112" y="57465"/>
                  </a:lnTo>
                  <a:lnTo>
                    <a:pt x="13159" y="48525"/>
                  </a:lnTo>
                  <a:lnTo>
                    <a:pt x="11552" y="45205"/>
                  </a:lnTo>
                  <a:lnTo>
                    <a:pt x="11701" y="42725"/>
                  </a:lnTo>
                  <a:lnTo>
                    <a:pt x="14729" y="37236"/>
                  </a:lnTo>
                  <a:lnTo>
                    <a:pt x="12300" y="31637"/>
                  </a:lnTo>
                  <a:lnTo>
                    <a:pt x="14019" y="29924"/>
                  </a:lnTo>
                  <a:lnTo>
                    <a:pt x="16524" y="29314"/>
                  </a:lnTo>
                  <a:lnTo>
                    <a:pt x="20599" y="24445"/>
                  </a:lnTo>
                  <a:lnTo>
                    <a:pt x="18355" y="21023"/>
                  </a:lnTo>
                  <a:lnTo>
                    <a:pt x="17833" y="17717"/>
                  </a:lnTo>
                  <a:lnTo>
                    <a:pt x="13309" y="13578"/>
                  </a:lnTo>
                  <a:lnTo>
                    <a:pt x="14131" y="9858"/>
                  </a:lnTo>
                  <a:lnTo>
                    <a:pt x="12038" y="7696"/>
                  </a:lnTo>
                  <a:lnTo>
                    <a:pt x="10916" y="4890"/>
                  </a:lnTo>
                  <a:lnTo>
                    <a:pt x="6767" y="4814"/>
                  </a:lnTo>
                  <a:lnTo>
                    <a:pt x="5196" y="265"/>
                  </a:lnTo>
                  <a:lnTo>
                    <a:pt x="6318" y="0"/>
                  </a:lnTo>
                  <a:lnTo>
                    <a:pt x="9570" y="2121"/>
                  </a:lnTo>
                  <a:lnTo>
                    <a:pt x="13720" y="2614"/>
                  </a:lnTo>
                  <a:lnTo>
                    <a:pt x="15589" y="4510"/>
                  </a:lnTo>
                  <a:lnTo>
                    <a:pt x="21346" y="4283"/>
                  </a:lnTo>
                  <a:lnTo>
                    <a:pt x="25310" y="5800"/>
                  </a:lnTo>
                  <a:lnTo>
                    <a:pt x="26655" y="5572"/>
                  </a:lnTo>
                  <a:lnTo>
                    <a:pt x="27516" y="2121"/>
                  </a:lnTo>
                  <a:lnTo>
                    <a:pt x="29459" y="3032"/>
                  </a:lnTo>
                  <a:lnTo>
                    <a:pt x="34281" y="7089"/>
                  </a:lnTo>
                  <a:lnTo>
                    <a:pt x="38506" y="13388"/>
                  </a:lnTo>
                  <a:lnTo>
                    <a:pt x="39740" y="23836"/>
                  </a:lnTo>
                  <a:lnTo>
                    <a:pt x="41385" y="27754"/>
                  </a:lnTo>
                  <a:lnTo>
                    <a:pt x="40264" y="35597"/>
                  </a:lnTo>
                  <a:lnTo>
                    <a:pt x="43702" y="41123"/>
                  </a:lnTo>
                  <a:lnTo>
                    <a:pt x="46133" y="42229"/>
                  </a:lnTo>
                  <a:lnTo>
                    <a:pt x="47553" y="46120"/>
                  </a:lnTo>
                  <a:lnTo>
                    <a:pt x="41310" y="46349"/>
                  </a:lnTo>
                  <a:lnTo>
                    <a:pt x="40487" y="47037"/>
                  </a:lnTo>
                  <a:lnTo>
                    <a:pt x="39141" y="51542"/>
                  </a:lnTo>
                  <a:lnTo>
                    <a:pt x="35067" y="58574"/>
                  </a:lnTo>
                  <a:lnTo>
                    <a:pt x="37647" y="69254"/>
                  </a:lnTo>
                  <a:lnTo>
                    <a:pt x="39329" y="84027"/>
                  </a:lnTo>
                  <a:lnTo>
                    <a:pt x="41348" y="86756"/>
                  </a:lnTo>
                  <a:lnTo>
                    <a:pt x="45273" y="87371"/>
                  </a:lnTo>
                  <a:lnTo>
                    <a:pt x="48674" y="90101"/>
                  </a:lnTo>
                  <a:lnTo>
                    <a:pt x="65983" y="112078"/>
                  </a:lnTo>
                  <a:lnTo>
                    <a:pt x="66918" y="116834"/>
                  </a:lnTo>
                  <a:lnTo>
                    <a:pt x="65124" y="124888"/>
                  </a:lnTo>
                  <a:lnTo>
                    <a:pt x="65647" y="128183"/>
                  </a:lnTo>
                  <a:lnTo>
                    <a:pt x="64825" y="139832"/>
                  </a:lnTo>
                  <a:lnTo>
                    <a:pt x="63105" y="142788"/>
                  </a:lnTo>
                  <a:lnTo>
                    <a:pt x="55105" y="144890"/>
                  </a:lnTo>
                  <a:lnTo>
                    <a:pt x="51852" y="152839"/>
                  </a:lnTo>
                  <a:lnTo>
                    <a:pt x="54245" y="158225"/>
                  </a:lnTo>
                  <a:lnTo>
                    <a:pt x="54432" y="164477"/>
                  </a:lnTo>
                  <a:lnTo>
                    <a:pt x="52562" y="165221"/>
                  </a:lnTo>
                  <a:lnTo>
                    <a:pt x="50319" y="164791"/>
                  </a:lnTo>
                  <a:lnTo>
                    <a:pt x="49310" y="162757"/>
                  </a:lnTo>
                  <a:lnTo>
                    <a:pt x="50731" y="160178"/>
                  </a:lnTo>
                  <a:lnTo>
                    <a:pt x="50058" y="158772"/>
                  </a:lnTo>
                  <a:lnTo>
                    <a:pt x="46992" y="157170"/>
                  </a:lnTo>
                  <a:lnTo>
                    <a:pt x="38581" y="147616"/>
                  </a:lnTo>
                  <a:lnTo>
                    <a:pt x="36263" y="146058"/>
                  </a:lnTo>
                  <a:lnTo>
                    <a:pt x="36001" y="142439"/>
                  </a:lnTo>
                  <a:lnTo>
                    <a:pt x="32786" y="138277"/>
                  </a:lnTo>
                  <a:lnTo>
                    <a:pt x="32750" y="137033"/>
                  </a:lnTo>
                  <a:lnTo>
                    <a:pt x="35067" y="134353"/>
                  </a:lnTo>
                  <a:lnTo>
                    <a:pt x="38842" y="125547"/>
                  </a:lnTo>
                  <a:lnTo>
                    <a:pt x="39217" y="119504"/>
                  </a:lnTo>
                  <a:lnTo>
                    <a:pt x="38132" y="110533"/>
                  </a:lnTo>
                  <a:lnTo>
                    <a:pt x="34543" y="106479"/>
                  </a:lnTo>
                  <a:lnTo>
                    <a:pt x="20076" y="109876"/>
                  </a:lnTo>
                  <a:lnTo>
                    <a:pt x="14954" y="103932"/>
                  </a:lnTo>
                  <a:lnTo>
                    <a:pt x="11926" y="98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3" name="oPE_MapPart_MYS_1_443" descr="Malaysia">
              <a:extLst>
                <a:ext uri="{FF2B5EF4-FFF2-40B4-BE49-F238E27FC236}">
                  <a16:creationId xmlns:a16="http://schemas.microsoft.com/office/drawing/2014/main" id="{8326B6CD-81C0-7245-17AB-CBF1CECBD8CE}"/>
                </a:ext>
              </a:extLst>
            </p:cNvPr>
            <p:cNvSpPr/>
            <p:nvPr>
              <p:custDataLst>
                <p:tags r:id="rId443"/>
              </p:custDataLst>
            </p:nvPr>
          </p:nvSpPr>
          <p:spPr>
            <a:xfrm>
              <a:off x="8175408" y="4252818"/>
              <a:ext cx="86583" cy="111496"/>
            </a:xfrm>
            <a:custGeom>
              <a:avLst/>
              <a:gdLst/>
              <a:ahLst/>
              <a:cxnLst/>
              <a:rect l="0" t="0" r="0" b="0"/>
              <a:pathLst>
                <a:path w="86583" h="111496">
                  <a:moveTo>
                    <a:pt x="0" y="5043"/>
                  </a:moveTo>
                  <a:lnTo>
                    <a:pt x="1196" y="226"/>
                  </a:lnTo>
                  <a:lnTo>
                    <a:pt x="2953" y="0"/>
                  </a:lnTo>
                  <a:lnTo>
                    <a:pt x="4673" y="2785"/>
                  </a:lnTo>
                  <a:lnTo>
                    <a:pt x="10579" y="4930"/>
                  </a:lnTo>
                  <a:lnTo>
                    <a:pt x="13196" y="4666"/>
                  </a:lnTo>
                  <a:lnTo>
                    <a:pt x="15664" y="9143"/>
                  </a:lnTo>
                  <a:lnTo>
                    <a:pt x="19402" y="9218"/>
                  </a:lnTo>
                  <a:lnTo>
                    <a:pt x="19851" y="15196"/>
                  </a:lnTo>
                  <a:lnTo>
                    <a:pt x="17907" y="19067"/>
                  </a:lnTo>
                  <a:lnTo>
                    <a:pt x="20636" y="21847"/>
                  </a:lnTo>
                  <a:lnTo>
                    <a:pt x="22244" y="21209"/>
                  </a:lnTo>
                  <a:lnTo>
                    <a:pt x="23626" y="18691"/>
                  </a:lnTo>
                  <a:lnTo>
                    <a:pt x="29832" y="16211"/>
                  </a:lnTo>
                  <a:lnTo>
                    <a:pt x="32375" y="18917"/>
                  </a:lnTo>
                  <a:lnTo>
                    <a:pt x="36412" y="17940"/>
                  </a:lnTo>
                  <a:lnTo>
                    <a:pt x="37721" y="14708"/>
                  </a:lnTo>
                  <a:lnTo>
                    <a:pt x="40188" y="12264"/>
                  </a:lnTo>
                  <a:lnTo>
                    <a:pt x="41160" y="9218"/>
                  </a:lnTo>
                  <a:lnTo>
                    <a:pt x="46132" y="10685"/>
                  </a:lnTo>
                  <a:lnTo>
                    <a:pt x="50170" y="17151"/>
                  </a:lnTo>
                  <a:lnTo>
                    <a:pt x="61833" y="26617"/>
                  </a:lnTo>
                  <a:lnTo>
                    <a:pt x="68451" y="38253"/>
                  </a:lnTo>
                  <a:lnTo>
                    <a:pt x="69572" y="47780"/>
                  </a:lnTo>
                  <a:lnTo>
                    <a:pt x="67329" y="60785"/>
                  </a:lnTo>
                  <a:lnTo>
                    <a:pt x="69236" y="65955"/>
                  </a:lnTo>
                  <a:lnTo>
                    <a:pt x="68937" y="78162"/>
                  </a:lnTo>
                  <a:lnTo>
                    <a:pt x="70993" y="81455"/>
                  </a:lnTo>
                  <a:lnTo>
                    <a:pt x="76676" y="85498"/>
                  </a:lnTo>
                  <a:lnTo>
                    <a:pt x="85124" y="103342"/>
                  </a:lnTo>
                  <a:lnTo>
                    <a:pt x="86582" y="108355"/>
                  </a:lnTo>
                  <a:lnTo>
                    <a:pt x="86433" y="109738"/>
                  </a:lnTo>
                  <a:lnTo>
                    <a:pt x="84265" y="110785"/>
                  </a:lnTo>
                  <a:lnTo>
                    <a:pt x="80190" y="105400"/>
                  </a:lnTo>
                  <a:lnTo>
                    <a:pt x="80414" y="108915"/>
                  </a:lnTo>
                  <a:lnTo>
                    <a:pt x="74245" y="109027"/>
                  </a:lnTo>
                  <a:lnTo>
                    <a:pt x="71255" y="111458"/>
                  </a:lnTo>
                  <a:lnTo>
                    <a:pt x="69797" y="111495"/>
                  </a:lnTo>
                  <a:lnTo>
                    <a:pt x="67218" y="107008"/>
                  </a:lnTo>
                  <a:lnTo>
                    <a:pt x="54170" y="100575"/>
                  </a:lnTo>
                  <a:lnTo>
                    <a:pt x="50431" y="96685"/>
                  </a:lnTo>
                  <a:lnTo>
                    <a:pt x="42095" y="92420"/>
                  </a:lnTo>
                  <a:lnTo>
                    <a:pt x="34506" y="85647"/>
                  </a:lnTo>
                  <a:lnTo>
                    <a:pt x="29085" y="83365"/>
                  </a:lnTo>
                  <a:lnTo>
                    <a:pt x="24412" y="79173"/>
                  </a:lnTo>
                  <a:lnTo>
                    <a:pt x="25645" y="76552"/>
                  </a:lnTo>
                  <a:lnTo>
                    <a:pt x="24524" y="71535"/>
                  </a:lnTo>
                  <a:lnTo>
                    <a:pt x="12374" y="56701"/>
                  </a:lnTo>
                  <a:lnTo>
                    <a:pt x="14056" y="55502"/>
                  </a:lnTo>
                  <a:lnTo>
                    <a:pt x="10280" y="48192"/>
                  </a:lnTo>
                  <a:lnTo>
                    <a:pt x="10280" y="42380"/>
                  </a:lnTo>
                  <a:lnTo>
                    <a:pt x="7364" y="34238"/>
                  </a:lnTo>
                  <a:lnTo>
                    <a:pt x="4822" y="22899"/>
                  </a:lnTo>
                  <a:lnTo>
                    <a:pt x="4635" y="14594"/>
                  </a:lnTo>
                  <a:lnTo>
                    <a:pt x="822" y="75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4" name="oPE_MapPart_MYS_2_444" descr="Malaysia">
              <a:extLst>
                <a:ext uri="{FF2B5EF4-FFF2-40B4-BE49-F238E27FC236}">
                  <a16:creationId xmlns:a16="http://schemas.microsoft.com/office/drawing/2014/main" id="{764C8D68-209B-A7BC-8D90-0B275F185176}"/>
                </a:ext>
              </a:extLst>
            </p:cNvPr>
            <p:cNvSpPr/>
            <p:nvPr>
              <p:custDataLst>
                <p:tags r:id="rId444"/>
              </p:custDataLst>
            </p:nvPr>
          </p:nvSpPr>
          <p:spPr>
            <a:xfrm>
              <a:off x="8371041" y="4246418"/>
              <a:ext cx="201803" cy="127618"/>
            </a:xfrm>
            <a:custGeom>
              <a:avLst/>
              <a:gdLst/>
              <a:ahLst/>
              <a:cxnLst/>
              <a:rect l="0" t="0" r="0" b="0"/>
              <a:pathLst>
                <a:path w="201803" h="127618">
                  <a:moveTo>
                    <a:pt x="166886" y="58829"/>
                  </a:moveTo>
                  <a:lnTo>
                    <a:pt x="157053" y="55380"/>
                  </a:lnTo>
                  <a:lnTo>
                    <a:pt x="146436" y="55342"/>
                  </a:lnTo>
                  <a:lnTo>
                    <a:pt x="144866" y="54667"/>
                  </a:lnTo>
                  <a:lnTo>
                    <a:pt x="142810" y="55979"/>
                  </a:lnTo>
                  <a:lnTo>
                    <a:pt x="139109" y="54817"/>
                  </a:lnTo>
                  <a:lnTo>
                    <a:pt x="134623" y="56317"/>
                  </a:lnTo>
                  <a:lnTo>
                    <a:pt x="131295" y="55117"/>
                  </a:lnTo>
                  <a:lnTo>
                    <a:pt x="127519" y="58379"/>
                  </a:lnTo>
                  <a:lnTo>
                    <a:pt x="125239" y="63663"/>
                  </a:lnTo>
                  <a:lnTo>
                    <a:pt x="125164" y="73928"/>
                  </a:lnTo>
                  <a:lnTo>
                    <a:pt x="122847" y="82465"/>
                  </a:lnTo>
                  <a:lnTo>
                    <a:pt x="119855" y="83326"/>
                  </a:lnTo>
                  <a:lnTo>
                    <a:pt x="118547" y="82653"/>
                  </a:lnTo>
                  <a:lnTo>
                    <a:pt x="115855" y="85385"/>
                  </a:lnTo>
                  <a:lnTo>
                    <a:pt x="115108" y="90812"/>
                  </a:lnTo>
                  <a:lnTo>
                    <a:pt x="117163" y="92197"/>
                  </a:lnTo>
                  <a:lnTo>
                    <a:pt x="117126" y="93095"/>
                  </a:lnTo>
                  <a:lnTo>
                    <a:pt x="108976" y="98783"/>
                  </a:lnTo>
                  <a:lnTo>
                    <a:pt x="108416" y="100616"/>
                  </a:lnTo>
                  <a:lnTo>
                    <a:pt x="109911" y="104394"/>
                  </a:lnTo>
                  <a:lnTo>
                    <a:pt x="109275" y="106189"/>
                  </a:lnTo>
                  <a:lnTo>
                    <a:pt x="107257" y="107087"/>
                  </a:lnTo>
                  <a:lnTo>
                    <a:pt x="105799" y="111949"/>
                  </a:lnTo>
                  <a:lnTo>
                    <a:pt x="103294" y="115352"/>
                  </a:lnTo>
                  <a:lnTo>
                    <a:pt x="100678" y="114380"/>
                  </a:lnTo>
                  <a:lnTo>
                    <a:pt x="90621" y="115727"/>
                  </a:lnTo>
                  <a:lnTo>
                    <a:pt x="84789" y="119840"/>
                  </a:lnTo>
                  <a:lnTo>
                    <a:pt x="82545" y="118344"/>
                  </a:lnTo>
                  <a:lnTo>
                    <a:pt x="72003" y="115727"/>
                  </a:lnTo>
                  <a:lnTo>
                    <a:pt x="71630" y="113370"/>
                  </a:lnTo>
                  <a:lnTo>
                    <a:pt x="70695" y="112959"/>
                  </a:lnTo>
                  <a:lnTo>
                    <a:pt x="61012" y="113146"/>
                  </a:lnTo>
                  <a:lnTo>
                    <a:pt x="54956" y="115652"/>
                  </a:lnTo>
                  <a:lnTo>
                    <a:pt x="52750" y="121784"/>
                  </a:lnTo>
                  <a:lnTo>
                    <a:pt x="49535" y="122420"/>
                  </a:lnTo>
                  <a:lnTo>
                    <a:pt x="47143" y="124514"/>
                  </a:lnTo>
                  <a:lnTo>
                    <a:pt x="40376" y="124851"/>
                  </a:lnTo>
                  <a:lnTo>
                    <a:pt x="32451" y="123691"/>
                  </a:lnTo>
                  <a:lnTo>
                    <a:pt x="20076" y="127617"/>
                  </a:lnTo>
                  <a:lnTo>
                    <a:pt x="2393" y="111987"/>
                  </a:lnTo>
                  <a:lnTo>
                    <a:pt x="2018" y="108621"/>
                  </a:lnTo>
                  <a:lnTo>
                    <a:pt x="673" y="108022"/>
                  </a:lnTo>
                  <a:lnTo>
                    <a:pt x="0" y="106152"/>
                  </a:lnTo>
                  <a:lnTo>
                    <a:pt x="1870" y="103421"/>
                  </a:lnTo>
                  <a:lnTo>
                    <a:pt x="3739" y="106937"/>
                  </a:lnTo>
                  <a:lnTo>
                    <a:pt x="6767" y="108883"/>
                  </a:lnTo>
                  <a:lnTo>
                    <a:pt x="11926" y="110228"/>
                  </a:lnTo>
                  <a:lnTo>
                    <a:pt x="16824" y="109818"/>
                  </a:lnTo>
                  <a:lnTo>
                    <a:pt x="23591" y="113370"/>
                  </a:lnTo>
                  <a:lnTo>
                    <a:pt x="28151" y="113707"/>
                  </a:lnTo>
                  <a:lnTo>
                    <a:pt x="32376" y="116437"/>
                  </a:lnTo>
                  <a:lnTo>
                    <a:pt x="34992" y="116549"/>
                  </a:lnTo>
                  <a:lnTo>
                    <a:pt x="31553" y="114642"/>
                  </a:lnTo>
                  <a:lnTo>
                    <a:pt x="30955" y="113183"/>
                  </a:lnTo>
                  <a:lnTo>
                    <a:pt x="31328" y="111576"/>
                  </a:lnTo>
                  <a:lnTo>
                    <a:pt x="33534" y="109406"/>
                  </a:lnTo>
                  <a:lnTo>
                    <a:pt x="33871" y="106002"/>
                  </a:lnTo>
                  <a:lnTo>
                    <a:pt x="35553" y="102636"/>
                  </a:lnTo>
                  <a:lnTo>
                    <a:pt x="35926" y="101065"/>
                  </a:lnTo>
                  <a:lnTo>
                    <a:pt x="34694" y="99867"/>
                  </a:lnTo>
                  <a:lnTo>
                    <a:pt x="34395" y="97810"/>
                  </a:lnTo>
                  <a:lnTo>
                    <a:pt x="35367" y="94929"/>
                  </a:lnTo>
                  <a:lnTo>
                    <a:pt x="37647" y="96387"/>
                  </a:lnTo>
                  <a:lnTo>
                    <a:pt x="39553" y="96051"/>
                  </a:lnTo>
                  <a:lnTo>
                    <a:pt x="39553" y="90775"/>
                  </a:lnTo>
                  <a:lnTo>
                    <a:pt x="43292" y="86957"/>
                  </a:lnTo>
                  <a:lnTo>
                    <a:pt x="66433" y="81716"/>
                  </a:lnTo>
                  <a:lnTo>
                    <a:pt x="72825" y="78909"/>
                  </a:lnTo>
                  <a:lnTo>
                    <a:pt x="81162" y="67785"/>
                  </a:lnTo>
                  <a:lnTo>
                    <a:pt x="91069" y="57329"/>
                  </a:lnTo>
                  <a:lnTo>
                    <a:pt x="92901" y="50393"/>
                  </a:lnTo>
                  <a:lnTo>
                    <a:pt x="93985" y="50055"/>
                  </a:lnTo>
                  <a:lnTo>
                    <a:pt x="96154" y="51405"/>
                  </a:lnTo>
                  <a:lnTo>
                    <a:pt x="99369" y="56916"/>
                  </a:lnTo>
                  <a:lnTo>
                    <a:pt x="101313" y="57067"/>
                  </a:lnTo>
                  <a:lnTo>
                    <a:pt x="104528" y="61377"/>
                  </a:lnTo>
                  <a:lnTo>
                    <a:pt x="106248" y="61602"/>
                  </a:lnTo>
                  <a:lnTo>
                    <a:pt x="108790" y="58866"/>
                  </a:lnTo>
                  <a:lnTo>
                    <a:pt x="110099" y="54180"/>
                  </a:lnTo>
                  <a:lnTo>
                    <a:pt x="109051" y="52717"/>
                  </a:lnTo>
                  <a:lnTo>
                    <a:pt x="108155" y="47429"/>
                  </a:lnTo>
                  <a:lnTo>
                    <a:pt x="113986" y="43640"/>
                  </a:lnTo>
                  <a:lnTo>
                    <a:pt x="113986" y="47992"/>
                  </a:lnTo>
                  <a:lnTo>
                    <a:pt x="115631" y="54254"/>
                  </a:lnTo>
                  <a:lnTo>
                    <a:pt x="120042" y="54780"/>
                  </a:lnTo>
                  <a:lnTo>
                    <a:pt x="118173" y="46754"/>
                  </a:lnTo>
                  <a:lnTo>
                    <a:pt x="116342" y="43640"/>
                  </a:lnTo>
                  <a:lnTo>
                    <a:pt x="121201" y="42964"/>
                  </a:lnTo>
                  <a:lnTo>
                    <a:pt x="124940" y="39587"/>
                  </a:lnTo>
                  <a:lnTo>
                    <a:pt x="125501" y="37485"/>
                  </a:lnTo>
                  <a:lnTo>
                    <a:pt x="123108" y="36246"/>
                  </a:lnTo>
                  <a:lnTo>
                    <a:pt x="122136" y="32942"/>
                  </a:lnTo>
                  <a:lnTo>
                    <a:pt x="125949" y="28961"/>
                  </a:lnTo>
                  <a:lnTo>
                    <a:pt x="126398" y="30088"/>
                  </a:lnTo>
                  <a:lnTo>
                    <a:pt x="128791" y="30426"/>
                  </a:lnTo>
                  <a:lnTo>
                    <a:pt x="131631" y="28736"/>
                  </a:lnTo>
                  <a:lnTo>
                    <a:pt x="132491" y="26406"/>
                  </a:lnTo>
                  <a:lnTo>
                    <a:pt x="135444" y="23137"/>
                  </a:lnTo>
                  <a:lnTo>
                    <a:pt x="137052" y="17987"/>
                  </a:lnTo>
                  <a:lnTo>
                    <a:pt x="144455" y="9787"/>
                  </a:lnTo>
                  <a:lnTo>
                    <a:pt x="150324" y="0"/>
                  </a:lnTo>
                  <a:lnTo>
                    <a:pt x="151483" y="790"/>
                  </a:lnTo>
                  <a:lnTo>
                    <a:pt x="151857" y="3388"/>
                  </a:lnTo>
                  <a:lnTo>
                    <a:pt x="150549" y="8018"/>
                  </a:lnTo>
                  <a:lnTo>
                    <a:pt x="153166" y="6890"/>
                  </a:lnTo>
                  <a:lnTo>
                    <a:pt x="157614" y="413"/>
                  </a:lnTo>
                  <a:lnTo>
                    <a:pt x="160193" y="1468"/>
                  </a:lnTo>
                  <a:lnTo>
                    <a:pt x="161054" y="6551"/>
                  </a:lnTo>
                  <a:lnTo>
                    <a:pt x="168380" y="10803"/>
                  </a:lnTo>
                  <a:lnTo>
                    <a:pt x="169390" y="14978"/>
                  </a:lnTo>
                  <a:lnTo>
                    <a:pt x="167745" y="16558"/>
                  </a:lnTo>
                  <a:lnTo>
                    <a:pt x="168343" y="20656"/>
                  </a:lnTo>
                  <a:lnTo>
                    <a:pt x="167782" y="21935"/>
                  </a:lnTo>
                  <a:lnTo>
                    <a:pt x="165353" y="23100"/>
                  </a:lnTo>
                  <a:lnTo>
                    <a:pt x="171932" y="21935"/>
                  </a:lnTo>
                  <a:lnTo>
                    <a:pt x="175820" y="19566"/>
                  </a:lnTo>
                  <a:lnTo>
                    <a:pt x="178138" y="23551"/>
                  </a:lnTo>
                  <a:lnTo>
                    <a:pt x="174362" y="25129"/>
                  </a:lnTo>
                  <a:lnTo>
                    <a:pt x="175185" y="26820"/>
                  </a:lnTo>
                  <a:lnTo>
                    <a:pt x="180904" y="24415"/>
                  </a:lnTo>
                  <a:lnTo>
                    <a:pt x="183073" y="24715"/>
                  </a:lnTo>
                  <a:lnTo>
                    <a:pt x="186399" y="26331"/>
                  </a:lnTo>
                  <a:lnTo>
                    <a:pt x="188082" y="29186"/>
                  </a:lnTo>
                  <a:lnTo>
                    <a:pt x="195597" y="32604"/>
                  </a:lnTo>
                  <a:lnTo>
                    <a:pt x="200195" y="32567"/>
                  </a:lnTo>
                  <a:lnTo>
                    <a:pt x="201802" y="33918"/>
                  </a:lnTo>
                  <a:lnTo>
                    <a:pt x="201690" y="37410"/>
                  </a:lnTo>
                  <a:lnTo>
                    <a:pt x="199261" y="39437"/>
                  </a:lnTo>
                  <a:lnTo>
                    <a:pt x="189690" y="42289"/>
                  </a:lnTo>
                  <a:lnTo>
                    <a:pt x="183671" y="41164"/>
                  </a:lnTo>
                  <a:lnTo>
                    <a:pt x="181128" y="41764"/>
                  </a:lnTo>
                  <a:lnTo>
                    <a:pt x="179596" y="45103"/>
                  </a:lnTo>
                  <a:lnTo>
                    <a:pt x="182474" y="48442"/>
                  </a:lnTo>
                  <a:lnTo>
                    <a:pt x="187409" y="51930"/>
                  </a:lnTo>
                  <a:lnTo>
                    <a:pt x="188082" y="52792"/>
                  </a:lnTo>
                  <a:lnTo>
                    <a:pt x="187110" y="54480"/>
                  </a:lnTo>
                  <a:lnTo>
                    <a:pt x="175895" y="57179"/>
                  </a:lnTo>
                  <a:lnTo>
                    <a:pt x="169428" y="55230"/>
                  </a:lnTo>
                  <a:lnTo>
                    <a:pt x="167484" y="582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5" name="oPE_MapPart_MYS_3_445" descr="Malaysia">
              <a:extLst>
                <a:ext uri="{FF2B5EF4-FFF2-40B4-BE49-F238E27FC236}">
                  <a16:creationId xmlns:a16="http://schemas.microsoft.com/office/drawing/2014/main" id="{6550EE43-F11E-EAD2-9BB7-DB83F8E505AF}"/>
                </a:ext>
              </a:extLst>
            </p:cNvPr>
            <p:cNvSpPr/>
            <p:nvPr>
              <p:custDataLst>
                <p:tags r:id="rId445"/>
              </p:custDataLst>
            </p:nvPr>
          </p:nvSpPr>
          <p:spPr>
            <a:xfrm>
              <a:off x="8258701" y="4332290"/>
              <a:ext cx="1945" cy="2958"/>
            </a:xfrm>
            <a:custGeom>
              <a:avLst/>
              <a:gdLst/>
              <a:ahLst/>
              <a:cxnLst/>
              <a:rect l="0" t="0" r="0" b="0"/>
              <a:pathLst>
                <a:path w="1945" h="2958">
                  <a:moveTo>
                    <a:pt x="1906" y="2882"/>
                  </a:moveTo>
                  <a:lnTo>
                    <a:pt x="336" y="2957"/>
                  </a:lnTo>
                  <a:lnTo>
                    <a:pt x="0" y="2170"/>
                  </a:lnTo>
                  <a:lnTo>
                    <a:pt x="1120" y="0"/>
                  </a:lnTo>
                  <a:lnTo>
                    <a:pt x="1944" y="202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6" name="oPE_MapPart_MYS_4_446" descr="Malaysia">
              <a:extLst>
                <a:ext uri="{FF2B5EF4-FFF2-40B4-BE49-F238E27FC236}">
                  <a16:creationId xmlns:a16="http://schemas.microsoft.com/office/drawing/2014/main" id="{1CE565B2-8C32-4F64-4472-350E78EC49D4}"/>
                </a:ext>
              </a:extLst>
            </p:cNvPr>
            <p:cNvSpPr/>
            <p:nvPr>
              <p:custDataLst>
                <p:tags r:id="rId446"/>
              </p:custDataLst>
            </p:nvPr>
          </p:nvSpPr>
          <p:spPr>
            <a:xfrm>
              <a:off x="8176902" y="4278195"/>
              <a:ext cx="3068" cy="3869"/>
            </a:xfrm>
            <a:custGeom>
              <a:avLst/>
              <a:gdLst/>
              <a:ahLst/>
              <a:cxnLst/>
              <a:rect l="0" t="0" r="0" b="0"/>
              <a:pathLst>
                <a:path w="3068" h="3869">
                  <a:moveTo>
                    <a:pt x="2020" y="3606"/>
                  </a:moveTo>
                  <a:lnTo>
                    <a:pt x="0" y="3868"/>
                  </a:lnTo>
                  <a:lnTo>
                    <a:pt x="262" y="452"/>
                  </a:lnTo>
                  <a:lnTo>
                    <a:pt x="1123" y="0"/>
                  </a:lnTo>
                  <a:lnTo>
                    <a:pt x="3067" y="12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7" name="oPE_MapPart_MYS_5_447" descr="Malaysia">
              <a:extLst>
                <a:ext uri="{FF2B5EF4-FFF2-40B4-BE49-F238E27FC236}">
                  <a16:creationId xmlns:a16="http://schemas.microsoft.com/office/drawing/2014/main" id="{D0289D03-B7D9-5373-2DA3-335A574DFE9A}"/>
                </a:ext>
              </a:extLst>
            </p:cNvPr>
            <p:cNvSpPr/>
            <p:nvPr>
              <p:custDataLst>
                <p:tags r:id="rId447"/>
              </p:custDataLst>
            </p:nvPr>
          </p:nvSpPr>
          <p:spPr>
            <a:xfrm>
              <a:off x="8165576" y="4257372"/>
              <a:ext cx="5646" cy="4214"/>
            </a:xfrm>
            <a:custGeom>
              <a:avLst/>
              <a:gdLst/>
              <a:ahLst/>
              <a:cxnLst/>
              <a:rect l="0" t="0" r="0" b="0"/>
              <a:pathLst>
                <a:path w="5646" h="4214">
                  <a:moveTo>
                    <a:pt x="4187" y="0"/>
                  </a:moveTo>
                  <a:lnTo>
                    <a:pt x="5645" y="2219"/>
                  </a:lnTo>
                  <a:lnTo>
                    <a:pt x="4561" y="3536"/>
                  </a:lnTo>
                  <a:lnTo>
                    <a:pt x="2018" y="4213"/>
                  </a:lnTo>
                  <a:lnTo>
                    <a:pt x="224" y="2069"/>
                  </a:lnTo>
                  <a:lnTo>
                    <a:pt x="0" y="978"/>
                  </a:lnTo>
                  <a:lnTo>
                    <a:pt x="3626" y="41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8" name="oPE_MapPart_MYS_6_448" descr="Malaysia">
              <a:extLst>
                <a:ext uri="{FF2B5EF4-FFF2-40B4-BE49-F238E27FC236}">
                  <a16:creationId xmlns:a16="http://schemas.microsoft.com/office/drawing/2014/main" id="{8028B410-4B90-BD1A-3790-D3D6D9CFC513}"/>
                </a:ext>
              </a:extLst>
            </p:cNvPr>
            <p:cNvSpPr/>
            <p:nvPr>
              <p:custDataLst>
                <p:tags r:id="rId448"/>
              </p:custDataLst>
            </p:nvPr>
          </p:nvSpPr>
          <p:spPr>
            <a:xfrm>
              <a:off x="8527235" y="4238844"/>
              <a:ext cx="4262" cy="4937"/>
            </a:xfrm>
            <a:custGeom>
              <a:avLst/>
              <a:gdLst/>
              <a:ahLst/>
              <a:cxnLst/>
              <a:rect l="0" t="0" r="0" b="0"/>
              <a:pathLst>
                <a:path w="4262" h="4937">
                  <a:moveTo>
                    <a:pt x="1719" y="3844"/>
                  </a:moveTo>
                  <a:lnTo>
                    <a:pt x="448" y="4936"/>
                  </a:lnTo>
                  <a:lnTo>
                    <a:pt x="0" y="3618"/>
                  </a:lnTo>
                  <a:lnTo>
                    <a:pt x="111" y="1884"/>
                  </a:lnTo>
                  <a:lnTo>
                    <a:pt x="1831" y="301"/>
                  </a:lnTo>
                  <a:lnTo>
                    <a:pt x="4261" y="0"/>
                  </a:lnTo>
                  <a:lnTo>
                    <a:pt x="3737" y="34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9" name="oPE_MapPart_MYS_7_449" descr="Malaysia">
              <a:extLst>
                <a:ext uri="{FF2B5EF4-FFF2-40B4-BE49-F238E27FC236}">
                  <a16:creationId xmlns:a16="http://schemas.microsoft.com/office/drawing/2014/main" id="{91CC7F56-8CB2-24A9-571A-29442E928AAE}"/>
                </a:ext>
              </a:extLst>
            </p:cNvPr>
            <p:cNvSpPr/>
            <p:nvPr>
              <p:custDataLst>
                <p:tags r:id="rId449"/>
              </p:custDataLst>
            </p:nvPr>
          </p:nvSpPr>
          <p:spPr>
            <a:xfrm>
              <a:off x="8199222" y="4328621"/>
              <a:ext cx="1309" cy="1237"/>
            </a:xfrm>
            <a:custGeom>
              <a:avLst/>
              <a:gdLst/>
              <a:ahLst/>
              <a:cxnLst/>
              <a:rect l="0" t="0" r="0" b="0"/>
              <a:pathLst>
                <a:path w="1309" h="1237">
                  <a:moveTo>
                    <a:pt x="1084" y="1236"/>
                  </a:moveTo>
                  <a:lnTo>
                    <a:pt x="0" y="1048"/>
                  </a:lnTo>
                  <a:lnTo>
                    <a:pt x="130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0" name="oPE_MapPart_MYS_8_450" descr="Malaysia">
              <a:extLst>
                <a:ext uri="{FF2B5EF4-FFF2-40B4-BE49-F238E27FC236}">
                  <a16:creationId xmlns:a16="http://schemas.microsoft.com/office/drawing/2014/main" id="{971A7109-A1D9-89D4-D0E5-956E87FCB48A}"/>
                </a:ext>
              </a:extLst>
            </p:cNvPr>
            <p:cNvSpPr/>
            <p:nvPr>
              <p:custDataLst>
                <p:tags r:id="rId450"/>
              </p:custDataLst>
            </p:nvPr>
          </p:nvSpPr>
          <p:spPr>
            <a:xfrm>
              <a:off x="8407641" y="4334423"/>
              <a:ext cx="1833" cy="7336"/>
            </a:xfrm>
            <a:custGeom>
              <a:avLst/>
              <a:gdLst/>
              <a:ahLst/>
              <a:cxnLst/>
              <a:rect l="0" t="0" r="0" b="0"/>
              <a:pathLst>
                <a:path w="1833" h="7336">
                  <a:moveTo>
                    <a:pt x="1832" y="7335"/>
                  </a:moveTo>
                  <a:lnTo>
                    <a:pt x="224" y="6886"/>
                  </a:lnTo>
                  <a:lnTo>
                    <a:pt x="0" y="562"/>
                  </a:lnTo>
                  <a:lnTo>
                    <a:pt x="673" y="0"/>
                  </a:lnTo>
                  <a:lnTo>
                    <a:pt x="1607" y="1236"/>
                  </a:lnTo>
                  <a:lnTo>
                    <a:pt x="1645" y="64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1" name="oPE_MapPart_MYS_9_451" descr="Malaysia">
              <a:extLst>
                <a:ext uri="{FF2B5EF4-FFF2-40B4-BE49-F238E27FC236}">
                  <a16:creationId xmlns:a16="http://schemas.microsoft.com/office/drawing/2014/main" id="{9C76FE7B-79C1-2679-35DF-39004D5FDC07}"/>
                </a:ext>
              </a:extLst>
            </p:cNvPr>
            <p:cNvSpPr/>
            <p:nvPr>
              <p:custDataLst>
                <p:tags r:id="rId451"/>
              </p:custDataLst>
            </p:nvPr>
          </p:nvSpPr>
          <p:spPr>
            <a:xfrm>
              <a:off x="8539497" y="4303560"/>
              <a:ext cx="4898" cy="1725"/>
            </a:xfrm>
            <a:custGeom>
              <a:avLst/>
              <a:gdLst/>
              <a:ahLst/>
              <a:cxnLst/>
              <a:rect l="0" t="0" r="0" b="0"/>
              <a:pathLst>
                <a:path w="4898" h="1725">
                  <a:moveTo>
                    <a:pt x="4897" y="1349"/>
                  </a:moveTo>
                  <a:lnTo>
                    <a:pt x="0" y="1724"/>
                  </a:lnTo>
                  <a:lnTo>
                    <a:pt x="261" y="37"/>
                  </a:lnTo>
                  <a:lnTo>
                    <a:pt x="231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2" name="oPE_MapPart_MDV_1_452" descr="Malediven">
              <a:extLst>
                <a:ext uri="{FF2B5EF4-FFF2-40B4-BE49-F238E27FC236}">
                  <a16:creationId xmlns:a16="http://schemas.microsoft.com/office/drawing/2014/main" id="{3C0738AB-D4BC-6071-0DCE-888D552A0931}"/>
                </a:ext>
              </a:extLst>
            </p:cNvPr>
            <p:cNvSpPr/>
            <p:nvPr>
              <p:custDataLst>
                <p:tags r:id="rId452"/>
              </p:custDataLst>
            </p:nvPr>
          </p:nvSpPr>
          <p:spPr>
            <a:xfrm>
              <a:off x="7610339" y="4302997"/>
              <a:ext cx="22432" cy="22480"/>
            </a:xfrm>
            <a:custGeom>
              <a:avLst/>
              <a:gdLst/>
              <a:ahLst/>
              <a:cxnLst/>
              <a:rect l="0" t="0" r="0" b="0"/>
              <a:pathLst>
                <a:path w="22432" h="22480">
                  <a:moveTo>
                    <a:pt x="0" y="0"/>
                  </a:moveTo>
                  <a:lnTo>
                    <a:pt x="22431" y="0"/>
                  </a:lnTo>
                  <a:lnTo>
                    <a:pt x="22431" y="22479"/>
                  </a:lnTo>
                  <a:lnTo>
                    <a:pt x="0" y="224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3" name="oPE_MapPart_MLI_1_453" descr="Mali">
              <a:extLst>
                <a:ext uri="{FF2B5EF4-FFF2-40B4-BE49-F238E27FC236}">
                  <a16:creationId xmlns:a16="http://schemas.microsoft.com/office/drawing/2014/main" id="{C31B54C8-27F8-42AB-EEDA-178D1BFCF38A}"/>
                </a:ext>
              </a:extLst>
            </p:cNvPr>
            <p:cNvSpPr/>
            <p:nvPr>
              <p:custDataLst>
                <p:tags r:id="rId453"/>
              </p:custDataLst>
            </p:nvPr>
          </p:nvSpPr>
          <p:spPr>
            <a:xfrm>
              <a:off x="5840925" y="3855526"/>
              <a:ext cx="343042" cy="324647"/>
            </a:xfrm>
            <a:custGeom>
              <a:avLst/>
              <a:gdLst/>
              <a:ahLst/>
              <a:cxnLst/>
              <a:rect l="0" t="0" r="0" b="0"/>
              <a:pathLst>
                <a:path w="343042" h="324647">
                  <a:moveTo>
                    <a:pt x="18543" y="276764"/>
                  </a:moveTo>
                  <a:lnTo>
                    <a:pt x="18655" y="275156"/>
                  </a:lnTo>
                  <a:lnTo>
                    <a:pt x="17271" y="273471"/>
                  </a:lnTo>
                  <a:lnTo>
                    <a:pt x="18505" y="265306"/>
                  </a:lnTo>
                  <a:lnTo>
                    <a:pt x="13421" y="256169"/>
                  </a:lnTo>
                  <a:lnTo>
                    <a:pt x="10879" y="255670"/>
                  </a:lnTo>
                  <a:lnTo>
                    <a:pt x="9346" y="257322"/>
                  </a:lnTo>
                  <a:lnTo>
                    <a:pt x="4710" y="250556"/>
                  </a:lnTo>
                  <a:lnTo>
                    <a:pt x="6654" y="245398"/>
                  </a:lnTo>
                  <a:lnTo>
                    <a:pt x="5420" y="243241"/>
                  </a:lnTo>
                  <a:lnTo>
                    <a:pt x="5458" y="238308"/>
                  </a:lnTo>
                  <a:lnTo>
                    <a:pt x="1084" y="232867"/>
                  </a:lnTo>
                  <a:lnTo>
                    <a:pt x="1981" y="228812"/>
                  </a:lnTo>
                  <a:lnTo>
                    <a:pt x="0" y="225371"/>
                  </a:lnTo>
                  <a:lnTo>
                    <a:pt x="3663" y="226724"/>
                  </a:lnTo>
                  <a:lnTo>
                    <a:pt x="7065" y="223670"/>
                  </a:lnTo>
                  <a:lnTo>
                    <a:pt x="8486" y="221348"/>
                  </a:lnTo>
                  <a:lnTo>
                    <a:pt x="10841" y="212089"/>
                  </a:lnTo>
                  <a:lnTo>
                    <a:pt x="16187" y="207549"/>
                  </a:lnTo>
                  <a:lnTo>
                    <a:pt x="27702" y="218018"/>
                  </a:lnTo>
                  <a:lnTo>
                    <a:pt x="28786" y="218018"/>
                  </a:lnTo>
                  <a:lnTo>
                    <a:pt x="32898" y="212166"/>
                  </a:lnTo>
                  <a:lnTo>
                    <a:pt x="38842" y="211817"/>
                  </a:lnTo>
                  <a:lnTo>
                    <a:pt x="48600" y="213213"/>
                  </a:lnTo>
                  <a:lnTo>
                    <a:pt x="58880" y="211390"/>
                  </a:lnTo>
                  <a:lnTo>
                    <a:pt x="58843" y="208869"/>
                  </a:lnTo>
                  <a:lnTo>
                    <a:pt x="60862" y="206656"/>
                  </a:lnTo>
                  <a:lnTo>
                    <a:pt x="61198" y="209955"/>
                  </a:lnTo>
                  <a:lnTo>
                    <a:pt x="64488" y="210576"/>
                  </a:lnTo>
                  <a:lnTo>
                    <a:pt x="140603" y="210576"/>
                  </a:lnTo>
                  <a:lnTo>
                    <a:pt x="143744" y="193590"/>
                  </a:lnTo>
                  <a:lnTo>
                    <a:pt x="138173" y="187392"/>
                  </a:lnTo>
                  <a:lnTo>
                    <a:pt x="118135" y="0"/>
                  </a:lnTo>
                  <a:lnTo>
                    <a:pt x="154921" y="0"/>
                  </a:lnTo>
                  <a:lnTo>
                    <a:pt x="278852" y="87900"/>
                  </a:lnTo>
                  <a:lnTo>
                    <a:pt x="279300" y="94225"/>
                  </a:lnTo>
                  <a:lnTo>
                    <a:pt x="288534" y="100020"/>
                  </a:lnTo>
                  <a:lnTo>
                    <a:pt x="290067" y="103970"/>
                  </a:lnTo>
                  <a:lnTo>
                    <a:pt x="291488" y="105007"/>
                  </a:lnTo>
                  <a:lnTo>
                    <a:pt x="301171" y="106840"/>
                  </a:lnTo>
                  <a:lnTo>
                    <a:pt x="305058" y="110902"/>
                  </a:lnTo>
                  <a:lnTo>
                    <a:pt x="320087" y="115635"/>
                  </a:lnTo>
                  <a:lnTo>
                    <a:pt x="321619" y="116987"/>
                  </a:lnTo>
                  <a:lnTo>
                    <a:pt x="321582" y="122029"/>
                  </a:lnTo>
                  <a:lnTo>
                    <a:pt x="322704" y="125320"/>
                  </a:lnTo>
                  <a:lnTo>
                    <a:pt x="319601" y="131063"/>
                  </a:lnTo>
                  <a:lnTo>
                    <a:pt x="322704" y="134069"/>
                  </a:lnTo>
                  <a:lnTo>
                    <a:pt x="325695" y="134623"/>
                  </a:lnTo>
                  <a:lnTo>
                    <a:pt x="342891" y="131221"/>
                  </a:lnTo>
                  <a:lnTo>
                    <a:pt x="343041" y="178138"/>
                  </a:lnTo>
                  <a:lnTo>
                    <a:pt x="342368" y="178842"/>
                  </a:lnTo>
                  <a:lnTo>
                    <a:pt x="341919" y="187119"/>
                  </a:lnTo>
                  <a:lnTo>
                    <a:pt x="335601" y="204986"/>
                  </a:lnTo>
                  <a:lnTo>
                    <a:pt x="334330" y="206734"/>
                  </a:lnTo>
                  <a:lnTo>
                    <a:pt x="332125" y="207432"/>
                  </a:lnTo>
                  <a:lnTo>
                    <a:pt x="328199" y="210847"/>
                  </a:lnTo>
                  <a:lnTo>
                    <a:pt x="327863" y="213601"/>
                  </a:lnTo>
                  <a:lnTo>
                    <a:pt x="318629" y="212050"/>
                  </a:lnTo>
                  <a:lnTo>
                    <a:pt x="317619" y="212476"/>
                  </a:lnTo>
                  <a:lnTo>
                    <a:pt x="317395" y="213911"/>
                  </a:lnTo>
                  <a:lnTo>
                    <a:pt x="282067" y="215384"/>
                  </a:lnTo>
                  <a:lnTo>
                    <a:pt x="274739" y="221658"/>
                  </a:lnTo>
                  <a:lnTo>
                    <a:pt x="261019" y="221696"/>
                  </a:lnTo>
                  <a:lnTo>
                    <a:pt x="259823" y="222044"/>
                  </a:lnTo>
                  <a:lnTo>
                    <a:pt x="259598" y="223167"/>
                  </a:lnTo>
                  <a:lnTo>
                    <a:pt x="250178" y="219993"/>
                  </a:lnTo>
                  <a:lnTo>
                    <a:pt x="246663" y="221000"/>
                  </a:lnTo>
                  <a:lnTo>
                    <a:pt x="243935" y="219567"/>
                  </a:lnTo>
                  <a:lnTo>
                    <a:pt x="241243" y="219761"/>
                  </a:lnTo>
                  <a:lnTo>
                    <a:pt x="239299" y="220225"/>
                  </a:lnTo>
                  <a:lnTo>
                    <a:pt x="233280" y="225139"/>
                  </a:lnTo>
                  <a:lnTo>
                    <a:pt x="219859" y="231825"/>
                  </a:lnTo>
                  <a:lnTo>
                    <a:pt x="214102" y="232945"/>
                  </a:lnTo>
                  <a:lnTo>
                    <a:pt x="212344" y="238539"/>
                  </a:lnTo>
                  <a:lnTo>
                    <a:pt x="211185" y="239117"/>
                  </a:lnTo>
                  <a:lnTo>
                    <a:pt x="204045" y="236842"/>
                  </a:lnTo>
                  <a:lnTo>
                    <a:pt x="201353" y="237845"/>
                  </a:lnTo>
                  <a:lnTo>
                    <a:pt x="195372" y="243780"/>
                  </a:lnTo>
                  <a:lnTo>
                    <a:pt x="193802" y="250248"/>
                  </a:lnTo>
                  <a:lnTo>
                    <a:pt x="187596" y="250017"/>
                  </a:lnTo>
                  <a:lnTo>
                    <a:pt x="186512" y="258090"/>
                  </a:lnTo>
                  <a:lnTo>
                    <a:pt x="181801" y="260164"/>
                  </a:lnTo>
                  <a:lnTo>
                    <a:pt x="173090" y="255477"/>
                  </a:lnTo>
                  <a:lnTo>
                    <a:pt x="170922" y="255900"/>
                  </a:lnTo>
                  <a:lnTo>
                    <a:pt x="165165" y="261546"/>
                  </a:lnTo>
                  <a:lnTo>
                    <a:pt x="167333" y="266649"/>
                  </a:lnTo>
                  <a:lnTo>
                    <a:pt x="167296" y="268451"/>
                  </a:lnTo>
                  <a:lnTo>
                    <a:pt x="162024" y="271057"/>
                  </a:lnTo>
                  <a:lnTo>
                    <a:pt x="163221" y="272972"/>
                  </a:lnTo>
                  <a:lnTo>
                    <a:pt x="163109" y="278180"/>
                  </a:lnTo>
                  <a:lnTo>
                    <a:pt x="157464" y="283726"/>
                  </a:lnTo>
                  <a:lnTo>
                    <a:pt x="149015" y="286019"/>
                  </a:lnTo>
                  <a:lnTo>
                    <a:pt x="145239" y="288999"/>
                  </a:lnTo>
                  <a:lnTo>
                    <a:pt x="145202" y="292054"/>
                  </a:lnTo>
                  <a:lnTo>
                    <a:pt x="146473" y="295489"/>
                  </a:lnTo>
                  <a:lnTo>
                    <a:pt x="146024" y="298579"/>
                  </a:lnTo>
                  <a:lnTo>
                    <a:pt x="144005" y="303801"/>
                  </a:lnTo>
                  <a:lnTo>
                    <a:pt x="141052" y="305629"/>
                  </a:lnTo>
                  <a:lnTo>
                    <a:pt x="141725" y="311378"/>
                  </a:lnTo>
                  <a:lnTo>
                    <a:pt x="140342" y="318680"/>
                  </a:lnTo>
                  <a:lnTo>
                    <a:pt x="133687" y="319441"/>
                  </a:lnTo>
                  <a:lnTo>
                    <a:pt x="129725" y="323544"/>
                  </a:lnTo>
                  <a:lnTo>
                    <a:pt x="125500" y="322139"/>
                  </a:lnTo>
                  <a:lnTo>
                    <a:pt x="126509" y="319213"/>
                  </a:lnTo>
                  <a:lnTo>
                    <a:pt x="125051" y="312368"/>
                  </a:lnTo>
                  <a:lnTo>
                    <a:pt x="121612" y="313471"/>
                  </a:lnTo>
                  <a:lnTo>
                    <a:pt x="121649" y="315867"/>
                  </a:lnTo>
                  <a:lnTo>
                    <a:pt x="118733" y="315297"/>
                  </a:lnTo>
                  <a:lnTo>
                    <a:pt x="116864" y="313813"/>
                  </a:lnTo>
                  <a:lnTo>
                    <a:pt x="116079" y="320277"/>
                  </a:lnTo>
                  <a:lnTo>
                    <a:pt x="110733" y="320429"/>
                  </a:lnTo>
                  <a:lnTo>
                    <a:pt x="109873" y="322367"/>
                  </a:lnTo>
                  <a:lnTo>
                    <a:pt x="110359" y="323962"/>
                  </a:lnTo>
                  <a:lnTo>
                    <a:pt x="109350" y="324646"/>
                  </a:lnTo>
                  <a:lnTo>
                    <a:pt x="107518" y="323355"/>
                  </a:lnTo>
                  <a:lnTo>
                    <a:pt x="102134" y="322177"/>
                  </a:lnTo>
                  <a:lnTo>
                    <a:pt x="101686" y="320467"/>
                  </a:lnTo>
                  <a:lnTo>
                    <a:pt x="99331" y="318377"/>
                  </a:lnTo>
                  <a:lnTo>
                    <a:pt x="95966" y="318642"/>
                  </a:lnTo>
                  <a:lnTo>
                    <a:pt x="92788" y="322671"/>
                  </a:lnTo>
                  <a:lnTo>
                    <a:pt x="89125" y="324228"/>
                  </a:lnTo>
                  <a:lnTo>
                    <a:pt x="88788" y="320885"/>
                  </a:lnTo>
                  <a:lnTo>
                    <a:pt x="83367" y="317388"/>
                  </a:lnTo>
                  <a:lnTo>
                    <a:pt x="81909" y="306734"/>
                  </a:lnTo>
                  <a:lnTo>
                    <a:pt x="79068" y="305515"/>
                  </a:lnTo>
                  <a:lnTo>
                    <a:pt x="76339" y="306810"/>
                  </a:lnTo>
                  <a:lnTo>
                    <a:pt x="75068" y="306353"/>
                  </a:lnTo>
                  <a:lnTo>
                    <a:pt x="80638" y="298769"/>
                  </a:lnTo>
                  <a:lnTo>
                    <a:pt x="75105" y="295642"/>
                  </a:lnTo>
                  <a:lnTo>
                    <a:pt x="74133" y="293466"/>
                  </a:lnTo>
                  <a:lnTo>
                    <a:pt x="71853" y="292283"/>
                  </a:lnTo>
                  <a:lnTo>
                    <a:pt x="71928" y="286975"/>
                  </a:lnTo>
                  <a:lnTo>
                    <a:pt x="68189" y="277988"/>
                  </a:lnTo>
                  <a:lnTo>
                    <a:pt x="65647" y="275768"/>
                  </a:lnTo>
                  <a:lnTo>
                    <a:pt x="61908" y="274926"/>
                  </a:lnTo>
                  <a:lnTo>
                    <a:pt x="59927" y="275462"/>
                  </a:lnTo>
                  <a:lnTo>
                    <a:pt x="61273" y="278447"/>
                  </a:lnTo>
                  <a:lnTo>
                    <a:pt x="60712" y="279901"/>
                  </a:lnTo>
                  <a:lnTo>
                    <a:pt x="54469" y="282311"/>
                  </a:lnTo>
                  <a:lnTo>
                    <a:pt x="53310" y="284452"/>
                  </a:lnTo>
                  <a:lnTo>
                    <a:pt x="51105" y="284452"/>
                  </a:lnTo>
                  <a:lnTo>
                    <a:pt x="41684" y="280820"/>
                  </a:lnTo>
                  <a:lnTo>
                    <a:pt x="37721" y="282387"/>
                  </a:lnTo>
                  <a:lnTo>
                    <a:pt x="34543" y="286592"/>
                  </a:lnTo>
                  <a:lnTo>
                    <a:pt x="32637" y="287509"/>
                  </a:lnTo>
                  <a:lnTo>
                    <a:pt x="28001" y="280973"/>
                  </a:lnTo>
                  <a:lnTo>
                    <a:pt x="25234" y="281699"/>
                  </a:lnTo>
                  <a:lnTo>
                    <a:pt x="22243" y="284834"/>
                  </a:lnTo>
                  <a:lnTo>
                    <a:pt x="20262" y="285026"/>
                  </a:lnTo>
                  <a:lnTo>
                    <a:pt x="16374" y="281814"/>
                  </a:lnTo>
                  <a:lnTo>
                    <a:pt x="17944" y="27733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4" name="oPE_MapPart_MLT_1_454" descr="Malta">
              <a:extLst>
                <a:ext uri="{FF2B5EF4-FFF2-40B4-BE49-F238E27FC236}">
                  <a16:creationId xmlns:a16="http://schemas.microsoft.com/office/drawing/2014/main" id="{0BD16750-679B-878E-8139-4A5A8D293256}"/>
                </a:ext>
              </a:extLst>
            </p:cNvPr>
            <p:cNvSpPr/>
            <p:nvPr>
              <p:custDataLst>
                <p:tags r:id="rId454"/>
              </p:custDataLst>
            </p:nvPr>
          </p:nvSpPr>
          <p:spPr>
            <a:xfrm>
              <a:off x="6383301" y="3577000"/>
              <a:ext cx="22431" cy="27710"/>
            </a:xfrm>
            <a:custGeom>
              <a:avLst/>
              <a:gdLst/>
              <a:ahLst/>
              <a:cxnLst/>
              <a:rect l="0" t="0" r="0" b="0"/>
              <a:pathLst>
                <a:path w="22431" h="27710">
                  <a:moveTo>
                    <a:pt x="0" y="0"/>
                  </a:moveTo>
                  <a:lnTo>
                    <a:pt x="22430" y="0"/>
                  </a:lnTo>
                  <a:lnTo>
                    <a:pt x="22430" y="27709"/>
                  </a:lnTo>
                  <a:lnTo>
                    <a:pt x="0" y="2770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5" name="oPE_MapPart_MHL_1_455" descr="Marshallinseln">
              <a:extLst>
                <a:ext uri="{FF2B5EF4-FFF2-40B4-BE49-F238E27FC236}">
                  <a16:creationId xmlns:a16="http://schemas.microsoft.com/office/drawing/2014/main" id="{8021D75A-0403-EED4-F20E-4BAE6FFDDEA7}"/>
                </a:ext>
              </a:extLst>
            </p:cNvPr>
            <p:cNvSpPr/>
            <p:nvPr>
              <p:custDataLst>
                <p:tags r:id="rId455"/>
              </p:custDataLst>
            </p:nvPr>
          </p:nvSpPr>
          <p:spPr>
            <a:xfrm>
              <a:off x="9618267" y="4266811"/>
              <a:ext cx="2992" cy="4436"/>
            </a:xfrm>
            <a:custGeom>
              <a:avLst/>
              <a:gdLst/>
              <a:ahLst/>
              <a:cxnLst/>
              <a:rect l="0" t="0" r="0" b="0"/>
              <a:pathLst>
                <a:path w="2992" h="4436">
                  <a:moveTo>
                    <a:pt x="935" y="3834"/>
                  </a:moveTo>
                  <a:lnTo>
                    <a:pt x="0" y="4435"/>
                  </a:lnTo>
                  <a:lnTo>
                    <a:pt x="1271" y="1428"/>
                  </a:lnTo>
                  <a:lnTo>
                    <a:pt x="2991" y="0"/>
                  </a:lnTo>
                  <a:lnTo>
                    <a:pt x="2804" y="790"/>
                  </a:lnTo>
                  <a:lnTo>
                    <a:pt x="1720" y="16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6" name="oPE_MapPart_MHL_2_456" descr="Marshallinseln">
              <a:extLst>
                <a:ext uri="{FF2B5EF4-FFF2-40B4-BE49-F238E27FC236}">
                  <a16:creationId xmlns:a16="http://schemas.microsoft.com/office/drawing/2014/main" id="{C44451D6-3393-4FA0-AE3C-BC4095693C5F}"/>
                </a:ext>
              </a:extLst>
            </p:cNvPr>
            <p:cNvSpPr/>
            <p:nvPr>
              <p:custDataLst>
                <p:tags r:id="rId456"/>
              </p:custDataLst>
            </p:nvPr>
          </p:nvSpPr>
          <p:spPr>
            <a:xfrm>
              <a:off x="9600173" y="4239711"/>
              <a:ext cx="2319" cy="340"/>
            </a:xfrm>
            <a:custGeom>
              <a:avLst/>
              <a:gdLst/>
              <a:ahLst/>
              <a:cxnLst/>
              <a:rect l="0" t="0" r="0" b="0"/>
              <a:pathLst>
                <a:path w="2319" h="340">
                  <a:moveTo>
                    <a:pt x="2318" y="0"/>
                  </a:moveTo>
                  <a:lnTo>
                    <a:pt x="1981" y="339"/>
                  </a:lnTo>
                  <a:lnTo>
                    <a:pt x="0" y="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7" name="oPE_MapPart_MHL_3_457" descr="Marshallinseln">
              <a:extLst>
                <a:ext uri="{FF2B5EF4-FFF2-40B4-BE49-F238E27FC236}">
                  <a16:creationId xmlns:a16="http://schemas.microsoft.com/office/drawing/2014/main" id="{53C539A4-7182-A8AC-F307-D9C99C293F0F}"/>
                </a:ext>
              </a:extLst>
            </p:cNvPr>
            <p:cNvSpPr/>
            <p:nvPr>
              <p:custDataLst>
                <p:tags r:id="rId457"/>
              </p:custDataLst>
            </p:nvPr>
          </p:nvSpPr>
          <p:spPr>
            <a:xfrm>
              <a:off x="9659540" y="4245174"/>
              <a:ext cx="3702" cy="1583"/>
            </a:xfrm>
            <a:custGeom>
              <a:avLst/>
              <a:gdLst/>
              <a:ahLst/>
              <a:cxnLst/>
              <a:rect l="0" t="0" r="0" b="0"/>
              <a:pathLst>
                <a:path w="3702" h="1583">
                  <a:moveTo>
                    <a:pt x="0" y="0"/>
                  </a:moveTo>
                  <a:lnTo>
                    <a:pt x="3701" y="1582"/>
                  </a:lnTo>
                  <a:lnTo>
                    <a:pt x="299" y="67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8" name="oPE_MapPart_MHL_4_458" descr="Marshallinseln">
              <a:extLst>
                <a:ext uri="{FF2B5EF4-FFF2-40B4-BE49-F238E27FC236}">
                  <a16:creationId xmlns:a16="http://schemas.microsoft.com/office/drawing/2014/main" id="{D64758CD-D327-C274-09D1-A164B000FEE9}"/>
                </a:ext>
              </a:extLst>
            </p:cNvPr>
            <p:cNvSpPr/>
            <p:nvPr>
              <p:custDataLst>
                <p:tags r:id="rId458"/>
              </p:custDataLst>
            </p:nvPr>
          </p:nvSpPr>
          <p:spPr>
            <a:xfrm>
              <a:off x="9648586" y="4242612"/>
              <a:ext cx="7142" cy="2036"/>
            </a:xfrm>
            <a:custGeom>
              <a:avLst/>
              <a:gdLst/>
              <a:ahLst/>
              <a:cxnLst/>
              <a:rect l="0" t="0" r="0" b="0"/>
              <a:pathLst>
                <a:path w="7142" h="2036">
                  <a:moveTo>
                    <a:pt x="1084" y="679"/>
                  </a:moveTo>
                  <a:lnTo>
                    <a:pt x="3664" y="1772"/>
                  </a:lnTo>
                  <a:lnTo>
                    <a:pt x="7141" y="1244"/>
                  </a:lnTo>
                  <a:lnTo>
                    <a:pt x="3140" y="2035"/>
                  </a:lnTo>
                  <a:lnTo>
                    <a:pt x="935" y="12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9" name="oPE_MapPart_MHL_5_459" descr="Marshallinseln">
              <a:extLst>
                <a:ext uri="{FF2B5EF4-FFF2-40B4-BE49-F238E27FC236}">
                  <a16:creationId xmlns:a16="http://schemas.microsoft.com/office/drawing/2014/main" id="{615DEF64-AC12-1E86-4027-63105F60F9D4}"/>
                </a:ext>
              </a:extLst>
            </p:cNvPr>
            <p:cNvSpPr/>
            <p:nvPr>
              <p:custDataLst>
                <p:tags r:id="rId459"/>
              </p:custDataLst>
            </p:nvPr>
          </p:nvSpPr>
          <p:spPr>
            <a:xfrm>
              <a:off x="9561256" y="4158565"/>
              <a:ext cx="1122" cy="267"/>
            </a:xfrm>
            <a:custGeom>
              <a:avLst/>
              <a:gdLst/>
              <a:ahLst/>
              <a:cxnLst/>
              <a:rect l="0" t="0" r="0" b="0"/>
              <a:pathLst>
                <a:path w="1122" h="267">
                  <a:moveTo>
                    <a:pt x="935" y="266"/>
                  </a:moveTo>
                  <a:lnTo>
                    <a:pt x="0" y="266"/>
                  </a:lnTo>
                  <a:lnTo>
                    <a:pt x="112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0" name="oPE_MapPart_MRT_1_460" descr="Mauretanien">
              <a:extLst>
                <a:ext uri="{FF2B5EF4-FFF2-40B4-BE49-F238E27FC236}">
                  <a16:creationId xmlns:a16="http://schemas.microsoft.com/office/drawing/2014/main" id="{3F9247FB-873D-5BC6-D334-C0A949ED673D}"/>
                </a:ext>
              </a:extLst>
            </p:cNvPr>
            <p:cNvSpPr/>
            <p:nvPr>
              <p:custDataLst>
                <p:tags r:id="rId460"/>
              </p:custDataLst>
            </p:nvPr>
          </p:nvSpPr>
          <p:spPr>
            <a:xfrm>
              <a:off x="5753781" y="3970803"/>
              <a:ext cx="2767" cy="5681"/>
            </a:xfrm>
            <a:custGeom>
              <a:avLst/>
              <a:gdLst/>
              <a:ahLst/>
              <a:cxnLst/>
              <a:rect l="0" t="0" r="0" b="0"/>
              <a:pathLst>
                <a:path w="2767" h="5681">
                  <a:moveTo>
                    <a:pt x="2168" y="3537"/>
                  </a:moveTo>
                  <a:lnTo>
                    <a:pt x="823" y="5680"/>
                  </a:lnTo>
                  <a:lnTo>
                    <a:pt x="0" y="3458"/>
                  </a:lnTo>
                  <a:lnTo>
                    <a:pt x="276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1" name="oPE_MapPart_MRT_2_461" descr="Mauretanien">
              <a:extLst>
                <a:ext uri="{FF2B5EF4-FFF2-40B4-BE49-F238E27FC236}">
                  <a16:creationId xmlns:a16="http://schemas.microsoft.com/office/drawing/2014/main" id="{BEFD362A-4493-784B-F829-9EF569A71515}"/>
                </a:ext>
              </a:extLst>
            </p:cNvPr>
            <p:cNvSpPr/>
            <p:nvPr>
              <p:custDataLst>
                <p:tags r:id="rId461"/>
              </p:custDataLst>
            </p:nvPr>
          </p:nvSpPr>
          <p:spPr>
            <a:xfrm>
              <a:off x="5741594" y="3802507"/>
              <a:ext cx="254253" cy="279744"/>
            </a:xfrm>
            <a:custGeom>
              <a:avLst/>
              <a:gdLst/>
              <a:ahLst/>
              <a:cxnLst/>
              <a:rect l="0" t="0" r="0" b="0"/>
              <a:pathLst>
                <a:path w="254253" h="279744">
                  <a:moveTo>
                    <a:pt x="99331" y="278390"/>
                  </a:moveTo>
                  <a:lnTo>
                    <a:pt x="87330" y="269062"/>
                  </a:lnTo>
                  <a:lnTo>
                    <a:pt x="87255" y="266969"/>
                  </a:lnTo>
                  <a:lnTo>
                    <a:pt x="85835" y="264526"/>
                  </a:lnTo>
                  <a:lnTo>
                    <a:pt x="80115" y="260995"/>
                  </a:lnTo>
                  <a:lnTo>
                    <a:pt x="75890" y="251435"/>
                  </a:lnTo>
                  <a:lnTo>
                    <a:pt x="73872" y="249801"/>
                  </a:lnTo>
                  <a:lnTo>
                    <a:pt x="70171" y="249996"/>
                  </a:lnTo>
                  <a:lnTo>
                    <a:pt x="68675" y="248984"/>
                  </a:lnTo>
                  <a:lnTo>
                    <a:pt x="66358" y="249529"/>
                  </a:lnTo>
                  <a:lnTo>
                    <a:pt x="61872" y="243648"/>
                  </a:lnTo>
                  <a:lnTo>
                    <a:pt x="57423" y="240177"/>
                  </a:lnTo>
                  <a:lnTo>
                    <a:pt x="52563" y="238539"/>
                  </a:lnTo>
                  <a:lnTo>
                    <a:pt x="43067" y="238070"/>
                  </a:lnTo>
                  <a:lnTo>
                    <a:pt x="40973" y="238500"/>
                  </a:lnTo>
                  <a:lnTo>
                    <a:pt x="40338" y="239670"/>
                  </a:lnTo>
                  <a:lnTo>
                    <a:pt x="26917" y="242245"/>
                  </a:lnTo>
                  <a:lnTo>
                    <a:pt x="17122" y="241231"/>
                  </a:lnTo>
                  <a:lnTo>
                    <a:pt x="12935" y="248283"/>
                  </a:lnTo>
                  <a:lnTo>
                    <a:pt x="10991" y="256218"/>
                  </a:lnTo>
                  <a:lnTo>
                    <a:pt x="10953" y="246531"/>
                  </a:lnTo>
                  <a:lnTo>
                    <a:pt x="12486" y="239709"/>
                  </a:lnTo>
                  <a:lnTo>
                    <a:pt x="20449" y="219177"/>
                  </a:lnTo>
                  <a:lnTo>
                    <a:pt x="21458" y="211720"/>
                  </a:lnTo>
                  <a:lnTo>
                    <a:pt x="21122" y="204407"/>
                  </a:lnTo>
                  <a:lnTo>
                    <a:pt x="17683" y="187326"/>
                  </a:lnTo>
                  <a:lnTo>
                    <a:pt x="11402" y="179409"/>
                  </a:lnTo>
                  <a:lnTo>
                    <a:pt x="14393" y="178379"/>
                  </a:lnTo>
                  <a:lnTo>
                    <a:pt x="15776" y="176119"/>
                  </a:lnTo>
                  <a:lnTo>
                    <a:pt x="12860" y="176991"/>
                  </a:lnTo>
                  <a:lnTo>
                    <a:pt x="16225" y="170045"/>
                  </a:lnTo>
                  <a:lnTo>
                    <a:pt x="17720" y="160298"/>
                  </a:lnTo>
                  <a:lnTo>
                    <a:pt x="13159" y="150882"/>
                  </a:lnTo>
                  <a:lnTo>
                    <a:pt x="11065" y="149643"/>
                  </a:lnTo>
                  <a:lnTo>
                    <a:pt x="10430" y="151961"/>
                  </a:lnTo>
                  <a:lnTo>
                    <a:pt x="9159" y="151321"/>
                  </a:lnTo>
                  <a:lnTo>
                    <a:pt x="3888" y="141240"/>
                  </a:lnTo>
                  <a:lnTo>
                    <a:pt x="2841" y="140638"/>
                  </a:lnTo>
                  <a:lnTo>
                    <a:pt x="1383" y="142281"/>
                  </a:lnTo>
                  <a:lnTo>
                    <a:pt x="336" y="147484"/>
                  </a:lnTo>
                  <a:lnTo>
                    <a:pt x="0" y="145444"/>
                  </a:lnTo>
                  <a:lnTo>
                    <a:pt x="2056" y="135826"/>
                  </a:lnTo>
                  <a:lnTo>
                    <a:pt x="84078" y="135746"/>
                  </a:lnTo>
                  <a:lnTo>
                    <a:pt x="82433" y="109714"/>
                  </a:lnTo>
                  <a:lnTo>
                    <a:pt x="81237" y="102422"/>
                  </a:lnTo>
                  <a:lnTo>
                    <a:pt x="83742" y="98363"/>
                  </a:lnTo>
                  <a:lnTo>
                    <a:pt x="92302" y="92224"/>
                  </a:lnTo>
                  <a:lnTo>
                    <a:pt x="97424" y="91206"/>
                  </a:lnTo>
                  <a:lnTo>
                    <a:pt x="104677" y="87785"/>
                  </a:lnTo>
                  <a:lnTo>
                    <a:pt x="104826" y="29990"/>
                  </a:lnTo>
                  <a:lnTo>
                    <a:pt x="174100" y="29990"/>
                  </a:lnTo>
                  <a:lnTo>
                    <a:pt x="174062" y="0"/>
                  </a:lnTo>
                  <a:lnTo>
                    <a:pt x="254252" y="53019"/>
                  </a:lnTo>
                  <a:lnTo>
                    <a:pt x="217466" y="53019"/>
                  </a:lnTo>
                  <a:lnTo>
                    <a:pt x="237504" y="240411"/>
                  </a:lnTo>
                  <a:lnTo>
                    <a:pt x="243075" y="246609"/>
                  </a:lnTo>
                  <a:lnTo>
                    <a:pt x="239934" y="263595"/>
                  </a:lnTo>
                  <a:lnTo>
                    <a:pt x="163819" y="263595"/>
                  </a:lnTo>
                  <a:lnTo>
                    <a:pt x="160529" y="262974"/>
                  </a:lnTo>
                  <a:lnTo>
                    <a:pt x="160193" y="259675"/>
                  </a:lnTo>
                  <a:lnTo>
                    <a:pt x="158174" y="261888"/>
                  </a:lnTo>
                  <a:lnTo>
                    <a:pt x="158211" y="264409"/>
                  </a:lnTo>
                  <a:lnTo>
                    <a:pt x="147931" y="266232"/>
                  </a:lnTo>
                  <a:lnTo>
                    <a:pt x="138173" y="264836"/>
                  </a:lnTo>
                  <a:lnTo>
                    <a:pt x="132229" y="265185"/>
                  </a:lnTo>
                  <a:lnTo>
                    <a:pt x="128117" y="271037"/>
                  </a:lnTo>
                  <a:lnTo>
                    <a:pt x="127033" y="271037"/>
                  </a:lnTo>
                  <a:lnTo>
                    <a:pt x="115518" y="260568"/>
                  </a:lnTo>
                  <a:lnTo>
                    <a:pt x="110172" y="265108"/>
                  </a:lnTo>
                  <a:lnTo>
                    <a:pt x="107817" y="274367"/>
                  </a:lnTo>
                  <a:lnTo>
                    <a:pt x="102994" y="27974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2" name="oPE_MapPart_MUS_1_462" descr="Mauritius">
              <a:extLst>
                <a:ext uri="{FF2B5EF4-FFF2-40B4-BE49-F238E27FC236}">
                  <a16:creationId xmlns:a16="http://schemas.microsoft.com/office/drawing/2014/main" id="{48E2C085-ED98-7FE1-2549-5960BBD030F6}"/>
                </a:ext>
              </a:extLst>
            </p:cNvPr>
            <p:cNvSpPr/>
            <p:nvPr>
              <p:custDataLst>
                <p:tags r:id="rId462"/>
              </p:custDataLst>
            </p:nvPr>
          </p:nvSpPr>
          <p:spPr>
            <a:xfrm>
              <a:off x="7280159" y="4809547"/>
              <a:ext cx="22430" cy="23909"/>
            </a:xfrm>
            <a:custGeom>
              <a:avLst/>
              <a:gdLst/>
              <a:ahLst/>
              <a:cxnLst/>
              <a:rect l="0" t="0" r="0" b="0"/>
              <a:pathLst>
                <a:path w="22430" h="23909">
                  <a:moveTo>
                    <a:pt x="0" y="0"/>
                  </a:moveTo>
                  <a:lnTo>
                    <a:pt x="22429" y="0"/>
                  </a:lnTo>
                  <a:lnTo>
                    <a:pt x="22429" y="23908"/>
                  </a:lnTo>
                  <a:lnTo>
                    <a:pt x="0" y="239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3" name="oPE_MapPart_MEX_1_463" descr="Mexiko">
              <a:extLst>
                <a:ext uri="{FF2B5EF4-FFF2-40B4-BE49-F238E27FC236}">
                  <a16:creationId xmlns:a16="http://schemas.microsoft.com/office/drawing/2014/main" id="{8B6BE384-866E-B4F9-D82A-CB89B81572D9}"/>
                </a:ext>
              </a:extLst>
            </p:cNvPr>
            <p:cNvSpPr/>
            <p:nvPr>
              <p:custDataLst>
                <p:tags r:id="rId463"/>
              </p:custDataLst>
            </p:nvPr>
          </p:nvSpPr>
          <p:spPr>
            <a:xfrm>
              <a:off x="3663345" y="3672230"/>
              <a:ext cx="630455" cy="414311"/>
            </a:xfrm>
            <a:custGeom>
              <a:avLst/>
              <a:gdLst/>
              <a:ahLst/>
              <a:cxnLst/>
              <a:rect l="0" t="0" r="0" b="0"/>
              <a:pathLst>
                <a:path w="630455" h="414311">
                  <a:moveTo>
                    <a:pt x="0" y="4484"/>
                  </a:moveTo>
                  <a:lnTo>
                    <a:pt x="49909" y="0"/>
                  </a:lnTo>
                  <a:lnTo>
                    <a:pt x="47591" y="5104"/>
                  </a:lnTo>
                  <a:lnTo>
                    <a:pt x="126397" y="34085"/>
                  </a:lnTo>
                  <a:lnTo>
                    <a:pt x="185129" y="33954"/>
                  </a:lnTo>
                  <a:lnTo>
                    <a:pt x="185166" y="22986"/>
                  </a:lnTo>
                  <a:lnTo>
                    <a:pt x="221691" y="23206"/>
                  </a:lnTo>
                  <a:lnTo>
                    <a:pt x="228046" y="30976"/>
                  </a:lnTo>
                  <a:lnTo>
                    <a:pt x="230626" y="32290"/>
                  </a:lnTo>
                  <a:lnTo>
                    <a:pt x="241206" y="42385"/>
                  </a:lnTo>
                  <a:lnTo>
                    <a:pt x="253580" y="52002"/>
                  </a:lnTo>
                  <a:lnTo>
                    <a:pt x="258515" y="62833"/>
                  </a:lnTo>
                  <a:lnTo>
                    <a:pt x="258515" y="66289"/>
                  </a:lnTo>
                  <a:lnTo>
                    <a:pt x="259748" y="69524"/>
                  </a:lnTo>
                  <a:lnTo>
                    <a:pt x="264347" y="76239"/>
                  </a:lnTo>
                  <a:lnTo>
                    <a:pt x="272871" y="82207"/>
                  </a:lnTo>
                  <a:lnTo>
                    <a:pt x="288086" y="89870"/>
                  </a:lnTo>
                  <a:lnTo>
                    <a:pt x="291563" y="88930"/>
                  </a:lnTo>
                  <a:lnTo>
                    <a:pt x="295675" y="84778"/>
                  </a:lnTo>
                  <a:lnTo>
                    <a:pt x="298927" y="74562"/>
                  </a:lnTo>
                  <a:lnTo>
                    <a:pt x="301432" y="71980"/>
                  </a:lnTo>
                  <a:lnTo>
                    <a:pt x="304311" y="71593"/>
                  </a:lnTo>
                  <a:lnTo>
                    <a:pt x="307077" y="69266"/>
                  </a:lnTo>
                  <a:lnTo>
                    <a:pt x="314367" y="70946"/>
                  </a:lnTo>
                  <a:lnTo>
                    <a:pt x="323602" y="70645"/>
                  </a:lnTo>
                  <a:lnTo>
                    <a:pt x="327078" y="72195"/>
                  </a:lnTo>
                  <a:lnTo>
                    <a:pt x="328649" y="74820"/>
                  </a:lnTo>
                  <a:lnTo>
                    <a:pt x="334144" y="78946"/>
                  </a:lnTo>
                  <a:lnTo>
                    <a:pt x="340051" y="85549"/>
                  </a:lnTo>
                  <a:lnTo>
                    <a:pt x="348836" y="101682"/>
                  </a:lnTo>
                  <a:lnTo>
                    <a:pt x="349584" y="105805"/>
                  </a:lnTo>
                  <a:lnTo>
                    <a:pt x="353397" y="109455"/>
                  </a:lnTo>
                  <a:lnTo>
                    <a:pt x="360837" y="119866"/>
                  </a:lnTo>
                  <a:lnTo>
                    <a:pt x="365995" y="124128"/>
                  </a:lnTo>
                  <a:lnTo>
                    <a:pt x="366107" y="130277"/>
                  </a:lnTo>
                  <a:lnTo>
                    <a:pt x="367342" y="132968"/>
                  </a:lnTo>
                  <a:lnTo>
                    <a:pt x="367005" y="135656"/>
                  </a:lnTo>
                  <a:lnTo>
                    <a:pt x="371716" y="142490"/>
                  </a:lnTo>
                  <a:lnTo>
                    <a:pt x="374257" y="149806"/>
                  </a:lnTo>
                  <a:lnTo>
                    <a:pt x="381361" y="152269"/>
                  </a:lnTo>
                  <a:lnTo>
                    <a:pt x="382893" y="153771"/>
                  </a:lnTo>
                  <a:lnTo>
                    <a:pt x="389398" y="155937"/>
                  </a:lnTo>
                  <a:lnTo>
                    <a:pt x="391566" y="157604"/>
                  </a:lnTo>
                  <a:lnTo>
                    <a:pt x="401399" y="159185"/>
                  </a:lnTo>
                  <a:lnTo>
                    <a:pt x="410221" y="163135"/>
                  </a:lnTo>
                  <a:lnTo>
                    <a:pt x="412203" y="161514"/>
                  </a:lnTo>
                  <a:lnTo>
                    <a:pt x="415007" y="161057"/>
                  </a:lnTo>
                  <a:lnTo>
                    <a:pt x="413362" y="169733"/>
                  </a:lnTo>
                  <a:lnTo>
                    <a:pt x="407493" y="182842"/>
                  </a:lnTo>
                  <a:lnTo>
                    <a:pt x="404165" y="197121"/>
                  </a:lnTo>
                  <a:lnTo>
                    <a:pt x="402632" y="211452"/>
                  </a:lnTo>
                  <a:lnTo>
                    <a:pt x="402558" y="229940"/>
                  </a:lnTo>
                  <a:lnTo>
                    <a:pt x="400240" y="237117"/>
                  </a:lnTo>
                  <a:lnTo>
                    <a:pt x="400539" y="239667"/>
                  </a:lnTo>
                  <a:lnTo>
                    <a:pt x="402184" y="248759"/>
                  </a:lnTo>
                  <a:lnTo>
                    <a:pt x="405885" y="255410"/>
                  </a:lnTo>
                  <a:lnTo>
                    <a:pt x="411493" y="260881"/>
                  </a:lnTo>
                  <a:lnTo>
                    <a:pt x="409549" y="267387"/>
                  </a:lnTo>
                  <a:lnTo>
                    <a:pt x="409212" y="263092"/>
                  </a:lnTo>
                  <a:lnTo>
                    <a:pt x="410072" y="260842"/>
                  </a:lnTo>
                  <a:lnTo>
                    <a:pt x="405773" y="256457"/>
                  </a:lnTo>
                  <a:lnTo>
                    <a:pt x="402371" y="250534"/>
                  </a:lnTo>
                  <a:lnTo>
                    <a:pt x="404800" y="259997"/>
                  </a:lnTo>
                  <a:lnTo>
                    <a:pt x="407343" y="262810"/>
                  </a:lnTo>
                  <a:lnTo>
                    <a:pt x="415530" y="281998"/>
                  </a:lnTo>
                  <a:lnTo>
                    <a:pt x="429325" y="298494"/>
                  </a:lnTo>
                  <a:lnTo>
                    <a:pt x="432802" y="310083"/>
                  </a:lnTo>
                  <a:lnTo>
                    <a:pt x="439120" y="316496"/>
                  </a:lnTo>
                  <a:lnTo>
                    <a:pt x="440615" y="319935"/>
                  </a:lnTo>
                  <a:lnTo>
                    <a:pt x="443419" y="321910"/>
                  </a:lnTo>
                  <a:lnTo>
                    <a:pt x="440316" y="320962"/>
                  </a:lnTo>
                  <a:lnTo>
                    <a:pt x="440466" y="321634"/>
                  </a:lnTo>
                  <a:lnTo>
                    <a:pt x="446559" y="324437"/>
                  </a:lnTo>
                  <a:lnTo>
                    <a:pt x="447569" y="324437"/>
                  </a:lnTo>
                  <a:lnTo>
                    <a:pt x="445101" y="322581"/>
                  </a:lnTo>
                  <a:lnTo>
                    <a:pt x="447905" y="323805"/>
                  </a:lnTo>
                  <a:lnTo>
                    <a:pt x="455793" y="324239"/>
                  </a:lnTo>
                  <a:lnTo>
                    <a:pt x="459270" y="327080"/>
                  </a:lnTo>
                  <a:lnTo>
                    <a:pt x="463757" y="328303"/>
                  </a:lnTo>
                  <a:lnTo>
                    <a:pt x="468990" y="335746"/>
                  </a:lnTo>
                  <a:lnTo>
                    <a:pt x="476429" y="335314"/>
                  </a:lnTo>
                  <a:lnTo>
                    <a:pt x="489626" y="330155"/>
                  </a:lnTo>
                  <a:lnTo>
                    <a:pt x="498487" y="330313"/>
                  </a:lnTo>
                  <a:lnTo>
                    <a:pt x="503496" y="329327"/>
                  </a:lnTo>
                  <a:lnTo>
                    <a:pt x="505926" y="328105"/>
                  </a:lnTo>
                  <a:lnTo>
                    <a:pt x="507123" y="326173"/>
                  </a:lnTo>
                  <a:lnTo>
                    <a:pt x="512730" y="324792"/>
                  </a:lnTo>
                  <a:lnTo>
                    <a:pt x="522413" y="323884"/>
                  </a:lnTo>
                  <a:lnTo>
                    <a:pt x="524357" y="325621"/>
                  </a:lnTo>
                  <a:lnTo>
                    <a:pt x="523086" y="327238"/>
                  </a:lnTo>
                  <a:lnTo>
                    <a:pt x="523684" y="327987"/>
                  </a:lnTo>
                  <a:lnTo>
                    <a:pt x="525964" y="329288"/>
                  </a:lnTo>
                  <a:lnTo>
                    <a:pt x="530189" y="329800"/>
                  </a:lnTo>
                  <a:lnTo>
                    <a:pt x="536955" y="325897"/>
                  </a:lnTo>
                  <a:lnTo>
                    <a:pt x="536881" y="323805"/>
                  </a:lnTo>
                  <a:lnTo>
                    <a:pt x="535011" y="321910"/>
                  </a:lnTo>
                  <a:lnTo>
                    <a:pt x="535535" y="319856"/>
                  </a:lnTo>
                  <a:lnTo>
                    <a:pt x="533404" y="321318"/>
                  </a:lnTo>
                  <a:lnTo>
                    <a:pt x="533142" y="320646"/>
                  </a:lnTo>
                  <a:lnTo>
                    <a:pt x="543573" y="314319"/>
                  </a:lnTo>
                  <a:lnTo>
                    <a:pt x="548058" y="309924"/>
                  </a:lnTo>
                  <a:lnTo>
                    <a:pt x="549030" y="301593"/>
                  </a:lnTo>
                  <a:lnTo>
                    <a:pt x="553218" y="296784"/>
                  </a:lnTo>
                  <a:lnTo>
                    <a:pt x="553367" y="283316"/>
                  </a:lnTo>
                  <a:lnTo>
                    <a:pt x="556096" y="273239"/>
                  </a:lnTo>
                  <a:lnTo>
                    <a:pt x="565742" y="267828"/>
                  </a:lnTo>
                  <a:lnTo>
                    <a:pt x="586714" y="264216"/>
                  </a:lnTo>
                  <a:lnTo>
                    <a:pt x="592808" y="261444"/>
                  </a:lnTo>
                  <a:lnTo>
                    <a:pt x="601107" y="260560"/>
                  </a:lnTo>
                  <a:lnTo>
                    <a:pt x="602229" y="259716"/>
                  </a:lnTo>
                  <a:lnTo>
                    <a:pt x="620510" y="263493"/>
                  </a:lnTo>
                  <a:lnTo>
                    <a:pt x="622304" y="262007"/>
                  </a:lnTo>
                  <a:lnTo>
                    <a:pt x="621818" y="261283"/>
                  </a:lnTo>
                  <a:lnTo>
                    <a:pt x="617706" y="261163"/>
                  </a:lnTo>
                  <a:lnTo>
                    <a:pt x="623052" y="259595"/>
                  </a:lnTo>
                  <a:lnTo>
                    <a:pt x="624996" y="260238"/>
                  </a:lnTo>
                  <a:lnTo>
                    <a:pt x="629370" y="264056"/>
                  </a:lnTo>
                  <a:lnTo>
                    <a:pt x="629520" y="268229"/>
                  </a:lnTo>
                  <a:lnTo>
                    <a:pt x="630454" y="270114"/>
                  </a:lnTo>
                  <a:lnTo>
                    <a:pt x="628548" y="276001"/>
                  </a:lnTo>
                  <a:lnTo>
                    <a:pt x="616996" y="290495"/>
                  </a:lnTo>
                  <a:lnTo>
                    <a:pt x="616024" y="293362"/>
                  </a:lnTo>
                  <a:lnTo>
                    <a:pt x="616547" y="298693"/>
                  </a:lnTo>
                  <a:lnTo>
                    <a:pt x="613556" y="300481"/>
                  </a:lnTo>
                  <a:lnTo>
                    <a:pt x="611463" y="303618"/>
                  </a:lnTo>
                  <a:lnTo>
                    <a:pt x="612323" y="305484"/>
                  </a:lnTo>
                  <a:lnTo>
                    <a:pt x="616921" y="304809"/>
                  </a:lnTo>
                  <a:lnTo>
                    <a:pt x="615725" y="307903"/>
                  </a:lnTo>
                  <a:lnTo>
                    <a:pt x="612061" y="309924"/>
                  </a:lnTo>
                  <a:lnTo>
                    <a:pt x="612099" y="311984"/>
                  </a:lnTo>
                  <a:lnTo>
                    <a:pt x="614304" y="310597"/>
                  </a:lnTo>
                  <a:lnTo>
                    <a:pt x="615314" y="311350"/>
                  </a:lnTo>
                  <a:lnTo>
                    <a:pt x="610491" y="325226"/>
                  </a:lnTo>
                  <a:lnTo>
                    <a:pt x="609893" y="329800"/>
                  </a:lnTo>
                  <a:lnTo>
                    <a:pt x="608024" y="333700"/>
                  </a:lnTo>
                  <a:lnTo>
                    <a:pt x="603799" y="328105"/>
                  </a:lnTo>
                  <a:lnTo>
                    <a:pt x="604734" y="323647"/>
                  </a:lnTo>
                  <a:lnTo>
                    <a:pt x="604285" y="321199"/>
                  </a:lnTo>
                  <a:lnTo>
                    <a:pt x="603425" y="321278"/>
                  </a:lnTo>
                  <a:lnTo>
                    <a:pt x="600883" y="323805"/>
                  </a:lnTo>
                  <a:lnTo>
                    <a:pt x="600920" y="325502"/>
                  </a:lnTo>
                  <a:lnTo>
                    <a:pt x="598827" y="329248"/>
                  </a:lnTo>
                  <a:lnTo>
                    <a:pt x="594116" y="329800"/>
                  </a:lnTo>
                  <a:lnTo>
                    <a:pt x="588210" y="340308"/>
                  </a:lnTo>
                  <a:lnTo>
                    <a:pt x="586303" y="341408"/>
                  </a:lnTo>
                  <a:lnTo>
                    <a:pt x="583163" y="339561"/>
                  </a:lnTo>
                  <a:lnTo>
                    <a:pt x="581406" y="340190"/>
                  </a:lnTo>
                  <a:lnTo>
                    <a:pt x="580845" y="343608"/>
                  </a:lnTo>
                  <a:lnTo>
                    <a:pt x="542862" y="343569"/>
                  </a:lnTo>
                  <a:lnTo>
                    <a:pt x="542787" y="355840"/>
                  </a:lnTo>
                  <a:lnTo>
                    <a:pt x="534152" y="355762"/>
                  </a:lnTo>
                  <a:lnTo>
                    <a:pt x="543161" y="364209"/>
                  </a:lnTo>
                  <a:lnTo>
                    <a:pt x="548657" y="367684"/>
                  </a:lnTo>
                  <a:lnTo>
                    <a:pt x="550264" y="371936"/>
                  </a:lnTo>
                  <a:lnTo>
                    <a:pt x="554751" y="374548"/>
                  </a:lnTo>
                  <a:lnTo>
                    <a:pt x="554153" y="381440"/>
                  </a:lnTo>
                  <a:lnTo>
                    <a:pt x="527348" y="381479"/>
                  </a:lnTo>
                  <a:lnTo>
                    <a:pt x="517628" y="398641"/>
                  </a:lnTo>
                  <a:lnTo>
                    <a:pt x="520319" y="402941"/>
                  </a:lnTo>
                  <a:lnTo>
                    <a:pt x="518600" y="405340"/>
                  </a:lnTo>
                  <a:lnTo>
                    <a:pt x="518001" y="408474"/>
                  </a:lnTo>
                  <a:lnTo>
                    <a:pt x="518562" y="411180"/>
                  </a:lnTo>
                  <a:lnTo>
                    <a:pt x="516992" y="414310"/>
                  </a:lnTo>
                  <a:lnTo>
                    <a:pt x="502823" y="399455"/>
                  </a:lnTo>
                  <a:lnTo>
                    <a:pt x="482075" y="381829"/>
                  </a:lnTo>
                  <a:lnTo>
                    <a:pt x="472579" y="376847"/>
                  </a:lnTo>
                  <a:lnTo>
                    <a:pt x="471869" y="376769"/>
                  </a:lnTo>
                  <a:lnTo>
                    <a:pt x="471495" y="378093"/>
                  </a:lnTo>
                  <a:lnTo>
                    <a:pt x="476318" y="379844"/>
                  </a:lnTo>
                  <a:lnTo>
                    <a:pt x="480318" y="382607"/>
                  </a:lnTo>
                  <a:lnTo>
                    <a:pt x="470560" y="378949"/>
                  </a:lnTo>
                  <a:lnTo>
                    <a:pt x="466597" y="378638"/>
                  </a:lnTo>
                  <a:lnTo>
                    <a:pt x="466186" y="378054"/>
                  </a:lnTo>
                  <a:lnTo>
                    <a:pt x="468168" y="376185"/>
                  </a:lnTo>
                  <a:lnTo>
                    <a:pt x="466822" y="375405"/>
                  </a:lnTo>
                  <a:lnTo>
                    <a:pt x="463906" y="376808"/>
                  </a:lnTo>
                  <a:lnTo>
                    <a:pt x="463868" y="375133"/>
                  </a:lnTo>
                  <a:lnTo>
                    <a:pt x="462523" y="373925"/>
                  </a:lnTo>
                  <a:lnTo>
                    <a:pt x="459158" y="377003"/>
                  </a:lnTo>
                  <a:lnTo>
                    <a:pt x="463757" y="378482"/>
                  </a:lnTo>
                  <a:lnTo>
                    <a:pt x="456803" y="379183"/>
                  </a:lnTo>
                  <a:lnTo>
                    <a:pt x="449924" y="383540"/>
                  </a:lnTo>
                  <a:lnTo>
                    <a:pt x="443531" y="385406"/>
                  </a:lnTo>
                  <a:lnTo>
                    <a:pt x="434372" y="389641"/>
                  </a:lnTo>
                  <a:lnTo>
                    <a:pt x="428204" y="390496"/>
                  </a:lnTo>
                  <a:lnTo>
                    <a:pt x="422035" y="388904"/>
                  </a:lnTo>
                  <a:lnTo>
                    <a:pt x="414222" y="384979"/>
                  </a:lnTo>
                  <a:lnTo>
                    <a:pt x="402371" y="383735"/>
                  </a:lnTo>
                  <a:lnTo>
                    <a:pt x="394370" y="378560"/>
                  </a:lnTo>
                  <a:lnTo>
                    <a:pt x="386445" y="376418"/>
                  </a:lnTo>
                  <a:lnTo>
                    <a:pt x="381435" y="371429"/>
                  </a:lnTo>
                  <a:lnTo>
                    <a:pt x="362145" y="367411"/>
                  </a:lnTo>
                  <a:lnTo>
                    <a:pt x="355229" y="363076"/>
                  </a:lnTo>
                  <a:lnTo>
                    <a:pt x="338106" y="356975"/>
                  </a:lnTo>
                  <a:lnTo>
                    <a:pt x="326966" y="350160"/>
                  </a:lnTo>
                  <a:lnTo>
                    <a:pt x="324835" y="347964"/>
                  </a:lnTo>
                  <a:lnTo>
                    <a:pt x="322480" y="347180"/>
                  </a:lnTo>
                  <a:lnTo>
                    <a:pt x="315863" y="340426"/>
                  </a:lnTo>
                  <a:lnTo>
                    <a:pt x="309694" y="340505"/>
                  </a:lnTo>
                  <a:lnTo>
                    <a:pt x="299675" y="338185"/>
                  </a:lnTo>
                  <a:lnTo>
                    <a:pt x="284235" y="332440"/>
                  </a:lnTo>
                  <a:lnTo>
                    <a:pt x="274478" y="321436"/>
                  </a:lnTo>
                  <a:lnTo>
                    <a:pt x="264235" y="315665"/>
                  </a:lnTo>
                  <a:lnTo>
                    <a:pt x="253169" y="310875"/>
                  </a:lnTo>
                  <a:lnTo>
                    <a:pt x="249655" y="305285"/>
                  </a:lnTo>
                  <a:lnTo>
                    <a:pt x="245954" y="302110"/>
                  </a:lnTo>
                  <a:lnTo>
                    <a:pt x="241879" y="296148"/>
                  </a:lnTo>
                  <a:lnTo>
                    <a:pt x="237991" y="287107"/>
                  </a:lnTo>
                  <a:lnTo>
                    <a:pt x="240607" y="284593"/>
                  </a:lnTo>
                  <a:lnTo>
                    <a:pt x="244047" y="284314"/>
                  </a:lnTo>
                  <a:lnTo>
                    <a:pt x="246477" y="282797"/>
                  </a:lnTo>
                  <a:lnTo>
                    <a:pt x="246664" y="280799"/>
                  </a:lnTo>
                  <a:lnTo>
                    <a:pt x="245094" y="278961"/>
                  </a:lnTo>
                  <a:lnTo>
                    <a:pt x="241281" y="277721"/>
                  </a:lnTo>
                  <a:lnTo>
                    <a:pt x="246963" y="270795"/>
                  </a:lnTo>
                  <a:lnTo>
                    <a:pt x="247561" y="262529"/>
                  </a:lnTo>
                  <a:lnTo>
                    <a:pt x="242925" y="259675"/>
                  </a:lnTo>
                  <a:lnTo>
                    <a:pt x="238402" y="251381"/>
                  </a:lnTo>
                  <a:lnTo>
                    <a:pt x="238477" y="243792"/>
                  </a:lnTo>
                  <a:lnTo>
                    <a:pt x="235448" y="237035"/>
                  </a:lnTo>
                  <a:lnTo>
                    <a:pt x="222775" y="224251"/>
                  </a:lnTo>
                  <a:lnTo>
                    <a:pt x="211672" y="208714"/>
                  </a:lnTo>
                  <a:lnTo>
                    <a:pt x="194475" y="195232"/>
                  </a:lnTo>
                  <a:lnTo>
                    <a:pt x="199410" y="197819"/>
                  </a:lnTo>
                  <a:lnTo>
                    <a:pt x="200083" y="197573"/>
                  </a:lnTo>
                  <a:lnTo>
                    <a:pt x="199709" y="194863"/>
                  </a:lnTo>
                  <a:lnTo>
                    <a:pt x="193391" y="193712"/>
                  </a:lnTo>
                  <a:lnTo>
                    <a:pt x="190587" y="191985"/>
                  </a:lnTo>
                  <a:lnTo>
                    <a:pt x="189278" y="188117"/>
                  </a:lnTo>
                  <a:lnTo>
                    <a:pt x="183745" y="181315"/>
                  </a:lnTo>
                  <a:lnTo>
                    <a:pt x="186661" y="182759"/>
                  </a:lnTo>
                  <a:lnTo>
                    <a:pt x="188830" y="182346"/>
                  </a:lnTo>
                  <a:lnTo>
                    <a:pt x="188494" y="181645"/>
                  </a:lnTo>
                  <a:lnTo>
                    <a:pt x="181802" y="178713"/>
                  </a:lnTo>
                  <a:lnTo>
                    <a:pt x="175110" y="174372"/>
                  </a:lnTo>
                  <a:lnTo>
                    <a:pt x="173240" y="170811"/>
                  </a:lnTo>
                  <a:lnTo>
                    <a:pt x="168193" y="172136"/>
                  </a:lnTo>
                  <a:lnTo>
                    <a:pt x="167371" y="170521"/>
                  </a:lnTo>
                  <a:lnTo>
                    <a:pt x="169390" y="169650"/>
                  </a:lnTo>
                  <a:lnTo>
                    <a:pt x="171147" y="166333"/>
                  </a:lnTo>
                  <a:lnTo>
                    <a:pt x="167072" y="169029"/>
                  </a:lnTo>
                  <a:lnTo>
                    <a:pt x="164717" y="169568"/>
                  </a:lnTo>
                  <a:lnTo>
                    <a:pt x="162473" y="168614"/>
                  </a:lnTo>
                  <a:lnTo>
                    <a:pt x="160829" y="166457"/>
                  </a:lnTo>
                  <a:lnTo>
                    <a:pt x="159969" y="159393"/>
                  </a:lnTo>
                  <a:lnTo>
                    <a:pt x="164642" y="153103"/>
                  </a:lnTo>
                  <a:lnTo>
                    <a:pt x="166399" y="154312"/>
                  </a:lnTo>
                  <a:lnTo>
                    <a:pt x="164305" y="151935"/>
                  </a:lnTo>
                  <a:lnTo>
                    <a:pt x="163072" y="147802"/>
                  </a:lnTo>
                  <a:lnTo>
                    <a:pt x="158772" y="143704"/>
                  </a:lnTo>
                  <a:lnTo>
                    <a:pt x="153127" y="143871"/>
                  </a:lnTo>
                  <a:lnTo>
                    <a:pt x="150286" y="139683"/>
                  </a:lnTo>
                  <a:lnTo>
                    <a:pt x="149202" y="135110"/>
                  </a:lnTo>
                  <a:lnTo>
                    <a:pt x="142286" y="133178"/>
                  </a:lnTo>
                  <a:lnTo>
                    <a:pt x="138099" y="129436"/>
                  </a:lnTo>
                  <a:lnTo>
                    <a:pt x="136379" y="126447"/>
                  </a:lnTo>
                  <a:lnTo>
                    <a:pt x="135258" y="121681"/>
                  </a:lnTo>
                  <a:lnTo>
                    <a:pt x="137052" y="116739"/>
                  </a:lnTo>
                  <a:lnTo>
                    <a:pt x="132267" y="115554"/>
                  </a:lnTo>
                  <a:lnTo>
                    <a:pt x="128902" y="116147"/>
                  </a:lnTo>
                  <a:lnTo>
                    <a:pt x="124752" y="114327"/>
                  </a:lnTo>
                  <a:lnTo>
                    <a:pt x="121388" y="110812"/>
                  </a:lnTo>
                  <a:lnTo>
                    <a:pt x="117463" y="104488"/>
                  </a:lnTo>
                  <a:lnTo>
                    <a:pt x="113163" y="102447"/>
                  </a:lnTo>
                  <a:lnTo>
                    <a:pt x="107743" y="94098"/>
                  </a:lnTo>
                  <a:lnTo>
                    <a:pt x="103144" y="89443"/>
                  </a:lnTo>
                  <a:lnTo>
                    <a:pt x="101873" y="83493"/>
                  </a:lnTo>
                  <a:lnTo>
                    <a:pt x="98658" y="81649"/>
                  </a:lnTo>
                  <a:lnTo>
                    <a:pt x="97873" y="77142"/>
                  </a:lnTo>
                  <a:lnTo>
                    <a:pt x="92004" y="68058"/>
                  </a:lnTo>
                  <a:lnTo>
                    <a:pt x="89387" y="58853"/>
                  </a:lnTo>
                  <a:lnTo>
                    <a:pt x="84527" y="50395"/>
                  </a:lnTo>
                  <a:lnTo>
                    <a:pt x="83443" y="46959"/>
                  </a:lnTo>
                  <a:lnTo>
                    <a:pt x="83929" y="43432"/>
                  </a:lnTo>
                  <a:lnTo>
                    <a:pt x="83256" y="40771"/>
                  </a:lnTo>
                  <a:lnTo>
                    <a:pt x="84826" y="39811"/>
                  </a:lnTo>
                  <a:lnTo>
                    <a:pt x="84003" y="36928"/>
                  </a:lnTo>
                  <a:lnTo>
                    <a:pt x="72788" y="33560"/>
                  </a:lnTo>
                  <a:lnTo>
                    <a:pt x="72601" y="30581"/>
                  </a:lnTo>
                  <a:lnTo>
                    <a:pt x="66059" y="26633"/>
                  </a:lnTo>
                  <a:lnTo>
                    <a:pt x="64900" y="29178"/>
                  </a:lnTo>
                  <a:lnTo>
                    <a:pt x="61872" y="29617"/>
                  </a:lnTo>
                  <a:lnTo>
                    <a:pt x="45572" y="19993"/>
                  </a:lnTo>
                  <a:lnTo>
                    <a:pt x="47516" y="22502"/>
                  </a:lnTo>
                  <a:lnTo>
                    <a:pt x="48563" y="26194"/>
                  </a:lnTo>
                  <a:lnTo>
                    <a:pt x="47329" y="28871"/>
                  </a:lnTo>
                  <a:lnTo>
                    <a:pt x="46656" y="38151"/>
                  </a:lnTo>
                  <a:lnTo>
                    <a:pt x="49161" y="42952"/>
                  </a:lnTo>
                  <a:lnTo>
                    <a:pt x="51815" y="53869"/>
                  </a:lnTo>
                  <a:lnTo>
                    <a:pt x="51890" y="62315"/>
                  </a:lnTo>
                  <a:lnTo>
                    <a:pt x="57236" y="70128"/>
                  </a:lnTo>
                  <a:lnTo>
                    <a:pt x="61236" y="72410"/>
                  </a:lnTo>
                  <a:lnTo>
                    <a:pt x="70059" y="81177"/>
                  </a:lnTo>
                  <a:lnTo>
                    <a:pt x="74395" y="87475"/>
                  </a:lnTo>
                  <a:lnTo>
                    <a:pt x="75367" y="91664"/>
                  </a:lnTo>
                  <a:lnTo>
                    <a:pt x="77798" y="91195"/>
                  </a:lnTo>
                  <a:lnTo>
                    <a:pt x="79068" y="94354"/>
                  </a:lnTo>
                  <a:lnTo>
                    <a:pt x="81461" y="94695"/>
                  </a:lnTo>
                  <a:lnTo>
                    <a:pt x="83779" y="101469"/>
                  </a:lnTo>
                  <a:lnTo>
                    <a:pt x="88415" y="103553"/>
                  </a:lnTo>
                  <a:lnTo>
                    <a:pt x="88452" y="106654"/>
                  </a:lnTo>
                  <a:lnTo>
                    <a:pt x="89985" y="108649"/>
                  </a:lnTo>
                  <a:lnTo>
                    <a:pt x="89723" y="111362"/>
                  </a:lnTo>
                  <a:lnTo>
                    <a:pt x="90920" y="113650"/>
                  </a:lnTo>
                  <a:lnTo>
                    <a:pt x="91256" y="117627"/>
                  </a:lnTo>
                  <a:lnTo>
                    <a:pt x="99668" y="124719"/>
                  </a:lnTo>
                  <a:lnTo>
                    <a:pt x="102509" y="132590"/>
                  </a:lnTo>
                  <a:lnTo>
                    <a:pt x="106434" y="135110"/>
                  </a:lnTo>
                  <a:lnTo>
                    <a:pt x="106322" y="137712"/>
                  </a:lnTo>
                  <a:lnTo>
                    <a:pt x="108939" y="140688"/>
                  </a:lnTo>
                  <a:lnTo>
                    <a:pt x="109350" y="144457"/>
                  </a:lnTo>
                  <a:lnTo>
                    <a:pt x="111593" y="146882"/>
                  </a:lnTo>
                  <a:lnTo>
                    <a:pt x="112752" y="146715"/>
                  </a:lnTo>
                  <a:lnTo>
                    <a:pt x="110322" y="142615"/>
                  </a:lnTo>
                  <a:lnTo>
                    <a:pt x="110771" y="139767"/>
                  </a:lnTo>
                  <a:lnTo>
                    <a:pt x="115444" y="143746"/>
                  </a:lnTo>
                  <a:lnTo>
                    <a:pt x="115930" y="146757"/>
                  </a:lnTo>
                  <a:lnTo>
                    <a:pt x="117500" y="148428"/>
                  </a:lnTo>
                  <a:lnTo>
                    <a:pt x="117612" y="150725"/>
                  </a:lnTo>
                  <a:lnTo>
                    <a:pt x="120378" y="157270"/>
                  </a:lnTo>
                  <a:lnTo>
                    <a:pt x="121201" y="165004"/>
                  </a:lnTo>
                  <a:lnTo>
                    <a:pt x="124154" y="170023"/>
                  </a:lnTo>
                  <a:lnTo>
                    <a:pt x="126547" y="171059"/>
                  </a:lnTo>
                  <a:lnTo>
                    <a:pt x="129463" y="179870"/>
                  </a:lnTo>
                  <a:lnTo>
                    <a:pt x="133762" y="186222"/>
                  </a:lnTo>
                  <a:lnTo>
                    <a:pt x="132790" y="192561"/>
                  </a:lnTo>
                  <a:lnTo>
                    <a:pt x="134360" y="198229"/>
                  </a:lnTo>
                  <a:lnTo>
                    <a:pt x="136678" y="201141"/>
                  </a:lnTo>
                  <a:lnTo>
                    <a:pt x="139295" y="201837"/>
                  </a:lnTo>
                  <a:lnTo>
                    <a:pt x="140417" y="203722"/>
                  </a:lnTo>
                  <a:lnTo>
                    <a:pt x="141875" y="201551"/>
                  </a:lnTo>
                  <a:lnTo>
                    <a:pt x="141277" y="199050"/>
                  </a:lnTo>
                  <a:lnTo>
                    <a:pt x="142585" y="198147"/>
                  </a:lnTo>
                  <a:lnTo>
                    <a:pt x="147557" y="202042"/>
                  </a:lnTo>
                  <a:lnTo>
                    <a:pt x="151969" y="207406"/>
                  </a:lnTo>
                  <a:lnTo>
                    <a:pt x="154062" y="210472"/>
                  </a:lnTo>
                  <a:lnTo>
                    <a:pt x="154772" y="213698"/>
                  </a:lnTo>
                  <a:lnTo>
                    <a:pt x="158212" y="215126"/>
                  </a:lnTo>
                  <a:lnTo>
                    <a:pt x="160081" y="217777"/>
                  </a:lnTo>
                  <a:lnTo>
                    <a:pt x="158511" y="225023"/>
                  </a:lnTo>
                  <a:lnTo>
                    <a:pt x="151707" y="230386"/>
                  </a:lnTo>
                  <a:lnTo>
                    <a:pt x="147894" y="231035"/>
                  </a:lnTo>
                  <a:lnTo>
                    <a:pt x="146249" y="228518"/>
                  </a:lnTo>
                  <a:lnTo>
                    <a:pt x="144305" y="220914"/>
                  </a:lnTo>
                  <a:lnTo>
                    <a:pt x="140491" y="214963"/>
                  </a:lnTo>
                  <a:lnTo>
                    <a:pt x="134959" y="211983"/>
                  </a:lnTo>
                  <a:lnTo>
                    <a:pt x="126510" y="203599"/>
                  </a:lnTo>
                  <a:lnTo>
                    <a:pt x="118547" y="198516"/>
                  </a:lnTo>
                  <a:lnTo>
                    <a:pt x="113088" y="193342"/>
                  </a:lnTo>
                  <a:lnTo>
                    <a:pt x="110621" y="193629"/>
                  </a:lnTo>
                  <a:lnTo>
                    <a:pt x="109649" y="190710"/>
                  </a:lnTo>
                  <a:lnTo>
                    <a:pt x="104976" y="186841"/>
                  </a:lnTo>
                  <a:lnTo>
                    <a:pt x="103817" y="182182"/>
                  </a:lnTo>
                  <a:lnTo>
                    <a:pt x="105051" y="170023"/>
                  </a:lnTo>
                  <a:lnTo>
                    <a:pt x="102882" y="162179"/>
                  </a:lnTo>
                  <a:lnTo>
                    <a:pt x="98658" y="155229"/>
                  </a:lnTo>
                  <a:lnTo>
                    <a:pt x="92826" y="152853"/>
                  </a:lnTo>
                  <a:lnTo>
                    <a:pt x="85312" y="146673"/>
                  </a:lnTo>
                  <a:lnTo>
                    <a:pt x="83256" y="143536"/>
                  </a:lnTo>
                  <a:lnTo>
                    <a:pt x="82508" y="138216"/>
                  </a:lnTo>
                  <a:lnTo>
                    <a:pt x="80078" y="141819"/>
                  </a:lnTo>
                  <a:lnTo>
                    <a:pt x="76900" y="141694"/>
                  </a:lnTo>
                  <a:lnTo>
                    <a:pt x="73311" y="143453"/>
                  </a:lnTo>
                  <a:lnTo>
                    <a:pt x="68264" y="137754"/>
                  </a:lnTo>
                  <a:lnTo>
                    <a:pt x="65049" y="137251"/>
                  </a:lnTo>
                  <a:lnTo>
                    <a:pt x="62694" y="134480"/>
                  </a:lnTo>
                  <a:lnTo>
                    <a:pt x="55703" y="131875"/>
                  </a:lnTo>
                  <a:lnTo>
                    <a:pt x="53759" y="126868"/>
                  </a:lnTo>
                  <a:lnTo>
                    <a:pt x="44338" y="119739"/>
                  </a:lnTo>
                  <a:lnTo>
                    <a:pt x="43441" y="117246"/>
                  </a:lnTo>
                  <a:lnTo>
                    <a:pt x="53123" y="118599"/>
                  </a:lnTo>
                  <a:lnTo>
                    <a:pt x="58731" y="116527"/>
                  </a:lnTo>
                  <a:lnTo>
                    <a:pt x="58694" y="118810"/>
                  </a:lnTo>
                  <a:lnTo>
                    <a:pt x="62096" y="121259"/>
                  </a:lnTo>
                  <a:lnTo>
                    <a:pt x="63517" y="121175"/>
                  </a:lnTo>
                  <a:lnTo>
                    <a:pt x="61311" y="117542"/>
                  </a:lnTo>
                  <a:lnTo>
                    <a:pt x="61685" y="115428"/>
                  </a:lnTo>
                  <a:lnTo>
                    <a:pt x="59442" y="115089"/>
                  </a:lnTo>
                  <a:lnTo>
                    <a:pt x="61124" y="113227"/>
                  </a:lnTo>
                  <a:lnTo>
                    <a:pt x="63965" y="103510"/>
                  </a:lnTo>
                  <a:lnTo>
                    <a:pt x="61946" y="99256"/>
                  </a:lnTo>
                  <a:lnTo>
                    <a:pt x="45497" y="81563"/>
                  </a:lnTo>
                  <a:lnTo>
                    <a:pt x="40749" y="79762"/>
                  </a:lnTo>
                  <a:lnTo>
                    <a:pt x="30207" y="71894"/>
                  </a:lnTo>
                  <a:lnTo>
                    <a:pt x="28637" y="67584"/>
                  </a:lnTo>
                  <a:lnTo>
                    <a:pt x="27403" y="66980"/>
                  </a:lnTo>
                  <a:lnTo>
                    <a:pt x="27253" y="58767"/>
                  </a:lnTo>
                  <a:lnTo>
                    <a:pt x="23515" y="56080"/>
                  </a:lnTo>
                  <a:lnTo>
                    <a:pt x="22132" y="46698"/>
                  </a:lnTo>
                  <a:lnTo>
                    <a:pt x="17272" y="42647"/>
                  </a:lnTo>
                  <a:lnTo>
                    <a:pt x="16487" y="37016"/>
                  </a:lnTo>
                  <a:lnTo>
                    <a:pt x="9683" y="28213"/>
                  </a:lnTo>
                  <a:lnTo>
                    <a:pt x="9533" y="24964"/>
                  </a:lnTo>
                  <a:lnTo>
                    <a:pt x="8412" y="24085"/>
                  </a:lnTo>
                  <a:lnTo>
                    <a:pt x="10468" y="23514"/>
                  </a:lnTo>
                  <a:lnTo>
                    <a:pt x="10542" y="21226"/>
                  </a:lnTo>
                  <a:lnTo>
                    <a:pt x="5795" y="17659"/>
                  </a:lnTo>
                  <a:lnTo>
                    <a:pt x="4449" y="12716"/>
                  </a:lnTo>
                  <a:lnTo>
                    <a:pt x="1346" y="91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4" name="oPE_MapPart_MEX_2_464" descr="Mexiko">
              <a:extLst>
                <a:ext uri="{FF2B5EF4-FFF2-40B4-BE49-F238E27FC236}">
                  <a16:creationId xmlns:a16="http://schemas.microsoft.com/office/drawing/2014/main" id="{0A6F5433-D515-0F46-FC25-05F4C9A00DB0}"/>
                </a:ext>
              </a:extLst>
            </p:cNvPr>
            <p:cNvSpPr/>
            <p:nvPr>
              <p:custDataLst>
                <p:tags r:id="rId464"/>
              </p:custDataLst>
            </p:nvPr>
          </p:nvSpPr>
          <p:spPr>
            <a:xfrm>
              <a:off x="4288678" y="3955027"/>
              <a:ext cx="5309" cy="6822"/>
            </a:xfrm>
            <a:custGeom>
              <a:avLst/>
              <a:gdLst/>
              <a:ahLst/>
              <a:cxnLst/>
              <a:rect l="0" t="0" r="0" b="0"/>
              <a:pathLst>
                <a:path w="5309" h="6822">
                  <a:moveTo>
                    <a:pt x="1645" y="6104"/>
                  </a:moveTo>
                  <a:lnTo>
                    <a:pt x="560" y="6821"/>
                  </a:lnTo>
                  <a:lnTo>
                    <a:pt x="0" y="4350"/>
                  </a:lnTo>
                  <a:lnTo>
                    <a:pt x="1906" y="599"/>
                  </a:lnTo>
                  <a:lnTo>
                    <a:pt x="5308" y="0"/>
                  </a:lnTo>
                  <a:lnTo>
                    <a:pt x="4374" y="247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5" name="oPE_MapPart_MEX_3_465" descr="Mexiko">
              <a:extLst>
                <a:ext uri="{FF2B5EF4-FFF2-40B4-BE49-F238E27FC236}">
                  <a16:creationId xmlns:a16="http://schemas.microsoft.com/office/drawing/2014/main" id="{C63D23F0-F8C4-59A5-DAB1-AD7EC95CD643}"/>
                </a:ext>
              </a:extLst>
            </p:cNvPr>
            <p:cNvSpPr/>
            <p:nvPr>
              <p:custDataLst>
                <p:tags r:id="rId465"/>
              </p:custDataLst>
            </p:nvPr>
          </p:nvSpPr>
          <p:spPr>
            <a:xfrm>
              <a:off x="3881185" y="3929814"/>
              <a:ext cx="2842" cy="4103"/>
            </a:xfrm>
            <a:custGeom>
              <a:avLst/>
              <a:gdLst/>
              <a:ahLst/>
              <a:cxnLst/>
              <a:rect l="0" t="0" r="0" b="0"/>
              <a:pathLst>
                <a:path w="2842" h="4103">
                  <a:moveTo>
                    <a:pt x="2841" y="2252"/>
                  </a:moveTo>
                  <a:lnTo>
                    <a:pt x="2243" y="4102"/>
                  </a:lnTo>
                  <a:lnTo>
                    <a:pt x="112" y="2212"/>
                  </a:lnTo>
                  <a:lnTo>
                    <a:pt x="0" y="321"/>
                  </a:lnTo>
                  <a:lnTo>
                    <a:pt x="860" y="0"/>
                  </a:lnTo>
                  <a:lnTo>
                    <a:pt x="2393" y="13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6" name="oPE_MapPart_MEX_4_466" descr="Mexiko">
              <a:extLst>
                <a:ext uri="{FF2B5EF4-FFF2-40B4-BE49-F238E27FC236}">
                  <a16:creationId xmlns:a16="http://schemas.microsoft.com/office/drawing/2014/main" id="{31AD4CAD-2650-0A59-A303-73DDC6FE6B4E}"/>
                </a:ext>
              </a:extLst>
            </p:cNvPr>
            <p:cNvSpPr/>
            <p:nvPr>
              <p:custDataLst>
                <p:tags r:id="rId466"/>
              </p:custDataLst>
            </p:nvPr>
          </p:nvSpPr>
          <p:spPr>
            <a:xfrm>
              <a:off x="3789294" y="3992876"/>
              <a:ext cx="3104" cy="3160"/>
            </a:xfrm>
            <a:custGeom>
              <a:avLst/>
              <a:gdLst/>
              <a:ahLst/>
              <a:cxnLst/>
              <a:rect l="0" t="0" r="0" b="0"/>
              <a:pathLst>
                <a:path w="3104" h="3160">
                  <a:moveTo>
                    <a:pt x="3103" y="2686"/>
                  </a:moveTo>
                  <a:lnTo>
                    <a:pt x="1832" y="3159"/>
                  </a:lnTo>
                  <a:lnTo>
                    <a:pt x="0" y="1817"/>
                  </a:lnTo>
                  <a:lnTo>
                    <a:pt x="1533" y="0"/>
                  </a:lnTo>
                  <a:lnTo>
                    <a:pt x="2542" y="13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7" name="oPE_MapPart_MEX_5_467" descr="Mexiko">
              <a:extLst>
                <a:ext uri="{FF2B5EF4-FFF2-40B4-BE49-F238E27FC236}">
                  <a16:creationId xmlns:a16="http://schemas.microsoft.com/office/drawing/2014/main" id="{D0586F6D-9CDC-2495-9931-BE70576E1699}"/>
                </a:ext>
              </a:extLst>
            </p:cNvPr>
            <p:cNvSpPr/>
            <p:nvPr>
              <p:custDataLst>
                <p:tags r:id="rId467"/>
              </p:custDataLst>
            </p:nvPr>
          </p:nvSpPr>
          <p:spPr>
            <a:xfrm>
              <a:off x="3796846" y="3853545"/>
              <a:ext cx="3365" cy="4331"/>
            </a:xfrm>
            <a:custGeom>
              <a:avLst/>
              <a:gdLst/>
              <a:ahLst/>
              <a:cxnLst/>
              <a:rect l="0" t="0" r="0" b="0"/>
              <a:pathLst>
                <a:path w="3365" h="4331">
                  <a:moveTo>
                    <a:pt x="2766" y="1774"/>
                  </a:moveTo>
                  <a:lnTo>
                    <a:pt x="3364" y="4330"/>
                  </a:lnTo>
                  <a:lnTo>
                    <a:pt x="897" y="2558"/>
                  </a:lnTo>
                  <a:lnTo>
                    <a:pt x="0" y="0"/>
                  </a:lnTo>
                  <a:lnTo>
                    <a:pt x="2168" y="9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8" name="oPE_MapPart_MEX_6_468" descr="Mexiko">
              <a:extLst>
                <a:ext uri="{FF2B5EF4-FFF2-40B4-BE49-F238E27FC236}">
                  <a16:creationId xmlns:a16="http://schemas.microsoft.com/office/drawing/2014/main" id="{C0F9BB6E-E74C-A2D0-4709-C1C13857C998}"/>
                </a:ext>
              </a:extLst>
            </p:cNvPr>
            <p:cNvSpPr/>
            <p:nvPr>
              <p:custDataLst>
                <p:tags r:id="rId468"/>
              </p:custDataLst>
            </p:nvPr>
          </p:nvSpPr>
          <p:spPr>
            <a:xfrm>
              <a:off x="3736731" y="3748512"/>
              <a:ext cx="9123" cy="12392"/>
            </a:xfrm>
            <a:custGeom>
              <a:avLst/>
              <a:gdLst/>
              <a:ahLst/>
              <a:cxnLst/>
              <a:rect l="0" t="0" r="0" b="0"/>
              <a:pathLst>
                <a:path w="9123" h="12392">
                  <a:moveTo>
                    <a:pt x="9122" y="12391"/>
                  </a:moveTo>
                  <a:lnTo>
                    <a:pt x="6841" y="11321"/>
                  </a:lnTo>
                  <a:lnTo>
                    <a:pt x="2019" y="6311"/>
                  </a:lnTo>
                  <a:lnTo>
                    <a:pt x="0" y="2621"/>
                  </a:lnTo>
                  <a:lnTo>
                    <a:pt x="149" y="0"/>
                  </a:lnTo>
                  <a:lnTo>
                    <a:pt x="1794" y="301"/>
                  </a:lnTo>
                  <a:lnTo>
                    <a:pt x="3701" y="2063"/>
                  </a:lnTo>
                  <a:lnTo>
                    <a:pt x="4598" y="5581"/>
                  </a:lnTo>
                  <a:lnTo>
                    <a:pt x="8150" y="6439"/>
                  </a:lnTo>
                  <a:lnTo>
                    <a:pt x="8636" y="105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9" name="oPE_MapPart_MEX_7_469" descr="Mexiko">
              <a:extLst>
                <a:ext uri="{FF2B5EF4-FFF2-40B4-BE49-F238E27FC236}">
                  <a16:creationId xmlns:a16="http://schemas.microsoft.com/office/drawing/2014/main" id="{641AEC09-F7DC-B26F-0E83-6E1C8A9899D6}"/>
                </a:ext>
              </a:extLst>
            </p:cNvPr>
            <p:cNvSpPr/>
            <p:nvPr>
              <p:custDataLst>
                <p:tags r:id="rId469"/>
              </p:custDataLst>
            </p:nvPr>
          </p:nvSpPr>
          <p:spPr>
            <a:xfrm>
              <a:off x="3700206" y="3777100"/>
              <a:ext cx="4263" cy="7807"/>
            </a:xfrm>
            <a:custGeom>
              <a:avLst/>
              <a:gdLst/>
              <a:ahLst/>
              <a:cxnLst/>
              <a:rect l="0" t="0" r="0" b="0"/>
              <a:pathLst>
                <a:path w="4263" h="7807">
                  <a:moveTo>
                    <a:pt x="3776" y="7043"/>
                  </a:moveTo>
                  <a:lnTo>
                    <a:pt x="3514" y="7806"/>
                  </a:lnTo>
                  <a:lnTo>
                    <a:pt x="0" y="6238"/>
                  </a:lnTo>
                  <a:lnTo>
                    <a:pt x="1907" y="3482"/>
                  </a:lnTo>
                  <a:lnTo>
                    <a:pt x="1645" y="595"/>
                  </a:lnTo>
                  <a:lnTo>
                    <a:pt x="2468" y="0"/>
                  </a:lnTo>
                  <a:lnTo>
                    <a:pt x="4262" y="46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0" name="oPE_MapPart_MEX_8_470" descr="Mexiko">
              <a:extLst>
                <a:ext uri="{FF2B5EF4-FFF2-40B4-BE49-F238E27FC236}">
                  <a16:creationId xmlns:a16="http://schemas.microsoft.com/office/drawing/2014/main" id="{B0B2A26C-7B3E-3C7C-3550-D08ADD61CC5C}"/>
                </a:ext>
              </a:extLst>
            </p:cNvPr>
            <p:cNvSpPr/>
            <p:nvPr>
              <p:custDataLst>
                <p:tags r:id="rId470"/>
              </p:custDataLst>
            </p:nvPr>
          </p:nvSpPr>
          <p:spPr>
            <a:xfrm>
              <a:off x="3759162" y="3756408"/>
              <a:ext cx="6468" cy="11201"/>
            </a:xfrm>
            <a:custGeom>
              <a:avLst/>
              <a:gdLst/>
              <a:ahLst/>
              <a:cxnLst/>
              <a:rect l="0" t="0" r="0" b="0"/>
              <a:pathLst>
                <a:path w="6468" h="11201">
                  <a:moveTo>
                    <a:pt x="6467" y="5607"/>
                  </a:moveTo>
                  <a:lnTo>
                    <a:pt x="4897" y="11200"/>
                  </a:lnTo>
                  <a:lnTo>
                    <a:pt x="0" y="9365"/>
                  </a:lnTo>
                  <a:lnTo>
                    <a:pt x="934" y="1756"/>
                  </a:lnTo>
                  <a:lnTo>
                    <a:pt x="4748" y="0"/>
                  </a:lnTo>
                  <a:lnTo>
                    <a:pt x="5533" y="27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1" name="oPE_MapPart_MEX_9_471" descr="Mexiko">
              <a:extLst>
                <a:ext uri="{FF2B5EF4-FFF2-40B4-BE49-F238E27FC236}">
                  <a16:creationId xmlns:a16="http://schemas.microsoft.com/office/drawing/2014/main" id="{B9BD8A25-43D7-B412-F2DF-0C6E5477D6F2}"/>
                </a:ext>
              </a:extLst>
            </p:cNvPr>
            <p:cNvSpPr/>
            <p:nvPr>
              <p:custDataLst>
                <p:tags r:id="rId471"/>
              </p:custDataLst>
            </p:nvPr>
          </p:nvSpPr>
          <p:spPr>
            <a:xfrm>
              <a:off x="3636877" y="3757779"/>
              <a:ext cx="3328" cy="6629"/>
            </a:xfrm>
            <a:custGeom>
              <a:avLst/>
              <a:gdLst/>
              <a:ahLst/>
              <a:cxnLst/>
              <a:rect l="0" t="0" r="0" b="0"/>
              <a:pathLst>
                <a:path w="3328" h="6629">
                  <a:moveTo>
                    <a:pt x="3327" y="5731"/>
                  </a:moveTo>
                  <a:lnTo>
                    <a:pt x="2430" y="6628"/>
                  </a:lnTo>
                  <a:lnTo>
                    <a:pt x="37" y="1669"/>
                  </a:lnTo>
                  <a:lnTo>
                    <a:pt x="0" y="471"/>
                  </a:lnTo>
                  <a:lnTo>
                    <a:pt x="1869" y="0"/>
                  </a:lnTo>
                  <a:lnTo>
                    <a:pt x="3215" y="333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2" name="oPE_MapPart_MEX_10_472" descr="Mexiko">
              <a:extLst>
                <a:ext uri="{FF2B5EF4-FFF2-40B4-BE49-F238E27FC236}">
                  <a16:creationId xmlns:a16="http://schemas.microsoft.com/office/drawing/2014/main" id="{19992725-79CE-532F-0F4F-E618F90E878B}"/>
                </a:ext>
              </a:extLst>
            </p:cNvPr>
            <p:cNvSpPr/>
            <p:nvPr>
              <p:custDataLst>
                <p:tags r:id="rId472"/>
              </p:custDataLst>
            </p:nvPr>
          </p:nvSpPr>
          <p:spPr>
            <a:xfrm>
              <a:off x="4295033" y="3940339"/>
              <a:ext cx="338" cy="1084"/>
            </a:xfrm>
            <a:custGeom>
              <a:avLst/>
              <a:gdLst/>
              <a:ahLst/>
              <a:cxnLst/>
              <a:rect l="0" t="0" r="0" b="0"/>
              <a:pathLst>
                <a:path w="338" h="1084">
                  <a:moveTo>
                    <a:pt x="0" y="0"/>
                  </a:moveTo>
                  <a:lnTo>
                    <a:pt x="337" y="1083"/>
                  </a:lnTo>
                  <a:lnTo>
                    <a:pt x="0" y="96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3" name="oPE_MapPart_MEX_11_473" descr="Mexiko">
              <a:extLst>
                <a:ext uri="{FF2B5EF4-FFF2-40B4-BE49-F238E27FC236}">
                  <a16:creationId xmlns:a16="http://schemas.microsoft.com/office/drawing/2014/main" id="{E65598CA-2666-1E1F-0454-89212730B7B2}"/>
                </a:ext>
              </a:extLst>
            </p:cNvPr>
            <p:cNvSpPr/>
            <p:nvPr>
              <p:custDataLst>
                <p:tags r:id="rId473"/>
              </p:custDataLst>
            </p:nvPr>
          </p:nvSpPr>
          <p:spPr>
            <a:xfrm>
              <a:off x="4189047" y="3994772"/>
              <a:ext cx="5796" cy="2251"/>
            </a:xfrm>
            <a:custGeom>
              <a:avLst/>
              <a:gdLst/>
              <a:ahLst/>
              <a:cxnLst/>
              <a:rect l="0" t="0" r="0" b="0"/>
              <a:pathLst>
                <a:path w="5796" h="2251">
                  <a:moveTo>
                    <a:pt x="2767" y="2210"/>
                  </a:moveTo>
                  <a:lnTo>
                    <a:pt x="0" y="2250"/>
                  </a:lnTo>
                  <a:lnTo>
                    <a:pt x="4711" y="0"/>
                  </a:lnTo>
                  <a:lnTo>
                    <a:pt x="5795" y="395"/>
                  </a:lnTo>
                  <a:lnTo>
                    <a:pt x="3365" y="14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4" name="oPE_MapPart_MEX_12_474" descr="Mexiko">
              <a:extLst>
                <a:ext uri="{FF2B5EF4-FFF2-40B4-BE49-F238E27FC236}">
                  <a16:creationId xmlns:a16="http://schemas.microsoft.com/office/drawing/2014/main" id="{22BF738F-374D-27F4-A95D-97E8217EB485}"/>
                </a:ext>
              </a:extLst>
            </p:cNvPr>
            <p:cNvSpPr/>
            <p:nvPr>
              <p:custDataLst>
                <p:tags r:id="rId474"/>
              </p:custDataLst>
            </p:nvPr>
          </p:nvSpPr>
          <p:spPr>
            <a:xfrm>
              <a:off x="3813444" y="3870705"/>
              <a:ext cx="2170" cy="4101"/>
            </a:xfrm>
            <a:custGeom>
              <a:avLst/>
              <a:gdLst/>
              <a:ahLst/>
              <a:cxnLst/>
              <a:rect l="0" t="0" r="0" b="0"/>
              <a:pathLst>
                <a:path w="2170" h="4101">
                  <a:moveTo>
                    <a:pt x="1982" y="4100"/>
                  </a:moveTo>
                  <a:lnTo>
                    <a:pt x="486" y="2952"/>
                  </a:lnTo>
                  <a:lnTo>
                    <a:pt x="0" y="0"/>
                  </a:lnTo>
                  <a:lnTo>
                    <a:pt x="2169" y="381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5" name="oPE_MapPart_MEX_13_475" descr="Mexiko">
              <a:extLst>
                <a:ext uri="{FF2B5EF4-FFF2-40B4-BE49-F238E27FC236}">
                  <a16:creationId xmlns:a16="http://schemas.microsoft.com/office/drawing/2014/main" id="{A5DA98DC-6493-4AAC-AFF7-B1AB0E5C7EC0}"/>
                </a:ext>
              </a:extLst>
            </p:cNvPr>
            <p:cNvSpPr/>
            <p:nvPr>
              <p:custDataLst>
                <p:tags r:id="rId475"/>
              </p:custDataLst>
            </p:nvPr>
          </p:nvSpPr>
          <p:spPr>
            <a:xfrm>
              <a:off x="3711908" y="3694952"/>
              <a:ext cx="2094" cy="2068"/>
            </a:xfrm>
            <a:custGeom>
              <a:avLst/>
              <a:gdLst/>
              <a:ahLst/>
              <a:cxnLst/>
              <a:rect l="0" t="0" r="0" b="0"/>
              <a:pathLst>
                <a:path w="2094" h="2068">
                  <a:moveTo>
                    <a:pt x="1981" y="2067"/>
                  </a:moveTo>
                  <a:lnTo>
                    <a:pt x="0" y="1056"/>
                  </a:lnTo>
                  <a:lnTo>
                    <a:pt x="112" y="0"/>
                  </a:lnTo>
                  <a:lnTo>
                    <a:pt x="2093" y="15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6" name="oPE_MapPart_MEX_14_476" descr="Mexiko">
              <a:extLst>
                <a:ext uri="{FF2B5EF4-FFF2-40B4-BE49-F238E27FC236}">
                  <a16:creationId xmlns:a16="http://schemas.microsoft.com/office/drawing/2014/main" id="{2819C634-81FE-476F-3F4D-A18620D4693F}"/>
                </a:ext>
              </a:extLst>
            </p:cNvPr>
            <p:cNvSpPr/>
            <p:nvPr>
              <p:custDataLst>
                <p:tags r:id="rId476"/>
              </p:custDataLst>
            </p:nvPr>
          </p:nvSpPr>
          <p:spPr>
            <a:xfrm>
              <a:off x="3785967" y="3830666"/>
              <a:ext cx="2767" cy="5531"/>
            </a:xfrm>
            <a:custGeom>
              <a:avLst/>
              <a:gdLst/>
              <a:ahLst/>
              <a:cxnLst/>
              <a:rect l="0" t="0" r="0" b="0"/>
              <a:pathLst>
                <a:path w="2767" h="5531">
                  <a:moveTo>
                    <a:pt x="2579" y="1248"/>
                  </a:moveTo>
                  <a:lnTo>
                    <a:pt x="2691" y="2329"/>
                  </a:lnTo>
                  <a:lnTo>
                    <a:pt x="1832" y="1747"/>
                  </a:lnTo>
                  <a:lnTo>
                    <a:pt x="0" y="5530"/>
                  </a:lnTo>
                  <a:lnTo>
                    <a:pt x="859" y="791"/>
                  </a:lnTo>
                  <a:lnTo>
                    <a:pt x="276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7" name="oPE_MapPart_MEX_15_477" descr="Mexiko">
              <a:extLst>
                <a:ext uri="{FF2B5EF4-FFF2-40B4-BE49-F238E27FC236}">
                  <a16:creationId xmlns:a16="http://schemas.microsoft.com/office/drawing/2014/main" id="{DDE3CD41-6A27-4571-2E1E-2FB117ACD583}"/>
                </a:ext>
              </a:extLst>
            </p:cNvPr>
            <p:cNvSpPr/>
            <p:nvPr>
              <p:custDataLst>
                <p:tags r:id="rId477"/>
              </p:custDataLst>
            </p:nvPr>
          </p:nvSpPr>
          <p:spPr>
            <a:xfrm>
              <a:off x="3769555" y="3865983"/>
              <a:ext cx="6543" cy="4354"/>
            </a:xfrm>
            <a:custGeom>
              <a:avLst/>
              <a:gdLst/>
              <a:ahLst/>
              <a:cxnLst/>
              <a:rect l="0" t="0" r="0" b="0"/>
              <a:pathLst>
                <a:path w="6543" h="4354">
                  <a:moveTo>
                    <a:pt x="6542" y="3285"/>
                  </a:moveTo>
                  <a:lnTo>
                    <a:pt x="6280" y="4353"/>
                  </a:lnTo>
                  <a:lnTo>
                    <a:pt x="0" y="82"/>
                  </a:lnTo>
                  <a:lnTo>
                    <a:pt x="325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8" name="oPE_MapPart_MEX_16_478" descr="Mexiko">
              <a:extLst>
                <a:ext uri="{FF2B5EF4-FFF2-40B4-BE49-F238E27FC236}">
                  <a16:creationId xmlns:a16="http://schemas.microsoft.com/office/drawing/2014/main" id="{5A4BED0D-4680-A1A7-04CA-2526E87470A8}"/>
                </a:ext>
              </a:extLst>
            </p:cNvPr>
            <p:cNvSpPr/>
            <p:nvPr>
              <p:custDataLst>
                <p:tags r:id="rId478"/>
              </p:custDataLst>
            </p:nvPr>
          </p:nvSpPr>
          <p:spPr>
            <a:xfrm>
              <a:off x="3763685" y="3848835"/>
              <a:ext cx="4974" cy="16943"/>
            </a:xfrm>
            <a:custGeom>
              <a:avLst/>
              <a:gdLst/>
              <a:ahLst/>
              <a:cxnLst/>
              <a:rect l="0" t="0" r="0" b="0"/>
              <a:pathLst>
                <a:path w="4974" h="16943">
                  <a:moveTo>
                    <a:pt x="4973" y="16942"/>
                  </a:moveTo>
                  <a:lnTo>
                    <a:pt x="2767" y="14558"/>
                  </a:lnTo>
                  <a:lnTo>
                    <a:pt x="2505" y="12747"/>
                  </a:lnTo>
                  <a:lnTo>
                    <a:pt x="0" y="11389"/>
                  </a:lnTo>
                  <a:lnTo>
                    <a:pt x="1533" y="7680"/>
                  </a:lnTo>
                  <a:lnTo>
                    <a:pt x="2842" y="0"/>
                  </a:lnTo>
                  <a:lnTo>
                    <a:pt x="3440" y="1406"/>
                  </a:lnTo>
                  <a:lnTo>
                    <a:pt x="2094" y="10194"/>
                  </a:lnTo>
                  <a:lnTo>
                    <a:pt x="4748" y="160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9" name="oPE_MapPart_MDA_1_479" descr="Republik Moldau">
              <a:extLst>
                <a:ext uri="{FF2B5EF4-FFF2-40B4-BE49-F238E27FC236}">
                  <a16:creationId xmlns:a16="http://schemas.microsoft.com/office/drawing/2014/main" id="{D1D242B3-5213-CFC3-E95C-19286C18C386}"/>
                </a:ext>
              </a:extLst>
            </p:cNvPr>
            <p:cNvSpPr/>
            <p:nvPr>
              <p:custDataLst>
                <p:tags r:id="rId479"/>
              </p:custDataLst>
            </p:nvPr>
          </p:nvSpPr>
          <p:spPr>
            <a:xfrm>
              <a:off x="6648844" y="3237674"/>
              <a:ext cx="72938" cy="92175"/>
            </a:xfrm>
            <a:custGeom>
              <a:avLst/>
              <a:gdLst/>
              <a:ahLst/>
              <a:cxnLst/>
              <a:rect l="0" t="0" r="0" b="0"/>
              <a:pathLst>
                <a:path w="72938" h="92175">
                  <a:moveTo>
                    <a:pt x="0" y="6809"/>
                  </a:moveTo>
                  <a:lnTo>
                    <a:pt x="4748" y="2817"/>
                  </a:lnTo>
                  <a:lnTo>
                    <a:pt x="12673" y="3324"/>
                  </a:lnTo>
                  <a:lnTo>
                    <a:pt x="19327" y="0"/>
                  </a:lnTo>
                  <a:lnTo>
                    <a:pt x="24973" y="1916"/>
                  </a:lnTo>
                  <a:lnTo>
                    <a:pt x="29496" y="4899"/>
                  </a:lnTo>
                  <a:lnTo>
                    <a:pt x="30543" y="6921"/>
                  </a:lnTo>
                  <a:lnTo>
                    <a:pt x="34730" y="7483"/>
                  </a:lnTo>
                  <a:lnTo>
                    <a:pt x="35889" y="8268"/>
                  </a:lnTo>
                  <a:lnTo>
                    <a:pt x="35777" y="10399"/>
                  </a:lnTo>
                  <a:lnTo>
                    <a:pt x="36749" y="9839"/>
                  </a:lnTo>
                  <a:lnTo>
                    <a:pt x="38319" y="12079"/>
                  </a:lnTo>
                  <a:lnTo>
                    <a:pt x="39702" y="10231"/>
                  </a:lnTo>
                  <a:lnTo>
                    <a:pt x="44749" y="11183"/>
                  </a:lnTo>
                  <a:lnTo>
                    <a:pt x="47853" y="16383"/>
                  </a:lnTo>
                  <a:lnTo>
                    <a:pt x="52077" y="15992"/>
                  </a:lnTo>
                  <a:lnTo>
                    <a:pt x="53497" y="18558"/>
                  </a:lnTo>
                  <a:lnTo>
                    <a:pt x="53834" y="21844"/>
                  </a:lnTo>
                  <a:lnTo>
                    <a:pt x="52263" y="30664"/>
                  </a:lnTo>
                  <a:lnTo>
                    <a:pt x="60675" y="37345"/>
                  </a:lnTo>
                  <a:lnTo>
                    <a:pt x="60151" y="42845"/>
                  </a:lnTo>
                  <a:lnTo>
                    <a:pt x="61348" y="46739"/>
                  </a:lnTo>
                  <a:lnTo>
                    <a:pt x="67703" y="50842"/>
                  </a:lnTo>
                  <a:lnTo>
                    <a:pt x="69050" y="54009"/>
                  </a:lnTo>
                  <a:lnTo>
                    <a:pt x="68675" y="59616"/>
                  </a:lnTo>
                  <a:lnTo>
                    <a:pt x="72937" y="63091"/>
                  </a:lnTo>
                  <a:lnTo>
                    <a:pt x="71816" y="64500"/>
                  </a:lnTo>
                  <a:lnTo>
                    <a:pt x="66881" y="65313"/>
                  </a:lnTo>
                  <a:lnTo>
                    <a:pt x="64152" y="62332"/>
                  </a:lnTo>
                  <a:lnTo>
                    <a:pt x="62246" y="63850"/>
                  </a:lnTo>
                  <a:lnTo>
                    <a:pt x="55778" y="61789"/>
                  </a:lnTo>
                  <a:lnTo>
                    <a:pt x="53722" y="64446"/>
                  </a:lnTo>
                  <a:lnTo>
                    <a:pt x="53348" y="60051"/>
                  </a:lnTo>
                  <a:lnTo>
                    <a:pt x="48600" y="62060"/>
                  </a:lnTo>
                  <a:lnTo>
                    <a:pt x="47964" y="63091"/>
                  </a:lnTo>
                  <a:lnTo>
                    <a:pt x="48301" y="67153"/>
                  </a:lnTo>
                  <a:lnTo>
                    <a:pt x="49609" y="70504"/>
                  </a:lnTo>
                  <a:lnTo>
                    <a:pt x="48375" y="74333"/>
                  </a:lnTo>
                  <a:lnTo>
                    <a:pt x="44039" y="77669"/>
                  </a:lnTo>
                  <a:lnTo>
                    <a:pt x="43852" y="80248"/>
                  </a:lnTo>
                  <a:lnTo>
                    <a:pt x="38917" y="85767"/>
                  </a:lnTo>
                  <a:lnTo>
                    <a:pt x="39067" y="90148"/>
                  </a:lnTo>
                  <a:lnTo>
                    <a:pt x="33123" y="92174"/>
                  </a:lnTo>
                  <a:lnTo>
                    <a:pt x="30244" y="87745"/>
                  </a:lnTo>
                  <a:lnTo>
                    <a:pt x="32001" y="86302"/>
                  </a:lnTo>
                  <a:lnTo>
                    <a:pt x="30768" y="76648"/>
                  </a:lnTo>
                  <a:lnTo>
                    <a:pt x="31178" y="71638"/>
                  </a:lnTo>
                  <a:lnTo>
                    <a:pt x="33757" y="62277"/>
                  </a:lnTo>
                  <a:lnTo>
                    <a:pt x="33683" y="56515"/>
                  </a:lnTo>
                  <a:lnTo>
                    <a:pt x="30168" y="46301"/>
                  </a:lnTo>
                  <a:lnTo>
                    <a:pt x="25645" y="42131"/>
                  </a:lnTo>
                  <a:lnTo>
                    <a:pt x="20673" y="35250"/>
                  </a:lnTo>
                  <a:lnTo>
                    <a:pt x="14917" y="26011"/>
                  </a:lnTo>
                  <a:lnTo>
                    <a:pt x="11066" y="16160"/>
                  </a:lnTo>
                  <a:lnTo>
                    <a:pt x="7514" y="10063"/>
                  </a:lnTo>
                  <a:lnTo>
                    <a:pt x="1981" y="66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0" name="oPE_MapPart_MCO_1_480" descr="Monaco">
              <a:extLst>
                <a:ext uri="{FF2B5EF4-FFF2-40B4-BE49-F238E27FC236}">
                  <a16:creationId xmlns:a16="http://schemas.microsoft.com/office/drawing/2014/main" id="{6B2C2102-1E9B-5ABD-3FA1-612B359CC227}"/>
                </a:ext>
              </a:extLst>
            </p:cNvPr>
            <p:cNvSpPr/>
            <p:nvPr>
              <p:custDataLst>
                <p:tags r:id="rId480"/>
              </p:custDataLst>
            </p:nvPr>
          </p:nvSpPr>
          <p:spPr>
            <a:xfrm>
              <a:off x="6238660" y="3363926"/>
              <a:ext cx="22432" cy="31103"/>
            </a:xfrm>
            <a:custGeom>
              <a:avLst/>
              <a:gdLst/>
              <a:ahLst/>
              <a:cxnLst/>
              <a:rect l="0" t="0" r="0" b="0"/>
              <a:pathLst>
                <a:path w="22432" h="31103">
                  <a:moveTo>
                    <a:pt x="0" y="0"/>
                  </a:moveTo>
                  <a:lnTo>
                    <a:pt x="22431" y="0"/>
                  </a:lnTo>
                  <a:lnTo>
                    <a:pt x="22431" y="31102"/>
                  </a:lnTo>
                  <a:lnTo>
                    <a:pt x="0" y="3110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1" name="oPE_MapPart_MNG_1_481" descr="Mongolei">
              <a:extLst>
                <a:ext uri="{FF2B5EF4-FFF2-40B4-BE49-F238E27FC236}">
                  <a16:creationId xmlns:a16="http://schemas.microsoft.com/office/drawing/2014/main" id="{1347A311-902F-2504-0C11-C119C76BE108}"/>
                </a:ext>
              </a:extLst>
            </p:cNvPr>
            <p:cNvSpPr/>
            <p:nvPr>
              <p:custDataLst>
                <p:tags r:id="rId481"/>
              </p:custDataLst>
            </p:nvPr>
          </p:nvSpPr>
          <p:spPr>
            <a:xfrm>
              <a:off x="7918351" y="3119263"/>
              <a:ext cx="667840" cy="321030"/>
            </a:xfrm>
            <a:custGeom>
              <a:avLst/>
              <a:gdLst/>
              <a:ahLst/>
              <a:cxnLst/>
              <a:rect l="0" t="0" r="0" b="0"/>
              <a:pathLst>
                <a:path w="667840" h="321030">
                  <a:moveTo>
                    <a:pt x="1495" y="96835"/>
                  </a:moveTo>
                  <a:lnTo>
                    <a:pt x="4000" y="96720"/>
                  </a:lnTo>
                  <a:lnTo>
                    <a:pt x="7739" y="93802"/>
                  </a:lnTo>
                  <a:lnTo>
                    <a:pt x="8150" y="89845"/>
                  </a:lnTo>
                  <a:lnTo>
                    <a:pt x="9346" y="87604"/>
                  </a:lnTo>
                  <a:lnTo>
                    <a:pt x="18506" y="86511"/>
                  </a:lnTo>
                  <a:lnTo>
                    <a:pt x="22618" y="87719"/>
                  </a:lnTo>
                  <a:lnTo>
                    <a:pt x="24039" y="84783"/>
                  </a:lnTo>
                  <a:lnTo>
                    <a:pt x="26282" y="86913"/>
                  </a:lnTo>
                  <a:lnTo>
                    <a:pt x="28375" y="85993"/>
                  </a:lnTo>
                  <a:lnTo>
                    <a:pt x="31179" y="81958"/>
                  </a:lnTo>
                  <a:lnTo>
                    <a:pt x="34319" y="82477"/>
                  </a:lnTo>
                  <a:lnTo>
                    <a:pt x="39703" y="79069"/>
                  </a:lnTo>
                  <a:lnTo>
                    <a:pt x="39478" y="73102"/>
                  </a:lnTo>
                  <a:lnTo>
                    <a:pt x="46394" y="70488"/>
                  </a:lnTo>
                  <a:lnTo>
                    <a:pt x="48002" y="66937"/>
                  </a:lnTo>
                  <a:lnTo>
                    <a:pt x="60488" y="62794"/>
                  </a:lnTo>
                  <a:lnTo>
                    <a:pt x="68115" y="56471"/>
                  </a:lnTo>
                  <a:lnTo>
                    <a:pt x="76265" y="54769"/>
                  </a:lnTo>
                  <a:lnTo>
                    <a:pt x="82320" y="48294"/>
                  </a:lnTo>
                  <a:lnTo>
                    <a:pt x="92414" y="47173"/>
                  </a:lnTo>
                  <a:lnTo>
                    <a:pt x="94546" y="42267"/>
                  </a:lnTo>
                  <a:lnTo>
                    <a:pt x="95779" y="41793"/>
                  </a:lnTo>
                  <a:lnTo>
                    <a:pt x="101425" y="47587"/>
                  </a:lnTo>
                  <a:lnTo>
                    <a:pt x="103742" y="46819"/>
                  </a:lnTo>
                  <a:lnTo>
                    <a:pt x="104602" y="44633"/>
                  </a:lnTo>
                  <a:lnTo>
                    <a:pt x="107967" y="44633"/>
                  </a:lnTo>
                  <a:lnTo>
                    <a:pt x="109388" y="48707"/>
                  </a:lnTo>
                  <a:lnTo>
                    <a:pt x="111331" y="50357"/>
                  </a:lnTo>
                  <a:lnTo>
                    <a:pt x="135182" y="51888"/>
                  </a:lnTo>
                  <a:lnTo>
                    <a:pt x="137314" y="62794"/>
                  </a:lnTo>
                  <a:lnTo>
                    <a:pt x="142734" y="69208"/>
                  </a:lnTo>
                  <a:lnTo>
                    <a:pt x="149277" y="68568"/>
                  </a:lnTo>
                  <a:lnTo>
                    <a:pt x="153052" y="72057"/>
                  </a:lnTo>
                  <a:lnTo>
                    <a:pt x="161576" y="72870"/>
                  </a:lnTo>
                  <a:lnTo>
                    <a:pt x="167109" y="69558"/>
                  </a:lnTo>
                  <a:lnTo>
                    <a:pt x="170175" y="71244"/>
                  </a:lnTo>
                  <a:lnTo>
                    <a:pt x="172867" y="70023"/>
                  </a:lnTo>
                  <a:lnTo>
                    <a:pt x="178025" y="73160"/>
                  </a:lnTo>
                  <a:lnTo>
                    <a:pt x="191969" y="73741"/>
                  </a:lnTo>
                  <a:lnTo>
                    <a:pt x="196606" y="78664"/>
                  </a:lnTo>
                  <a:lnTo>
                    <a:pt x="199746" y="78317"/>
                  </a:lnTo>
                  <a:lnTo>
                    <a:pt x="204494" y="72812"/>
                  </a:lnTo>
                  <a:lnTo>
                    <a:pt x="209989" y="71709"/>
                  </a:lnTo>
                  <a:lnTo>
                    <a:pt x="213129" y="69499"/>
                  </a:lnTo>
                  <a:lnTo>
                    <a:pt x="215186" y="67462"/>
                  </a:lnTo>
                  <a:lnTo>
                    <a:pt x="217205" y="62619"/>
                  </a:lnTo>
                  <a:lnTo>
                    <a:pt x="218214" y="60163"/>
                  </a:lnTo>
                  <a:lnTo>
                    <a:pt x="218850" y="52653"/>
                  </a:lnTo>
                  <a:lnTo>
                    <a:pt x="213653" y="49002"/>
                  </a:lnTo>
                  <a:lnTo>
                    <a:pt x="212046" y="42089"/>
                  </a:lnTo>
                  <a:lnTo>
                    <a:pt x="209392" y="37819"/>
                  </a:lnTo>
                  <a:lnTo>
                    <a:pt x="209616" y="35620"/>
                  </a:lnTo>
                  <a:lnTo>
                    <a:pt x="211185" y="31869"/>
                  </a:lnTo>
                  <a:lnTo>
                    <a:pt x="211933" y="25776"/>
                  </a:lnTo>
                  <a:lnTo>
                    <a:pt x="213802" y="22420"/>
                  </a:lnTo>
                  <a:lnTo>
                    <a:pt x="217616" y="20559"/>
                  </a:lnTo>
                  <a:lnTo>
                    <a:pt x="220344" y="13456"/>
                  </a:lnTo>
                  <a:lnTo>
                    <a:pt x="226326" y="10677"/>
                  </a:lnTo>
                  <a:lnTo>
                    <a:pt x="228832" y="7167"/>
                  </a:lnTo>
                  <a:lnTo>
                    <a:pt x="231598" y="0"/>
                  </a:lnTo>
                  <a:lnTo>
                    <a:pt x="242252" y="6561"/>
                  </a:lnTo>
                  <a:lnTo>
                    <a:pt x="248757" y="8257"/>
                  </a:lnTo>
                  <a:lnTo>
                    <a:pt x="252944" y="12188"/>
                  </a:lnTo>
                  <a:lnTo>
                    <a:pt x="264309" y="13154"/>
                  </a:lnTo>
                  <a:lnTo>
                    <a:pt x="283263" y="22300"/>
                  </a:lnTo>
                  <a:lnTo>
                    <a:pt x="287188" y="21820"/>
                  </a:lnTo>
                  <a:lnTo>
                    <a:pt x="298441" y="25596"/>
                  </a:lnTo>
                  <a:lnTo>
                    <a:pt x="299339" y="26913"/>
                  </a:lnTo>
                  <a:lnTo>
                    <a:pt x="299264" y="33776"/>
                  </a:lnTo>
                  <a:lnTo>
                    <a:pt x="300161" y="35680"/>
                  </a:lnTo>
                  <a:lnTo>
                    <a:pt x="300572" y="42918"/>
                  </a:lnTo>
                  <a:lnTo>
                    <a:pt x="302703" y="46583"/>
                  </a:lnTo>
                  <a:lnTo>
                    <a:pt x="302105" y="50946"/>
                  </a:lnTo>
                  <a:lnTo>
                    <a:pt x="305843" y="52888"/>
                  </a:lnTo>
                  <a:lnTo>
                    <a:pt x="310292" y="57410"/>
                  </a:lnTo>
                  <a:lnTo>
                    <a:pt x="320236" y="60573"/>
                  </a:lnTo>
                  <a:lnTo>
                    <a:pt x="323190" y="63495"/>
                  </a:lnTo>
                  <a:lnTo>
                    <a:pt x="330031" y="65480"/>
                  </a:lnTo>
                  <a:lnTo>
                    <a:pt x="333545" y="64255"/>
                  </a:lnTo>
                  <a:lnTo>
                    <a:pt x="339303" y="65013"/>
                  </a:lnTo>
                  <a:lnTo>
                    <a:pt x="347340" y="60046"/>
                  </a:lnTo>
                  <a:lnTo>
                    <a:pt x="360388" y="57351"/>
                  </a:lnTo>
                  <a:lnTo>
                    <a:pt x="366369" y="54592"/>
                  </a:lnTo>
                  <a:lnTo>
                    <a:pt x="376612" y="56823"/>
                  </a:lnTo>
                  <a:lnTo>
                    <a:pt x="383716" y="60104"/>
                  </a:lnTo>
                  <a:lnTo>
                    <a:pt x="393959" y="59870"/>
                  </a:lnTo>
                  <a:lnTo>
                    <a:pt x="404801" y="70314"/>
                  </a:lnTo>
                  <a:lnTo>
                    <a:pt x="419007" y="71651"/>
                  </a:lnTo>
                  <a:lnTo>
                    <a:pt x="420016" y="81150"/>
                  </a:lnTo>
                  <a:lnTo>
                    <a:pt x="429175" y="89385"/>
                  </a:lnTo>
                  <a:lnTo>
                    <a:pt x="433475" y="91681"/>
                  </a:lnTo>
                  <a:lnTo>
                    <a:pt x="446410" y="91337"/>
                  </a:lnTo>
                  <a:lnTo>
                    <a:pt x="466411" y="96549"/>
                  </a:lnTo>
                  <a:lnTo>
                    <a:pt x="471159" y="95004"/>
                  </a:lnTo>
                  <a:lnTo>
                    <a:pt x="476990" y="97407"/>
                  </a:lnTo>
                  <a:lnTo>
                    <a:pt x="490038" y="90648"/>
                  </a:lnTo>
                  <a:lnTo>
                    <a:pt x="505440" y="88466"/>
                  </a:lnTo>
                  <a:lnTo>
                    <a:pt x="514075" y="85014"/>
                  </a:lnTo>
                  <a:lnTo>
                    <a:pt x="520543" y="85301"/>
                  </a:lnTo>
                  <a:lnTo>
                    <a:pt x="525740" y="82304"/>
                  </a:lnTo>
                  <a:lnTo>
                    <a:pt x="527983" y="76523"/>
                  </a:lnTo>
                  <a:lnTo>
                    <a:pt x="536507" y="69732"/>
                  </a:lnTo>
                  <a:lnTo>
                    <a:pt x="551498" y="61099"/>
                  </a:lnTo>
                  <a:lnTo>
                    <a:pt x="560769" y="62385"/>
                  </a:lnTo>
                  <a:lnTo>
                    <a:pt x="566190" y="65480"/>
                  </a:lnTo>
                  <a:lnTo>
                    <a:pt x="571797" y="71651"/>
                  </a:lnTo>
                  <a:lnTo>
                    <a:pt x="575013" y="73334"/>
                  </a:lnTo>
                  <a:lnTo>
                    <a:pt x="581032" y="73857"/>
                  </a:lnTo>
                  <a:lnTo>
                    <a:pt x="589668" y="69616"/>
                  </a:lnTo>
                  <a:lnTo>
                    <a:pt x="594191" y="70662"/>
                  </a:lnTo>
                  <a:lnTo>
                    <a:pt x="598342" y="72522"/>
                  </a:lnTo>
                  <a:lnTo>
                    <a:pt x="601070" y="75654"/>
                  </a:lnTo>
                  <a:lnTo>
                    <a:pt x="587424" y="108852"/>
                  </a:lnTo>
                  <a:lnTo>
                    <a:pt x="583163" y="115306"/>
                  </a:lnTo>
                  <a:lnTo>
                    <a:pt x="582415" y="125557"/>
                  </a:lnTo>
                  <a:lnTo>
                    <a:pt x="577032" y="129258"/>
                  </a:lnTo>
                  <a:lnTo>
                    <a:pt x="577704" y="135017"/>
                  </a:lnTo>
                  <a:lnTo>
                    <a:pt x="578901" y="137192"/>
                  </a:lnTo>
                  <a:lnTo>
                    <a:pt x="584770" y="142978"/>
                  </a:lnTo>
                  <a:lnTo>
                    <a:pt x="591686" y="137694"/>
                  </a:lnTo>
                  <a:lnTo>
                    <a:pt x="602678" y="137360"/>
                  </a:lnTo>
                  <a:lnTo>
                    <a:pt x="609108" y="139309"/>
                  </a:lnTo>
                  <a:lnTo>
                    <a:pt x="614940" y="144088"/>
                  </a:lnTo>
                  <a:lnTo>
                    <a:pt x="623613" y="133677"/>
                  </a:lnTo>
                  <a:lnTo>
                    <a:pt x="631464" y="132392"/>
                  </a:lnTo>
                  <a:lnTo>
                    <a:pt x="638753" y="133789"/>
                  </a:lnTo>
                  <a:lnTo>
                    <a:pt x="644212" y="140811"/>
                  </a:lnTo>
                  <a:lnTo>
                    <a:pt x="650903" y="143977"/>
                  </a:lnTo>
                  <a:lnTo>
                    <a:pt x="652548" y="147969"/>
                  </a:lnTo>
                  <a:lnTo>
                    <a:pt x="655240" y="149573"/>
                  </a:lnTo>
                  <a:lnTo>
                    <a:pt x="655950" y="151508"/>
                  </a:lnTo>
                  <a:lnTo>
                    <a:pt x="663952" y="159498"/>
                  </a:lnTo>
                  <a:lnTo>
                    <a:pt x="665558" y="164712"/>
                  </a:lnTo>
                  <a:lnTo>
                    <a:pt x="667839" y="168379"/>
                  </a:lnTo>
                  <a:lnTo>
                    <a:pt x="667204" y="174000"/>
                  </a:lnTo>
                  <a:lnTo>
                    <a:pt x="663876" y="176015"/>
                  </a:lnTo>
                  <a:lnTo>
                    <a:pt x="652548" y="175035"/>
                  </a:lnTo>
                  <a:lnTo>
                    <a:pt x="645932" y="171329"/>
                  </a:lnTo>
                  <a:lnTo>
                    <a:pt x="643427" y="173401"/>
                  </a:lnTo>
                  <a:lnTo>
                    <a:pt x="634828" y="172638"/>
                  </a:lnTo>
                  <a:lnTo>
                    <a:pt x="629893" y="174164"/>
                  </a:lnTo>
                  <a:lnTo>
                    <a:pt x="623052" y="178679"/>
                  </a:lnTo>
                  <a:lnTo>
                    <a:pt x="616734" y="176613"/>
                  </a:lnTo>
                  <a:lnTo>
                    <a:pt x="614565" y="183345"/>
                  </a:lnTo>
                  <a:lnTo>
                    <a:pt x="603239" y="182911"/>
                  </a:lnTo>
                  <a:lnTo>
                    <a:pt x="598565" y="185510"/>
                  </a:lnTo>
                  <a:lnTo>
                    <a:pt x="594303" y="191343"/>
                  </a:lnTo>
                  <a:lnTo>
                    <a:pt x="591313" y="197585"/>
                  </a:lnTo>
                  <a:lnTo>
                    <a:pt x="591874" y="200322"/>
                  </a:lnTo>
                  <a:lnTo>
                    <a:pt x="590976" y="201983"/>
                  </a:lnTo>
                  <a:lnTo>
                    <a:pt x="580247" y="210319"/>
                  </a:lnTo>
                  <a:lnTo>
                    <a:pt x="569480" y="212343"/>
                  </a:lnTo>
                  <a:lnTo>
                    <a:pt x="564434" y="212715"/>
                  </a:lnTo>
                  <a:lnTo>
                    <a:pt x="560694" y="211491"/>
                  </a:lnTo>
                  <a:lnTo>
                    <a:pt x="556994" y="212343"/>
                  </a:lnTo>
                  <a:lnTo>
                    <a:pt x="554040" y="217870"/>
                  </a:lnTo>
                  <a:lnTo>
                    <a:pt x="547011" y="224700"/>
                  </a:lnTo>
                  <a:lnTo>
                    <a:pt x="536769" y="231293"/>
                  </a:lnTo>
                  <a:lnTo>
                    <a:pt x="518488" y="227288"/>
                  </a:lnTo>
                  <a:lnTo>
                    <a:pt x="512356" y="222163"/>
                  </a:lnTo>
                  <a:lnTo>
                    <a:pt x="501702" y="221950"/>
                  </a:lnTo>
                  <a:lnTo>
                    <a:pt x="495945" y="228923"/>
                  </a:lnTo>
                  <a:lnTo>
                    <a:pt x="491384" y="242363"/>
                  </a:lnTo>
                  <a:lnTo>
                    <a:pt x="495533" y="249877"/>
                  </a:lnTo>
                  <a:lnTo>
                    <a:pt x="500430" y="254868"/>
                  </a:lnTo>
                  <a:lnTo>
                    <a:pt x="502375" y="258291"/>
                  </a:lnTo>
                  <a:lnTo>
                    <a:pt x="502413" y="261293"/>
                  </a:lnTo>
                  <a:lnTo>
                    <a:pt x="499047" y="262638"/>
                  </a:lnTo>
                  <a:lnTo>
                    <a:pt x="494411" y="267437"/>
                  </a:lnTo>
                  <a:lnTo>
                    <a:pt x="483196" y="271863"/>
                  </a:lnTo>
                  <a:lnTo>
                    <a:pt x="470597" y="288032"/>
                  </a:lnTo>
                  <a:lnTo>
                    <a:pt x="448541" y="297479"/>
                  </a:lnTo>
                  <a:lnTo>
                    <a:pt x="424278" y="297226"/>
                  </a:lnTo>
                  <a:lnTo>
                    <a:pt x="395193" y="301679"/>
                  </a:lnTo>
                  <a:lnTo>
                    <a:pt x="362519" y="317076"/>
                  </a:lnTo>
                  <a:lnTo>
                    <a:pt x="358032" y="321029"/>
                  </a:lnTo>
                  <a:lnTo>
                    <a:pt x="355528" y="319729"/>
                  </a:lnTo>
                  <a:lnTo>
                    <a:pt x="348013" y="319279"/>
                  </a:lnTo>
                  <a:lnTo>
                    <a:pt x="348013" y="313214"/>
                  </a:lnTo>
                  <a:lnTo>
                    <a:pt x="331638" y="316725"/>
                  </a:lnTo>
                  <a:lnTo>
                    <a:pt x="318405" y="309595"/>
                  </a:lnTo>
                  <a:lnTo>
                    <a:pt x="299376" y="305364"/>
                  </a:lnTo>
                  <a:lnTo>
                    <a:pt x="295563" y="303750"/>
                  </a:lnTo>
                  <a:lnTo>
                    <a:pt x="289058" y="295756"/>
                  </a:lnTo>
                  <a:lnTo>
                    <a:pt x="285619" y="294640"/>
                  </a:lnTo>
                  <a:lnTo>
                    <a:pt x="254252" y="290729"/>
                  </a:lnTo>
                  <a:lnTo>
                    <a:pt x="243523" y="293828"/>
                  </a:lnTo>
                  <a:lnTo>
                    <a:pt x="196530" y="287573"/>
                  </a:lnTo>
                  <a:lnTo>
                    <a:pt x="179483" y="289508"/>
                  </a:lnTo>
                  <a:lnTo>
                    <a:pt x="177726" y="283646"/>
                  </a:lnTo>
                  <a:lnTo>
                    <a:pt x="168567" y="273764"/>
                  </a:lnTo>
                  <a:lnTo>
                    <a:pt x="168231" y="270680"/>
                  </a:lnTo>
                  <a:lnTo>
                    <a:pt x="161650" y="254297"/>
                  </a:lnTo>
                  <a:lnTo>
                    <a:pt x="157502" y="251854"/>
                  </a:lnTo>
                  <a:lnTo>
                    <a:pt x="157987" y="244924"/>
                  </a:lnTo>
                  <a:lnTo>
                    <a:pt x="151744" y="245446"/>
                  </a:lnTo>
                  <a:lnTo>
                    <a:pt x="144754" y="242834"/>
                  </a:lnTo>
                  <a:lnTo>
                    <a:pt x="134099" y="234238"/>
                  </a:lnTo>
                  <a:lnTo>
                    <a:pt x="129089" y="233397"/>
                  </a:lnTo>
                  <a:lnTo>
                    <a:pt x="122809" y="226760"/>
                  </a:lnTo>
                  <a:lnTo>
                    <a:pt x="119892" y="225493"/>
                  </a:lnTo>
                  <a:lnTo>
                    <a:pt x="104789" y="222797"/>
                  </a:lnTo>
                  <a:lnTo>
                    <a:pt x="97237" y="223590"/>
                  </a:lnTo>
                  <a:lnTo>
                    <a:pt x="89050" y="221845"/>
                  </a:lnTo>
                  <a:lnTo>
                    <a:pt x="79779" y="221580"/>
                  </a:lnTo>
                  <a:lnTo>
                    <a:pt x="74133" y="220362"/>
                  </a:lnTo>
                  <a:lnTo>
                    <a:pt x="68676" y="217445"/>
                  </a:lnTo>
                  <a:lnTo>
                    <a:pt x="65087" y="218082"/>
                  </a:lnTo>
                  <a:lnTo>
                    <a:pt x="60638" y="208346"/>
                  </a:lnTo>
                  <a:lnTo>
                    <a:pt x="61610" y="202251"/>
                  </a:lnTo>
                  <a:lnTo>
                    <a:pt x="67704" y="193175"/>
                  </a:lnTo>
                  <a:lnTo>
                    <a:pt x="65797" y="186105"/>
                  </a:lnTo>
                  <a:lnTo>
                    <a:pt x="68264" y="177212"/>
                  </a:lnTo>
                  <a:lnTo>
                    <a:pt x="67368" y="171656"/>
                  </a:lnTo>
                  <a:lnTo>
                    <a:pt x="64937" y="165424"/>
                  </a:lnTo>
                  <a:lnTo>
                    <a:pt x="61760" y="163944"/>
                  </a:lnTo>
                  <a:lnTo>
                    <a:pt x="57199" y="155315"/>
                  </a:lnTo>
                  <a:lnTo>
                    <a:pt x="53759" y="143977"/>
                  </a:lnTo>
                  <a:lnTo>
                    <a:pt x="49012" y="141200"/>
                  </a:lnTo>
                  <a:lnTo>
                    <a:pt x="47478" y="137081"/>
                  </a:lnTo>
                  <a:lnTo>
                    <a:pt x="42282" y="138640"/>
                  </a:lnTo>
                  <a:lnTo>
                    <a:pt x="36077" y="132392"/>
                  </a:lnTo>
                  <a:lnTo>
                    <a:pt x="30169" y="133900"/>
                  </a:lnTo>
                  <a:lnTo>
                    <a:pt x="27104" y="133230"/>
                  </a:lnTo>
                  <a:lnTo>
                    <a:pt x="17309" y="126455"/>
                  </a:lnTo>
                  <a:lnTo>
                    <a:pt x="16076" y="121341"/>
                  </a:lnTo>
                  <a:lnTo>
                    <a:pt x="4934" y="115984"/>
                  </a:lnTo>
                  <a:lnTo>
                    <a:pt x="4748" y="114459"/>
                  </a:lnTo>
                  <a:lnTo>
                    <a:pt x="6579" y="111176"/>
                  </a:lnTo>
                  <a:lnTo>
                    <a:pt x="1832" y="108568"/>
                  </a:lnTo>
                  <a:lnTo>
                    <a:pt x="0" y="105728"/>
                  </a:lnTo>
                  <a:lnTo>
                    <a:pt x="2692" y="101972"/>
                  </a:lnTo>
                  <a:lnTo>
                    <a:pt x="1720" y="982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2" name="oPE_MapPart_MNE_1_482" descr="Montenegro">
              <a:extLst>
                <a:ext uri="{FF2B5EF4-FFF2-40B4-BE49-F238E27FC236}">
                  <a16:creationId xmlns:a16="http://schemas.microsoft.com/office/drawing/2014/main" id="{FC726D70-6DE9-2153-28C8-37F7B06EA8DE}"/>
                </a:ext>
              </a:extLst>
            </p:cNvPr>
            <p:cNvSpPr/>
            <p:nvPr>
              <p:custDataLst>
                <p:tags r:id="rId482"/>
              </p:custDataLst>
            </p:nvPr>
          </p:nvSpPr>
          <p:spPr>
            <a:xfrm>
              <a:off x="6478931" y="3385617"/>
              <a:ext cx="39666" cy="47062"/>
            </a:xfrm>
            <a:custGeom>
              <a:avLst/>
              <a:gdLst/>
              <a:ahLst/>
              <a:cxnLst/>
              <a:rect l="0" t="0" r="0" b="0"/>
              <a:pathLst>
                <a:path w="39666" h="47062">
                  <a:moveTo>
                    <a:pt x="15738" y="52"/>
                  </a:moveTo>
                  <a:lnTo>
                    <a:pt x="16225" y="2422"/>
                  </a:lnTo>
                  <a:lnTo>
                    <a:pt x="24450" y="10335"/>
                  </a:lnTo>
                  <a:lnTo>
                    <a:pt x="31290" y="12947"/>
                  </a:lnTo>
                  <a:lnTo>
                    <a:pt x="38020" y="17088"/>
                  </a:lnTo>
                  <a:lnTo>
                    <a:pt x="39665" y="19436"/>
                  </a:lnTo>
                  <a:lnTo>
                    <a:pt x="36450" y="22187"/>
                  </a:lnTo>
                  <a:lnTo>
                    <a:pt x="33571" y="22034"/>
                  </a:lnTo>
                  <a:lnTo>
                    <a:pt x="33047" y="22849"/>
                  </a:lnTo>
                  <a:lnTo>
                    <a:pt x="34320" y="25696"/>
                  </a:lnTo>
                  <a:lnTo>
                    <a:pt x="33796" y="28083"/>
                  </a:lnTo>
                  <a:lnTo>
                    <a:pt x="28038" y="30061"/>
                  </a:lnTo>
                  <a:lnTo>
                    <a:pt x="26991" y="28692"/>
                  </a:lnTo>
                  <a:lnTo>
                    <a:pt x="26804" y="25595"/>
                  </a:lnTo>
                  <a:lnTo>
                    <a:pt x="25272" y="25747"/>
                  </a:lnTo>
                  <a:lnTo>
                    <a:pt x="17496" y="38607"/>
                  </a:lnTo>
                  <a:lnTo>
                    <a:pt x="19178" y="41479"/>
                  </a:lnTo>
                  <a:lnTo>
                    <a:pt x="18804" y="47061"/>
                  </a:lnTo>
                  <a:lnTo>
                    <a:pt x="15552" y="44850"/>
                  </a:lnTo>
                  <a:lnTo>
                    <a:pt x="14206" y="41731"/>
                  </a:lnTo>
                  <a:lnTo>
                    <a:pt x="9495" y="36436"/>
                  </a:lnTo>
                  <a:lnTo>
                    <a:pt x="4075" y="32846"/>
                  </a:lnTo>
                  <a:lnTo>
                    <a:pt x="4336" y="31024"/>
                  </a:lnTo>
                  <a:lnTo>
                    <a:pt x="1645" y="31277"/>
                  </a:lnTo>
                  <a:lnTo>
                    <a:pt x="0" y="28743"/>
                  </a:lnTo>
                  <a:lnTo>
                    <a:pt x="2243" y="25392"/>
                  </a:lnTo>
                  <a:lnTo>
                    <a:pt x="598" y="21576"/>
                  </a:lnTo>
                  <a:lnTo>
                    <a:pt x="486" y="15300"/>
                  </a:lnTo>
                  <a:lnTo>
                    <a:pt x="3850" y="14482"/>
                  </a:lnTo>
                  <a:lnTo>
                    <a:pt x="4934" y="8694"/>
                  </a:lnTo>
                  <a:lnTo>
                    <a:pt x="8598" y="5407"/>
                  </a:lnTo>
                  <a:lnTo>
                    <a:pt x="12225" y="6948"/>
                  </a:lnTo>
                  <a:lnTo>
                    <a:pt x="12449" y="5098"/>
                  </a:lnTo>
                  <a:lnTo>
                    <a:pt x="10655" y="258"/>
                  </a:lnTo>
                  <a:lnTo>
                    <a:pt x="1510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3" name="oPE_MapPart_MSR_1_483" descr="Montserrat">
              <a:extLst>
                <a:ext uri="{FF2B5EF4-FFF2-40B4-BE49-F238E27FC236}">
                  <a16:creationId xmlns:a16="http://schemas.microsoft.com/office/drawing/2014/main" id="{EB1212B6-2986-F3B7-450A-F2E6DD958152}"/>
                </a:ext>
              </a:extLst>
            </p:cNvPr>
            <p:cNvSpPr/>
            <p:nvPr>
              <p:custDataLst>
                <p:tags r:id="rId483"/>
              </p:custDataLst>
            </p:nvPr>
          </p:nvSpPr>
          <p:spPr>
            <a:xfrm>
              <a:off x="4793258" y="4027366"/>
              <a:ext cx="22432" cy="23425"/>
            </a:xfrm>
            <a:custGeom>
              <a:avLst/>
              <a:gdLst/>
              <a:ahLst/>
              <a:cxnLst/>
              <a:rect l="0" t="0" r="0" b="0"/>
              <a:pathLst>
                <a:path w="22432" h="23425">
                  <a:moveTo>
                    <a:pt x="0" y="0"/>
                  </a:moveTo>
                  <a:lnTo>
                    <a:pt x="22431" y="0"/>
                  </a:lnTo>
                  <a:lnTo>
                    <a:pt x="22431" y="23424"/>
                  </a:lnTo>
                  <a:lnTo>
                    <a:pt x="0" y="2342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4" name="oPE_MapPart_MAR_1_484" descr="Marokko">
              <a:extLst>
                <a:ext uri="{FF2B5EF4-FFF2-40B4-BE49-F238E27FC236}">
                  <a16:creationId xmlns:a16="http://schemas.microsoft.com/office/drawing/2014/main" id="{FF1C24F2-196E-72A3-83BE-8EB1AA059E5F}"/>
                </a:ext>
              </a:extLst>
            </p:cNvPr>
            <p:cNvSpPr/>
            <p:nvPr>
              <p:custDataLst>
                <p:tags r:id="rId484"/>
              </p:custDataLst>
            </p:nvPr>
          </p:nvSpPr>
          <p:spPr>
            <a:xfrm>
              <a:off x="5742865" y="3591364"/>
              <a:ext cx="331004" cy="344963"/>
            </a:xfrm>
            <a:custGeom>
              <a:avLst/>
              <a:gdLst/>
              <a:ahLst/>
              <a:cxnLst/>
              <a:rect l="0" t="0" r="0" b="0"/>
              <a:pathLst>
                <a:path w="331004" h="344963">
                  <a:moveTo>
                    <a:pt x="307040" y="21082"/>
                  </a:moveTo>
                  <a:lnTo>
                    <a:pt x="308872" y="24461"/>
                  </a:lnTo>
                  <a:lnTo>
                    <a:pt x="315825" y="29974"/>
                  </a:lnTo>
                  <a:lnTo>
                    <a:pt x="314704" y="33656"/>
                  </a:lnTo>
                  <a:lnTo>
                    <a:pt x="317021" y="36470"/>
                  </a:lnTo>
                  <a:lnTo>
                    <a:pt x="315937" y="39688"/>
                  </a:lnTo>
                  <a:lnTo>
                    <a:pt x="317695" y="44484"/>
                  </a:lnTo>
                  <a:lnTo>
                    <a:pt x="317545" y="54357"/>
                  </a:lnTo>
                  <a:lnTo>
                    <a:pt x="319265" y="59748"/>
                  </a:lnTo>
                  <a:lnTo>
                    <a:pt x="318255" y="65931"/>
                  </a:lnTo>
                  <a:lnTo>
                    <a:pt x="323003" y="79133"/>
                  </a:lnTo>
                  <a:lnTo>
                    <a:pt x="330069" y="84862"/>
                  </a:lnTo>
                  <a:lnTo>
                    <a:pt x="331003" y="86945"/>
                  </a:lnTo>
                  <a:lnTo>
                    <a:pt x="327377" y="90178"/>
                  </a:lnTo>
                  <a:lnTo>
                    <a:pt x="327676" y="95834"/>
                  </a:lnTo>
                  <a:lnTo>
                    <a:pt x="302292" y="95260"/>
                  </a:lnTo>
                  <a:lnTo>
                    <a:pt x="293656" y="96628"/>
                  </a:lnTo>
                  <a:lnTo>
                    <a:pt x="292273" y="97422"/>
                  </a:lnTo>
                  <a:lnTo>
                    <a:pt x="290478" y="102488"/>
                  </a:lnTo>
                  <a:lnTo>
                    <a:pt x="281693" y="105655"/>
                  </a:lnTo>
                  <a:lnTo>
                    <a:pt x="274889" y="106050"/>
                  </a:lnTo>
                  <a:lnTo>
                    <a:pt x="273244" y="107719"/>
                  </a:lnTo>
                  <a:lnTo>
                    <a:pt x="274441" y="114032"/>
                  </a:lnTo>
                  <a:lnTo>
                    <a:pt x="273506" y="118013"/>
                  </a:lnTo>
                  <a:lnTo>
                    <a:pt x="277842" y="121201"/>
                  </a:lnTo>
                  <a:lnTo>
                    <a:pt x="276983" y="123687"/>
                  </a:lnTo>
                  <a:lnTo>
                    <a:pt x="270365" y="124908"/>
                  </a:lnTo>
                  <a:lnTo>
                    <a:pt x="263337" y="130087"/>
                  </a:lnTo>
                  <a:lnTo>
                    <a:pt x="249953" y="135733"/>
                  </a:lnTo>
                  <a:lnTo>
                    <a:pt x="245542" y="142921"/>
                  </a:lnTo>
                  <a:lnTo>
                    <a:pt x="239972" y="147932"/>
                  </a:lnTo>
                  <a:lnTo>
                    <a:pt x="228420" y="150951"/>
                  </a:lnTo>
                  <a:lnTo>
                    <a:pt x="218550" y="151209"/>
                  </a:lnTo>
                  <a:lnTo>
                    <a:pt x="217691" y="155041"/>
                  </a:lnTo>
                  <a:lnTo>
                    <a:pt x="215335" y="157234"/>
                  </a:lnTo>
                  <a:lnTo>
                    <a:pt x="204793" y="156031"/>
                  </a:lnTo>
                  <a:lnTo>
                    <a:pt x="197653" y="161443"/>
                  </a:lnTo>
                  <a:lnTo>
                    <a:pt x="193502" y="162473"/>
                  </a:lnTo>
                  <a:lnTo>
                    <a:pt x="181465" y="171249"/>
                  </a:lnTo>
                  <a:lnTo>
                    <a:pt x="172904" y="178120"/>
                  </a:lnTo>
                  <a:lnTo>
                    <a:pt x="172791" y="202463"/>
                  </a:lnTo>
                  <a:lnTo>
                    <a:pt x="169988" y="202463"/>
                  </a:lnTo>
                  <a:lnTo>
                    <a:pt x="171334" y="213372"/>
                  </a:lnTo>
                  <a:lnTo>
                    <a:pt x="170474" y="215011"/>
                  </a:lnTo>
                  <a:lnTo>
                    <a:pt x="157651" y="215766"/>
                  </a:lnTo>
                  <a:lnTo>
                    <a:pt x="150921" y="221052"/>
                  </a:lnTo>
                  <a:lnTo>
                    <a:pt x="149239" y="221303"/>
                  </a:lnTo>
                  <a:lnTo>
                    <a:pt x="144753" y="219920"/>
                  </a:lnTo>
                  <a:lnTo>
                    <a:pt x="140230" y="221052"/>
                  </a:lnTo>
                  <a:lnTo>
                    <a:pt x="133986" y="218033"/>
                  </a:lnTo>
                  <a:lnTo>
                    <a:pt x="129687" y="217362"/>
                  </a:lnTo>
                  <a:lnTo>
                    <a:pt x="116528" y="220549"/>
                  </a:lnTo>
                  <a:lnTo>
                    <a:pt x="118098" y="223774"/>
                  </a:lnTo>
                  <a:lnTo>
                    <a:pt x="117649" y="226368"/>
                  </a:lnTo>
                  <a:lnTo>
                    <a:pt x="111444" y="234178"/>
                  </a:lnTo>
                  <a:lnTo>
                    <a:pt x="109761" y="238636"/>
                  </a:lnTo>
                  <a:lnTo>
                    <a:pt x="103256" y="240301"/>
                  </a:lnTo>
                  <a:lnTo>
                    <a:pt x="102621" y="241257"/>
                  </a:lnTo>
                  <a:lnTo>
                    <a:pt x="97461" y="261479"/>
                  </a:lnTo>
                  <a:lnTo>
                    <a:pt x="94957" y="267912"/>
                  </a:lnTo>
                  <a:lnTo>
                    <a:pt x="83330" y="276139"/>
                  </a:lnTo>
                  <a:lnTo>
                    <a:pt x="76676" y="287290"/>
                  </a:lnTo>
                  <a:lnTo>
                    <a:pt x="67105" y="291624"/>
                  </a:lnTo>
                  <a:lnTo>
                    <a:pt x="64638" y="293870"/>
                  </a:lnTo>
                  <a:lnTo>
                    <a:pt x="61946" y="300232"/>
                  </a:lnTo>
                  <a:lnTo>
                    <a:pt x="60264" y="307272"/>
                  </a:lnTo>
                  <a:lnTo>
                    <a:pt x="57759" y="325022"/>
                  </a:lnTo>
                  <a:lnTo>
                    <a:pt x="49273" y="335108"/>
                  </a:lnTo>
                  <a:lnTo>
                    <a:pt x="49684" y="337564"/>
                  </a:lnTo>
                  <a:lnTo>
                    <a:pt x="46768" y="343154"/>
                  </a:lnTo>
                  <a:lnTo>
                    <a:pt x="42207" y="344480"/>
                  </a:lnTo>
                  <a:lnTo>
                    <a:pt x="19963" y="343154"/>
                  </a:lnTo>
                  <a:lnTo>
                    <a:pt x="5645" y="343837"/>
                  </a:lnTo>
                  <a:lnTo>
                    <a:pt x="0" y="344962"/>
                  </a:lnTo>
                  <a:lnTo>
                    <a:pt x="1495" y="334222"/>
                  </a:lnTo>
                  <a:lnTo>
                    <a:pt x="4337" y="328414"/>
                  </a:lnTo>
                  <a:lnTo>
                    <a:pt x="6617" y="325829"/>
                  </a:lnTo>
                  <a:lnTo>
                    <a:pt x="10131" y="324537"/>
                  </a:lnTo>
                  <a:lnTo>
                    <a:pt x="13384" y="318631"/>
                  </a:lnTo>
                  <a:lnTo>
                    <a:pt x="14505" y="313240"/>
                  </a:lnTo>
                  <a:lnTo>
                    <a:pt x="17309" y="308775"/>
                  </a:lnTo>
                  <a:lnTo>
                    <a:pt x="16449" y="307312"/>
                  </a:lnTo>
                  <a:lnTo>
                    <a:pt x="25197" y="291583"/>
                  </a:lnTo>
                  <a:lnTo>
                    <a:pt x="24935" y="290439"/>
                  </a:lnTo>
                  <a:lnTo>
                    <a:pt x="21234" y="294360"/>
                  </a:lnTo>
                  <a:lnTo>
                    <a:pt x="22917" y="290398"/>
                  </a:lnTo>
                  <a:lnTo>
                    <a:pt x="29421" y="285202"/>
                  </a:lnTo>
                  <a:lnTo>
                    <a:pt x="37684" y="275975"/>
                  </a:lnTo>
                  <a:lnTo>
                    <a:pt x="40787" y="274373"/>
                  </a:lnTo>
                  <a:lnTo>
                    <a:pt x="43590" y="270465"/>
                  </a:lnTo>
                  <a:lnTo>
                    <a:pt x="45871" y="254783"/>
                  </a:lnTo>
                  <a:lnTo>
                    <a:pt x="51516" y="242754"/>
                  </a:lnTo>
                  <a:lnTo>
                    <a:pt x="53759" y="235178"/>
                  </a:lnTo>
                  <a:lnTo>
                    <a:pt x="71180" y="223984"/>
                  </a:lnTo>
                  <a:lnTo>
                    <a:pt x="79480" y="202505"/>
                  </a:lnTo>
                  <a:lnTo>
                    <a:pt x="84190" y="196420"/>
                  </a:lnTo>
                  <a:lnTo>
                    <a:pt x="87405" y="194897"/>
                  </a:lnTo>
                  <a:lnTo>
                    <a:pt x="94172" y="194177"/>
                  </a:lnTo>
                  <a:lnTo>
                    <a:pt x="104191" y="191381"/>
                  </a:lnTo>
                  <a:lnTo>
                    <a:pt x="113200" y="187096"/>
                  </a:lnTo>
                  <a:lnTo>
                    <a:pt x="122995" y="177566"/>
                  </a:lnTo>
                  <a:lnTo>
                    <a:pt x="135332" y="169240"/>
                  </a:lnTo>
                  <a:lnTo>
                    <a:pt x="141276" y="161743"/>
                  </a:lnTo>
                  <a:lnTo>
                    <a:pt x="150772" y="147932"/>
                  </a:lnTo>
                  <a:lnTo>
                    <a:pt x="152342" y="144305"/>
                  </a:lnTo>
                  <a:lnTo>
                    <a:pt x="153239" y="138420"/>
                  </a:lnTo>
                  <a:lnTo>
                    <a:pt x="152641" y="136166"/>
                  </a:lnTo>
                  <a:lnTo>
                    <a:pt x="148492" y="131391"/>
                  </a:lnTo>
                  <a:lnTo>
                    <a:pt x="148043" y="129609"/>
                  </a:lnTo>
                  <a:lnTo>
                    <a:pt x="148940" y="126519"/>
                  </a:lnTo>
                  <a:lnTo>
                    <a:pt x="149426" y="112499"/>
                  </a:lnTo>
                  <a:lnTo>
                    <a:pt x="152193" y="105523"/>
                  </a:lnTo>
                  <a:lnTo>
                    <a:pt x="158996" y="96319"/>
                  </a:lnTo>
                  <a:lnTo>
                    <a:pt x="160268" y="92565"/>
                  </a:lnTo>
                  <a:lnTo>
                    <a:pt x="161090" y="84374"/>
                  </a:lnTo>
                  <a:lnTo>
                    <a:pt x="176343" y="67541"/>
                  </a:lnTo>
                  <a:lnTo>
                    <a:pt x="180717" y="64543"/>
                  </a:lnTo>
                  <a:lnTo>
                    <a:pt x="196082" y="57907"/>
                  </a:lnTo>
                  <a:lnTo>
                    <a:pt x="209802" y="49674"/>
                  </a:lnTo>
                  <a:lnTo>
                    <a:pt x="212830" y="45568"/>
                  </a:lnTo>
                  <a:lnTo>
                    <a:pt x="221167" y="29382"/>
                  </a:lnTo>
                  <a:lnTo>
                    <a:pt x="230065" y="3690"/>
                  </a:lnTo>
                  <a:lnTo>
                    <a:pt x="236346" y="2584"/>
                  </a:lnTo>
                  <a:lnTo>
                    <a:pt x="241019" y="0"/>
                  </a:lnTo>
                  <a:lnTo>
                    <a:pt x="243523" y="692"/>
                  </a:lnTo>
                  <a:lnTo>
                    <a:pt x="242290" y="1892"/>
                  </a:lnTo>
                  <a:lnTo>
                    <a:pt x="242290" y="4750"/>
                  </a:lnTo>
                  <a:lnTo>
                    <a:pt x="244047" y="8063"/>
                  </a:lnTo>
                  <a:lnTo>
                    <a:pt x="252683" y="16553"/>
                  </a:lnTo>
                  <a:lnTo>
                    <a:pt x="257019" y="18476"/>
                  </a:lnTo>
                  <a:lnTo>
                    <a:pt x="263187" y="19619"/>
                  </a:lnTo>
                  <a:lnTo>
                    <a:pt x="276422" y="16599"/>
                  </a:lnTo>
                  <a:lnTo>
                    <a:pt x="278553" y="17927"/>
                  </a:lnTo>
                  <a:lnTo>
                    <a:pt x="282628" y="18338"/>
                  </a:lnTo>
                  <a:lnTo>
                    <a:pt x="286553" y="17652"/>
                  </a:lnTo>
                  <a:lnTo>
                    <a:pt x="291413" y="13345"/>
                  </a:lnTo>
                  <a:lnTo>
                    <a:pt x="294142" y="20488"/>
                  </a:lnTo>
                  <a:lnTo>
                    <a:pt x="302778" y="205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5" name="oPE_MapPart_MOZ_1_485" descr="Mosambik">
              <a:extLst>
                <a:ext uri="{FF2B5EF4-FFF2-40B4-BE49-F238E27FC236}">
                  <a16:creationId xmlns:a16="http://schemas.microsoft.com/office/drawing/2014/main" id="{E0385C1F-CA4A-DFD7-2AAD-B89F9173220A}"/>
                </a:ext>
              </a:extLst>
            </p:cNvPr>
            <p:cNvSpPr/>
            <p:nvPr>
              <p:custDataLst>
                <p:tags r:id="rId485"/>
              </p:custDataLst>
            </p:nvPr>
          </p:nvSpPr>
          <p:spPr>
            <a:xfrm>
              <a:off x="6723875" y="4610516"/>
              <a:ext cx="220420" cy="360662"/>
            </a:xfrm>
            <a:custGeom>
              <a:avLst/>
              <a:gdLst/>
              <a:ahLst/>
              <a:cxnLst/>
              <a:rect l="0" t="0" r="0" b="0"/>
              <a:pathLst>
                <a:path w="220420" h="360662">
                  <a:moveTo>
                    <a:pt x="21944" y="259046"/>
                  </a:moveTo>
                  <a:lnTo>
                    <a:pt x="45684" y="234315"/>
                  </a:lnTo>
                  <a:lnTo>
                    <a:pt x="44076" y="230746"/>
                  </a:lnTo>
                  <a:lnTo>
                    <a:pt x="46619" y="226580"/>
                  </a:lnTo>
                  <a:lnTo>
                    <a:pt x="46955" y="220141"/>
                  </a:lnTo>
                  <a:lnTo>
                    <a:pt x="50693" y="216946"/>
                  </a:lnTo>
                  <a:lnTo>
                    <a:pt x="57348" y="205191"/>
                  </a:lnTo>
                  <a:lnTo>
                    <a:pt x="57647" y="202726"/>
                  </a:lnTo>
                  <a:lnTo>
                    <a:pt x="52899" y="192048"/>
                  </a:lnTo>
                  <a:lnTo>
                    <a:pt x="54395" y="185792"/>
                  </a:lnTo>
                  <a:lnTo>
                    <a:pt x="51628" y="183538"/>
                  </a:lnTo>
                  <a:lnTo>
                    <a:pt x="51254" y="180573"/>
                  </a:lnTo>
                  <a:lnTo>
                    <a:pt x="55105" y="177533"/>
                  </a:lnTo>
                  <a:lnTo>
                    <a:pt x="57348" y="169449"/>
                  </a:lnTo>
                  <a:lnTo>
                    <a:pt x="56599" y="163388"/>
                  </a:lnTo>
                  <a:lnTo>
                    <a:pt x="56861" y="145261"/>
                  </a:lnTo>
                  <a:lnTo>
                    <a:pt x="55105" y="140605"/>
                  </a:lnTo>
                  <a:lnTo>
                    <a:pt x="54955" y="137283"/>
                  </a:lnTo>
                  <a:lnTo>
                    <a:pt x="56413" y="133573"/>
                  </a:lnTo>
                  <a:lnTo>
                    <a:pt x="52152" y="132793"/>
                  </a:lnTo>
                  <a:lnTo>
                    <a:pt x="49946" y="130881"/>
                  </a:lnTo>
                  <a:lnTo>
                    <a:pt x="41796" y="127839"/>
                  </a:lnTo>
                  <a:lnTo>
                    <a:pt x="35478" y="127410"/>
                  </a:lnTo>
                  <a:lnTo>
                    <a:pt x="30245" y="122775"/>
                  </a:lnTo>
                  <a:lnTo>
                    <a:pt x="26132" y="122035"/>
                  </a:lnTo>
                  <a:lnTo>
                    <a:pt x="20861" y="118650"/>
                  </a:lnTo>
                  <a:lnTo>
                    <a:pt x="3700" y="117678"/>
                  </a:lnTo>
                  <a:lnTo>
                    <a:pt x="3103" y="107463"/>
                  </a:lnTo>
                  <a:lnTo>
                    <a:pt x="2467" y="104127"/>
                  </a:lnTo>
                  <a:lnTo>
                    <a:pt x="448" y="100523"/>
                  </a:lnTo>
                  <a:lnTo>
                    <a:pt x="0" y="96380"/>
                  </a:lnTo>
                  <a:lnTo>
                    <a:pt x="61684" y="75412"/>
                  </a:lnTo>
                  <a:lnTo>
                    <a:pt x="70732" y="87294"/>
                  </a:lnTo>
                  <a:lnTo>
                    <a:pt x="82620" y="84205"/>
                  </a:lnTo>
                  <a:lnTo>
                    <a:pt x="86059" y="84244"/>
                  </a:lnTo>
                  <a:lnTo>
                    <a:pt x="88788" y="87951"/>
                  </a:lnTo>
                  <a:lnTo>
                    <a:pt x="89797" y="99633"/>
                  </a:lnTo>
                  <a:lnTo>
                    <a:pt x="89498" y="102965"/>
                  </a:lnTo>
                  <a:lnTo>
                    <a:pt x="85723" y="111771"/>
                  </a:lnTo>
                  <a:lnTo>
                    <a:pt x="83406" y="114451"/>
                  </a:lnTo>
                  <a:lnTo>
                    <a:pt x="83442" y="115695"/>
                  </a:lnTo>
                  <a:lnTo>
                    <a:pt x="86657" y="119857"/>
                  </a:lnTo>
                  <a:lnTo>
                    <a:pt x="86919" y="123476"/>
                  </a:lnTo>
                  <a:lnTo>
                    <a:pt x="89237" y="125034"/>
                  </a:lnTo>
                  <a:lnTo>
                    <a:pt x="97648" y="134588"/>
                  </a:lnTo>
                  <a:lnTo>
                    <a:pt x="100714" y="136190"/>
                  </a:lnTo>
                  <a:lnTo>
                    <a:pt x="101387" y="137596"/>
                  </a:lnTo>
                  <a:lnTo>
                    <a:pt x="99966" y="140175"/>
                  </a:lnTo>
                  <a:lnTo>
                    <a:pt x="100377" y="141505"/>
                  </a:lnTo>
                  <a:lnTo>
                    <a:pt x="101649" y="142561"/>
                  </a:lnTo>
                  <a:lnTo>
                    <a:pt x="104714" y="142365"/>
                  </a:lnTo>
                  <a:lnTo>
                    <a:pt x="104901" y="135643"/>
                  </a:lnTo>
                  <a:lnTo>
                    <a:pt x="102508" y="130257"/>
                  </a:lnTo>
                  <a:lnTo>
                    <a:pt x="106508" y="121607"/>
                  </a:lnTo>
                  <a:lnTo>
                    <a:pt x="114733" y="119389"/>
                  </a:lnTo>
                  <a:lnTo>
                    <a:pt x="116080" y="111228"/>
                  </a:lnTo>
                  <a:lnTo>
                    <a:pt x="115780" y="102306"/>
                  </a:lnTo>
                  <a:lnTo>
                    <a:pt x="117574" y="94252"/>
                  </a:lnTo>
                  <a:lnTo>
                    <a:pt x="116639" y="89496"/>
                  </a:lnTo>
                  <a:lnTo>
                    <a:pt x="104190" y="72908"/>
                  </a:lnTo>
                  <a:lnTo>
                    <a:pt x="97126" y="65558"/>
                  </a:lnTo>
                  <a:lnTo>
                    <a:pt x="92004" y="64174"/>
                  </a:lnTo>
                  <a:lnTo>
                    <a:pt x="89985" y="61445"/>
                  </a:lnTo>
                  <a:lnTo>
                    <a:pt x="88303" y="46672"/>
                  </a:lnTo>
                  <a:lnTo>
                    <a:pt x="85723" y="35992"/>
                  </a:lnTo>
                  <a:lnTo>
                    <a:pt x="89797" y="28960"/>
                  </a:lnTo>
                  <a:lnTo>
                    <a:pt x="91143" y="24455"/>
                  </a:lnTo>
                  <a:lnTo>
                    <a:pt x="95443" y="23500"/>
                  </a:lnTo>
                  <a:lnTo>
                    <a:pt x="110770" y="24072"/>
                  </a:lnTo>
                  <a:lnTo>
                    <a:pt x="115369" y="20906"/>
                  </a:lnTo>
                  <a:lnTo>
                    <a:pt x="117986" y="20944"/>
                  </a:lnTo>
                  <a:lnTo>
                    <a:pt x="121537" y="22699"/>
                  </a:lnTo>
                  <a:lnTo>
                    <a:pt x="123781" y="25523"/>
                  </a:lnTo>
                  <a:lnTo>
                    <a:pt x="126173" y="26286"/>
                  </a:lnTo>
                  <a:lnTo>
                    <a:pt x="130584" y="26478"/>
                  </a:lnTo>
                  <a:lnTo>
                    <a:pt x="133799" y="25790"/>
                  </a:lnTo>
                  <a:lnTo>
                    <a:pt x="137949" y="23386"/>
                  </a:lnTo>
                  <a:lnTo>
                    <a:pt x="140155" y="23310"/>
                  </a:lnTo>
                  <a:lnTo>
                    <a:pt x="145127" y="25867"/>
                  </a:lnTo>
                  <a:lnTo>
                    <a:pt x="148342" y="26363"/>
                  </a:lnTo>
                  <a:lnTo>
                    <a:pt x="155632" y="23614"/>
                  </a:lnTo>
                  <a:lnTo>
                    <a:pt x="157800" y="21516"/>
                  </a:lnTo>
                  <a:lnTo>
                    <a:pt x="159706" y="17550"/>
                  </a:lnTo>
                  <a:lnTo>
                    <a:pt x="165016" y="17207"/>
                  </a:lnTo>
                  <a:lnTo>
                    <a:pt x="171558" y="20066"/>
                  </a:lnTo>
                  <a:lnTo>
                    <a:pt x="177876" y="16140"/>
                  </a:lnTo>
                  <a:lnTo>
                    <a:pt x="188791" y="13892"/>
                  </a:lnTo>
                  <a:lnTo>
                    <a:pt x="191259" y="12024"/>
                  </a:lnTo>
                  <a:lnTo>
                    <a:pt x="202662" y="7532"/>
                  </a:lnTo>
                  <a:lnTo>
                    <a:pt x="212531" y="0"/>
                  </a:lnTo>
                  <a:lnTo>
                    <a:pt x="215598" y="4146"/>
                  </a:lnTo>
                  <a:lnTo>
                    <a:pt x="213018" y="6352"/>
                  </a:lnTo>
                  <a:lnTo>
                    <a:pt x="215298" y="7722"/>
                  </a:lnTo>
                  <a:lnTo>
                    <a:pt x="213615" y="9816"/>
                  </a:lnTo>
                  <a:lnTo>
                    <a:pt x="214213" y="12710"/>
                  </a:lnTo>
                  <a:lnTo>
                    <a:pt x="211260" y="18351"/>
                  </a:lnTo>
                  <a:lnTo>
                    <a:pt x="212568" y="20829"/>
                  </a:lnTo>
                  <a:lnTo>
                    <a:pt x="211895" y="25218"/>
                  </a:lnTo>
                  <a:lnTo>
                    <a:pt x="213952" y="32590"/>
                  </a:lnTo>
                  <a:lnTo>
                    <a:pt x="213018" y="42957"/>
                  </a:lnTo>
                  <a:lnTo>
                    <a:pt x="214289" y="43684"/>
                  </a:lnTo>
                  <a:lnTo>
                    <a:pt x="214962" y="46021"/>
                  </a:lnTo>
                  <a:lnTo>
                    <a:pt x="214401" y="50045"/>
                  </a:lnTo>
                  <a:lnTo>
                    <a:pt x="212195" y="51733"/>
                  </a:lnTo>
                  <a:lnTo>
                    <a:pt x="211971" y="53420"/>
                  </a:lnTo>
                  <a:lnTo>
                    <a:pt x="214700" y="53459"/>
                  </a:lnTo>
                  <a:lnTo>
                    <a:pt x="214364" y="60023"/>
                  </a:lnTo>
                  <a:lnTo>
                    <a:pt x="214999" y="61752"/>
                  </a:lnTo>
                  <a:lnTo>
                    <a:pt x="214213" y="63636"/>
                  </a:lnTo>
                  <a:lnTo>
                    <a:pt x="215261" y="77763"/>
                  </a:lnTo>
                  <a:lnTo>
                    <a:pt x="215410" y="78727"/>
                  </a:lnTo>
                  <a:lnTo>
                    <a:pt x="217765" y="79729"/>
                  </a:lnTo>
                  <a:lnTo>
                    <a:pt x="216195" y="83472"/>
                  </a:lnTo>
                  <a:lnTo>
                    <a:pt x="216308" y="86676"/>
                  </a:lnTo>
                  <a:lnTo>
                    <a:pt x="217990" y="84166"/>
                  </a:lnTo>
                  <a:lnTo>
                    <a:pt x="218999" y="84166"/>
                  </a:lnTo>
                  <a:lnTo>
                    <a:pt x="219897" y="85170"/>
                  </a:lnTo>
                  <a:lnTo>
                    <a:pt x="220419" y="90540"/>
                  </a:lnTo>
                  <a:lnTo>
                    <a:pt x="220233" y="92125"/>
                  </a:lnTo>
                  <a:lnTo>
                    <a:pt x="217428" y="95064"/>
                  </a:lnTo>
                  <a:lnTo>
                    <a:pt x="217317" y="98006"/>
                  </a:lnTo>
                  <a:lnTo>
                    <a:pt x="215709" y="99090"/>
                  </a:lnTo>
                  <a:lnTo>
                    <a:pt x="216419" y="102189"/>
                  </a:lnTo>
                  <a:lnTo>
                    <a:pt x="214512" y="106764"/>
                  </a:lnTo>
                  <a:lnTo>
                    <a:pt x="205167" y="117678"/>
                  </a:lnTo>
                  <a:lnTo>
                    <a:pt x="204942" y="119545"/>
                  </a:lnTo>
                  <a:lnTo>
                    <a:pt x="202550" y="123009"/>
                  </a:lnTo>
                  <a:lnTo>
                    <a:pt x="198550" y="124527"/>
                  </a:lnTo>
                  <a:lnTo>
                    <a:pt x="199671" y="127567"/>
                  </a:lnTo>
                  <a:lnTo>
                    <a:pt x="187147" y="135291"/>
                  </a:lnTo>
                  <a:lnTo>
                    <a:pt x="183894" y="139198"/>
                  </a:lnTo>
                  <a:lnTo>
                    <a:pt x="179745" y="140723"/>
                  </a:lnTo>
                  <a:lnTo>
                    <a:pt x="175259" y="140879"/>
                  </a:lnTo>
                  <a:lnTo>
                    <a:pt x="164381" y="145065"/>
                  </a:lnTo>
                  <a:lnTo>
                    <a:pt x="151220" y="152235"/>
                  </a:lnTo>
                  <a:lnTo>
                    <a:pt x="139332" y="161422"/>
                  </a:lnTo>
                  <a:lnTo>
                    <a:pt x="138510" y="164410"/>
                  </a:lnTo>
                  <a:lnTo>
                    <a:pt x="131032" y="172917"/>
                  </a:lnTo>
                  <a:lnTo>
                    <a:pt x="128379" y="176743"/>
                  </a:lnTo>
                  <a:lnTo>
                    <a:pt x="128192" y="178441"/>
                  </a:lnTo>
                  <a:lnTo>
                    <a:pt x="126622" y="178954"/>
                  </a:lnTo>
                  <a:lnTo>
                    <a:pt x="125276" y="177335"/>
                  </a:lnTo>
                  <a:lnTo>
                    <a:pt x="124715" y="180454"/>
                  </a:lnTo>
                  <a:lnTo>
                    <a:pt x="122397" y="180020"/>
                  </a:lnTo>
                  <a:lnTo>
                    <a:pt x="116790" y="183340"/>
                  </a:lnTo>
                  <a:lnTo>
                    <a:pt x="106621" y="194348"/>
                  </a:lnTo>
                  <a:lnTo>
                    <a:pt x="97947" y="201375"/>
                  </a:lnTo>
                  <a:lnTo>
                    <a:pt x="95966" y="201534"/>
                  </a:lnTo>
                  <a:lnTo>
                    <a:pt x="93238" y="199110"/>
                  </a:lnTo>
                  <a:lnTo>
                    <a:pt x="91779" y="198911"/>
                  </a:lnTo>
                  <a:lnTo>
                    <a:pt x="93985" y="201573"/>
                  </a:lnTo>
                  <a:lnTo>
                    <a:pt x="92938" y="215989"/>
                  </a:lnTo>
                  <a:lnTo>
                    <a:pt x="98695" y="223379"/>
                  </a:lnTo>
                  <a:lnTo>
                    <a:pt x="101499" y="232029"/>
                  </a:lnTo>
                  <a:lnTo>
                    <a:pt x="101724" y="236483"/>
                  </a:lnTo>
                  <a:lnTo>
                    <a:pt x="104602" y="242189"/>
                  </a:lnTo>
                  <a:lnTo>
                    <a:pt x="105872" y="250849"/>
                  </a:lnTo>
                  <a:lnTo>
                    <a:pt x="105611" y="258925"/>
                  </a:lnTo>
                  <a:lnTo>
                    <a:pt x="106995" y="260219"/>
                  </a:lnTo>
                  <a:lnTo>
                    <a:pt x="108527" y="252624"/>
                  </a:lnTo>
                  <a:lnTo>
                    <a:pt x="109313" y="252825"/>
                  </a:lnTo>
                  <a:lnTo>
                    <a:pt x="110285" y="256783"/>
                  </a:lnTo>
                  <a:lnTo>
                    <a:pt x="109238" y="264793"/>
                  </a:lnTo>
                  <a:lnTo>
                    <a:pt x="110995" y="271648"/>
                  </a:lnTo>
                  <a:lnTo>
                    <a:pt x="106733" y="290546"/>
                  </a:lnTo>
                  <a:lnTo>
                    <a:pt x="108640" y="291772"/>
                  </a:lnTo>
                  <a:lnTo>
                    <a:pt x="109125" y="290260"/>
                  </a:lnTo>
                  <a:lnTo>
                    <a:pt x="110322" y="291158"/>
                  </a:lnTo>
                  <a:lnTo>
                    <a:pt x="109200" y="296640"/>
                  </a:lnTo>
                  <a:lnTo>
                    <a:pt x="104341" y="304923"/>
                  </a:lnTo>
                  <a:lnTo>
                    <a:pt x="98882" y="309977"/>
                  </a:lnTo>
                  <a:lnTo>
                    <a:pt x="64713" y="323956"/>
                  </a:lnTo>
                  <a:lnTo>
                    <a:pt x="56713" y="329211"/>
                  </a:lnTo>
                  <a:lnTo>
                    <a:pt x="53198" y="332775"/>
                  </a:lnTo>
                  <a:lnTo>
                    <a:pt x="49011" y="341082"/>
                  </a:lnTo>
                  <a:lnTo>
                    <a:pt x="54357" y="347162"/>
                  </a:lnTo>
                  <a:lnTo>
                    <a:pt x="55778" y="342996"/>
                  </a:lnTo>
                  <a:lnTo>
                    <a:pt x="56562" y="342913"/>
                  </a:lnTo>
                  <a:lnTo>
                    <a:pt x="55142" y="360661"/>
                  </a:lnTo>
                  <a:lnTo>
                    <a:pt x="39067" y="360452"/>
                  </a:lnTo>
                  <a:lnTo>
                    <a:pt x="38954" y="353004"/>
                  </a:lnTo>
                  <a:lnTo>
                    <a:pt x="37608" y="347495"/>
                  </a:lnTo>
                  <a:lnTo>
                    <a:pt x="37982" y="341414"/>
                  </a:lnTo>
                  <a:lnTo>
                    <a:pt x="35664" y="340000"/>
                  </a:lnTo>
                  <a:lnTo>
                    <a:pt x="35104" y="335763"/>
                  </a:lnTo>
                  <a:lnTo>
                    <a:pt x="36412" y="332485"/>
                  </a:lnTo>
                  <a:lnTo>
                    <a:pt x="36450" y="305621"/>
                  </a:lnTo>
                  <a:lnTo>
                    <a:pt x="32561" y="292672"/>
                  </a:lnTo>
                  <a:lnTo>
                    <a:pt x="27291" y="283405"/>
                  </a:lnTo>
                  <a:lnTo>
                    <a:pt x="27029" y="278802"/>
                  </a:lnTo>
                  <a:lnTo>
                    <a:pt x="22057" y="26021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6" name="oPE_MapPart_MMR_1_486" descr="Myanmar">
              <a:extLst>
                <a:ext uri="{FF2B5EF4-FFF2-40B4-BE49-F238E27FC236}">
                  <a16:creationId xmlns:a16="http://schemas.microsoft.com/office/drawing/2014/main" id="{58678A94-DF1B-21E8-4A80-7E9C07DC418E}"/>
                </a:ext>
              </a:extLst>
            </p:cNvPr>
            <p:cNvSpPr/>
            <p:nvPr>
              <p:custDataLst>
                <p:tags r:id="rId486"/>
              </p:custDataLst>
            </p:nvPr>
          </p:nvSpPr>
          <p:spPr>
            <a:xfrm>
              <a:off x="8010504" y="3773572"/>
              <a:ext cx="186251" cy="408879"/>
            </a:xfrm>
            <a:custGeom>
              <a:avLst/>
              <a:gdLst/>
              <a:ahLst/>
              <a:cxnLst/>
              <a:rect l="0" t="0" r="0" b="0"/>
              <a:pathLst>
                <a:path w="186251" h="408879">
                  <a:moveTo>
                    <a:pt x="164978" y="187280"/>
                  </a:moveTo>
                  <a:lnTo>
                    <a:pt x="160155" y="184887"/>
                  </a:lnTo>
                  <a:lnTo>
                    <a:pt x="156604" y="187081"/>
                  </a:lnTo>
                  <a:lnTo>
                    <a:pt x="151184" y="186243"/>
                  </a:lnTo>
                  <a:lnTo>
                    <a:pt x="151744" y="190985"/>
                  </a:lnTo>
                  <a:lnTo>
                    <a:pt x="148679" y="192538"/>
                  </a:lnTo>
                  <a:lnTo>
                    <a:pt x="143183" y="192100"/>
                  </a:lnTo>
                  <a:lnTo>
                    <a:pt x="139930" y="199298"/>
                  </a:lnTo>
                  <a:lnTo>
                    <a:pt x="128603" y="201164"/>
                  </a:lnTo>
                  <a:lnTo>
                    <a:pt x="125837" y="201125"/>
                  </a:lnTo>
                  <a:lnTo>
                    <a:pt x="123182" y="199537"/>
                  </a:lnTo>
                  <a:lnTo>
                    <a:pt x="121201" y="199814"/>
                  </a:lnTo>
                  <a:lnTo>
                    <a:pt x="120714" y="201919"/>
                  </a:lnTo>
                  <a:lnTo>
                    <a:pt x="117088" y="206204"/>
                  </a:lnTo>
                  <a:lnTo>
                    <a:pt x="116827" y="213452"/>
                  </a:lnTo>
                  <a:lnTo>
                    <a:pt x="114771" y="217803"/>
                  </a:lnTo>
                  <a:lnTo>
                    <a:pt x="115594" y="225344"/>
                  </a:lnTo>
                  <a:lnTo>
                    <a:pt x="110808" y="227315"/>
                  </a:lnTo>
                  <a:lnTo>
                    <a:pt x="107892" y="226881"/>
                  </a:lnTo>
                  <a:lnTo>
                    <a:pt x="109462" y="230349"/>
                  </a:lnTo>
                  <a:lnTo>
                    <a:pt x="110996" y="231767"/>
                  </a:lnTo>
                  <a:lnTo>
                    <a:pt x="113238" y="231885"/>
                  </a:lnTo>
                  <a:lnTo>
                    <a:pt x="115481" y="239634"/>
                  </a:lnTo>
                  <a:lnTo>
                    <a:pt x="114771" y="242658"/>
                  </a:lnTo>
                  <a:lnTo>
                    <a:pt x="129987" y="260522"/>
                  </a:lnTo>
                  <a:lnTo>
                    <a:pt x="130808" y="265795"/>
                  </a:lnTo>
                  <a:lnTo>
                    <a:pt x="134622" y="274531"/>
                  </a:lnTo>
                  <a:lnTo>
                    <a:pt x="135183" y="275037"/>
                  </a:lnTo>
                  <a:lnTo>
                    <a:pt x="138248" y="272621"/>
                  </a:lnTo>
                  <a:lnTo>
                    <a:pt x="139332" y="274063"/>
                  </a:lnTo>
                  <a:lnTo>
                    <a:pt x="137875" y="277763"/>
                  </a:lnTo>
                  <a:lnTo>
                    <a:pt x="133201" y="280565"/>
                  </a:lnTo>
                  <a:lnTo>
                    <a:pt x="132453" y="295284"/>
                  </a:lnTo>
                  <a:lnTo>
                    <a:pt x="130286" y="295516"/>
                  </a:lnTo>
                  <a:lnTo>
                    <a:pt x="124865" y="298810"/>
                  </a:lnTo>
                  <a:lnTo>
                    <a:pt x="125089" y="303728"/>
                  </a:lnTo>
                  <a:lnTo>
                    <a:pt x="125986" y="307209"/>
                  </a:lnTo>
                  <a:lnTo>
                    <a:pt x="132715" y="316944"/>
                  </a:lnTo>
                  <a:lnTo>
                    <a:pt x="140267" y="323616"/>
                  </a:lnTo>
                  <a:lnTo>
                    <a:pt x="144491" y="330739"/>
                  </a:lnTo>
                  <a:lnTo>
                    <a:pt x="145314" y="341043"/>
                  </a:lnTo>
                  <a:lnTo>
                    <a:pt x="143894" y="343807"/>
                  </a:lnTo>
                  <a:lnTo>
                    <a:pt x="144230" y="345380"/>
                  </a:lnTo>
                  <a:lnTo>
                    <a:pt x="146212" y="351555"/>
                  </a:lnTo>
                  <a:lnTo>
                    <a:pt x="150061" y="355654"/>
                  </a:lnTo>
                  <a:lnTo>
                    <a:pt x="151258" y="363271"/>
                  </a:lnTo>
                  <a:lnTo>
                    <a:pt x="154436" y="371946"/>
                  </a:lnTo>
                  <a:lnTo>
                    <a:pt x="145613" y="386250"/>
                  </a:lnTo>
                  <a:lnTo>
                    <a:pt x="136603" y="395653"/>
                  </a:lnTo>
                  <a:lnTo>
                    <a:pt x="136828" y="400521"/>
                  </a:lnTo>
                  <a:lnTo>
                    <a:pt x="135482" y="405612"/>
                  </a:lnTo>
                  <a:lnTo>
                    <a:pt x="132566" y="408878"/>
                  </a:lnTo>
                  <a:lnTo>
                    <a:pt x="131182" y="405764"/>
                  </a:lnTo>
                  <a:lnTo>
                    <a:pt x="131743" y="402155"/>
                  </a:lnTo>
                  <a:lnTo>
                    <a:pt x="130547" y="395349"/>
                  </a:lnTo>
                  <a:lnTo>
                    <a:pt x="134921" y="388764"/>
                  </a:lnTo>
                  <a:lnTo>
                    <a:pt x="135070" y="385678"/>
                  </a:lnTo>
                  <a:lnTo>
                    <a:pt x="136342" y="383392"/>
                  </a:lnTo>
                  <a:lnTo>
                    <a:pt x="136267" y="375955"/>
                  </a:lnTo>
                  <a:lnTo>
                    <a:pt x="139071" y="373245"/>
                  </a:lnTo>
                  <a:lnTo>
                    <a:pt x="137613" y="371984"/>
                  </a:lnTo>
                  <a:lnTo>
                    <a:pt x="135295" y="373283"/>
                  </a:lnTo>
                  <a:lnTo>
                    <a:pt x="134098" y="372863"/>
                  </a:lnTo>
                  <a:lnTo>
                    <a:pt x="135332" y="362506"/>
                  </a:lnTo>
                  <a:lnTo>
                    <a:pt x="133351" y="362085"/>
                  </a:lnTo>
                  <a:lnTo>
                    <a:pt x="134996" y="359904"/>
                  </a:lnTo>
                  <a:lnTo>
                    <a:pt x="133837" y="357914"/>
                  </a:lnTo>
                  <a:lnTo>
                    <a:pt x="134659" y="353203"/>
                  </a:lnTo>
                  <a:lnTo>
                    <a:pt x="132828" y="342578"/>
                  </a:lnTo>
                  <a:lnTo>
                    <a:pt x="125986" y="330355"/>
                  </a:lnTo>
                  <a:lnTo>
                    <a:pt x="125837" y="326081"/>
                  </a:lnTo>
                  <a:lnTo>
                    <a:pt x="125052" y="325080"/>
                  </a:lnTo>
                  <a:lnTo>
                    <a:pt x="124005" y="332202"/>
                  </a:lnTo>
                  <a:lnTo>
                    <a:pt x="123182" y="330817"/>
                  </a:lnTo>
                  <a:lnTo>
                    <a:pt x="122397" y="324964"/>
                  </a:lnTo>
                  <a:lnTo>
                    <a:pt x="122958" y="321187"/>
                  </a:lnTo>
                  <a:lnTo>
                    <a:pt x="120865" y="317484"/>
                  </a:lnTo>
                  <a:lnTo>
                    <a:pt x="118995" y="310688"/>
                  </a:lnTo>
                  <a:lnTo>
                    <a:pt x="119406" y="309761"/>
                  </a:lnTo>
                  <a:lnTo>
                    <a:pt x="121276" y="310688"/>
                  </a:lnTo>
                  <a:lnTo>
                    <a:pt x="119556" y="308292"/>
                  </a:lnTo>
                  <a:lnTo>
                    <a:pt x="118173" y="308833"/>
                  </a:lnTo>
                  <a:lnTo>
                    <a:pt x="116977" y="306243"/>
                  </a:lnTo>
                  <a:lnTo>
                    <a:pt x="114883" y="284337"/>
                  </a:lnTo>
                  <a:lnTo>
                    <a:pt x="112228" y="281226"/>
                  </a:lnTo>
                  <a:lnTo>
                    <a:pt x="113425" y="276167"/>
                  </a:lnTo>
                  <a:lnTo>
                    <a:pt x="113275" y="271764"/>
                  </a:lnTo>
                  <a:lnTo>
                    <a:pt x="115182" y="269346"/>
                  </a:lnTo>
                  <a:lnTo>
                    <a:pt x="107929" y="270360"/>
                  </a:lnTo>
                  <a:lnTo>
                    <a:pt x="104528" y="262320"/>
                  </a:lnTo>
                  <a:lnTo>
                    <a:pt x="104266" y="257942"/>
                  </a:lnTo>
                  <a:lnTo>
                    <a:pt x="97014" y="251287"/>
                  </a:lnTo>
                  <a:lnTo>
                    <a:pt x="98247" y="253363"/>
                  </a:lnTo>
                  <a:lnTo>
                    <a:pt x="97014" y="255594"/>
                  </a:lnTo>
                  <a:lnTo>
                    <a:pt x="98210" y="259311"/>
                  </a:lnTo>
                  <a:lnTo>
                    <a:pt x="95256" y="266264"/>
                  </a:lnTo>
                  <a:lnTo>
                    <a:pt x="92265" y="269463"/>
                  </a:lnTo>
                  <a:lnTo>
                    <a:pt x="88302" y="270751"/>
                  </a:lnTo>
                  <a:lnTo>
                    <a:pt x="85200" y="268761"/>
                  </a:lnTo>
                  <a:lnTo>
                    <a:pt x="84526" y="265093"/>
                  </a:lnTo>
                  <a:lnTo>
                    <a:pt x="83255" y="265015"/>
                  </a:lnTo>
                  <a:lnTo>
                    <a:pt x="84265" y="269386"/>
                  </a:lnTo>
                  <a:lnTo>
                    <a:pt x="86097" y="272037"/>
                  </a:lnTo>
                  <a:lnTo>
                    <a:pt x="82134" y="274258"/>
                  </a:lnTo>
                  <a:lnTo>
                    <a:pt x="80228" y="274297"/>
                  </a:lnTo>
                  <a:lnTo>
                    <a:pt x="79592" y="276167"/>
                  </a:lnTo>
                  <a:lnTo>
                    <a:pt x="74433" y="277997"/>
                  </a:lnTo>
                  <a:lnTo>
                    <a:pt x="72675" y="282160"/>
                  </a:lnTo>
                  <a:lnTo>
                    <a:pt x="66657" y="287639"/>
                  </a:lnTo>
                  <a:lnTo>
                    <a:pt x="64825" y="286940"/>
                  </a:lnTo>
                  <a:lnTo>
                    <a:pt x="66133" y="281965"/>
                  </a:lnTo>
                  <a:lnTo>
                    <a:pt x="65760" y="279553"/>
                  </a:lnTo>
                  <a:lnTo>
                    <a:pt x="62245" y="285424"/>
                  </a:lnTo>
                  <a:lnTo>
                    <a:pt x="57385" y="285580"/>
                  </a:lnTo>
                  <a:lnTo>
                    <a:pt x="56301" y="282121"/>
                  </a:lnTo>
                  <a:lnTo>
                    <a:pt x="56338" y="277724"/>
                  </a:lnTo>
                  <a:lnTo>
                    <a:pt x="54394" y="282276"/>
                  </a:lnTo>
                  <a:lnTo>
                    <a:pt x="51554" y="283714"/>
                  </a:lnTo>
                  <a:lnTo>
                    <a:pt x="52413" y="270594"/>
                  </a:lnTo>
                  <a:lnTo>
                    <a:pt x="51629" y="274375"/>
                  </a:lnTo>
                  <a:lnTo>
                    <a:pt x="46993" y="279631"/>
                  </a:lnTo>
                  <a:lnTo>
                    <a:pt x="44001" y="281498"/>
                  </a:lnTo>
                  <a:lnTo>
                    <a:pt x="42470" y="281304"/>
                  </a:lnTo>
                  <a:lnTo>
                    <a:pt x="43442" y="270477"/>
                  </a:lnTo>
                  <a:lnTo>
                    <a:pt x="45161" y="267825"/>
                  </a:lnTo>
                  <a:lnTo>
                    <a:pt x="47628" y="257042"/>
                  </a:lnTo>
                  <a:lnTo>
                    <a:pt x="49534" y="253285"/>
                  </a:lnTo>
                  <a:lnTo>
                    <a:pt x="50021" y="247603"/>
                  </a:lnTo>
                  <a:lnTo>
                    <a:pt x="48077" y="242030"/>
                  </a:lnTo>
                  <a:lnTo>
                    <a:pt x="46769" y="233814"/>
                  </a:lnTo>
                  <a:lnTo>
                    <a:pt x="41347" y="222187"/>
                  </a:lnTo>
                  <a:lnTo>
                    <a:pt x="42918" y="221990"/>
                  </a:lnTo>
                  <a:lnTo>
                    <a:pt x="39254" y="218672"/>
                  </a:lnTo>
                  <a:lnTo>
                    <a:pt x="38730" y="210008"/>
                  </a:lnTo>
                  <a:lnTo>
                    <a:pt x="37833" y="212305"/>
                  </a:lnTo>
                  <a:lnTo>
                    <a:pt x="36562" y="213096"/>
                  </a:lnTo>
                  <a:lnTo>
                    <a:pt x="37123" y="216419"/>
                  </a:lnTo>
                  <a:lnTo>
                    <a:pt x="36338" y="218514"/>
                  </a:lnTo>
                  <a:lnTo>
                    <a:pt x="31702" y="215707"/>
                  </a:lnTo>
                  <a:lnTo>
                    <a:pt x="27291" y="208186"/>
                  </a:lnTo>
                  <a:lnTo>
                    <a:pt x="29048" y="207512"/>
                  </a:lnTo>
                  <a:lnTo>
                    <a:pt x="32151" y="210444"/>
                  </a:lnTo>
                  <a:lnTo>
                    <a:pt x="34169" y="211077"/>
                  </a:lnTo>
                  <a:lnTo>
                    <a:pt x="37011" y="209057"/>
                  </a:lnTo>
                  <a:lnTo>
                    <a:pt x="37758" y="206640"/>
                  </a:lnTo>
                  <a:lnTo>
                    <a:pt x="34469" y="204578"/>
                  </a:lnTo>
                  <a:lnTo>
                    <a:pt x="32413" y="200966"/>
                  </a:lnTo>
                  <a:lnTo>
                    <a:pt x="29758" y="199218"/>
                  </a:lnTo>
                  <a:lnTo>
                    <a:pt x="31702" y="196238"/>
                  </a:lnTo>
                  <a:lnTo>
                    <a:pt x="29123" y="196278"/>
                  </a:lnTo>
                  <a:lnTo>
                    <a:pt x="25534" y="193453"/>
                  </a:lnTo>
                  <a:lnTo>
                    <a:pt x="22244" y="192737"/>
                  </a:lnTo>
                  <a:lnTo>
                    <a:pt x="20300" y="193373"/>
                  </a:lnTo>
                  <a:lnTo>
                    <a:pt x="21160" y="196516"/>
                  </a:lnTo>
                  <a:lnTo>
                    <a:pt x="21010" y="197589"/>
                  </a:lnTo>
                  <a:lnTo>
                    <a:pt x="19739" y="197431"/>
                  </a:lnTo>
                  <a:lnTo>
                    <a:pt x="17085" y="192618"/>
                  </a:lnTo>
                  <a:lnTo>
                    <a:pt x="19029" y="190268"/>
                  </a:lnTo>
                  <a:lnTo>
                    <a:pt x="17346" y="190189"/>
                  </a:lnTo>
                  <a:lnTo>
                    <a:pt x="18431" y="185924"/>
                  </a:lnTo>
                  <a:lnTo>
                    <a:pt x="17758" y="185286"/>
                  </a:lnTo>
                  <a:lnTo>
                    <a:pt x="14580" y="190905"/>
                  </a:lnTo>
                  <a:lnTo>
                    <a:pt x="12710" y="189591"/>
                  </a:lnTo>
                  <a:lnTo>
                    <a:pt x="14767" y="186761"/>
                  </a:lnTo>
                  <a:lnTo>
                    <a:pt x="13944" y="185087"/>
                  </a:lnTo>
                  <a:lnTo>
                    <a:pt x="10991" y="181814"/>
                  </a:lnTo>
                  <a:lnTo>
                    <a:pt x="11290" y="187758"/>
                  </a:lnTo>
                  <a:lnTo>
                    <a:pt x="4112" y="178378"/>
                  </a:lnTo>
                  <a:lnTo>
                    <a:pt x="2991" y="176739"/>
                  </a:lnTo>
                  <a:lnTo>
                    <a:pt x="0" y="165564"/>
                  </a:lnTo>
                  <a:lnTo>
                    <a:pt x="2057" y="162593"/>
                  </a:lnTo>
                  <a:lnTo>
                    <a:pt x="3140" y="162312"/>
                  </a:lnTo>
                  <a:lnTo>
                    <a:pt x="8710" y="166085"/>
                  </a:lnTo>
                  <a:lnTo>
                    <a:pt x="9383" y="165283"/>
                  </a:lnTo>
                  <a:lnTo>
                    <a:pt x="8225" y="150281"/>
                  </a:lnTo>
                  <a:lnTo>
                    <a:pt x="10580" y="146852"/>
                  </a:lnTo>
                  <a:lnTo>
                    <a:pt x="14019" y="149555"/>
                  </a:lnTo>
                  <a:lnTo>
                    <a:pt x="16299" y="149716"/>
                  </a:lnTo>
                  <a:lnTo>
                    <a:pt x="17944" y="145681"/>
                  </a:lnTo>
                  <a:lnTo>
                    <a:pt x="20188" y="144631"/>
                  </a:lnTo>
                  <a:lnTo>
                    <a:pt x="20412" y="141722"/>
                  </a:lnTo>
                  <a:lnTo>
                    <a:pt x="18655" y="133668"/>
                  </a:lnTo>
                  <a:lnTo>
                    <a:pt x="20412" y="129368"/>
                  </a:lnTo>
                  <a:lnTo>
                    <a:pt x="20449" y="126567"/>
                  </a:lnTo>
                  <a:lnTo>
                    <a:pt x="22319" y="126973"/>
                  </a:lnTo>
                  <a:lnTo>
                    <a:pt x="24300" y="125388"/>
                  </a:lnTo>
                  <a:lnTo>
                    <a:pt x="25160" y="119653"/>
                  </a:lnTo>
                  <a:lnTo>
                    <a:pt x="25646" y="111866"/>
                  </a:lnTo>
                  <a:lnTo>
                    <a:pt x="23403" y="104181"/>
                  </a:lnTo>
                  <a:lnTo>
                    <a:pt x="23813" y="103199"/>
                  </a:lnTo>
                  <a:lnTo>
                    <a:pt x="27291" y="105287"/>
                  </a:lnTo>
                  <a:lnTo>
                    <a:pt x="31216" y="104509"/>
                  </a:lnTo>
                  <a:lnTo>
                    <a:pt x="40450" y="107454"/>
                  </a:lnTo>
                  <a:lnTo>
                    <a:pt x="43890" y="97338"/>
                  </a:lnTo>
                  <a:lnTo>
                    <a:pt x="49946" y="87146"/>
                  </a:lnTo>
                  <a:lnTo>
                    <a:pt x="52488" y="80716"/>
                  </a:lnTo>
                  <a:lnTo>
                    <a:pt x="51815" y="78652"/>
                  </a:lnTo>
                  <a:lnTo>
                    <a:pt x="49273" y="76875"/>
                  </a:lnTo>
                  <a:lnTo>
                    <a:pt x="49833" y="74478"/>
                  </a:lnTo>
                  <a:lnTo>
                    <a:pt x="51666" y="71291"/>
                  </a:lnTo>
                  <a:lnTo>
                    <a:pt x="54132" y="69924"/>
                  </a:lnTo>
                  <a:lnTo>
                    <a:pt x="57460" y="65737"/>
                  </a:lnTo>
                  <a:lnTo>
                    <a:pt x="58881" y="60837"/>
                  </a:lnTo>
                  <a:lnTo>
                    <a:pt x="61310" y="57885"/>
                  </a:lnTo>
                  <a:lnTo>
                    <a:pt x="59628" y="50802"/>
                  </a:lnTo>
                  <a:lnTo>
                    <a:pt x="59816" y="47838"/>
                  </a:lnTo>
                  <a:lnTo>
                    <a:pt x="61236" y="44996"/>
                  </a:lnTo>
                  <a:lnTo>
                    <a:pt x="68189" y="41315"/>
                  </a:lnTo>
                  <a:lnTo>
                    <a:pt x="77386" y="34524"/>
                  </a:lnTo>
                  <a:lnTo>
                    <a:pt x="80601" y="30533"/>
                  </a:lnTo>
                  <a:lnTo>
                    <a:pt x="83293" y="29524"/>
                  </a:lnTo>
                  <a:lnTo>
                    <a:pt x="94545" y="27884"/>
                  </a:lnTo>
                  <a:lnTo>
                    <a:pt x="99144" y="32508"/>
                  </a:lnTo>
                  <a:lnTo>
                    <a:pt x="102247" y="32928"/>
                  </a:lnTo>
                  <a:lnTo>
                    <a:pt x="102285" y="31794"/>
                  </a:lnTo>
                  <a:lnTo>
                    <a:pt x="98060" y="25357"/>
                  </a:lnTo>
                  <a:lnTo>
                    <a:pt x="97537" y="21901"/>
                  </a:lnTo>
                  <a:lnTo>
                    <a:pt x="99331" y="19284"/>
                  </a:lnTo>
                  <a:lnTo>
                    <a:pt x="107070" y="13662"/>
                  </a:lnTo>
                  <a:lnTo>
                    <a:pt x="106808" y="7052"/>
                  </a:lnTo>
                  <a:lnTo>
                    <a:pt x="111294" y="170"/>
                  </a:lnTo>
                  <a:lnTo>
                    <a:pt x="112565" y="0"/>
                  </a:lnTo>
                  <a:lnTo>
                    <a:pt x="114547" y="1148"/>
                  </a:lnTo>
                  <a:lnTo>
                    <a:pt x="116079" y="3826"/>
                  </a:lnTo>
                  <a:lnTo>
                    <a:pt x="118547" y="3783"/>
                  </a:lnTo>
                  <a:lnTo>
                    <a:pt x="122920" y="8834"/>
                  </a:lnTo>
                  <a:lnTo>
                    <a:pt x="127071" y="22744"/>
                  </a:lnTo>
                  <a:lnTo>
                    <a:pt x="128154" y="23039"/>
                  </a:lnTo>
                  <a:lnTo>
                    <a:pt x="130286" y="20255"/>
                  </a:lnTo>
                  <a:lnTo>
                    <a:pt x="134398" y="22238"/>
                  </a:lnTo>
                  <a:lnTo>
                    <a:pt x="136230" y="42654"/>
                  </a:lnTo>
                  <a:lnTo>
                    <a:pt x="135108" y="54429"/>
                  </a:lnTo>
                  <a:lnTo>
                    <a:pt x="132604" y="57136"/>
                  </a:lnTo>
                  <a:lnTo>
                    <a:pt x="134510" y="61959"/>
                  </a:lnTo>
                  <a:lnTo>
                    <a:pt x="130547" y="63703"/>
                  </a:lnTo>
                  <a:lnTo>
                    <a:pt x="127818" y="68350"/>
                  </a:lnTo>
                  <a:lnTo>
                    <a:pt x="123855" y="68723"/>
                  </a:lnTo>
                  <a:lnTo>
                    <a:pt x="122958" y="72285"/>
                  </a:lnTo>
                  <a:lnTo>
                    <a:pt x="121089" y="75140"/>
                  </a:lnTo>
                  <a:lnTo>
                    <a:pt x="119183" y="76421"/>
                  </a:lnTo>
                  <a:lnTo>
                    <a:pt x="117125" y="76049"/>
                  </a:lnTo>
                  <a:lnTo>
                    <a:pt x="114958" y="81046"/>
                  </a:lnTo>
                  <a:lnTo>
                    <a:pt x="115443" y="84798"/>
                  </a:lnTo>
                  <a:lnTo>
                    <a:pt x="112228" y="86981"/>
                  </a:lnTo>
                  <a:lnTo>
                    <a:pt x="111107" y="90273"/>
                  </a:lnTo>
                  <a:lnTo>
                    <a:pt x="111144" y="93480"/>
                  </a:lnTo>
                  <a:lnTo>
                    <a:pt x="113949" y="96025"/>
                  </a:lnTo>
                  <a:lnTo>
                    <a:pt x="114808" y="99471"/>
                  </a:lnTo>
                  <a:lnTo>
                    <a:pt x="114471" y="101684"/>
                  </a:lnTo>
                  <a:lnTo>
                    <a:pt x="111930" y="104918"/>
                  </a:lnTo>
                  <a:lnTo>
                    <a:pt x="111854" y="106677"/>
                  </a:lnTo>
                  <a:lnTo>
                    <a:pt x="114360" y="106963"/>
                  </a:lnTo>
                  <a:lnTo>
                    <a:pt x="121238" y="103158"/>
                  </a:lnTo>
                  <a:lnTo>
                    <a:pt x="125275" y="102134"/>
                  </a:lnTo>
                  <a:lnTo>
                    <a:pt x="131258" y="102012"/>
                  </a:lnTo>
                  <a:lnTo>
                    <a:pt x="133014" y="103076"/>
                  </a:lnTo>
                  <a:lnTo>
                    <a:pt x="138211" y="101888"/>
                  </a:lnTo>
                  <a:lnTo>
                    <a:pt x="134921" y="106800"/>
                  </a:lnTo>
                  <a:lnTo>
                    <a:pt x="138174" y="113172"/>
                  </a:lnTo>
                  <a:lnTo>
                    <a:pt x="137464" y="115538"/>
                  </a:lnTo>
                  <a:lnTo>
                    <a:pt x="139220" y="118716"/>
                  </a:lnTo>
                  <a:lnTo>
                    <a:pt x="138809" y="122990"/>
                  </a:lnTo>
                  <a:lnTo>
                    <a:pt x="150323" y="125754"/>
                  </a:lnTo>
                  <a:lnTo>
                    <a:pt x="152193" y="128232"/>
                  </a:lnTo>
                  <a:lnTo>
                    <a:pt x="149651" y="131235"/>
                  </a:lnTo>
                  <a:lnTo>
                    <a:pt x="148679" y="138608"/>
                  </a:lnTo>
                  <a:lnTo>
                    <a:pt x="145912" y="143460"/>
                  </a:lnTo>
                  <a:lnTo>
                    <a:pt x="145651" y="146973"/>
                  </a:lnTo>
                  <a:lnTo>
                    <a:pt x="160717" y="149151"/>
                  </a:lnTo>
                  <a:lnTo>
                    <a:pt x="161352" y="150039"/>
                  </a:lnTo>
                  <a:lnTo>
                    <a:pt x="161203" y="155195"/>
                  </a:lnTo>
                  <a:lnTo>
                    <a:pt x="161951" y="156483"/>
                  </a:lnTo>
                  <a:lnTo>
                    <a:pt x="164417" y="157368"/>
                  </a:lnTo>
                  <a:lnTo>
                    <a:pt x="164829" y="160705"/>
                  </a:lnTo>
                  <a:lnTo>
                    <a:pt x="166885" y="161790"/>
                  </a:lnTo>
                  <a:lnTo>
                    <a:pt x="169689" y="160946"/>
                  </a:lnTo>
                  <a:lnTo>
                    <a:pt x="174960" y="161589"/>
                  </a:lnTo>
                  <a:lnTo>
                    <a:pt x="179782" y="157489"/>
                  </a:lnTo>
                  <a:lnTo>
                    <a:pt x="184830" y="155235"/>
                  </a:lnTo>
                  <a:lnTo>
                    <a:pt x="185914" y="155718"/>
                  </a:lnTo>
                  <a:lnTo>
                    <a:pt x="186250" y="159138"/>
                  </a:lnTo>
                  <a:lnTo>
                    <a:pt x="184867" y="161669"/>
                  </a:lnTo>
                  <a:lnTo>
                    <a:pt x="177016" y="166526"/>
                  </a:lnTo>
                  <a:lnTo>
                    <a:pt x="176119" y="169213"/>
                  </a:lnTo>
                  <a:lnTo>
                    <a:pt x="173539" y="172298"/>
                  </a:lnTo>
                  <a:lnTo>
                    <a:pt x="173278" y="173859"/>
                  </a:lnTo>
                  <a:lnTo>
                    <a:pt x="175372" y="175220"/>
                  </a:lnTo>
                  <a:lnTo>
                    <a:pt x="169203" y="176659"/>
                  </a:lnTo>
                  <a:lnTo>
                    <a:pt x="167595" y="178098"/>
                  </a:lnTo>
                  <a:lnTo>
                    <a:pt x="165128" y="1860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7" name="oPE_MapPart_MMR_2_487" descr="Myanmar">
              <a:extLst>
                <a:ext uri="{FF2B5EF4-FFF2-40B4-BE49-F238E27FC236}">
                  <a16:creationId xmlns:a16="http://schemas.microsoft.com/office/drawing/2014/main" id="{E9F7849B-069D-21A9-0410-6EDAFBD7DA88}"/>
                </a:ext>
              </a:extLst>
            </p:cNvPr>
            <p:cNvSpPr/>
            <p:nvPr>
              <p:custDataLst>
                <p:tags r:id="rId487"/>
              </p:custDataLst>
            </p:nvPr>
          </p:nvSpPr>
          <p:spPr>
            <a:xfrm>
              <a:off x="8040898" y="3977594"/>
              <a:ext cx="6282" cy="5749"/>
            </a:xfrm>
            <a:custGeom>
              <a:avLst/>
              <a:gdLst/>
              <a:ahLst/>
              <a:cxnLst/>
              <a:rect l="0" t="0" r="0" b="0"/>
              <a:pathLst>
                <a:path w="6282" h="5749">
                  <a:moveTo>
                    <a:pt x="1495" y="0"/>
                  </a:moveTo>
                  <a:lnTo>
                    <a:pt x="6281" y="2856"/>
                  </a:lnTo>
                  <a:lnTo>
                    <a:pt x="5383" y="4996"/>
                  </a:lnTo>
                  <a:lnTo>
                    <a:pt x="3588" y="5748"/>
                  </a:lnTo>
                  <a:lnTo>
                    <a:pt x="2355" y="5154"/>
                  </a:lnTo>
                  <a:lnTo>
                    <a:pt x="1869" y="3134"/>
                  </a:lnTo>
                  <a:lnTo>
                    <a:pt x="0" y="1389"/>
                  </a:lnTo>
                  <a:lnTo>
                    <a:pt x="934" y="3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8" name="oPE_MapPart_MMR_3_488" descr="Myanmar">
              <a:extLst>
                <a:ext uri="{FF2B5EF4-FFF2-40B4-BE49-F238E27FC236}">
                  <a16:creationId xmlns:a16="http://schemas.microsoft.com/office/drawing/2014/main" id="{B4D326C3-2851-5112-6F51-9718550446C8}"/>
                </a:ext>
              </a:extLst>
            </p:cNvPr>
            <p:cNvSpPr/>
            <p:nvPr>
              <p:custDataLst>
                <p:tags r:id="rId488"/>
              </p:custDataLst>
            </p:nvPr>
          </p:nvSpPr>
          <p:spPr>
            <a:xfrm>
              <a:off x="8137874" y="4126468"/>
              <a:ext cx="3253" cy="7277"/>
            </a:xfrm>
            <a:custGeom>
              <a:avLst/>
              <a:gdLst/>
              <a:ahLst/>
              <a:cxnLst/>
              <a:rect l="0" t="0" r="0" b="0"/>
              <a:pathLst>
                <a:path w="3253" h="7277">
                  <a:moveTo>
                    <a:pt x="2093" y="1686"/>
                  </a:moveTo>
                  <a:lnTo>
                    <a:pt x="3252" y="2261"/>
                  </a:lnTo>
                  <a:lnTo>
                    <a:pt x="3065" y="4329"/>
                  </a:lnTo>
                  <a:lnTo>
                    <a:pt x="1420" y="6893"/>
                  </a:lnTo>
                  <a:lnTo>
                    <a:pt x="37" y="7276"/>
                  </a:lnTo>
                  <a:lnTo>
                    <a:pt x="0" y="0"/>
                  </a:lnTo>
                  <a:lnTo>
                    <a:pt x="1756" y="6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9" name="oPE_MapPart_MMR_4_489" descr="Myanmar">
              <a:extLst>
                <a:ext uri="{FF2B5EF4-FFF2-40B4-BE49-F238E27FC236}">
                  <a16:creationId xmlns:a16="http://schemas.microsoft.com/office/drawing/2014/main" id="{7819C83B-1333-C9FA-B325-8AE67E71BB1A}"/>
                </a:ext>
              </a:extLst>
            </p:cNvPr>
            <p:cNvSpPr/>
            <p:nvPr>
              <p:custDataLst>
                <p:tags r:id="rId489"/>
              </p:custDataLst>
            </p:nvPr>
          </p:nvSpPr>
          <p:spPr>
            <a:xfrm>
              <a:off x="8139219" y="4145021"/>
              <a:ext cx="3665" cy="5651"/>
            </a:xfrm>
            <a:custGeom>
              <a:avLst/>
              <a:gdLst/>
              <a:ahLst/>
              <a:cxnLst/>
              <a:rect l="0" t="0" r="0" b="0"/>
              <a:pathLst>
                <a:path w="3665" h="5651">
                  <a:moveTo>
                    <a:pt x="3664" y="1261"/>
                  </a:moveTo>
                  <a:lnTo>
                    <a:pt x="3141" y="5650"/>
                  </a:lnTo>
                  <a:lnTo>
                    <a:pt x="1197" y="5040"/>
                  </a:lnTo>
                  <a:lnTo>
                    <a:pt x="0" y="268"/>
                  </a:lnTo>
                  <a:lnTo>
                    <a:pt x="302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0" name="oPE_MapPart_MMR_5_490" descr="Myanmar">
              <a:extLst>
                <a:ext uri="{FF2B5EF4-FFF2-40B4-BE49-F238E27FC236}">
                  <a16:creationId xmlns:a16="http://schemas.microsoft.com/office/drawing/2014/main" id="{26F6F5D0-EE50-402A-2E63-49739FB574F9}"/>
                </a:ext>
              </a:extLst>
            </p:cNvPr>
            <p:cNvSpPr/>
            <p:nvPr>
              <p:custDataLst>
                <p:tags r:id="rId490"/>
              </p:custDataLst>
            </p:nvPr>
          </p:nvSpPr>
          <p:spPr>
            <a:xfrm>
              <a:off x="8056375" y="4050790"/>
              <a:ext cx="4787" cy="7702"/>
            </a:xfrm>
            <a:custGeom>
              <a:avLst/>
              <a:gdLst/>
              <a:ahLst/>
              <a:cxnLst/>
              <a:rect l="0" t="0" r="0" b="0"/>
              <a:pathLst>
                <a:path w="4787" h="7702">
                  <a:moveTo>
                    <a:pt x="1832" y="5603"/>
                  </a:moveTo>
                  <a:lnTo>
                    <a:pt x="486" y="7701"/>
                  </a:lnTo>
                  <a:lnTo>
                    <a:pt x="0" y="4552"/>
                  </a:lnTo>
                  <a:lnTo>
                    <a:pt x="4411" y="0"/>
                  </a:lnTo>
                  <a:lnTo>
                    <a:pt x="4786" y="1401"/>
                  </a:lnTo>
                  <a:lnTo>
                    <a:pt x="3701" y="40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1" name="oPE_MapPart_MMR_6_491" descr="Myanmar">
              <a:extLst>
                <a:ext uri="{FF2B5EF4-FFF2-40B4-BE49-F238E27FC236}">
                  <a16:creationId xmlns:a16="http://schemas.microsoft.com/office/drawing/2014/main" id="{19C21793-D8F1-7A39-1C3C-ED1163AB3E83}"/>
                </a:ext>
              </a:extLst>
            </p:cNvPr>
            <p:cNvSpPr/>
            <p:nvPr>
              <p:custDataLst>
                <p:tags r:id="rId491"/>
              </p:custDataLst>
            </p:nvPr>
          </p:nvSpPr>
          <p:spPr>
            <a:xfrm>
              <a:off x="8037683" y="3992797"/>
              <a:ext cx="5309" cy="4028"/>
            </a:xfrm>
            <a:custGeom>
              <a:avLst/>
              <a:gdLst/>
              <a:ahLst/>
              <a:cxnLst/>
              <a:rect l="0" t="0" r="0" b="0"/>
              <a:pathLst>
                <a:path w="5309" h="4028">
                  <a:moveTo>
                    <a:pt x="4187" y="4027"/>
                  </a:moveTo>
                  <a:lnTo>
                    <a:pt x="0" y="0"/>
                  </a:lnTo>
                  <a:lnTo>
                    <a:pt x="5308" y="40"/>
                  </a:lnTo>
                  <a:lnTo>
                    <a:pt x="4785" y="33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2" name="oPE_MapPart_MMR_7_492" descr="Myanmar">
              <a:extLst>
                <a:ext uri="{FF2B5EF4-FFF2-40B4-BE49-F238E27FC236}">
                  <a16:creationId xmlns:a16="http://schemas.microsoft.com/office/drawing/2014/main" id="{93D8785E-F885-B033-0379-8EF3C3517671}"/>
                </a:ext>
              </a:extLst>
            </p:cNvPr>
            <p:cNvSpPr/>
            <p:nvPr>
              <p:custDataLst>
                <p:tags r:id="rId492"/>
              </p:custDataLst>
            </p:nvPr>
          </p:nvSpPr>
          <p:spPr>
            <a:xfrm>
              <a:off x="8120377" y="4044712"/>
              <a:ext cx="2469" cy="5339"/>
            </a:xfrm>
            <a:custGeom>
              <a:avLst/>
              <a:gdLst/>
              <a:ahLst/>
              <a:cxnLst/>
              <a:rect l="0" t="0" r="0" b="0"/>
              <a:pathLst>
                <a:path w="2469" h="5339">
                  <a:moveTo>
                    <a:pt x="2169" y="5027"/>
                  </a:moveTo>
                  <a:lnTo>
                    <a:pt x="1384" y="5338"/>
                  </a:lnTo>
                  <a:lnTo>
                    <a:pt x="225" y="3897"/>
                  </a:lnTo>
                  <a:lnTo>
                    <a:pt x="0" y="546"/>
                  </a:lnTo>
                  <a:lnTo>
                    <a:pt x="2281" y="0"/>
                  </a:lnTo>
                  <a:lnTo>
                    <a:pt x="2468" y="19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3" name="oPE_MapPart_MMR_8_493" descr="Myanmar">
              <a:extLst>
                <a:ext uri="{FF2B5EF4-FFF2-40B4-BE49-F238E27FC236}">
                  <a16:creationId xmlns:a16="http://schemas.microsoft.com/office/drawing/2014/main" id="{C38A7BB2-A6EB-B4C2-1572-64776EDA6BFA}"/>
                </a:ext>
              </a:extLst>
            </p:cNvPr>
            <p:cNvSpPr/>
            <p:nvPr>
              <p:custDataLst>
                <p:tags r:id="rId493"/>
              </p:custDataLst>
            </p:nvPr>
          </p:nvSpPr>
          <p:spPr>
            <a:xfrm>
              <a:off x="8133051" y="4162488"/>
              <a:ext cx="4412" cy="4988"/>
            </a:xfrm>
            <a:custGeom>
              <a:avLst/>
              <a:gdLst/>
              <a:ahLst/>
              <a:cxnLst/>
              <a:rect l="0" t="0" r="0" b="0"/>
              <a:pathLst>
                <a:path w="4412" h="4988">
                  <a:moveTo>
                    <a:pt x="2691" y="571"/>
                  </a:moveTo>
                  <a:lnTo>
                    <a:pt x="4411" y="4226"/>
                  </a:lnTo>
                  <a:lnTo>
                    <a:pt x="3552" y="4987"/>
                  </a:lnTo>
                  <a:lnTo>
                    <a:pt x="1570" y="1752"/>
                  </a:lnTo>
                  <a:lnTo>
                    <a:pt x="0" y="1980"/>
                  </a:lnTo>
                  <a:lnTo>
                    <a:pt x="179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4" name="oPE_MapPart_MMR_9_494" descr="Myanmar">
              <a:extLst>
                <a:ext uri="{FF2B5EF4-FFF2-40B4-BE49-F238E27FC236}">
                  <a16:creationId xmlns:a16="http://schemas.microsoft.com/office/drawing/2014/main" id="{1A6253C4-8C18-223A-C68F-0AE6C188F2C8}"/>
                </a:ext>
              </a:extLst>
            </p:cNvPr>
            <p:cNvSpPr/>
            <p:nvPr>
              <p:custDataLst>
                <p:tags r:id="rId494"/>
              </p:custDataLst>
            </p:nvPr>
          </p:nvSpPr>
          <p:spPr>
            <a:xfrm>
              <a:off x="8141051" y="4139099"/>
              <a:ext cx="2992" cy="3900"/>
            </a:xfrm>
            <a:custGeom>
              <a:avLst/>
              <a:gdLst/>
              <a:ahLst/>
              <a:cxnLst/>
              <a:rect l="0" t="0" r="0" b="0"/>
              <a:pathLst>
                <a:path w="2992" h="3900">
                  <a:moveTo>
                    <a:pt x="1047" y="3783"/>
                  </a:moveTo>
                  <a:lnTo>
                    <a:pt x="187" y="3899"/>
                  </a:lnTo>
                  <a:lnTo>
                    <a:pt x="0" y="0"/>
                  </a:lnTo>
                  <a:lnTo>
                    <a:pt x="2991" y="2675"/>
                  </a:lnTo>
                  <a:lnTo>
                    <a:pt x="2318" y="33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5" name="oPE_MapPart_MMR_10_495" descr="Myanmar">
              <a:extLst>
                <a:ext uri="{FF2B5EF4-FFF2-40B4-BE49-F238E27FC236}">
                  <a16:creationId xmlns:a16="http://schemas.microsoft.com/office/drawing/2014/main" id="{3D98E5BE-08A4-33BB-DCAB-1EFB1F2F532D}"/>
                </a:ext>
              </a:extLst>
            </p:cNvPr>
            <p:cNvSpPr/>
            <p:nvPr>
              <p:custDataLst>
                <p:tags r:id="rId495"/>
              </p:custDataLst>
            </p:nvPr>
          </p:nvSpPr>
          <p:spPr>
            <a:xfrm>
              <a:off x="8135294" y="4145480"/>
              <a:ext cx="2319" cy="6566"/>
            </a:xfrm>
            <a:custGeom>
              <a:avLst/>
              <a:gdLst/>
              <a:ahLst/>
              <a:cxnLst/>
              <a:rect l="0" t="0" r="0" b="0"/>
              <a:pathLst>
                <a:path w="2319" h="6566">
                  <a:moveTo>
                    <a:pt x="710" y="6450"/>
                  </a:moveTo>
                  <a:lnTo>
                    <a:pt x="0" y="6565"/>
                  </a:lnTo>
                  <a:lnTo>
                    <a:pt x="262" y="4581"/>
                  </a:lnTo>
                  <a:lnTo>
                    <a:pt x="2318" y="0"/>
                  </a:lnTo>
                  <a:lnTo>
                    <a:pt x="1571" y="54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6" name="oPE_MapPart_MMR_11_496" descr="Myanmar">
              <a:extLst>
                <a:ext uri="{FF2B5EF4-FFF2-40B4-BE49-F238E27FC236}">
                  <a16:creationId xmlns:a16="http://schemas.microsoft.com/office/drawing/2014/main" id="{9EFE9AE3-73DF-74B2-D652-C8D2952CE6AF}"/>
                </a:ext>
              </a:extLst>
            </p:cNvPr>
            <p:cNvSpPr/>
            <p:nvPr>
              <p:custDataLst>
                <p:tags r:id="rId496"/>
              </p:custDataLst>
            </p:nvPr>
          </p:nvSpPr>
          <p:spPr>
            <a:xfrm>
              <a:off x="8133835" y="4182108"/>
              <a:ext cx="3590" cy="3645"/>
            </a:xfrm>
            <a:custGeom>
              <a:avLst/>
              <a:gdLst/>
              <a:ahLst/>
              <a:cxnLst/>
              <a:rect l="0" t="0" r="0" b="0"/>
              <a:pathLst>
                <a:path w="3590" h="3645">
                  <a:moveTo>
                    <a:pt x="1347" y="2468"/>
                  </a:moveTo>
                  <a:lnTo>
                    <a:pt x="0" y="3644"/>
                  </a:lnTo>
                  <a:lnTo>
                    <a:pt x="450" y="1633"/>
                  </a:lnTo>
                  <a:lnTo>
                    <a:pt x="2132" y="114"/>
                  </a:lnTo>
                  <a:lnTo>
                    <a:pt x="3589" y="0"/>
                  </a:lnTo>
                  <a:lnTo>
                    <a:pt x="2356" y="20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7" name="oPE_MapPart_MMR_12_497" descr="Myanmar">
              <a:extLst>
                <a:ext uri="{FF2B5EF4-FFF2-40B4-BE49-F238E27FC236}">
                  <a16:creationId xmlns:a16="http://schemas.microsoft.com/office/drawing/2014/main" id="{6217E338-0037-E2C9-9482-3FC2A66CE5FF}"/>
                </a:ext>
              </a:extLst>
            </p:cNvPr>
            <p:cNvSpPr/>
            <p:nvPr>
              <p:custDataLst>
                <p:tags r:id="rId497"/>
              </p:custDataLst>
            </p:nvPr>
          </p:nvSpPr>
          <p:spPr>
            <a:xfrm>
              <a:off x="8136677" y="4115574"/>
              <a:ext cx="1272" cy="5413"/>
            </a:xfrm>
            <a:custGeom>
              <a:avLst/>
              <a:gdLst/>
              <a:ahLst/>
              <a:cxnLst/>
              <a:rect l="0" t="0" r="0" b="0"/>
              <a:pathLst>
                <a:path w="1272" h="5413">
                  <a:moveTo>
                    <a:pt x="1271" y="1920"/>
                  </a:moveTo>
                  <a:lnTo>
                    <a:pt x="1122" y="5412"/>
                  </a:lnTo>
                  <a:lnTo>
                    <a:pt x="74" y="3724"/>
                  </a:lnTo>
                  <a:lnTo>
                    <a:pt x="0" y="0"/>
                  </a:lnTo>
                  <a:lnTo>
                    <a:pt x="898" y="8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8" name="oPE_MapPart_MMR_13_498" descr="Myanmar">
              <a:extLst>
                <a:ext uri="{FF2B5EF4-FFF2-40B4-BE49-F238E27FC236}">
                  <a16:creationId xmlns:a16="http://schemas.microsoft.com/office/drawing/2014/main" id="{12A659A8-80D8-9DA8-BC3B-5728E921D696}"/>
                </a:ext>
              </a:extLst>
            </p:cNvPr>
            <p:cNvSpPr/>
            <p:nvPr>
              <p:custDataLst>
                <p:tags r:id="rId498"/>
              </p:custDataLst>
            </p:nvPr>
          </p:nvSpPr>
          <p:spPr>
            <a:xfrm>
              <a:off x="8025719" y="3965951"/>
              <a:ext cx="2319" cy="5688"/>
            </a:xfrm>
            <a:custGeom>
              <a:avLst/>
              <a:gdLst/>
              <a:ahLst/>
              <a:cxnLst/>
              <a:rect l="0" t="0" r="0" b="0"/>
              <a:pathLst>
                <a:path w="2319" h="5688">
                  <a:moveTo>
                    <a:pt x="2020" y="3580"/>
                  </a:moveTo>
                  <a:lnTo>
                    <a:pt x="2318" y="5687"/>
                  </a:lnTo>
                  <a:lnTo>
                    <a:pt x="0" y="1910"/>
                  </a:lnTo>
                  <a:lnTo>
                    <a:pt x="38" y="0"/>
                  </a:lnTo>
                  <a:lnTo>
                    <a:pt x="972" y="8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9" name="oPE_MapPart_MMR_14_499" descr="Myanmar">
              <a:extLst>
                <a:ext uri="{FF2B5EF4-FFF2-40B4-BE49-F238E27FC236}">
                  <a16:creationId xmlns:a16="http://schemas.microsoft.com/office/drawing/2014/main" id="{72D0409A-CAF5-D9AB-24E5-991A38729F2F}"/>
                </a:ext>
              </a:extLst>
            </p:cNvPr>
            <p:cNvSpPr/>
            <p:nvPr>
              <p:custDataLst>
                <p:tags r:id="rId499"/>
              </p:custDataLst>
            </p:nvPr>
          </p:nvSpPr>
          <p:spPr>
            <a:xfrm>
              <a:off x="8036113" y="3968935"/>
              <a:ext cx="2094" cy="4334"/>
            </a:xfrm>
            <a:custGeom>
              <a:avLst/>
              <a:gdLst/>
              <a:ahLst/>
              <a:cxnLst/>
              <a:rect l="0" t="0" r="0" b="0"/>
              <a:pathLst>
                <a:path w="2094" h="4334">
                  <a:moveTo>
                    <a:pt x="1644" y="1312"/>
                  </a:moveTo>
                  <a:lnTo>
                    <a:pt x="2093" y="4333"/>
                  </a:lnTo>
                  <a:lnTo>
                    <a:pt x="672" y="3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0" name="oPE_MapPart_MMR_15_500" descr="Myanmar">
              <a:extLst>
                <a:ext uri="{FF2B5EF4-FFF2-40B4-BE49-F238E27FC236}">
                  <a16:creationId xmlns:a16="http://schemas.microsoft.com/office/drawing/2014/main" id="{DA300D26-70D0-D558-E158-B3C9D6FD02B6}"/>
                </a:ext>
              </a:extLst>
            </p:cNvPr>
            <p:cNvSpPr/>
            <p:nvPr>
              <p:custDataLst>
                <p:tags r:id="rId500"/>
              </p:custDataLst>
            </p:nvPr>
          </p:nvSpPr>
          <p:spPr>
            <a:xfrm>
              <a:off x="8131593" y="4143838"/>
              <a:ext cx="1533" cy="4736"/>
            </a:xfrm>
            <a:custGeom>
              <a:avLst/>
              <a:gdLst/>
              <a:ahLst/>
              <a:cxnLst/>
              <a:rect l="0" t="0" r="0" b="0"/>
              <a:pathLst>
                <a:path w="1533" h="4736">
                  <a:moveTo>
                    <a:pt x="1346" y="3551"/>
                  </a:moveTo>
                  <a:lnTo>
                    <a:pt x="1532" y="4735"/>
                  </a:lnTo>
                  <a:lnTo>
                    <a:pt x="224" y="3475"/>
                  </a:lnTo>
                  <a:lnTo>
                    <a:pt x="0" y="0"/>
                  </a:lnTo>
                  <a:lnTo>
                    <a:pt x="1458" y="27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1" name="oPE_MapPart_MMR_16_501" descr="Myanmar">
              <a:extLst>
                <a:ext uri="{FF2B5EF4-FFF2-40B4-BE49-F238E27FC236}">
                  <a16:creationId xmlns:a16="http://schemas.microsoft.com/office/drawing/2014/main" id="{21061007-432A-64FD-1033-D92645E3E210}"/>
                </a:ext>
              </a:extLst>
            </p:cNvPr>
            <p:cNvSpPr/>
            <p:nvPr>
              <p:custDataLst>
                <p:tags r:id="rId501"/>
              </p:custDataLst>
            </p:nvPr>
          </p:nvSpPr>
          <p:spPr>
            <a:xfrm>
              <a:off x="8132153" y="4134739"/>
              <a:ext cx="2058" cy="2946"/>
            </a:xfrm>
            <a:custGeom>
              <a:avLst/>
              <a:gdLst/>
              <a:ahLst/>
              <a:cxnLst/>
              <a:rect l="0" t="0" r="0" b="0"/>
              <a:pathLst>
                <a:path w="2058" h="2946">
                  <a:moveTo>
                    <a:pt x="2057" y="2945"/>
                  </a:moveTo>
                  <a:lnTo>
                    <a:pt x="786" y="2639"/>
                  </a:lnTo>
                  <a:lnTo>
                    <a:pt x="0" y="1186"/>
                  </a:lnTo>
                  <a:lnTo>
                    <a:pt x="1421" y="0"/>
                  </a:lnTo>
                  <a:lnTo>
                    <a:pt x="1720" y="206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2" name="oPE_MapPart_NAM_1_502" descr="Namibia">
              <a:extLst>
                <a:ext uri="{FF2B5EF4-FFF2-40B4-BE49-F238E27FC236}">
                  <a16:creationId xmlns:a16="http://schemas.microsoft.com/office/drawing/2014/main" id="{BD6C4DC9-40A4-7B39-6245-072552877235}"/>
                </a:ext>
              </a:extLst>
            </p:cNvPr>
            <p:cNvSpPr/>
            <p:nvPr>
              <p:custDataLst>
                <p:tags r:id="rId502"/>
              </p:custDataLst>
            </p:nvPr>
          </p:nvSpPr>
          <p:spPr>
            <a:xfrm>
              <a:off x="6339449" y="4749597"/>
              <a:ext cx="281170" cy="270694"/>
            </a:xfrm>
            <a:custGeom>
              <a:avLst/>
              <a:gdLst/>
              <a:ahLst/>
              <a:cxnLst/>
              <a:rect l="0" t="0" r="0" b="0"/>
              <a:pathLst>
                <a:path w="281170" h="270694">
                  <a:moveTo>
                    <a:pt x="242140" y="14645"/>
                  </a:moveTo>
                  <a:lnTo>
                    <a:pt x="260720" y="11194"/>
                  </a:lnTo>
                  <a:lnTo>
                    <a:pt x="270253" y="11977"/>
                  </a:lnTo>
                  <a:lnTo>
                    <a:pt x="275823" y="13076"/>
                  </a:lnTo>
                  <a:lnTo>
                    <a:pt x="281169" y="17980"/>
                  </a:lnTo>
                  <a:lnTo>
                    <a:pt x="273879" y="18609"/>
                  </a:lnTo>
                  <a:lnTo>
                    <a:pt x="266028" y="23638"/>
                  </a:lnTo>
                  <a:lnTo>
                    <a:pt x="262477" y="22026"/>
                  </a:lnTo>
                  <a:lnTo>
                    <a:pt x="260085" y="23009"/>
                  </a:lnTo>
                  <a:lnTo>
                    <a:pt x="252907" y="27494"/>
                  </a:lnTo>
                  <a:lnTo>
                    <a:pt x="247673" y="32338"/>
                  </a:lnTo>
                  <a:lnTo>
                    <a:pt x="246290" y="32417"/>
                  </a:lnTo>
                  <a:lnTo>
                    <a:pt x="240458" y="23088"/>
                  </a:lnTo>
                  <a:lnTo>
                    <a:pt x="238813" y="22499"/>
                  </a:lnTo>
                  <a:lnTo>
                    <a:pt x="192157" y="29462"/>
                  </a:lnTo>
                  <a:lnTo>
                    <a:pt x="192120" y="110920"/>
                  </a:lnTo>
                  <a:lnTo>
                    <a:pt x="171483" y="110920"/>
                  </a:lnTo>
                  <a:lnTo>
                    <a:pt x="171520" y="259144"/>
                  </a:lnTo>
                  <a:lnTo>
                    <a:pt x="165128" y="260420"/>
                  </a:lnTo>
                  <a:lnTo>
                    <a:pt x="162361" y="262079"/>
                  </a:lnTo>
                  <a:lnTo>
                    <a:pt x="161202" y="264123"/>
                  </a:lnTo>
                  <a:lnTo>
                    <a:pt x="157651" y="265829"/>
                  </a:lnTo>
                  <a:lnTo>
                    <a:pt x="156267" y="269797"/>
                  </a:lnTo>
                  <a:lnTo>
                    <a:pt x="154510" y="270693"/>
                  </a:lnTo>
                  <a:lnTo>
                    <a:pt x="147819" y="269028"/>
                  </a:lnTo>
                  <a:lnTo>
                    <a:pt x="132528" y="269114"/>
                  </a:lnTo>
                  <a:lnTo>
                    <a:pt x="118920" y="264976"/>
                  </a:lnTo>
                  <a:lnTo>
                    <a:pt x="116864" y="260334"/>
                  </a:lnTo>
                  <a:lnTo>
                    <a:pt x="117649" y="256849"/>
                  </a:lnTo>
                  <a:lnTo>
                    <a:pt x="117088" y="254853"/>
                  </a:lnTo>
                  <a:lnTo>
                    <a:pt x="113873" y="253198"/>
                  </a:lnTo>
                  <a:lnTo>
                    <a:pt x="112715" y="250442"/>
                  </a:lnTo>
                  <a:lnTo>
                    <a:pt x="110808" y="249257"/>
                  </a:lnTo>
                  <a:lnTo>
                    <a:pt x="107032" y="251544"/>
                  </a:lnTo>
                  <a:lnTo>
                    <a:pt x="104565" y="259186"/>
                  </a:lnTo>
                  <a:lnTo>
                    <a:pt x="101873" y="260037"/>
                  </a:lnTo>
                  <a:lnTo>
                    <a:pt x="98172" y="263102"/>
                  </a:lnTo>
                  <a:lnTo>
                    <a:pt x="83031" y="247732"/>
                  </a:lnTo>
                  <a:lnTo>
                    <a:pt x="75180" y="234139"/>
                  </a:lnTo>
                  <a:lnTo>
                    <a:pt x="70843" y="220155"/>
                  </a:lnTo>
                  <a:lnTo>
                    <a:pt x="70993" y="213673"/>
                  </a:lnTo>
                  <a:lnTo>
                    <a:pt x="67404" y="209248"/>
                  </a:lnTo>
                  <a:lnTo>
                    <a:pt x="66656" y="200919"/>
                  </a:lnTo>
                  <a:lnTo>
                    <a:pt x="64862" y="195561"/>
                  </a:lnTo>
                  <a:lnTo>
                    <a:pt x="64712" y="179630"/>
                  </a:lnTo>
                  <a:lnTo>
                    <a:pt x="57721" y="160673"/>
                  </a:lnTo>
                  <a:lnTo>
                    <a:pt x="57161" y="139761"/>
                  </a:lnTo>
                  <a:lnTo>
                    <a:pt x="55703" y="132689"/>
                  </a:lnTo>
                  <a:lnTo>
                    <a:pt x="56413" y="130700"/>
                  </a:lnTo>
                  <a:lnTo>
                    <a:pt x="57610" y="131633"/>
                  </a:lnTo>
                  <a:lnTo>
                    <a:pt x="58133" y="129036"/>
                  </a:lnTo>
                  <a:lnTo>
                    <a:pt x="56937" y="121017"/>
                  </a:lnTo>
                  <a:lnTo>
                    <a:pt x="54021" y="115198"/>
                  </a:lnTo>
                  <a:lnTo>
                    <a:pt x="46768" y="105724"/>
                  </a:lnTo>
                  <a:lnTo>
                    <a:pt x="44001" y="99168"/>
                  </a:lnTo>
                  <a:lnTo>
                    <a:pt x="35927" y="86738"/>
                  </a:lnTo>
                  <a:lnTo>
                    <a:pt x="30057" y="70529"/>
                  </a:lnTo>
                  <a:lnTo>
                    <a:pt x="27440" y="67065"/>
                  </a:lnTo>
                  <a:lnTo>
                    <a:pt x="15290" y="42797"/>
                  </a:lnTo>
                  <a:lnTo>
                    <a:pt x="6654" y="32811"/>
                  </a:lnTo>
                  <a:lnTo>
                    <a:pt x="1121" y="22537"/>
                  </a:lnTo>
                  <a:lnTo>
                    <a:pt x="0" y="10881"/>
                  </a:lnTo>
                  <a:lnTo>
                    <a:pt x="449" y="6141"/>
                  </a:lnTo>
                  <a:lnTo>
                    <a:pt x="6056" y="4379"/>
                  </a:lnTo>
                  <a:lnTo>
                    <a:pt x="17159" y="5358"/>
                  </a:lnTo>
                  <a:lnTo>
                    <a:pt x="28636" y="0"/>
                  </a:lnTo>
                  <a:lnTo>
                    <a:pt x="36450" y="1603"/>
                  </a:lnTo>
                  <a:lnTo>
                    <a:pt x="40973" y="5789"/>
                  </a:lnTo>
                  <a:lnTo>
                    <a:pt x="47665" y="9626"/>
                  </a:lnTo>
                  <a:lnTo>
                    <a:pt x="138622" y="9392"/>
                  </a:lnTo>
                  <a:lnTo>
                    <a:pt x="140491" y="10332"/>
                  </a:lnTo>
                  <a:lnTo>
                    <a:pt x="145314" y="16018"/>
                  </a:lnTo>
                  <a:lnTo>
                    <a:pt x="150248" y="18216"/>
                  </a:lnTo>
                  <a:lnTo>
                    <a:pt x="180082" y="20023"/>
                  </a:lnTo>
                  <a:lnTo>
                    <a:pt x="187408" y="22930"/>
                  </a:lnTo>
                  <a:lnTo>
                    <a:pt x="195073" y="21516"/>
                  </a:lnTo>
                  <a:lnTo>
                    <a:pt x="201353" y="22499"/>
                  </a:lnTo>
                  <a:lnTo>
                    <a:pt x="235672" y="159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3" name="oPE_MapPart_NRU_1_503" descr="Nauru">
              <a:extLst>
                <a:ext uri="{FF2B5EF4-FFF2-40B4-BE49-F238E27FC236}">
                  <a16:creationId xmlns:a16="http://schemas.microsoft.com/office/drawing/2014/main" id="{05FC398B-1D87-1DFD-AB43-6586CD253706}"/>
                </a:ext>
              </a:extLst>
            </p:cNvPr>
            <p:cNvSpPr/>
            <p:nvPr>
              <p:custDataLst>
                <p:tags r:id="rId503"/>
              </p:custDataLst>
            </p:nvPr>
          </p:nvSpPr>
          <p:spPr>
            <a:xfrm>
              <a:off x="9551872" y="4391607"/>
              <a:ext cx="22394" cy="22433"/>
            </a:xfrm>
            <a:custGeom>
              <a:avLst/>
              <a:gdLst/>
              <a:ahLst/>
              <a:cxnLst/>
              <a:rect l="0" t="0" r="0" b="0"/>
              <a:pathLst>
                <a:path w="22394" h="22433">
                  <a:moveTo>
                    <a:pt x="0" y="0"/>
                  </a:moveTo>
                  <a:lnTo>
                    <a:pt x="22393" y="0"/>
                  </a:lnTo>
                  <a:lnTo>
                    <a:pt x="22393" y="22432"/>
                  </a:lnTo>
                  <a:lnTo>
                    <a:pt x="0" y="224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4" name="oPE_MapPart_NPL_1_504" descr="Nepal">
              <a:extLst>
                <a:ext uri="{FF2B5EF4-FFF2-40B4-BE49-F238E27FC236}">
                  <a16:creationId xmlns:a16="http://schemas.microsoft.com/office/drawing/2014/main" id="{85E2EC5F-D05B-7E27-BF36-E1F368FC39C2}"/>
                </a:ext>
              </a:extLst>
            </p:cNvPr>
            <p:cNvSpPr/>
            <p:nvPr>
              <p:custDataLst>
                <p:tags r:id="rId504"/>
              </p:custDataLst>
            </p:nvPr>
          </p:nvSpPr>
          <p:spPr>
            <a:xfrm>
              <a:off x="7758607" y="3728961"/>
              <a:ext cx="168456" cy="95080"/>
            </a:xfrm>
            <a:custGeom>
              <a:avLst/>
              <a:gdLst/>
              <a:ahLst/>
              <a:cxnLst/>
              <a:rect l="0" t="0" r="0" b="0"/>
              <a:pathLst>
                <a:path w="168456" h="95080">
                  <a:moveTo>
                    <a:pt x="167370" y="59839"/>
                  </a:moveTo>
                  <a:lnTo>
                    <a:pt x="168193" y="60473"/>
                  </a:lnTo>
                  <a:lnTo>
                    <a:pt x="168156" y="62713"/>
                  </a:lnTo>
                  <a:lnTo>
                    <a:pt x="165576" y="70684"/>
                  </a:lnTo>
                  <a:lnTo>
                    <a:pt x="164754" y="77119"/>
                  </a:lnTo>
                  <a:lnTo>
                    <a:pt x="167408" y="81904"/>
                  </a:lnTo>
                  <a:lnTo>
                    <a:pt x="168455" y="86638"/>
                  </a:lnTo>
                  <a:lnTo>
                    <a:pt x="165650" y="94286"/>
                  </a:lnTo>
                  <a:lnTo>
                    <a:pt x="161950" y="93326"/>
                  </a:lnTo>
                  <a:lnTo>
                    <a:pt x="157463" y="94203"/>
                  </a:lnTo>
                  <a:lnTo>
                    <a:pt x="152902" y="93660"/>
                  </a:lnTo>
                  <a:lnTo>
                    <a:pt x="150285" y="95079"/>
                  </a:lnTo>
                  <a:lnTo>
                    <a:pt x="146173" y="93410"/>
                  </a:lnTo>
                  <a:lnTo>
                    <a:pt x="144641" y="90569"/>
                  </a:lnTo>
                  <a:lnTo>
                    <a:pt x="138099" y="93368"/>
                  </a:lnTo>
                  <a:lnTo>
                    <a:pt x="131145" y="90110"/>
                  </a:lnTo>
                  <a:lnTo>
                    <a:pt x="123706" y="88395"/>
                  </a:lnTo>
                  <a:lnTo>
                    <a:pt x="119294" y="89441"/>
                  </a:lnTo>
                  <a:lnTo>
                    <a:pt x="118097" y="88604"/>
                  </a:lnTo>
                  <a:lnTo>
                    <a:pt x="117312" y="85298"/>
                  </a:lnTo>
                  <a:lnTo>
                    <a:pt x="116228" y="84209"/>
                  </a:lnTo>
                  <a:lnTo>
                    <a:pt x="114583" y="83957"/>
                  </a:lnTo>
                  <a:lnTo>
                    <a:pt x="108863" y="86261"/>
                  </a:lnTo>
                  <a:lnTo>
                    <a:pt x="106770" y="85675"/>
                  </a:lnTo>
                  <a:lnTo>
                    <a:pt x="105387" y="83455"/>
                  </a:lnTo>
                  <a:lnTo>
                    <a:pt x="96227" y="79261"/>
                  </a:lnTo>
                  <a:lnTo>
                    <a:pt x="94695" y="73252"/>
                  </a:lnTo>
                  <a:lnTo>
                    <a:pt x="83891" y="68746"/>
                  </a:lnTo>
                  <a:lnTo>
                    <a:pt x="78470" y="71400"/>
                  </a:lnTo>
                  <a:lnTo>
                    <a:pt x="70545" y="69336"/>
                  </a:lnTo>
                  <a:lnTo>
                    <a:pt x="67255" y="71568"/>
                  </a:lnTo>
                  <a:lnTo>
                    <a:pt x="55702" y="68114"/>
                  </a:lnTo>
                  <a:lnTo>
                    <a:pt x="54543" y="64487"/>
                  </a:lnTo>
                  <a:lnTo>
                    <a:pt x="49833" y="64528"/>
                  </a:lnTo>
                  <a:lnTo>
                    <a:pt x="40225" y="58823"/>
                  </a:lnTo>
                  <a:lnTo>
                    <a:pt x="37422" y="59923"/>
                  </a:lnTo>
                  <a:lnTo>
                    <a:pt x="26169" y="52639"/>
                  </a:lnTo>
                  <a:lnTo>
                    <a:pt x="23216" y="48904"/>
                  </a:lnTo>
                  <a:lnTo>
                    <a:pt x="11140" y="41503"/>
                  </a:lnTo>
                  <a:lnTo>
                    <a:pt x="9682" y="41119"/>
                  </a:lnTo>
                  <a:lnTo>
                    <a:pt x="8897" y="42525"/>
                  </a:lnTo>
                  <a:lnTo>
                    <a:pt x="7626" y="42355"/>
                  </a:lnTo>
                  <a:lnTo>
                    <a:pt x="0" y="36257"/>
                  </a:lnTo>
                  <a:lnTo>
                    <a:pt x="1645" y="30787"/>
                  </a:lnTo>
                  <a:lnTo>
                    <a:pt x="3775" y="28561"/>
                  </a:lnTo>
                  <a:lnTo>
                    <a:pt x="4224" y="23116"/>
                  </a:lnTo>
                  <a:lnTo>
                    <a:pt x="5495" y="19551"/>
                  </a:lnTo>
                  <a:lnTo>
                    <a:pt x="10317" y="11715"/>
                  </a:lnTo>
                  <a:lnTo>
                    <a:pt x="17794" y="5195"/>
                  </a:lnTo>
                  <a:lnTo>
                    <a:pt x="19926" y="5368"/>
                  </a:lnTo>
                  <a:lnTo>
                    <a:pt x="21982" y="8436"/>
                  </a:lnTo>
                  <a:lnTo>
                    <a:pt x="23365" y="8349"/>
                  </a:lnTo>
                  <a:lnTo>
                    <a:pt x="25009" y="7054"/>
                  </a:lnTo>
                  <a:lnTo>
                    <a:pt x="28374" y="1213"/>
                  </a:lnTo>
                  <a:lnTo>
                    <a:pt x="33048" y="0"/>
                  </a:lnTo>
                  <a:lnTo>
                    <a:pt x="41384" y="1473"/>
                  </a:lnTo>
                  <a:lnTo>
                    <a:pt x="45048" y="7788"/>
                  </a:lnTo>
                  <a:lnTo>
                    <a:pt x="50581" y="10723"/>
                  </a:lnTo>
                  <a:lnTo>
                    <a:pt x="58207" y="16885"/>
                  </a:lnTo>
                  <a:lnTo>
                    <a:pt x="61534" y="18477"/>
                  </a:lnTo>
                  <a:lnTo>
                    <a:pt x="64450" y="18606"/>
                  </a:lnTo>
                  <a:lnTo>
                    <a:pt x="73348" y="28818"/>
                  </a:lnTo>
                  <a:lnTo>
                    <a:pt x="80676" y="26548"/>
                  </a:lnTo>
                  <a:lnTo>
                    <a:pt x="84114" y="27962"/>
                  </a:lnTo>
                  <a:lnTo>
                    <a:pt x="86769" y="35275"/>
                  </a:lnTo>
                  <a:lnTo>
                    <a:pt x="98545" y="43589"/>
                  </a:lnTo>
                  <a:lnTo>
                    <a:pt x="106097" y="42823"/>
                  </a:lnTo>
                  <a:lnTo>
                    <a:pt x="104601" y="48054"/>
                  </a:lnTo>
                  <a:lnTo>
                    <a:pt x="105312" y="49371"/>
                  </a:lnTo>
                  <a:lnTo>
                    <a:pt x="116864" y="50263"/>
                  </a:lnTo>
                  <a:lnTo>
                    <a:pt x="120228" y="53614"/>
                  </a:lnTo>
                  <a:lnTo>
                    <a:pt x="123444" y="58908"/>
                  </a:lnTo>
                  <a:lnTo>
                    <a:pt x="124864" y="58358"/>
                  </a:lnTo>
                  <a:lnTo>
                    <a:pt x="125200" y="54843"/>
                  </a:lnTo>
                  <a:lnTo>
                    <a:pt x="126397" y="54123"/>
                  </a:lnTo>
                  <a:lnTo>
                    <a:pt x="128079" y="56284"/>
                  </a:lnTo>
                  <a:lnTo>
                    <a:pt x="132042" y="58485"/>
                  </a:lnTo>
                  <a:lnTo>
                    <a:pt x="134285" y="57681"/>
                  </a:lnTo>
                  <a:lnTo>
                    <a:pt x="135070" y="54801"/>
                  </a:lnTo>
                  <a:lnTo>
                    <a:pt x="137874" y="54589"/>
                  </a:lnTo>
                  <a:lnTo>
                    <a:pt x="139145" y="56284"/>
                  </a:lnTo>
                  <a:lnTo>
                    <a:pt x="144752" y="58485"/>
                  </a:lnTo>
                  <a:lnTo>
                    <a:pt x="147258" y="60600"/>
                  </a:lnTo>
                  <a:lnTo>
                    <a:pt x="157239" y="61150"/>
                  </a:lnTo>
                  <a:lnTo>
                    <a:pt x="162211" y="59500"/>
                  </a:lnTo>
                  <a:lnTo>
                    <a:pt x="165576" y="5954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5" name="oPE_MapPart_NLD_1_505" descr="Niederlande">
              <a:extLst>
                <a:ext uri="{FF2B5EF4-FFF2-40B4-BE49-F238E27FC236}">
                  <a16:creationId xmlns:a16="http://schemas.microsoft.com/office/drawing/2014/main" id="{B75B8788-6D88-FFC9-749D-8F9134E506EE}"/>
                </a:ext>
              </a:extLst>
            </p:cNvPr>
            <p:cNvSpPr/>
            <p:nvPr>
              <p:custDataLst>
                <p:tags r:id="rId505"/>
              </p:custDataLst>
            </p:nvPr>
          </p:nvSpPr>
          <p:spPr>
            <a:xfrm>
              <a:off x="6167629" y="3073770"/>
              <a:ext cx="77836" cy="91014"/>
            </a:xfrm>
            <a:custGeom>
              <a:avLst/>
              <a:gdLst/>
              <a:ahLst/>
              <a:cxnLst/>
              <a:rect l="0" t="0" r="0" b="0"/>
              <a:pathLst>
                <a:path w="77836" h="91014">
                  <a:moveTo>
                    <a:pt x="52862" y="91013"/>
                  </a:moveTo>
                  <a:lnTo>
                    <a:pt x="47740" y="90717"/>
                  </a:lnTo>
                  <a:lnTo>
                    <a:pt x="45497" y="87996"/>
                  </a:lnTo>
                  <a:lnTo>
                    <a:pt x="49198" y="79983"/>
                  </a:lnTo>
                  <a:lnTo>
                    <a:pt x="48749" y="77779"/>
                  </a:lnTo>
                  <a:lnTo>
                    <a:pt x="44862" y="76229"/>
                  </a:lnTo>
                  <a:lnTo>
                    <a:pt x="42132" y="73362"/>
                  </a:lnTo>
                  <a:lnTo>
                    <a:pt x="36674" y="73601"/>
                  </a:lnTo>
                  <a:lnTo>
                    <a:pt x="34282" y="71329"/>
                  </a:lnTo>
                  <a:lnTo>
                    <a:pt x="32861" y="67253"/>
                  </a:lnTo>
                  <a:lnTo>
                    <a:pt x="31067" y="69292"/>
                  </a:lnTo>
                  <a:lnTo>
                    <a:pt x="29048" y="69472"/>
                  </a:lnTo>
                  <a:lnTo>
                    <a:pt x="27141" y="66533"/>
                  </a:lnTo>
                  <a:lnTo>
                    <a:pt x="24599" y="68813"/>
                  </a:lnTo>
                  <a:lnTo>
                    <a:pt x="21907" y="67073"/>
                  </a:lnTo>
                  <a:lnTo>
                    <a:pt x="19440" y="68633"/>
                  </a:lnTo>
                  <a:lnTo>
                    <a:pt x="19851" y="70670"/>
                  </a:lnTo>
                  <a:lnTo>
                    <a:pt x="19215" y="71029"/>
                  </a:lnTo>
                  <a:lnTo>
                    <a:pt x="11589" y="68093"/>
                  </a:lnTo>
                  <a:lnTo>
                    <a:pt x="7739" y="69233"/>
                  </a:lnTo>
                  <a:lnTo>
                    <a:pt x="2878" y="67733"/>
                  </a:lnTo>
                  <a:lnTo>
                    <a:pt x="0" y="64851"/>
                  </a:lnTo>
                  <a:lnTo>
                    <a:pt x="2056" y="63227"/>
                  </a:lnTo>
                  <a:lnTo>
                    <a:pt x="6131" y="63046"/>
                  </a:lnTo>
                  <a:lnTo>
                    <a:pt x="14393" y="67673"/>
                  </a:lnTo>
                  <a:lnTo>
                    <a:pt x="17159" y="67193"/>
                  </a:lnTo>
                  <a:lnTo>
                    <a:pt x="11552" y="63046"/>
                  </a:lnTo>
                  <a:lnTo>
                    <a:pt x="15253" y="62565"/>
                  </a:lnTo>
                  <a:lnTo>
                    <a:pt x="10356" y="55808"/>
                  </a:lnTo>
                  <a:lnTo>
                    <a:pt x="13197" y="49627"/>
                  </a:lnTo>
                  <a:lnTo>
                    <a:pt x="21459" y="38964"/>
                  </a:lnTo>
                  <a:lnTo>
                    <a:pt x="25534" y="21869"/>
                  </a:lnTo>
                  <a:lnTo>
                    <a:pt x="27403" y="17347"/>
                  </a:lnTo>
                  <a:lnTo>
                    <a:pt x="29908" y="18463"/>
                  </a:lnTo>
                  <a:lnTo>
                    <a:pt x="33497" y="16664"/>
                  </a:lnTo>
                  <a:lnTo>
                    <a:pt x="39665" y="12002"/>
                  </a:lnTo>
                  <a:lnTo>
                    <a:pt x="43254" y="6013"/>
                  </a:lnTo>
                  <a:lnTo>
                    <a:pt x="50357" y="2321"/>
                  </a:lnTo>
                  <a:lnTo>
                    <a:pt x="69947" y="0"/>
                  </a:lnTo>
                  <a:lnTo>
                    <a:pt x="73087" y="4012"/>
                  </a:lnTo>
                  <a:lnTo>
                    <a:pt x="77835" y="5576"/>
                  </a:lnTo>
                  <a:lnTo>
                    <a:pt x="77685" y="15360"/>
                  </a:lnTo>
                  <a:lnTo>
                    <a:pt x="74433" y="27301"/>
                  </a:lnTo>
                  <a:lnTo>
                    <a:pt x="68526" y="27917"/>
                  </a:lnTo>
                  <a:lnTo>
                    <a:pt x="67367" y="31486"/>
                  </a:lnTo>
                  <a:lnTo>
                    <a:pt x="68526" y="33697"/>
                  </a:lnTo>
                  <a:lnTo>
                    <a:pt x="73797" y="35230"/>
                  </a:lnTo>
                  <a:lnTo>
                    <a:pt x="74470" y="36578"/>
                  </a:lnTo>
                  <a:lnTo>
                    <a:pt x="74171" y="40431"/>
                  </a:lnTo>
                  <a:lnTo>
                    <a:pt x="73274" y="42507"/>
                  </a:lnTo>
                  <a:lnTo>
                    <a:pt x="68040" y="46771"/>
                  </a:lnTo>
                  <a:lnTo>
                    <a:pt x="67853" y="48230"/>
                  </a:lnTo>
                  <a:lnTo>
                    <a:pt x="69647" y="50113"/>
                  </a:lnTo>
                  <a:lnTo>
                    <a:pt x="68376" y="52478"/>
                  </a:lnTo>
                  <a:lnTo>
                    <a:pt x="60376" y="55384"/>
                  </a:lnTo>
                  <a:lnTo>
                    <a:pt x="56451" y="53447"/>
                  </a:lnTo>
                  <a:lnTo>
                    <a:pt x="51927" y="56110"/>
                  </a:lnTo>
                  <a:lnTo>
                    <a:pt x="57124" y="67913"/>
                  </a:lnTo>
                  <a:lnTo>
                    <a:pt x="54544" y="75393"/>
                  </a:lnTo>
                  <a:lnTo>
                    <a:pt x="55703" y="77958"/>
                  </a:lnTo>
                  <a:lnTo>
                    <a:pt x="50021" y="81827"/>
                  </a:lnTo>
                  <a:lnTo>
                    <a:pt x="53983" y="859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6" name="oPE_MapPart_NLD_2_506" descr="Niederlande">
              <a:extLst>
                <a:ext uri="{FF2B5EF4-FFF2-40B4-BE49-F238E27FC236}">
                  <a16:creationId xmlns:a16="http://schemas.microsoft.com/office/drawing/2014/main" id="{276ED4D8-EC92-D6A5-7909-F6AB61CC250E}"/>
                </a:ext>
              </a:extLst>
            </p:cNvPr>
            <p:cNvSpPr/>
            <p:nvPr>
              <p:custDataLst>
                <p:tags r:id="rId506"/>
              </p:custDataLst>
            </p:nvPr>
          </p:nvSpPr>
          <p:spPr>
            <a:xfrm>
              <a:off x="6165573" y="3143362"/>
              <a:ext cx="18207" cy="6340"/>
            </a:xfrm>
            <a:custGeom>
              <a:avLst/>
              <a:gdLst/>
              <a:ahLst/>
              <a:cxnLst/>
              <a:rect l="0" t="0" r="0" b="0"/>
              <a:pathLst>
                <a:path w="18207" h="6340">
                  <a:moveTo>
                    <a:pt x="18206" y="419"/>
                  </a:moveTo>
                  <a:lnTo>
                    <a:pt x="17085" y="3053"/>
                  </a:lnTo>
                  <a:lnTo>
                    <a:pt x="11477" y="6339"/>
                  </a:lnTo>
                  <a:lnTo>
                    <a:pt x="4785" y="3770"/>
                  </a:lnTo>
                  <a:lnTo>
                    <a:pt x="1720" y="5085"/>
                  </a:lnTo>
                  <a:lnTo>
                    <a:pt x="0" y="719"/>
                  </a:lnTo>
                  <a:lnTo>
                    <a:pt x="4972" y="0"/>
                  </a:lnTo>
                  <a:lnTo>
                    <a:pt x="11065" y="1497"/>
                  </a:lnTo>
                  <a:lnTo>
                    <a:pt x="13720" y="120"/>
                  </a:lnTo>
                  <a:lnTo>
                    <a:pt x="15814" y="125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7" name="oPE_MapPart_NLD_3_507" descr="Niederlande">
              <a:extLst>
                <a:ext uri="{FF2B5EF4-FFF2-40B4-BE49-F238E27FC236}">
                  <a16:creationId xmlns:a16="http://schemas.microsoft.com/office/drawing/2014/main" id="{66EF5B64-2A33-BD9C-E675-9617355E8952}"/>
                </a:ext>
              </a:extLst>
            </p:cNvPr>
            <p:cNvSpPr/>
            <p:nvPr>
              <p:custDataLst>
                <p:tags r:id="rId507"/>
              </p:custDataLst>
            </p:nvPr>
          </p:nvSpPr>
          <p:spPr>
            <a:xfrm>
              <a:off x="6224641" y="3071195"/>
              <a:ext cx="2916" cy="1383"/>
            </a:xfrm>
            <a:custGeom>
              <a:avLst/>
              <a:gdLst/>
              <a:ahLst/>
              <a:cxnLst/>
              <a:rect l="0" t="0" r="0" b="0"/>
              <a:pathLst>
                <a:path w="2916" h="1383">
                  <a:moveTo>
                    <a:pt x="2915" y="188"/>
                  </a:moveTo>
                  <a:lnTo>
                    <a:pt x="0" y="1382"/>
                  </a:lnTo>
                  <a:lnTo>
                    <a:pt x="201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8" name="oPE_MapPart_NLD_4_508" descr="Niederlande">
              <a:extLst>
                <a:ext uri="{FF2B5EF4-FFF2-40B4-BE49-F238E27FC236}">
                  <a16:creationId xmlns:a16="http://schemas.microsoft.com/office/drawing/2014/main" id="{248731A9-E612-72B8-F807-51D8F7DB97B7}"/>
                </a:ext>
              </a:extLst>
            </p:cNvPr>
            <p:cNvSpPr/>
            <p:nvPr>
              <p:custDataLst>
                <p:tags r:id="rId508"/>
              </p:custDataLst>
            </p:nvPr>
          </p:nvSpPr>
          <p:spPr>
            <a:xfrm>
              <a:off x="6213425" y="3072891"/>
              <a:ext cx="5721" cy="315"/>
            </a:xfrm>
            <a:custGeom>
              <a:avLst/>
              <a:gdLst/>
              <a:ahLst/>
              <a:cxnLst/>
              <a:rect l="0" t="0" r="0" b="0"/>
              <a:pathLst>
                <a:path w="5721" h="315">
                  <a:moveTo>
                    <a:pt x="5720" y="314"/>
                  </a:moveTo>
                  <a:lnTo>
                    <a:pt x="0" y="0"/>
                  </a:lnTo>
                  <a:lnTo>
                    <a:pt x="5683" y="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9" name="oPE_MapPart_NLD_5_509" descr="Niederlande">
              <a:extLst>
                <a:ext uri="{FF2B5EF4-FFF2-40B4-BE49-F238E27FC236}">
                  <a16:creationId xmlns:a16="http://schemas.microsoft.com/office/drawing/2014/main" id="{9503D121-9D6F-8D38-D86C-4E46D3F320EF}"/>
                </a:ext>
              </a:extLst>
            </p:cNvPr>
            <p:cNvSpPr/>
            <p:nvPr>
              <p:custDataLst>
                <p:tags r:id="rId509"/>
              </p:custDataLst>
            </p:nvPr>
          </p:nvSpPr>
          <p:spPr>
            <a:xfrm>
              <a:off x="6198247" y="3078345"/>
              <a:ext cx="3852" cy="2626"/>
            </a:xfrm>
            <a:custGeom>
              <a:avLst/>
              <a:gdLst/>
              <a:ahLst/>
              <a:cxnLst/>
              <a:rect l="0" t="0" r="0" b="0"/>
              <a:pathLst>
                <a:path w="3852" h="2626">
                  <a:moveTo>
                    <a:pt x="3851" y="62"/>
                  </a:moveTo>
                  <a:lnTo>
                    <a:pt x="0" y="2625"/>
                  </a:lnTo>
                  <a:lnTo>
                    <a:pt x="216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0" name="oPE_MapPart_NLD_6_510" descr="Niederlande">
              <a:extLst>
                <a:ext uri="{FF2B5EF4-FFF2-40B4-BE49-F238E27FC236}">
                  <a16:creationId xmlns:a16="http://schemas.microsoft.com/office/drawing/2014/main" id="{C5AF1907-F28A-B68D-928D-4D1D4A2953AA}"/>
                </a:ext>
              </a:extLst>
            </p:cNvPr>
            <p:cNvSpPr/>
            <p:nvPr>
              <p:custDataLst>
                <p:tags r:id="rId510"/>
              </p:custDataLst>
            </p:nvPr>
          </p:nvSpPr>
          <p:spPr>
            <a:xfrm>
              <a:off x="6203780" y="3073896"/>
              <a:ext cx="8151" cy="1820"/>
            </a:xfrm>
            <a:custGeom>
              <a:avLst/>
              <a:gdLst/>
              <a:ahLst/>
              <a:cxnLst/>
              <a:rect l="0" t="0" r="0" b="0"/>
              <a:pathLst>
                <a:path w="8151" h="1820">
                  <a:moveTo>
                    <a:pt x="2841" y="1819"/>
                  </a:moveTo>
                  <a:lnTo>
                    <a:pt x="0" y="1630"/>
                  </a:lnTo>
                  <a:lnTo>
                    <a:pt x="81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1" name="oPE_MapPart_NLD_7_511" descr="Niederlande">
              <a:extLst>
                <a:ext uri="{FF2B5EF4-FFF2-40B4-BE49-F238E27FC236}">
                  <a16:creationId xmlns:a16="http://schemas.microsoft.com/office/drawing/2014/main" id="{02199130-EE99-74DA-4B76-8CD4A6F41CD0}"/>
                </a:ext>
              </a:extLst>
            </p:cNvPr>
            <p:cNvSpPr/>
            <p:nvPr>
              <p:custDataLst>
                <p:tags r:id="rId511"/>
              </p:custDataLst>
            </p:nvPr>
          </p:nvSpPr>
          <p:spPr>
            <a:xfrm>
              <a:off x="6193798" y="3082781"/>
              <a:ext cx="3702" cy="6350"/>
            </a:xfrm>
            <a:custGeom>
              <a:avLst/>
              <a:gdLst/>
              <a:ahLst/>
              <a:cxnLst/>
              <a:rect l="0" t="0" r="0" b="0"/>
              <a:pathLst>
                <a:path w="3702" h="6350">
                  <a:moveTo>
                    <a:pt x="3701" y="3863"/>
                  </a:moveTo>
                  <a:lnTo>
                    <a:pt x="1645" y="6349"/>
                  </a:lnTo>
                  <a:lnTo>
                    <a:pt x="0" y="5106"/>
                  </a:lnTo>
                  <a:lnTo>
                    <a:pt x="370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2" name="oPE_MapPart_NLD_8_512" descr="Niederlande">
              <a:extLst>
                <a:ext uri="{FF2B5EF4-FFF2-40B4-BE49-F238E27FC236}">
                  <a16:creationId xmlns:a16="http://schemas.microsoft.com/office/drawing/2014/main" id="{D2A58A2D-2FD9-2D34-4167-31FE0D726BE0}"/>
                </a:ext>
              </a:extLst>
            </p:cNvPr>
            <p:cNvSpPr/>
            <p:nvPr>
              <p:custDataLst>
                <p:tags r:id="rId512"/>
              </p:custDataLst>
            </p:nvPr>
          </p:nvSpPr>
          <p:spPr>
            <a:xfrm>
              <a:off x="6172826" y="3131753"/>
              <a:ext cx="7814" cy="3981"/>
            </a:xfrm>
            <a:custGeom>
              <a:avLst/>
              <a:gdLst/>
              <a:ahLst/>
              <a:cxnLst/>
              <a:rect l="0" t="0" r="0" b="0"/>
              <a:pathLst>
                <a:path w="7814" h="3981">
                  <a:moveTo>
                    <a:pt x="5196" y="241"/>
                  </a:moveTo>
                  <a:lnTo>
                    <a:pt x="7813" y="3257"/>
                  </a:lnTo>
                  <a:lnTo>
                    <a:pt x="5233" y="3980"/>
                  </a:lnTo>
                  <a:lnTo>
                    <a:pt x="2504" y="1750"/>
                  </a:lnTo>
                  <a:lnTo>
                    <a:pt x="672" y="2293"/>
                  </a:lnTo>
                  <a:lnTo>
                    <a:pt x="0" y="543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3" name="oPE_MapPart_NLD_9_513" descr="Niederlande">
              <a:extLst>
                <a:ext uri="{FF2B5EF4-FFF2-40B4-BE49-F238E27FC236}">
                  <a16:creationId xmlns:a16="http://schemas.microsoft.com/office/drawing/2014/main" id="{47A68572-E1B3-6F64-8DB0-3A2A096EDEFD}"/>
                </a:ext>
              </a:extLst>
            </p:cNvPr>
            <p:cNvSpPr/>
            <p:nvPr>
              <p:custDataLst>
                <p:tags r:id="rId513"/>
              </p:custDataLst>
            </p:nvPr>
          </p:nvSpPr>
          <p:spPr>
            <a:xfrm>
              <a:off x="6233949" y="3067354"/>
              <a:ext cx="3291" cy="1639"/>
            </a:xfrm>
            <a:custGeom>
              <a:avLst/>
              <a:gdLst/>
              <a:ahLst/>
              <a:cxnLst/>
              <a:rect l="0" t="0" r="0" b="0"/>
              <a:pathLst>
                <a:path w="3291" h="1639">
                  <a:moveTo>
                    <a:pt x="1944" y="1512"/>
                  </a:moveTo>
                  <a:lnTo>
                    <a:pt x="0" y="1638"/>
                  </a:lnTo>
                  <a:lnTo>
                    <a:pt x="561" y="693"/>
                  </a:lnTo>
                  <a:lnTo>
                    <a:pt x="329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4" name="oPE_MapPart_NLD_10_514" descr="Niederlande">
              <a:extLst>
                <a:ext uri="{FF2B5EF4-FFF2-40B4-BE49-F238E27FC236}">
                  <a16:creationId xmlns:a16="http://schemas.microsoft.com/office/drawing/2014/main" id="{D7DFB79E-1DFD-7920-3B28-155330D2CEBC}"/>
                </a:ext>
              </a:extLst>
            </p:cNvPr>
            <p:cNvSpPr/>
            <p:nvPr>
              <p:custDataLst>
                <p:tags r:id="rId514"/>
              </p:custDataLst>
            </p:nvPr>
          </p:nvSpPr>
          <p:spPr>
            <a:xfrm>
              <a:off x="4675982" y="4134471"/>
              <a:ext cx="3441" cy="5737"/>
            </a:xfrm>
            <a:custGeom>
              <a:avLst/>
              <a:gdLst/>
              <a:ahLst/>
              <a:cxnLst/>
              <a:rect l="0" t="0" r="0" b="0"/>
              <a:pathLst>
                <a:path w="3441" h="5737">
                  <a:moveTo>
                    <a:pt x="3440" y="3328"/>
                  </a:moveTo>
                  <a:lnTo>
                    <a:pt x="2430" y="5736"/>
                  </a:lnTo>
                  <a:lnTo>
                    <a:pt x="1758" y="2754"/>
                  </a:lnTo>
                  <a:lnTo>
                    <a:pt x="0" y="918"/>
                  </a:lnTo>
                  <a:lnTo>
                    <a:pt x="38" y="0"/>
                  </a:lnTo>
                  <a:lnTo>
                    <a:pt x="3141" y="14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5" name="oPE_MapPart_NLD_11_515" descr="Niederlande">
              <a:extLst>
                <a:ext uri="{FF2B5EF4-FFF2-40B4-BE49-F238E27FC236}">
                  <a16:creationId xmlns:a16="http://schemas.microsoft.com/office/drawing/2014/main" id="{A934C907-6437-FED6-CF5B-94EAB16B427D}"/>
                </a:ext>
              </a:extLst>
            </p:cNvPr>
            <p:cNvSpPr/>
            <p:nvPr>
              <p:custDataLst>
                <p:tags r:id="rId515"/>
              </p:custDataLst>
            </p:nvPr>
          </p:nvSpPr>
          <p:spPr>
            <a:xfrm>
              <a:off x="4787538" y="4022037"/>
              <a:ext cx="1309" cy="1177"/>
            </a:xfrm>
            <a:custGeom>
              <a:avLst/>
              <a:gdLst/>
              <a:ahLst/>
              <a:cxnLst/>
              <a:rect l="0" t="0" r="0" b="0"/>
              <a:pathLst>
                <a:path w="1309" h="1177">
                  <a:moveTo>
                    <a:pt x="1308" y="745"/>
                  </a:moveTo>
                  <a:lnTo>
                    <a:pt x="336" y="1176"/>
                  </a:lnTo>
                  <a:lnTo>
                    <a:pt x="0" y="0"/>
                  </a:lnTo>
                  <a:lnTo>
                    <a:pt x="710" y="4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6" name="oPE_MapPart_NLD_12_516" descr="Niederlande">
              <a:extLst>
                <a:ext uri="{FF2B5EF4-FFF2-40B4-BE49-F238E27FC236}">
                  <a16:creationId xmlns:a16="http://schemas.microsoft.com/office/drawing/2014/main" id="{394615EC-0273-0E3D-3D4A-4CCFB6A8E0E7}"/>
                </a:ext>
              </a:extLst>
            </p:cNvPr>
            <p:cNvSpPr/>
            <p:nvPr>
              <p:custDataLst>
                <p:tags r:id="rId516"/>
              </p:custDataLst>
            </p:nvPr>
          </p:nvSpPr>
          <p:spPr>
            <a:xfrm>
              <a:off x="4782304" y="4019528"/>
              <a:ext cx="524" cy="471"/>
            </a:xfrm>
            <a:custGeom>
              <a:avLst/>
              <a:gdLst/>
              <a:ahLst/>
              <a:cxnLst/>
              <a:rect l="0" t="0" r="0" b="0"/>
              <a:pathLst>
                <a:path w="524" h="471">
                  <a:moveTo>
                    <a:pt x="412" y="470"/>
                  </a:moveTo>
                  <a:lnTo>
                    <a:pt x="0" y="0"/>
                  </a:lnTo>
                  <a:lnTo>
                    <a:pt x="523" y="2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7" name="oPE_MapPart_NCL_1_517" descr="Neukaledonien">
              <a:extLst>
                <a:ext uri="{FF2B5EF4-FFF2-40B4-BE49-F238E27FC236}">
                  <a16:creationId xmlns:a16="http://schemas.microsoft.com/office/drawing/2014/main" id="{DC419869-37C0-C543-4AE4-C98E6D2243B7}"/>
                </a:ext>
              </a:extLst>
            </p:cNvPr>
            <p:cNvSpPr/>
            <p:nvPr>
              <p:custDataLst>
                <p:tags r:id="rId517"/>
              </p:custDataLst>
            </p:nvPr>
          </p:nvSpPr>
          <p:spPr>
            <a:xfrm>
              <a:off x="9502935" y="4819170"/>
              <a:ext cx="61612" cy="49787"/>
            </a:xfrm>
            <a:custGeom>
              <a:avLst/>
              <a:gdLst/>
              <a:ahLst/>
              <a:cxnLst/>
              <a:rect l="0" t="0" r="0" b="0"/>
              <a:pathLst>
                <a:path w="61612" h="49787">
                  <a:moveTo>
                    <a:pt x="3440" y="2310"/>
                  </a:moveTo>
                  <a:lnTo>
                    <a:pt x="5758" y="3705"/>
                  </a:lnTo>
                  <a:lnTo>
                    <a:pt x="8263" y="3107"/>
                  </a:lnTo>
                  <a:lnTo>
                    <a:pt x="19478" y="11927"/>
                  </a:lnTo>
                  <a:lnTo>
                    <a:pt x="23964" y="13885"/>
                  </a:lnTo>
                  <a:lnTo>
                    <a:pt x="27889" y="17605"/>
                  </a:lnTo>
                  <a:lnTo>
                    <a:pt x="29273" y="20810"/>
                  </a:lnTo>
                  <a:lnTo>
                    <a:pt x="33759" y="24979"/>
                  </a:lnTo>
                  <a:lnTo>
                    <a:pt x="47068" y="33254"/>
                  </a:lnTo>
                  <a:lnTo>
                    <a:pt x="55068" y="40299"/>
                  </a:lnTo>
                  <a:lnTo>
                    <a:pt x="60339" y="43364"/>
                  </a:lnTo>
                  <a:lnTo>
                    <a:pt x="61611" y="47240"/>
                  </a:lnTo>
                  <a:lnTo>
                    <a:pt x="60901" y="48613"/>
                  </a:lnTo>
                  <a:lnTo>
                    <a:pt x="56825" y="49786"/>
                  </a:lnTo>
                  <a:lnTo>
                    <a:pt x="52601" y="47321"/>
                  </a:lnTo>
                  <a:lnTo>
                    <a:pt x="50469" y="47079"/>
                  </a:lnTo>
                  <a:lnTo>
                    <a:pt x="44413" y="43364"/>
                  </a:lnTo>
                  <a:lnTo>
                    <a:pt x="42768" y="40380"/>
                  </a:lnTo>
                  <a:lnTo>
                    <a:pt x="37086" y="38083"/>
                  </a:lnTo>
                  <a:lnTo>
                    <a:pt x="25011" y="30761"/>
                  </a:lnTo>
                  <a:lnTo>
                    <a:pt x="18468" y="25500"/>
                  </a:lnTo>
                  <a:lnTo>
                    <a:pt x="6992" y="13246"/>
                  </a:lnTo>
                  <a:lnTo>
                    <a:pt x="2730" y="7494"/>
                  </a:lnTo>
                  <a:lnTo>
                    <a:pt x="2506" y="4543"/>
                  </a:lnTo>
                  <a:lnTo>
                    <a:pt x="0" y="2031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8" name="oPE_MapPart_NCL_2_518" descr="Neukaledonien">
              <a:extLst>
                <a:ext uri="{FF2B5EF4-FFF2-40B4-BE49-F238E27FC236}">
                  <a16:creationId xmlns:a16="http://schemas.microsoft.com/office/drawing/2014/main" id="{A7EF34D2-3653-8E14-BBD5-00D8AF26EC79}"/>
                </a:ext>
              </a:extLst>
            </p:cNvPr>
            <p:cNvSpPr/>
            <p:nvPr>
              <p:custDataLst>
                <p:tags r:id="rId518"/>
              </p:custDataLst>
            </p:nvPr>
          </p:nvSpPr>
          <p:spPr>
            <a:xfrm>
              <a:off x="9573219" y="4872678"/>
              <a:ext cx="2542" cy="2714"/>
            </a:xfrm>
            <a:custGeom>
              <a:avLst/>
              <a:gdLst/>
              <a:ahLst/>
              <a:cxnLst/>
              <a:rect l="0" t="0" r="0" b="0"/>
              <a:pathLst>
                <a:path w="2542" h="2714">
                  <a:moveTo>
                    <a:pt x="2541" y="1821"/>
                  </a:moveTo>
                  <a:lnTo>
                    <a:pt x="1907" y="2713"/>
                  </a:lnTo>
                  <a:lnTo>
                    <a:pt x="0" y="1741"/>
                  </a:lnTo>
                  <a:lnTo>
                    <a:pt x="449" y="0"/>
                  </a:lnTo>
                  <a:lnTo>
                    <a:pt x="2243" y="8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9" name="oPE_MapPart_NCL_3_519" descr="Neukaledonien">
              <a:extLst>
                <a:ext uri="{FF2B5EF4-FFF2-40B4-BE49-F238E27FC236}">
                  <a16:creationId xmlns:a16="http://schemas.microsoft.com/office/drawing/2014/main" id="{EC5D2DBD-508A-1C05-E91D-25F894E3948A}"/>
                </a:ext>
              </a:extLst>
            </p:cNvPr>
            <p:cNvSpPr/>
            <p:nvPr>
              <p:custDataLst>
                <p:tags r:id="rId519"/>
              </p:custDataLst>
            </p:nvPr>
          </p:nvSpPr>
          <p:spPr>
            <a:xfrm>
              <a:off x="9417586" y="4796506"/>
              <a:ext cx="973" cy="4355"/>
            </a:xfrm>
            <a:custGeom>
              <a:avLst/>
              <a:gdLst/>
              <a:ahLst/>
              <a:cxnLst/>
              <a:rect l="0" t="0" r="0" b="0"/>
              <a:pathLst>
                <a:path w="973" h="4355">
                  <a:moveTo>
                    <a:pt x="486" y="4354"/>
                  </a:moveTo>
                  <a:lnTo>
                    <a:pt x="0" y="1306"/>
                  </a:lnTo>
                  <a:lnTo>
                    <a:pt x="673" y="0"/>
                  </a:lnTo>
                  <a:lnTo>
                    <a:pt x="972" y="273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0" name="oPE_MapPart_NCL_4_520" descr="Neukaledonien">
              <a:extLst>
                <a:ext uri="{FF2B5EF4-FFF2-40B4-BE49-F238E27FC236}">
                  <a16:creationId xmlns:a16="http://schemas.microsoft.com/office/drawing/2014/main" id="{CADDBD00-12EA-0427-9AC9-5176EDD4DE1F}"/>
                </a:ext>
              </a:extLst>
            </p:cNvPr>
            <p:cNvSpPr/>
            <p:nvPr>
              <p:custDataLst>
                <p:tags r:id="rId520"/>
              </p:custDataLst>
            </p:nvPr>
          </p:nvSpPr>
          <p:spPr>
            <a:xfrm>
              <a:off x="9581406" y="4845714"/>
              <a:ext cx="6731" cy="6791"/>
            </a:xfrm>
            <a:custGeom>
              <a:avLst/>
              <a:gdLst/>
              <a:ahLst/>
              <a:cxnLst/>
              <a:rect l="0" t="0" r="0" b="0"/>
              <a:pathLst>
                <a:path w="6731" h="6791">
                  <a:moveTo>
                    <a:pt x="4038" y="2088"/>
                  </a:moveTo>
                  <a:lnTo>
                    <a:pt x="6730" y="2409"/>
                  </a:lnTo>
                  <a:lnTo>
                    <a:pt x="6318" y="6227"/>
                  </a:lnTo>
                  <a:lnTo>
                    <a:pt x="3141" y="6790"/>
                  </a:lnTo>
                  <a:lnTo>
                    <a:pt x="1234" y="5463"/>
                  </a:lnTo>
                  <a:lnTo>
                    <a:pt x="0" y="1244"/>
                  </a:lnTo>
                  <a:lnTo>
                    <a:pt x="3589" y="0"/>
                  </a:lnTo>
                  <a:lnTo>
                    <a:pt x="3701" y="156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1" name="oPE_MapPart_NCL_5_521" descr="Neukaledonien">
              <a:extLst>
                <a:ext uri="{FF2B5EF4-FFF2-40B4-BE49-F238E27FC236}">
                  <a16:creationId xmlns:a16="http://schemas.microsoft.com/office/drawing/2014/main" id="{A83A7E45-95CA-6DCD-22E6-F63576A02E58}"/>
                </a:ext>
              </a:extLst>
            </p:cNvPr>
            <p:cNvSpPr/>
            <p:nvPr>
              <p:custDataLst>
                <p:tags r:id="rId521"/>
              </p:custDataLst>
            </p:nvPr>
          </p:nvSpPr>
          <p:spPr>
            <a:xfrm>
              <a:off x="9553928" y="4825188"/>
              <a:ext cx="3703" cy="6549"/>
            </a:xfrm>
            <a:custGeom>
              <a:avLst/>
              <a:gdLst/>
              <a:ahLst/>
              <a:cxnLst/>
              <a:rect l="0" t="0" r="0" b="0"/>
              <a:pathLst>
                <a:path w="3703" h="6549">
                  <a:moveTo>
                    <a:pt x="1121" y="6309"/>
                  </a:moveTo>
                  <a:lnTo>
                    <a:pt x="0" y="6548"/>
                  </a:lnTo>
                  <a:lnTo>
                    <a:pt x="1346" y="4510"/>
                  </a:lnTo>
                  <a:lnTo>
                    <a:pt x="1869" y="0"/>
                  </a:lnTo>
                  <a:lnTo>
                    <a:pt x="3702" y="798"/>
                  </a:lnTo>
                  <a:lnTo>
                    <a:pt x="2580" y="1396"/>
                  </a:lnTo>
                  <a:lnTo>
                    <a:pt x="1982" y="550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2" name="oPE_MapPart_NCL_6_522" descr="Neukaledonien">
              <a:extLst>
                <a:ext uri="{FF2B5EF4-FFF2-40B4-BE49-F238E27FC236}">
                  <a16:creationId xmlns:a16="http://schemas.microsoft.com/office/drawing/2014/main" id="{29B4E5FB-4746-8468-77CB-E25AD7A6864B}"/>
                </a:ext>
              </a:extLst>
            </p:cNvPr>
            <p:cNvSpPr/>
            <p:nvPr>
              <p:custDataLst>
                <p:tags r:id="rId522"/>
              </p:custDataLst>
            </p:nvPr>
          </p:nvSpPr>
          <p:spPr>
            <a:xfrm>
              <a:off x="9565144" y="4830937"/>
              <a:ext cx="8263" cy="11007"/>
            </a:xfrm>
            <a:custGeom>
              <a:avLst/>
              <a:gdLst/>
              <a:ahLst/>
              <a:cxnLst/>
              <a:rect l="0" t="0" r="0" b="0"/>
              <a:pathLst>
                <a:path w="8263" h="11007">
                  <a:moveTo>
                    <a:pt x="7626" y="10846"/>
                  </a:moveTo>
                  <a:lnTo>
                    <a:pt x="6504" y="11006"/>
                  </a:lnTo>
                  <a:lnTo>
                    <a:pt x="822" y="7200"/>
                  </a:lnTo>
                  <a:lnTo>
                    <a:pt x="0" y="5558"/>
                  </a:lnTo>
                  <a:lnTo>
                    <a:pt x="1645" y="5118"/>
                  </a:lnTo>
                  <a:lnTo>
                    <a:pt x="3253" y="2918"/>
                  </a:lnTo>
                  <a:lnTo>
                    <a:pt x="261" y="1918"/>
                  </a:lnTo>
                  <a:lnTo>
                    <a:pt x="485" y="1039"/>
                  </a:lnTo>
                  <a:lnTo>
                    <a:pt x="3551" y="0"/>
                  </a:lnTo>
                  <a:lnTo>
                    <a:pt x="4897" y="599"/>
                  </a:lnTo>
                  <a:lnTo>
                    <a:pt x="5421" y="4838"/>
                  </a:lnTo>
                  <a:lnTo>
                    <a:pt x="8262" y="92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3" name="oPE_MapPart_NZL_1_523" descr="Neuseeland">
              <a:extLst>
                <a:ext uri="{FF2B5EF4-FFF2-40B4-BE49-F238E27FC236}">
                  <a16:creationId xmlns:a16="http://schemas.microsoft.com/office/drawing/2014/main" id="{EA06F5BD-F4B7-2D64-8DF0-F2DEA6ADB4AF}"/>
                </a:ext>
              </a:extLst>
            </p:cNvPr>
            <p:cNvSpPr/>
            <p:nvPr>
              <p:custDataLst>
                <p:tags r:id="rId523"/>
              </p:custDataLst>
            </p:nvPr>
          </p:nvSpPr>
          <p:spPr>
            <a:xfrm>
              <a:off x="9553928" y="5313109"/>
              <a:ext cx="163596" cy="176262"/>
            </a:xfrm>
            <a:custGeom>
              <a:avLst/>
              <a:gdLst/>
              <a:ahLst/>
              <a:cxnLst/>
              <a:rect l="0" t="0" r="0" b="0"/>
              <a:pathLst>
                <a:path w="163596" h="176262">
                  <a:moveTo>
                    <a:pt x="137539" y="21709"/>
                  </a:moveTo>
                  <a:lnTo>
                    <a:pt x="139931" y="21858"/>
                  </a:lnTo>
                  <a:lnTo>
                    <a:pt x="150473" y="13717"/>
                  </a:lnTo>
                  <a:lnTo>
                    <a:pt x="154810" y="11935"/>
                  </a:lnTo>
                  <a:lnTo>
                    <a:pt x="155969" y="11737"/>
                  </a:lnTo>
                  <a:lnTo>
                    <a:pt x="153614" y="14212"/>
                  </a:lnTo>
                  <a:lnTo>
                    <a:pt x="154175" y="15947"/>
                  </a:lnTo>
                  <a:lnTo>
                    <a:pt x="151707" y="21510"/>
                  </a:lnTo>
                  <a:lnTo>
                    <a:pt x="153763" y="20614"/>
                  </a:lnTo>
                  <a:lnTo>
                    <a:pt x="155034" y="16740"/>
                  </a:lnTo>
                  <a:lnTo>
                    <a:pt x="156417" y="15997"/>
                  </a:lnTo>
                  <a:lnTo>
                    <a:pt x="155894" y="13815"/>
                  </a:lnTo>
                  <a:lnTo>
                    <a:pt x="162212" y="14559"/>
                  </a:lnTo>
                  <a:lnTo>
                    <a:pt x="160081" y="18428"/>
                  </a:lnTo>
                  <a:lnTo>
                    <a:pt x="156716" y="20664"/>
                  </a:lnTo>
                  <a:lnTo>
                    <a:pt x="158773" y="20862"/>
                  </a:lnTo>
                  <a:lnTo>
                    <a:pt x="163595" y="16839"/>
                  </a:lnTo>
                  <a:lnTo>
                    <a:pt x="163558" y="19173"/>
                  </a:lnTo>
                  <a:lnTo>
                    <a:pt x="162100" y="21310"/>
                  </a:lnTo>
                  <a:lnTo>
                    <a:pt x="158025" y="24098"/>
                  </a:lnTo>
                  <a:lnTo>
                    <a:pt x="157352" y="25842"/>
                  </a:lnTo>
                  <a:lnTo>
                    <a:pt x="159259" y="29535"/>
                  </a:lnTo>
                  <a:lnTo>
                    <a:pt x="157651" y="32536"/>
                  </a:lnTo>
                  <a:lnTo>
                    <a:pt x="159446" y="32186"/>
                  </a:lnTo>
                  <a:lnTo>
                    <a:pt x="161801" y="34489"/>
                  </a:lnTo>
                  <a:lnTo>
                    <a:pt x="160381" y="37547"/>
                  </a:lnTo>
                  <a:lnTo>
                    <a:pt x="153576" y="45394"/>
                  </a:lnTo>
                  <a:lnTo>
                    <a:pt x="153614" y="47664"/>
                  </a:lnTo>
                  <a:lnTo>
                    <a:pt x="152604" y="49330"/>
                  </a:lnTo>
                  <a:lnTo>
                    <a:pt x="146474" y="56266"/>
                  </a:lnTo>
                  <a:lnTo>
                    <a:pt x="139744" y="69248"/>
                  </a:lnTo>
                  <a:lnTo>
                    <a:pt x="132828" y="73442"/>
                  </a:lnTo>
                  <a:lnTo>
                    <a:pt x="129314" y="77288"/>
                  </a:lnTo>
                  <a:lnTo>
                    <a:pt x="127332" y="77647"/>
                  </a:lnTo>
                  <a:lnTo>
                    <a:pt x="129650" y="80011"/>
                  </a:lnTo>
                  <a:lnTo>
                    <a:pt x="125314" y="83150"/>
                  </a:lnTo>
                  <a:lnTo>
                    <a:pt x="128790" y="82583"/>
                  </a:lnTo>
                  <a:lnTo>
                    <a:pt x="131145" y="87637"/>
                  </a:lnTo>
                  <a:lnTo>
                    <a:pt x="136678" y="89239"/>
                  </a:lnTo>
                  <a:lnTo>
                    <a:pt x="137576" y="92705"/>
                  </a:lnTo>
                  <a:lnTo>
                    <a:pt x="136529" y="94934"/>
                  </a:lnTo>
                  <a:lnTo>
                    <a:pt x="133501" y="95401"/>
                  </a:lnTo>
                  <a:lnTo>
                    <a:pt x="129949" y="93172"/>
                  </a:lnTo>
                  <a:lnTo>
                    <a:pt x="124827" y="94052"/>
                  </a:lnTo>
                  <a:lnTo>
                    <a:pt x="126510" y="92032"/>
                  </a:lnTo>
                  <a:lnTo>
                    <a:pt x="124342" y="90687"/>
                  </a:lnTo>
                  <a:lnTo>
                    <a:pt x="120529" y="94727"/>
                  </a:lnTo>
                  <a:lnTo>
                    <a:pt x="115107" y="89963"/>
                  </a:lnTo>
                  <a:lnTo>
                    <a:pt x="118099" y="95556"/>
                  </a:lnTo>
                  <a:lnTo>
                    <a:pt x="107294" y="101950"/>
                  </a:lnTo>
                  <a:lnTo>
                    <a:pt x="102808" y="102471"/>
                  </a:lnTo>
                  <a:lnTo>
                    <a:pt x="101200" y="105911"/>
                  </a:lnTo>
                  <a:lnTo>
                    <a:pt x="98621" y="106173"/>
                  </a:lnTo>
                  <a:lnTo>
                    <a:pt x="100116" y="107269"/>
                  </a:lnTo>
                  <a:lnTo>
                    <a:pt x="96640" y="125071"/>
                  </a:lnTo>
                  <a:lnTo>
                    <a:pt x="93574" y="125071"/>
                  </a:lnTo>
                  <a:lnTo>
                    <a:pt x="96416" y="127026"/>
                  </a:lnTo>
                  <a:lnTo>
                    <a:pt x="95967" y="128823"/>
                  </a:lnTo>
                  <a:lnTo>
                    <a:pt x="92340" y="134016"/>
                  </a:lnTo>
                  <a:lnTo>
                    <a:pt x="91331" y="138692"/>
                  </a:lnTo>
                  <a:lnTo>
                    <a:pt x="87406" y="147872"/>
                  </a:lnTo>
                  <a:lnTo>
                    <a:pt x="89200" y="151085"/>
                  </a:lnTo>
                  <a:lnTo>
                    <a:pt x="88976" y="153446"/>
                  </a:lnTo>
                  <a:lnTo>
                    <a:pt x="79817" y="157048"/>
                  </a:lnTo>
                  <a:lnTo>
                    <a:pt x="76714" y="162113"/>
                  </a:lnTo>
                  <a:lnTo>
                    <a:pt x="71143" y="167303"/>
                  </a:lnTo>
                  <a:lnTo>
                    <a:pt x="66320" y="173868"/>
                  </a:lnTo>
                  <a:lnTo>
                    <a:pt x="54134" y="176261"/>
                  </a:lnTo>
                  <a:lnTo>
                    <a:pt x="47217" y="174303"/>
                  </a:lnTo>
                  <a:lnTo>
                    <a:pt x="39254" y="175499"/>
                  </a:lnTo>
                  <a:lnTo>
                    <a:pt x="38058" y="173705"/>
                  </a:lnTo>
                  <a:lnTo>
                    <a:pt x="37945" y="170718"/>
                  </a:lnTo>
                  <a:lnTo>
                    <a:pt x="35217" y="168170"/>
                  </a:lnTo>
                  <a:lnTo>
                    <a:pt x="28038" y="168278"/>
                  </a:lnTo>
                  <a:lnTo>
                    <a:pt x="24711" y="163085"/>
                  </a:lnTo>
                  <a:lnTo>
                    <a:pt x="21721" y="161736"/>
                  </a:lnTo>
                  <a:lnTo>
                    <a:pt x="18206" y="164544"/>
                  </a:lnTo>
                  <a:lnTo>
                    <a:pt x="7029" y="164057"/>
                  </a:lnTo>
                  <a:lnTo>
                    <a:pt x="4972" y="163193"/>
                  </a:lnTo>
                  <a:lnTo>
                    <a:pt x="4561" y="161303"/>
                  </a:lnTo>
                  <a:lnTo>
                    <a:pt x="8786" y="156025"/>
                  </a:lnTo>
                  <a:lnTo>
                    <a:pt x="4935" y="158878"/>
                  </a:lnTo>
                  <a:lnTo>
                    <a:pt x="3253" y="158555"/>
                  </a:lnTo>
                  <a:lnTo>
                    <a:pt x="4861" y="156187"/>
                  </a:lnTo>
                  <a:lnTo>
                    <a:pt x="4674" y="153984"/>
                  </a:lnTo>
                  <a:lnTo>
                    <a:pt x="2505" y="155971"/>
                  </a:lnTo>
                  <a:lnTo>
                    <a:pt x="0" y="156187"/>
                  </a:lnTo>
                  <a:lnTo>
                    <a:pt x="412" y="151675"/>
                  </a:lnTo>
                  <a:lnTo>
                    <a:pt x="10618" y="148728"/>
                  </a:lnTo>
                  <a:lnTo>
                    <a:pt x="6580" y="148300"/>
                  </a:lnTo>
                  <a:lnTo>
                    <a:pt x="6319" y="146748"/>
                  </a:lnTo>
                  <a:lnTo>
                    <a:pt x="10356" y="143329"/>
                  </a:lnTo>
                  <a:lnTo>
                    <a:pt x="5010" y="143703"/>
                  </a:lnTo>
                  <a:lnTo>
                    <a:pt x="5944" y="139757"/>
                  </a:lnTo>
                  <a:lnTo>
                    <a:pt x="8860" y="139704"/>
                  </a:lnTo>
                  <a:lnTo>
                    <a:pt x="7814" y="136831"/>
                  </a:lnTo>
                  <a:lnTo>
                    <a:pt x="13758" y="139757"/>
                  </a:lnTo>
                  <a:lnTo>
                    <a:pt x="12973" y="137044"/>
                  </a:lnTo>
                  <a:lnTo>
                    <a:pt x="15328" y="136193"/>
                  </a:lnTo>
                  <a:lnTo>
                    <a:pt x="11216" y="134228"/>
                  </a:lnTo>
                  <a:lnTo>
                    <a:pt x="11066" y="131311"/>
                  </a:lnTo>
                  <a:lnTo>
                    <a:pt x="13197" y="129140"/>
                  </a:lnTo>
                  <a:lnTo>
                    <a:pt x="14431" y="130411"/>
                  </a:lnTo>
                  <a:lnTo>
                    <a:pt x="15926" y="130093"/>
                  </a:lnTo>
                  <a:lnTo>
                    <a:pt x="14094" y="127554"/>
                  </a:lnTo>
                  <a:lnTo>
                    <a:pt x="19067" y="122592"/>
                  </a:lnTo>
                  <a:lnTo>
                    <a:pt x="20226" y="126444"/>
                  </a:lnTo>
                  <a:lnTo>
                    <a:pt x="20599" y="120959"/>
                  </a:lnTo>
                  <a:lnTo>
                    <a:pt x="26880" y="115805"/>
                  </a:lnTo>
                  <a:lnTo>
                    <a:pt x="29422" y="117855"/>
                  </a:lnTo>
                  <a:lnTo>
                    <a:pt x="28338" y="113078"/>
                  </a:lnTo>
                  <a:lnTo>
                    <a:pt x="38917" y="100909"/>
                  </a:lnTo>
                  <a:lnTo>
                    <a:pt x="44824" y="97737"/>
                  </a:lnTo>
                  <a:lnTo>
                    <a:pt x="48039" y="98309"/>
                  </a:lnTo>
                  <a:lnTo>
                    <a:pt x="53460" y="94623"/>
                  </a:lnTo>
                  <a:lnTo>
                    <a:pt x="55778" y="96024"/>
                  </a:lnTo>
                  <a:lnTo>
                    <a:pt x="54881" y="93327"/>
                  </a:lnTo>
                  <a:lnTo>
                    <a:pt x="55591" y="92136"/>
                  </a:lnTo>
                  <a:lnTo>
                    <a:pt x="62770" y="87688"/>
                  </a:lnTo>
                  <a:lnTo>
                    <a:pt x="69386" y="85212"/>
                  </a:lnTo>
                  <a:lnTo>
                    <a:pt x="69423" y="82996"/>
                  </a:lnTo>
                  <a:lnTo>
                    <a:pt x="70919" y="82635"/>
                  </a:lnTo>
                  <a:lnTo>
                    <a:pt x="69909" y="82069"/>
                  </a:lnTo>
                  <a:lnTo>
                    <a:pt x="77835" y="74569"/>
                  </a:lnTo>
                  <a:lnTo>
                    <a:pt x="81051" y="75082"/>
                  </a:lnTo>
                  <a:lnTo>
                    <a:pt x="79144" y="72981"/>
                  </a:lnTo>
                  <a:lnTo>
                    <a:pt x="82359" y="70986"/>
                  </a:lnTo>
                  <a:lnTo>
                    <a:pt x="85536" y="72520"/>
                  </a:lnTo>
                  <a:lnTo>
                    <a:pt x="83705" y="70167"/>
                  </a:lnTo>
                  <a:lnTo>
                    <a:pt x="86658" y="68787"/>
                  </a:lnTo>
                  <a:lnTo>
                    <a:pt x="88116" y="70730"/>
                  </a:lnTo>
                  <a:lnTo>
                    <a:pt x="88228" y="67868"/>
                  </a:lnTo>
                  <a:lnTo>
                    <a:pt x="92976" y="61905"/>
                  </a:lnTo>
                  <a:lnTo>
                    <a:pt x="93836" y="63228"/>
                  </a:lnTo>
                  <a:lnTo>
                    <a:pt x="93873" y="66643"/>
                  </a:lnTo>
                  <a:lnTo>
                    <a:pt x="94584" y="64298"/>
                  </a:lnTo>
                  <a:lnTo>
                    <a:pt x="94172" y="61294"/>
                  </a:lnTo>
                  <a:lnTo>
                    <a:pt x="97537" y="55758"/>
                  </a:lnTo>
                  <a:lnTo>
                    <a:pt x="100116" y="54643"/>
                  </a:lnTo>
                  <a:lnTo>
                    <a:pt x="98846" y="53022"/>
                  </a:lnTo>
                  <a:lnTo>
                    <a:pt x="103705" y="35992"/>
                  </a:lnTo>
                  <a:lnTo>
                    <a:pt x="108789" y="33937"/>
                  </a:lnTo>
                  <a:lnTo>
                    <a:pt x="113313" y="28886"/>
                  </a:lnTo>
                  <a:lnTo>
                    <a:pt x="116303" y="19571"/>
                  </a:lnTo>
                  <a:lnTo>
                    <a:pt x="117275" y="12528"/>
                  </a:lnTo>
                  <a:lnTo>
                    <a:pt x="120042" y="7389"/>
                  </a:lnTo>
                  <a:lnTo>
                    <a:pt x="127669" y="787"/>
                  </a:lnTo>
                  <a:lnTo>
                    <a:pt x="131632" y="0"/>
                  </a:lnTo>
                  <a:lnTo>
                    <a:pt x="133987" y="787"/>
                  </a:lnTo>
                  <a:lnTo>
                    <a:pt x="129613" y="1475"/>
                  </a:lnTo>
                  <a:lnTo>
                    <a:pt x="129015" y="4873"/>
                  </a:lnTo>
                  <a:lnTo>
                    <a:pt x="130324" y="7783"/>
                  </a:lnTo>
                  <a:lnTo>
                    <a:pt x="134922" y="9809"/>
                  </a:lnTo>
                  <a:lnTo>
                    <a:pt x="136043" y="12726"/>
                  </a:lnTo>
                  <a:lnTo>
                    <a:pt x="136567" y="191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4" name="oPE_MapPart_NZL_2_524" descr="Neuseeland">
              <a:extLst>
                <a:ext uri="{FF2B5EF4-FFF2-40B4-BE49-F238E27FC236}">
                  <a16:creationId xmlns:a16="http://schemas.microsoft.com/office/drawing/2014/main" id="{EC97E8A7-9017-722F-19EB-DF0A4DF998E3}"/>
                </a:ext>
              </a:extLst>
            </p:cNvPr>
            <p:cNvSpPr/>
            <p:nvPr>
              <p:custDataLst>
                <p:tags r:id="rId524"/>
              </p:custDataLst>
            </p:nvPr>
          </p:nvSpPr>
          <p:spPr>
            <a:xfrm>
              <a:off x="9705299" y="5319214"/>
              <a:ext cx="3814" cy="5732"/>
            </a:xfrm>
            <a:custGeom>
              <a:avLst/>
              <a:gdLst/>
              <a:ahLst/>
              <a:cxnLst/>
              <a:rect l="0" t="0" r="0" b="0"/>
              <a:pathLst>
                <a:path w="3814" h="5732">
                  <a:moveTo>
                    <a:pt x="2766" y="4148"/>
                  </a:moveTo>
                  <a:lnTo>
                    <a:pt x="0" y="5731"/>
                  </a:lnTo>
                  <a:lnTo>
                    <a:pt x="636" y="2221"/>
                  </a:lnTo>
                  <a:lnTo>
                    <a:pt x="3813" y="0"/>
                  </a:lnTo>
                  <a:lnTo>
                    <a:pt x="3663" y="202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5" name="oPE_MapPart_NZL_3_525" descr="Neuseeland">
              <a:extLst>
                <a:ext uri="{FF2B5EF4-FFF2-40B4-BE49-F238E27FC236}">
                  <a16:creationId xmlns:a16="http://schemas.microsoft.com/office/drawing/2014/main" id="{2510EDD3-8709-F03E-94C6-D64F52FE7990}"/>
                </a:ext>
              </a:extLst>
            </p:cNvPr>
            <p:cNvSpPr/>
            <p:nvPr>
              <p:custDataLst>
                <p:tags r:id="rId525"/>
              </p:custDataLst>
            </p:nvPr>
          </p:nvSpPr>
          <p:spPr>
            <a:xfrm>
              <a:off x="9554751" y="5459643"/>
              <a:ext cx="4449" cy="2677"/>
            </a:xfrm>
            <a:custGeom>
              <a:avLst/>
              <a:gdLst/>
              <a:ahLst/>
              <a:cxnLst/>
              <a:rect l="0" t="0" r="0" b="0"/>
              <a:pathLst>
                <a:path w="4449" h="2677">
                  <a:moveTo>
                    <a:pt x="4448" y="481"/>
                  </a:moveTo>
                  <a:lnTo>
                    <a:pt x="4075" y="2676"/>
                  </a:lnTo>
                  <a:lnTo>
                    <a:pt x="0" y="1819"/>
                  </a:lnTo>
                  <a:lnTo>
                    <a:pt x="710" y="160"/>
                  </a:lnTo>
                  <a:lnTo>
                    <a:pt x="41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6" name="oPE_MapPart_NZL_4_526" descr="Neuseeland">
              <a:extLst>
                <a:ext uri="{FF2B5EF4-FFF2-40B4-BE49-F238E27FC236}">
                  <a16:creationId xmlns:a16="http://schemas.microsoft.com/office/drawing/2014/main" id="{85CA29F8-ABF9-8182-A0CA-04D0E8BEE21F}"/>
                </a:ext>
              </a:extLst>
            </p:cNvPr>
            <p:cNvSpPr/>
            <p:nvPr>
              <p:custDataLst>
                <p:tags r:id="rId526"/>
              </p:custDataLst>
            </p:nvPr>
          </p:nvSpPr>
          <p:spPr>
            <a:xfrm>
              <a:off x="9562228" y="5446064"/>
              <a:ext cx="2692" cy="3558"/>
            </a:xfrm>
            <a:custGeom>
              <a:avLst/>
              <a:gdLst/>
              <a:ahLst/>
              <a:cxnLst/>
              <a:rect l="0" t="0" r="0" b="0"/>
              <a:pathLst>
                <a:path w="2692" h="3558">
                  <a:moveTo>
                    <a:pt x="1794" y="0"/>
                  </a:moveTo>
                  <a:lnTo>
                    <a:pt x="2691" y="3557"/>
                  </a:lnTo>
                  <a:lnTo>
                    <a:pt x="0" y="1804"/>
                  </a:lnTo>
                  <a:lnTo>
                    <a:pt x="145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7" name="oPE_MapPart_NZL_5_527" descr="Neuseeland">
              <a:extLst>
                <a:ext uri="{FF2B5EF4-FFF2-40B4-BE49-F238E27FC236}">
                  <a16:creationId xmlns:a16="http://schemas.microsoft.com/office/drawing/2014/main" id="{987CC5FB-6BD4-FAD8-57ED-869A177B2777}"/>
                </a:ext>
              </a:extLst>
            </p:cNvPr>
            <p:cNvSpPr/>
            <p:nvPr>
              <p:custDataLst>
                <p:tags r:id="rId527"/>
              </p:custDataLst>
            </p:nvPr>
          </p:nvSpPr>
          <p:spPr>
            <a:xfrm>
              <a:off x="9575312" y="5491277"/>
              <a:ext cx="14918" cy="17206"/>
            </a:xfrm>
            <a:custGeom>
              <a:avLst/>
              <a:gdLst/>
              <a:ahLst/>
              <a:cxnLst/>
              <a:rect l="0" t="0" r="0" b="0"/>
              <a:pathLst>
                <a:path w="14918" h="17206">
                  <a:moveTo>
                    <a:pt x="12935" y="5131"/>
                  </a:moveTo>
                  <a:lnTo>
                    <a:pt x="12935" y="6335"/>
                  </a:lnTo>
                  <a:lnTo>
                    <a:pt x="10767" y="5897"/>
                  </a:lnTo>
                  <a:lnTo>
                    <a:pt x="10804" y="7265"/>
                  </a:lnTo>
                  <a:lnTo>
                    <a:pt x="13160" y="8963"/>
                  </a:lnTo>
                  <a:lnTo>
                    <a:pt x="14917" y="8635"/>
                  </a:lnTo>
                  <a:lnTo>
                    <a:pt x="14917" y="11431"/>
                  </a:lnTo>
                  <a:lnTo>
                    <a:pt x="0" y="17205"/>
                  </a:lnTo>
                  <a:lnTo>
                    <a:pt x="337" y="15388"/>
                  </a:lnTo>
                  <a:lnTo>
                    <a:pt x="2206" y="13628"/>
                  </a:lnTo>
                  <a:lnTo>
                    <a:pt x="2729" y="10663"/>
                  </a:lnTo>
                  <a:lnTo>
                    <a:pt x="4524" y="9731"/>
                  </a:lnTo>
                  <a:lnTo>
                    <a:pt x="5795" y="6444"/>
                  </a:lnTo>
                  <a:lnTo>
                    <a:pt x="5421" y="164"/>
                  </a:lnTo>
                  <a:lnTo>
                    <a:pt x="901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8" name="oPE_MapPart_NZL_6_528" descr="Neuseeland">
              <a:extLst>
                <a:ext uri="{FF2B5EF4-FFF2-40B4-BE49-F238E27FC236}">
                  <a16:creationId xmlns:a16="http://schemas.microsoft.com/office/drawing/2014/main" id="{7B7EDB43-C435-46B5-5472-AC64B8AD5C6D}"/>
                </a:ext>
              </a:extLst>
            </p:cNvPr>
            <p:cNvSpPr/>
            <p:nvPr>
              <p:custDataLst>
                <p:tags r:id="rId528"/>
              </p:custDataLst>
            </p:nvPr>
          </p:nvSpPr>
          <p:spPr>
            <a:xfrm>
              <a:off x="9737599" y="5196127"/>
              <a:ext cx="4450" cy="6765"/>
            </a:xfrm>
            <a:custGeom>
              <a:avLst/>
              <a:gdLst/>
              <a:ahLst/>
              <a:cxnLst/>
              <a:rect l="0" t="0" r="0" b="0"/>
              <a:pathLst>
                <a:path w="4450" h="6765">
                  <a:moveTo>
                    <a:pt x="4299" y="5373"/>
                  </a:moveTo>
                  <a:lnTo>
                    <a:pt x="4449" y="6764"/>
                  </a:lnTo>
                  <a:lnTo>
                    <a:pt x="2879" y="6300"/>
                  </a:lnTo>
                  <a:lnTo>
                    <a:pt x="224" y="3796"/>
                  </a:lnTo>
                  <a:lnTo>
                    <a:pt x="0" y="1666"/>
                  </a:lnTo>
                  <a:lnTo>
                    <a:pt x="1532" y="0"/>
                  </a:lnTo>
                  <a:lnTo>
                    <a:pt x="3664" y="27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9" name="oPE_MapPart_NZL_7_529" descr="Neuseeland">
              <a:extLst>
                <a:ext uri="{FF2B5EF4-FFF2-40B4-BE49-F238E27FC236}">
                  <a16:creationId xmlns:a16="http://schemas.microsoft.com/office/drawing/2014/main" id="{DC036CA2-7118-842E-2199-6DDD1ACFADC3}"/>
                </a:ext>
              </a:extLst>
            </p:cNvPr>
            <p:cNvSpPr/>
            <p:nvPr>
              <p:custDataLst>
                <p:tags r:id="rId529"/>
              </p:custDataLst>
            </p:nvPr>
          </p:nvSpPr>
          <p:spPr>
            <a:xfrm>
              <a:off x="9682980" y="5154375"/>
              <a:ext cx="121090" cy="189620"/>
            </a:xfrm>
            <a:custGeom>
              <a:avLst/>
              <a:gdLst/>
              <a:ahLst/>
              <a:cxnLst/>
              <a:rect l="0" t="0" r="0" b="0"/>
              <a:pathLst>
                <a:path w="121090" h="189620">
                  <a:moveTo>
                    <a:pt x="11701" y="12774"/>
                  </a:moveTo>
                  <a:lnTo>
                    <a:pt x="12000" y="13960"/>
                  </a:lnTo>
                  <a:lnTo>
                    <a:pt x="15402" y="10496"/>
                  </a:lnTo>
                  <a:lnTo>
                    <a:pt x="15216" y="12638"/>
                  </a:lnTo>
                  <a:lnTo>
                    <a:pt x="15926" y="13094"/>
                  </a:lnTo>
                  <a:lnTo>
                    <a:pt x="22431" y="16197"/>
                  </a:lnTo>
                  <a:lnTo>
                    <a:pt x="23628" y="15102"/>
                  </a:lnTo>
                  <a:lnTo>
                    <a:pt x="29010" y="18071"/>
                  </a:lnTo>
                  <a:lnTo>
                    <a:pt x="29833" y="22052"/>
                  </a:lnTo>
                  <a:lnTo>
                    <a:pt x="33534" y="20678"/>
                  </a:lnTo>
                  <a:lnTo>
                    <a:pt x="38169" y="29257"/>
                  </a:lnTo>
                  <a:lnTo>
                    <a:pt x="37422" y="31418"/>
                  </a:lnTo>
                  <a:lnTo>
                    <a:pt x="38917" y="34457"/>
                  </a:lnTo>
                  <a:lnTo>
                    <a:pt x="35104" y="34734"/>
                  </a:lnTo>
                  <a:lnTo>
                    <a:pt x="43515" y="47913"/>
                  </a:lnTo>
                  <a:lnTo>
                    <a:pt x="42469" y="52604"/>
                  </a:lnTo>
                  <a:lnTo>
                    <a:pt x="43890" y="55722"/>
                  </a:lnTo>
                  <a:lnTo>
                    <a:pt x="41871" y="61645"/>
                  </a:lnTo>
                  <a:lnTo>
                    <a:pt x="45385" y="63421"/>
                  </a:lnTo>
                  <a:lnTo>
                    <a:pt x="46656" y="61972"/>
                  </a:lnTo>
                  <a:lnTo>
                    <a:pt x="53871" y="65620"/>
                  </a:lnTo>
                  <a:lnTo>
                    <a:pt x="55629" y="71198"/>
                  </a:lnTo>
                  <a:lnTo>
                    <a:pt x="58918" y="71010"/>
                  </a:lnTo>
                  <a:lnTo>
                    <a:pt x="59442" y="69931"/>
                  </a:lnTo>
                  <a:lnTo>
                    <a:pt x="57760" y="57725"/>
                  </a:lnTo>
                  <a:lnTo>
                    <a:pt x="55629" y="54278"/>
                  </a:lnTo>
                  <a:lnTo>
                    <a:pt x="55927" y="52837"/>
                  </a:lnTo>
                  <a:lnTo>
                    <a:pt x="57198" y="52185"/>
                  </a:lnTo>
                  <a:lnTo>
                    <a:pt x="61797" y="59218"/>
                  </a:lnTo>
                  <a:lnTo>
                    <a:pt x="63666" y="58891"/>
                  </a:lnTo>
                  <a:lnTo>
                    <a:pt x="65834" y="64684"/>
                  </a:lnTo>
                  <a:lnTo>
                    <a:pt x="68190" y="77168"/>
                  </a:lnTo>
                  <a:lnTo>
                    <a:pt x="70769" y="79854"/>
                  </a:lnTo>
                  <a:lnTo>
                    <a:pt x="71068" y="81127"/>
                  </a:lnTo>
                  <a:lnTo>
                    <a:pt x="69012" y="80844"/>
                  </a:lnTo>
                  <a:lnTo>
                    <a:pt x="70656" y="82638"/>
                  </a:lnTo>
                  <a:lnTo>
                    <a:pt x="74470" y="83535"/>
                  </a:lnTo>
                  <a:lnTo>
                    <a:pt x="84415" y="89069"/>
                  </a:lnTo>
                  <a:lnTo>
                    <a:pt x="94882" y="91771"/>
                  </a:lnTo>
                  <a:lnTo>
                    <a:pt x="100789" y="89258"/>
                  </a:lnTo>
                  <a:lnTo>
                    <a:pt x="104266" y="84244"/>
                  </a:lnTo>
                  <a:lnTo>
                    <a:pt x="110135" y="80278"/>
                  </a:lnTo>
                  <a:lnTo>
                    <a:pt x="115593" y="80561"/>
                  </a:lnTo>
                  <a:lnTo>
                    <a:pt x="121089" y="83866"/>
                  </a:lnTo>
                  <a:lnTo>
                    <a:pt x="118136" y="90918"/>
                  </a:lnTo>
                  <a:lnTo>
                    <a:pt x="115519" y="106533"/>
                  </a:lnTo>
                  <a:lnTo>
                    <a:pt x="111705" y="110362"/>
                  </a:lnTo>
                  <a:lnTo>
                    <a:pt x="109462" y="111080"/>
                  </a:lnTo>
                  <a:lnTo>
                    <a:pt x="108079" y="119099"/>
                  </a:lnTo>
                  <a:lnTo>
                    <a:pt x="109238" y="122325"/>
                  </a:lnTo>
                  <a:lnTo>
                    <a:pt x="108042" y="124931"/>
                  </a:lnTo>
                  <a:lnTo>
                    <a:pt x="105499" y="121459"/>
                  </a:lnTo>
                  <a:lnTo>
                    <a:pt x="100041" y="120495"/>
                  </a:lnTo>
                  <a:lnTo>
                    <a:pt x="95331" y="121603"/>
                  </a:lnTo>
                  <a:lnTo>
                    <a:pt x="89835" y="125655"/>
                  </a:lnTo>
                  <a:lnTo>
                    <a:pt x="88227" y="128361"/>
                  </a:lnTo>
                  <a:lnTo>
                    <a:pt x="87929" y="133397"/>
                  </a:lnTo>
                  <a:lnTo>
                    <a:pt x="91443" y="136600"/>
                  </a:lnTo>
                  <a:lnTo>
                    <a:pt x="85910" y="149711"/>
                  </a:lnTo>
                  <a:lnTo>
                    <a:pt x="82695" y="153384"/>
                  </a:lnTo>
                  <a:lnTo>
                    <a:pt x="81125" y="157456"/>
                  </a:lnTo>
                  <a:lnTo>
                    <a:pt x="76414" y="163607"/>
                  </a:lnTo>
                  <a:lnTo>
                    <a:pt x="68040" y="178603"/>
                  </a:lnTo>
                  <a:lnTo>
                    <a:pt x="54058" y="189619"/>
                  </a:lnTo>
                  <a:lnTo>
                    <a:pt x="52264" y="188619"/>
                  </a:lnTo>
                  <a:lnTo>
                    <a:pt x="51068" y="184277"/>
                  </a:lnTo>
                  <a:lnTo>
                    <a:pt x="48749" y="183529"/>
                  </a:lnTo>
                  <a:lnTo>
                    <a:pt x="45160" y="184426"/>
                  </a:lnTo>
                  <a:lnTo>
                    <a:pt x="45572" y="179447"/>
                  </a:lnTo>
                  <a:lnTo>
                    <a:pt x="44862" y="178901"/>
                  </a:lnTo>
                  <a:lnTo>
                    <a:pt x="43890" y="179995"/>
                  </a:lnTo>
                  <a:lnTo>
                    <a:pt x="44338" y="180740"/>
                  </a:lnTo>
                  <a:lnTo>
                    <a:pt x="42581" y="181686"/>
                  </a:lnTo>
                  <a:lnTo>
                    <a:pt x="40226" y="181338"/>
                  </a:lnTo>
                  <a:lnTo>
                    <a:pt x="51030" y="162375"/>
                  </a:lnTo>
                  <a:lnTo>
                    <a:pt x="52899" y="153286"/>
                  </a:lnTo>
                  <a:lnTo>
                    <a:pt x="47815" y="144143"/>
                  </a:lnTo>
                  <a:lnTo>
                    <a:pt x="43777" y="141658"/>
                  </a:lnTo>
                  <a:lnTo>
                    <a:pt x="38656" y="140344"/>
                  </a:lnTo>
                  <a:lnTo>
                    <a:pt x="34170" y="135774"/>
                  </a:lnTo>
                  <a:lnTo>
                    <a:pt x="25496" y="132136"/>
                  </a:lnTo>
                  <a:lnTo>
                    <a:pt x="22955" y="129909"/>
                  </a:lnTo>
                  <a:lnTo>
                    <a:pt x="22020" y="125607"/>
                  </a:lnTo>
                  <a:lnTo>
                    <a:pt x="23628" y="122229"/>
                  </a:lnTo>
                  <a:lnTo>
                    <a:pt x="28337" y="119340"/>
                  </a:lnTo>
                  <a:lnTo>
                    <a:pt x="35142" y="117512"/>
                  </a:lnTo>
                  <a:lnTo>
                    <a:pt x="39292" y="112758"/>
                  </a:lnTo>
                  <a:lnTo>
                    <a:pt x="41721" y="97901"/>
                  </a:lnTo>
                  <a:lnTo>
                    <a:pt x="44301" y="92578"/>
                  </a:lnTo>
                  <a:lnTo>
                    <a:pt x="43515" y="89211"/>
                  </a:lnTo>
                  <a:lnTo>
                    <a:pt x="46132" y="86797"/>
                  </a:lnTo>
                  <a:lnTo>
                    <a:pt x="42020" y="77498"/>
                  </a:lnTo>
                  <a:lnTo>
                    <a:pt x="42805" y="74628"/>
                  </a:lnTo>
                  <a:lnTo>
                    <a:pt x="41571" y="74252"/>
                  </a:lnTo>
                  <a:lnTo>
                    <a:pt x="39030" y="68336"/>
                  </a:lnTo>
                  <a:lnTo>
                    <a:pt x="40562" y="68102"/>
                  </a:lnTo>
                  <a:lnTo>
                    <a:pt x="42133" y="71386"/>
                  </a:lnTo>
                  <a:lnTo>
                    <a:pt x="43553" y="68665"/>
                  </a:lnTo>
                  <a:lnTo>
                    <a:pt x="46170" y="68009"/>
                  </a:lnTo>
                  <a:lnTo>
                    <a:pt x="43105" y="64310"/>
                  </a:lnTo>
                  <a:lnTo>
                    <a:pt x="39366" y="65433"/>
                  </a:lnTo>
                  <a:lnTo>
                    <a:pt x="36749" y="64264"/>
                  </a:lnTo>
                  <a:lnTo>
                    <a:pt x="34805" y="58659"/>
                  </a:lnTo>
                  <a:lnTo>
                    <a:pt x="30805" y="52604"/>
                  </a:lnTo>
                  <a:lnTo>
                    <a:pt x="31963" y="52418"/>
                  </a:lnTo>
                  <a:lnTo>
                    <a:pt x="35216" y="55443"/>
                  </a:lnTo>
                  <a:lnTo>
                    <a:pt x="35852" y="54512"/>
                  </a:lnTo>
                  <a:lnTo>
                    <a:pt x="36151" y="51534"/>
                  </a:lnTo>
                  <a:lnTo>
                    <a:pt x="34207" y="49631"/>
                  </a:lnTo>
                  <a:lnTo>
                    <a:pt x="35029" y="46104"/>
                  </a:lnTo>
                  <a:lnTo>
                    <a:pt x="32412" y="44158"/>
                  </a:lnTo>
                  <a:lnTo>
                    <a:pt x="32151" y="46336"/>
                  </a:lnTo>
                  <a:lnTo>
                    <a:pt x="27627" y="43094"/>
                  </a:lnTo>
                  <a:lnTo>
                    <a:pt x="25085" y="37593"/>
                  </a:lnTo>
                  <a:lnTo>
                    <a:pt x="25160" y="40411"/>
                  </a:lnTo>
                  <a:lnTo>
                    <a:pt x="30319" y="48376"/>
                  </a:lnTo>
                  <a:lnTo>
                    <a:pt x="28899" y="50001"/>
                  </a:lnTo>
                  <a:lnTo>
                    <a:pt x="28001" y="49212"/>
                  </a:lnTo>
                  <a:lnTo>
                    <a:pt x="25720" y="44482"/>
                  </a:lnTo>
                  <a:lnTo>
                    <a:pt x="14654" y="28245"/>
                  </a:lnTo>
                  <a:lnTo>
                    <a:pt x="19103" y="22556"/>
                  </a:lnTo>
                  <a:lnTo>
                    <a:pt x="17347" y="22831"/>
                  </a:lnTo>
                  <a:lnTo>
                    <a:pt x="13907" y="27143"/>
                  </a:lnTo>
                  <a:lnTo>
                    <a:pt x="11814" y="23060"/>
                  </a:lnTo>
                  <a:lnTo>
                    <a:pt x="8524" y="19625"/>
                  </a:lnTo>
                  <a:lnTo>
                    <a:pt x="10019" y="17568"/>
                  </a:lnTo>
                  <a:lnTo>
                    <a:pt x="10056" y="14827"/>
                  </a:lnTo>
                  <a:lnTo>
                    <a:pt x="0" y="679"/>
                  </a:lnTo>
                  <a:lnTo>
                    <a:pt x="7029" y="0"/>
                  </a:lnTo>
                  <a:lnTo>
                    <a:pt x="5346" y="2675"/>
                  </a:lnTo>
                  <a:lnTo>
                    <a:pt x="11103" y="1186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0" name="oPE_MapPart_NZL_8_530" descr="Neuseeland">
              <a:extLst>
                <a:ext uri="{FF2B5EF4-FFF2-40B4-BE49-F238E27FC236}">
                  <a16:creationId xmlns:a16="http://schemas.microsoft.com/office/drawing/2014/main" id="{D32661FC-067F-8EF1-762A-E31DA17BC89D}"/>
                </a:ext>
              </a:extLst>
            </p:cNvPr>
            <p:cNvSpPr/>
            <p:nvPr>
              <p:custDataLst>
                <p:tags r:id="rId530"/>
              </p:custDataLst>
            </p:nvPr>
          </p:nvSpPr>
          <p:spPr>
            <a:xfrm>
              <a:off x="9606454" y="5677095"/>
              <a:ext cx="4412" cy="2951"/>
            </a:xfrm>
            <a:custGeom>
              <a:avLst/>
              <a:gdLst/>
              <a:ahLst/>
              <a:cxnLst/>
              <a:rect l="0" t="0" r="0" b="0"/>
              <a:pathLst>
                <a:path w="4412" h="2951">
                  <a:moveTo>
                    <a:pt x="3252" y="430"/>
                  </a:moveTo>
                  <a:lnTo>
                    <a:pt x="4411" y="2150"/>
                  </a:lnTo>
                  <a:lnTo>
                    <a:pt x="2205" y="2950"/>
                  </a:lnTo>
                  <a:lnTo>
                    <a:pt x="0" y="368"/>
                  </a:lnTo>
                  <a:lnTo>
                    <a:pt x="220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1" name="oPE_MapPart_NZL_9_531" descr="Neuseeland">
              <a:extLst>
                <a:ext uri="{FF2B5EF4-FFF2-40B4-BE49-F238E27FC236}">
                  <a16:creationId xmlns:a16="http://schemas.microsoft.com/office/drawing/2014/main" id="{B005D308-5BA7-479B-A5D3-8667F3CEC3D1}"/>
                </a:ext>
              </a:extLst>
            </p:cNvPr>
            <p:cNvSpPr/>
            <p:nvPr>
              <p:custDataLst>
                <p:tags r:id="rId531"/>
              </p:custDataLst>
            </p:nvPr>
          </p:nvSpPr>
          <p:spPr>
            <a:xfrm>
              <a:off x="9541404" y="5612147"/>
              <a:ext cx="7553" cy="10092"/>
            </a:xfrm>
            <a:custGeom>
              <a:avLst/>
              <a:gdLst/>
              <a:ahLst/>
              <a:cxnLst/>
              <a:rect l="0" t="0" r="0" b="0"/>
              <a:pathLst>
                <a:path w="7553" h="10092">
                  <a:moveTo>
                    <a:pt x="6879" y="7312"/>
                  </a:moveTo>
                  <a:lnTo>
                    <a:pt x="7328" y="10091"/>
                  </a:lnTo>
                  <a:lnTo>
                    <a:pt x="2580" y="7843"/>
                  </a:lnTo>
                  <a:lnTo>
                    <a:pt x="1682" y="9204"/>
                  </a:lnTo>
                  <a:lnTo>
                    <a:pt x="0" y="8849"/>
                  </a:lnTo>
                  <a:lnTo>
                    <a:pt x="3813" y="4595"/>
                  </a:lnTo>
                  <a:lnTo>
                    <a:pt x="4412" y="0"/>
                  </a:lnTo>
                  <a:lnTo>
                    <a:pt x="7552" y="176"/>
                  </a:lnTo>
                  <a:lnTo>
                    <a:pt x="6655" y="2413"/>
                  </a:lnTo>
                  <a:lnTo>
                    <a:pt x="6879" y="5126"/>
                  </a:lnTo>
                  <a:lnTo>
                    <a:pt x="6019" y="5775"/>
                  </a:lnTo>
                  <a:lnTo>
                    <a:pt x="6467" y="69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2" name="oPE_MapPart_NZL_10_532" descr="Neuseeland">
              <a:extLst>
                <a:ext uri="{FF2B5EF4-FFF2-40B4-BE49-F238E27FC236}">
                  <a16:creationId xmlns:a16="http://schemas.microsoft.com/office/drawing/2014/main" id="{DDC062DA-6996-61F9-F4D2-DDF7948DABCE}"/>
                </a:ext>
              </a:extLst>
            </p:cNvPr>
            <p:cNvSpPr/>
            <p:nvPr>
              <p:custDataLst>
                <p:tags r:id="rId532"/>
              </p:custDataLst>
            </p:nvPr>
          </p:nvSpPr>
          <p:spPr>
            <a:xfrm>
              <a:off x="2422998" y="5403537"/>
              <a:ext cx="13945" cy="11419"/>
            </a:xfrm>
            <a:custGeom>
              <a:avLst/>
              <a:gdLst/>
              <a:ahLst/>
              <a:cxnLst/>
              <a:rect l="0" t="0" r="0" b="0"/>
              <a:pathLst>
                <a:path w="13945" h="11419">
                  <a:moveTo>
                    <a:pt x="13944" y="621"/>
                  </a:moveTo>
                  <a:lnTo>
                    <a:pt x="11926" y="1345"/>
                  </a:lnTo>
                  <a:lnTo>
                    <a:pt x="9683" y="4247"/>
                  </a:lnTo>
                  <a:lnTo>
                    <a:pt x="9159" y="1242"/>
                  </a:lnTo>
                  <a:lnTo>
                    <a:pt x="6879" y="1914"/>
                  </a:lnTo>
                  <a:lnTo>
                    <a:pt x="8449" y="2795"/>
                  </a:lnTo>
                  <a:lnTo>
                    <a:pt x="7215" y="4091"/>
                  </a:lnTo>
                  <a:lnTo>
                    <a:pt x="10692" y="9492"/>
                  </a:lnTo>
                  <a:lnTo>
                    <a:pt x="5757" y="11418"/>
                  </a:lnTo>
                  <a:lnTo>
                    <a:pt x="4486" y="8296"/>
                  </a:lnTo>
                  <a:lnTo>
                    <a:pt x="6729" y="5232"/>
                  </a:lnTo>
                  <a:lnTo>
                    <a:pt x="6094" y="3832"/>
                  </a:lnTo>
                  <a:lnTo>
                    <a:pt x="0" y="3055"/>
                  </a:lnTo>
                  <a:lnTo>
                    <a:pt x="1794" y="1139"/>
                  </a:lnTo>
                  <a:lnTo>
                    <a:pt x="586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3" name="oPE_MapPart_NZL_11_533" descr="Neuseeland">
              <a:extLst>
                <a:ext uri="{FF2B5EF4-FFF2-40B4-BE49-F238E27FC236}">
                  <a16:creationId xmlns:a16="http://schemas.microsoft.com/office/drawing/2014/main" id="{5AFA85C8-6A21-DF4C-AED3-EEF36C3DB73D}"/>
                </a:ext>
              </a:extLst>
            </p:cNvPr>
            <p:cNvSpPr/>
            <p:nvPr>
              <p:custDataLst>
                <p:tags r:id="rId533"/>
              </p:custDataLst>
            </p:nvPr>
          </p:nvSpPr>
          <p:spPr>
            <a:xfrm>
              <a:off x="2435858" y="5418134"/>
              <a:ext cx="2207" cy="3082"/>
            </a:xfrm>
            <a:custGeom>
              <a:avLst/>
              <a:gdLst/>
              <a:ahLst/>
              <a:cxnLst/>
              <a:rect l="0" t="0" r="0" b="0"/>
              <a:pathLst>
                <a:path w="2207" h="3082">
                  <a:moveTo>
                    <a:pt x="1084" y="2819"/>
                  </a:moveTo>
                  <a:lnTo>
                    <a:pt x="187" y="3081"/>
                  </a:lnTo>
                  <a:lnTo>
                    <a:pt x="0" y="365"/>
                  </a:lnTo>
                  <a:lnTo>
                    <a:pt x="1533" y="0"/>
                  </a:lnTo>
                  <a:lnTo>
                    <a:pt x="2206" y="130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4" name="oPE_MapPart_NZL_12_534" descr="Neuseeland">
              <a:extLst>
                <a:ext uri="{FF2B5EF4-FFF2-40B4-BE49-F238E27FC236}">
                  <a16:creationId xmlns:a16="http://schemas.microsoft.com/office/drawing/2014/main" id="{AE969FF9-E862-602E-0328-FEC8C3DF116B}"/>
                </a:ext>
              </a:extLst>
            </p:cNvPr>
            <p:cNvSpPr/>
            <p:nvPr>
              <p:custDataLst>
                <p:tags r:id="rId534"/>
              </p:custDataLst>
            </p:nvPr>
          </p:nvSpPr>
          <p:spPr>
            <a:xfrm>
              <a:off x="2513543" y="4570637"/>
              <a:ext cx="188" cy="228"/>
            </a:xfrm>
            <a:custGeom>
              <a:avLst/>
              <a:gdLst/>
              <a:ahLst/>
              <a:cxnLst/>
              <a:rect l="0" t="0" r="0" b="0"/>
              <a:pathLst>
                <a:path w="188" h="228">
                  <a:moveTo>
                    <a:pt x="187" y="189"/>
                  </a:moveTo>
                  <a:lnTo>
                    <a:pt x="113" y="2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5" name="oPE_MapPart_NZL_13_535" descr="Neuseeland">
              <a:extLst>
                <a:ext uri="{FF2B5EF4-FFF2-40B4-BE49-F238E27FC236}">
                  <a16:creationId xmlns:a16="http://schemas.microsoft.com/office/drawing/2014/main" id="{91AF89D3-3676-9CC4-6EA6-5E4D19D1D1EA}"/>
                </a:ext>
              </a:extLst>
            </p:cNvPr>
            <p:cNvSpPr/>
            <p:nvPr>
              <p:custDataLst>
                <p:tags r:id="rId535"/>
              </p:custDataLst>
            </p:nvPr>
          </p:nvSpPr>
          <p:spPr>
            <a:xfrm>
              <a:off x="2540460" y="4587062"/>
              <a:ext cx="114" cy="115"/>
            </a:xfrm>
            <a:custGeom>
              <a:avLst/>
              <a:gdLst/>
              <a:ahLst/>
              <a:cxnLst/>
              <a:rect l="0" t="0" r="0" b="0"/>
              <a:pathLst>
                <a:path w="114" h="115">
                  <a:moveTo>
                    <a:pt x="113" y="38"/>
                  </a:moveTo>
                  <a:lnTo>
                    <a:pt x="75" y="1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6" name="oPE_MapPart_NIC_1_536" descr="Nicaragua">
              <a:extLst>
                <a:ext uri="{FF2B5EF4-FFF2-40B4-BE49-F238E27FC236}">
                  <a16:creationId xmlns:a16="http://schemas.microsoft.com/office/drawing/2014/main" id="{9DBB2BAD-8C8A-EFB4-9C16-8102749AF6B5}"/>
                </a:ext>
              </a:extLst>
            </p:cNvPr>
            <p:cNvSpPr/>
            <p:nvPr>
              <p:custDataLst>
                <p:tags r:id="rId536"/>
              </p:custDataLst>
            </p:nvPr>
          </p:nvSpPr>
          <p:spPr>
            <a:xfrm>
              <a:off x="4275144" y="4076603"/>
              <a:ext cx="93724" cy="91063"/>
            </a:xfrm>
            <a:custGeom>
              <a:avLst/>
              <a:gdLst/>
              <a:ahLst/>
              <a:cxnLst/>
              <a:rect l="0" t="0" r="0" b="0"/>
              <a:pathLst>
                <a:path w="93724" h="91063">
                  <a:moveTo>
                    <a:pt x="93723" y="348"/>
                  </a:moveTo>
                  <a:lnTo>
                    <a:pt x="91182" y="4217"/>
                  </a:lnTo>
                  <a:lnTo>
                    <a:pt x="89873" y="2283"/>
                  </a:lnTo>
                  <a:lnTo>
                    <a:pt x="88415" y="3946"/>
                  </a:lnTo>
                  <a:lnTo>
                    <a:pt x="89238" y="5222"/>
                  </a:lnTo>
                  <a:lnTo>
                    <a:pt x="90808" y="5570"/>
                  </a:lnTo>
                  <a:lnTo>
                    <a:pt x="93126" y="14337"/>
                  </a:lnTo>
                  <a:lnTo>
                    <a:pt x="88452" y="21702"/>
                  </a:lnTo>
                  <a:lnTo>
                    <a:pt x="85238" y="36168"/>
                  </a:lnTo>
                  <a:lnTo>
                    <a:pt x="86322" y="44191"/>
                  </a:lnTo>
                  <a:lnTo>
                    <a:pt x="85761" y="51589"/>
                  </a:lnTo>
                  <a:lnTo>
                    <a:pt x="86396" y="55534"/>
                  </a:lnTo>
                  <a:lnTo>
                    <a:pt x="84639" y="55840"/>
                  </a:lnTo>
                  <a:lnTo>
                    <a:pt x="83966" y="54500"/>
                  </a:lnTo>
                  <a:lnTo>
                    <a:pt x="84677" y="49099"/>
                  </a:lnTo>
                  <a:lnTo>
                    <a:pt x="84004" y="51244"/>
                  </a:lnTo>
                  <a:lnTo>
                    <a:pt x="81349" y="53581"/>
                  </a:lnTo>
                  <a:lnTo>
                    <a:pt x="83480" y="58174"/>
                  </a:lnTo>
                  <a:lnTo>
                    <a:pt x="82882" y="63757"/>
                  </a:lnTo>
                  <a:lnTo>
                    <a:pt x="81088" y="62993"/>
                  </a:lnTo>
                  <a:lnTo>
                    <a:pt x="81013" y="65706"/>
                  </a:lnTo>
                  <a:lnTo>
                    <a:pt x="79779" y="67235"/>
                  </a:lnTo>
                  <a:lnTo>
                    <a:pt x="82359" y="67999"/>
                  </a:lnTo>
                  <a:lnTo>
                    <a:pt x="83480" y="71855"/>
                  </a:lnTo>
                  <a:lnTo>
                    <a:pt x="81536" y="73458"/>
                  </a:lnTo>
                  <a:lnTo>
                    <a:pt x="78994" y="79103"/>
                  </a:lnTo>
                  <a:lnTo>
                    <a:pt x="81050" y="85238"/>
                  </a:lnTo>
                  <a:lnTo>
                    <a:pt x="82172" y="86875"/>
                  </a:lnTo>
                  <a:lnTo>
                    <a:pt x="83667" y="87218"/>
                  </a:lnTo>
                  <a:lnTo>
                    <a:pt x="82209" y="89997"/>
                  </a:lnTo>
                  <a:lnTo>
                    <a:pt x="77910" y="91062"/>
                  </a:lnTo>
                  <a:lnTo>
                    <a:pt x="72751" y="90111"/>
                  </a:lnTo>
                  <a:lnTo>
                    <a:pt x="69013" y="85885"/>
                  </a:lnTo>
                  <a:lnTo>
                    <a:pt x="63068" y="84514"/>
                  </a:lnTo>
                  <a:lnTo>
                    <a:pt x="61685" y="84362"/>
                  </a:lnTo>
                  <a:lnTo>
                    <a:pt x="57349" y="86609"/>
                  </a:lnTo>
                  <a:lnTo>
                    <a:pt x="43329" y="81466"/>
                  </a:lnTo>
                  <a:lnTo>
                    <a:pt x="40002" y="84133"/>
                  </a:lnTo>
                  <a:lnTo>
                    <a:pt x="35516" y="78455"/>
                  </a:lnTo>
                  <a:lnTo>
                    <a:pt x="24973" y="69832"/>
                  </a:lnTo>
                  <a:lnTo>
                    <a:pt x="18992" y="60928"/>
                  </a:lnTo>
                  <a:lnTo>
                    <a:pt x="75" y="45035"/>
                  </a:lnTo>
                  <a:lnTo>
                    <a:pt x="0" y="43731"/>
                  </a:lnTo>
                  <a:lnTo>
                    <a:pt x="1795" y="42081"/>
                  </a:lnTo>
                  <a:lnTo>
                    <a:pt x="5122" y="44690"/>
                  </a:lnTo>
                  <a:lnTo>
                    <a:pt x="6916" y="43424"/>
                  </a:lnTo>
                  <a:lnTo>
                    <a:pt x="13721" y="42810"/>
                  </a:lnTo>
                  <a:lnTo>
                    <a:pt x="14805" y="41851"/>
                  </a:lnTo>
                  <a:lnTo>
                    <a:pt x="15627" y="38242"/>
                  </a:lnTo>
                  <a:lnTo>
                    <a:pt x="19926" y="36322"/>
                  </a:lnTo>
                  <a:lnTo>
                    <a:pt x="18954" y="27054"/>
                  </a:lnTo>
                  <a:lnTo>
                    <a:pt x="27815" y="26554"/>
                  </a:lnTo>
                  <a:lnTo>
                    <a:pt x="31553" y="21741"/>
                  </a:lnTo>
                  <a:lnTo>
                    <a:pt x="33871" y="20546"/>
                  </a:lnTo>
                  <a:lnTo>
                    <a:pt x="35030" y="22357"/>
                  </a:lnTo>
                  <a:lnTo>
                    <a:pt x="39142" y="24976"/>
                  </a:lnTo>
                  <a:lnTo>
                    <a:pt x="40226" y="24668"/>
                  </a:lnTo>
                  <a:lnTo>
                    <a:pt x="41310" y="22010"/>
                  </a:lnTo>
                  <a:lnTo>
                    <a:pt x="51741" y="14260"/>
                  </a:lnTo>
                  <a:lnTo>
                    <a:pt x="52115" y="10361"/>
                  </a:lnTo>
                  <a:lnTo>
                    <a:pt x="54694" y="8623"/>
                  </a:lnTo>
                  <a:lnTo>
                    <a:pt x="55778" y="5493"/>
                  </a:lnTo>
                  <a:lnTo>
                    <a:pt x="58358" y="4256"/>
                  </a:lnTo>
                  <a:lnTo>
                    <a:pt x="62807" y="7464"/>
                  </a:lnTo>
                  <a:lnTo>
                    <a:pt x="66807" y="7850"/>
                  </a:lnTo>
                  <a:lnTo>
                    <a:pt x="68078" y="6807"/>
                  </a:lnTo>
                  <a:lnTo>
                    <a:pt x="70695" y="6652"/>
                  </a:lnTo>
                  <a:lnTo>
                    <a:pt x="71256" y="5609"/>
                  </a:lnTo>
                  <a:lnTo>
                    <a:pt x="73125" y="6189"/>
                  </a:lnTo>
                  <a:lnTo>
                    <a:pt x="74882" y="4797"/>
                  </a:lnTo>
                  <a:lnTo>
                    <a:pt x="78994" y="4604"/>
                  </a:lnTo>
                  <a:lnTo>
                    <a:pt x="8837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7" name="oPE_MapPart_NER_1_537" descr="Niger">
              <a:extLst>
                <a:ext uri="{FF2B5EF4-FFF2-40B4-BE49-F238E27FC236}">
                  <a16:creationId xmlns:a16="http://schemas.microsoft.com/office/drawing/2014/main" id="{DA83199D-94B4-531F-2EBA-B67CE5B53FFC}"/>
                </a:ext>
              </a:extLst>
            </p:cNvPr>
            <p:cNvSpPr/>
            <p:nvPr>
              <p:custDataLst>
                <p:tags r:id="rId537"/>
              </p:custDataLst>
            </p:nvPr>
          </p:nvSpPr>
          <p:spPr>
            <a:xfrm>
              <a:off x="6099402" y="3889191"/>
              <a:ext cx="328126" cy="258123"/>
            </a:xfrm>
            <a:custGeom>
              <a:avLst/>
              <a:gdLst/>
              <a:ahLst/>
              <a:cxnLst/>
              <a:rect l="0" t="0" r="0" b="0"/>
              <a:pathLst>
                <a:path w="328126" h="258123">
                  <a:moveTo>
                    <a:pt x="279189" y="215351"/>
                  </a:moveTo>
                  <a:lnTo>
                    <a:pt x="273319" y="216082"/>
                  </a:lnTo>
                  <a:lnTo>
                    <a:pt x="270627" y="218160"/>
                  </a:lnTo>
                  <a:lnTo>
                    <a:pt x="263935" y="220813"/>
                  </a:lnTo>
                  <a:lnTo>
                    <a:pt x="259412" y="223426"/>
                  </a:lnTo>
                  <a:lnTo>
                    <a:pt x="256421" y="226268"/>
                  </a:lnTo>
                  <a:lnTo>
                    <a:pt x="255449" y="228418"/>
                  </a:lnTo>
                  <a:lnTo>
                    <a:pt x="248271" y="228495"/>
                  </a:lnTo>
                  <a:lnTo>
                    <a:pt x="245617" y="226307"/>
                  </a:lnTo>
                  <a:lnTo>
                    <a:pt x="233616" y="222850"/>
                  </a:lnTo>
                  <a:lnTo>
                    <a:pt x="224195" y="222465"/>
                  </a:lnTo>
                  <a:lnTo>
                    <a:pt x="214177" y="223349"/>
                  </a:lnTo>
                  <a:lnTo>
                    <a:pt x="205241" y="226000"/>
                  </a:lnTo>
                  <a:lnTo>
                    <a:pt x="196306" y="234441"/>
                  </a:lnTo>
                  <a:lnTo>
                    <a:pt x="187708" y="234211"/>
                  </a:lnTo>
                  <a:lnTo>
                    <a:pt x="178325" y="232370"/>
                  </a:lnTo>
                  <a:lnTo>
                    <a:pt x="164717" y="224194"/>
                  </a:lnTo>
                  <a:lnTo>
                    <a:pt x="159221" y="223119"/>
                  </a:lnTo>
                  <a:lnTo>
                    <a:pt x="149426" y="228111"/>
                  </a:lnTo>
                  <a:lnTo>
                    <a:pt x="145576" y="228572"/>
                  </a:lnTo>
                  <a:lnTo>
                    <a:pt x="143146" y="230414"/>
                  </a:lnTo>
                  <a:lnTo>
                    <a:pt x="140678" y="230222"/>
                  </a:lnTo>
                  <a:lnTo>
                    <a:pt x="137912" y="228111"/>
                  </a:lnTo>
                  <a:lnTo>
                    <a:pt x="133463" y="221659"/>
                  </a:lnTo>
                  <a:lnTo>
                    <a:pt x="127444" y="216352"/>
                  </a:lnTo>
                  <a:lnTo>
                    <a:pt x="110658" y="211772"/>
                  </a:lnTo>
                  <a:lnTo>
                    <a:pt x="105462" y="214236"/>
                  </a:lnTo>
                  <a:lnTo>
                    <a:pt x="93499" y="214736"/>
                  </a:lnTo>
                  <a:lnTo>
                    <a:pt x="88414" y="216583"/>
                  </a:lnTo>
                  <a:lnTo>
                    <a:pt x="82732" y="220621"/>
                  </a:lnTo>
                  <a:lnTo>
                    <a:pt x="80489" y="231795"/>
                  </a:lnTo>
                  <a:lnTo>
                    <a:pt x="78583" y="235208"/>
                  </a:lnTo>
                  <a:lnTo>
                    <a:pt x="72339" y="240418"/>
                  </a:lnTo>
                  <a:lnTo>
                    <a:pt x="71629" y="254074"/>
                  </a:lnTo>
                  <a:lnTo>
                    <a:pt x="72713" y="256709"/>
                  </a:lnTo>
                  <a:lnTo>
                    <a:pt x="71255" y="258122"/>
                  </a:lnTo>
                  <a:lnTo>
                    <a:pt x="69946" y="256175"/>
                  </a:lnTo>
                  <a:lnTo>
                    <a:pt x="65124" y="253233"/>
                  </a:lnTo>
                  <a:lnTo>
                    <a:pt x="56376" y="243864"/>
                  </a:lnTo>
                  <a:lnTo>
                    <a:pt x="54843" y="243520"/>
                  </a:lnTo>
                  <a:lnTo>
                    <a:pt x="45721" y="246964"/>
                  </a:lnTo>
                  <a:lnTo>
                    <a:pt x="46693" y="251704"/>
                  </a:lnTo>
                  <a:lnTo>
                    <a:pt x="46207" y="253882"/>
                  </a:lnTo>
                  <a:lnTo>
                    <a:pt x="39665" y="245088"/>
                  </a:lnTo>
                  <a:lnTo>
                    <a:pt x="39553" y="243634"/>
                  </a:lnTo>
                  <a:lnTo>
                    <a:pt x="42357" y="242907"/>
                  </a:lnTo>
                  <a:lnTo>
                    <a:pt x="42843" y="241759"/>
                  </a:lnTo>
                  <a:lnTo>
                    <a:pt x="40301" y="236779"/>
                  </a:lnTo>
                  <a:lnTo>
                    <a:pt x="37235" y="236626"/>
                  </a:lnTo>
                  <a:lnTo>
                    <a:pt x="33759" y="238656"/>
                  </a:lnTo>
                  <a:lnTo>
                    <a:pt x="29085" y="238159"/>
                  </a:lnTo>
                  <a:lnTo>
                    <a:pt x="19365" y="230375"/>
                  </a:lnTo>
                  <a:lnTo>
                    <a:pt x="17122" y="229531"/>
                  </a:lnTo>
                  <a:lnTo>
                    <a:pt x="17122" y="222619"/>
                  </a:lnTo>
                  <a:lnTo>
                    <a:pt x="20898" y="223388"/>
                  </a:lnTo>
                  <a:lnTo>
                    <a:pt x="21534" y="222773"/>
                  </a:lnTo>
                  <a:lnTo>
                    <a:pt x="17720" y="220429"/>
                  </a:lnTo>
                  <a:lnTo>
                    <a:pt x="15253" y="217352"/>
                  </a:lnTo>
                  <a:lnTo>
                    <a:pt x="9421" y="215390"/>
                  </a:lnTo>
                  <a:lnTo>
                    <a:pt x="4374" y="207419"/>
                  </a:lnTo>
                  <a:lnTo>
                    <a:pt x="4561" y="203794"/>
                  </a:lnTo>
                  <a:lnTo>
                    <a:pt x="0" y="198391"/>
                  </a:lnTo>
                  <a:lnTo>
                    <a:pt x="1346" y="188379"/>
                  </a:lnTo>
                  <a:lnTo>
                    <a:pt x="16262" y="187993"/>
                  </a:lnTo>
                  <a:lnTo>
                    <a:pt x="23590" y="181719"/>
                  </a:lnTo>
                  <a:lnTo>
                    <a:pt x="58918" y="180246"/>
                  </a:lnTo>
                  <a:lnTo>
                    <a:pt x="59142" y="178811"/>
                  </a:lnTo>
                  <a:lnTo>
                    <a:pt x="60152" y="178385"/>
                  </a:lnTo>
                  <a:lnTo>
                    <a:pt x="69386" y="179936"/>
                  </a:lnTo>
                  <a:lnTo>
                    <a:pt x="69722" y="177182"/>
                  </a:lnTo>
                  <a:lnTo>
                    <a:pt x="73648" y="173767"/>
                  </a:lnTo>
                  <a:lnTo>
                    <a:pt x="75853" y="173069"/>
                  </a:lnTo>
                  <a:lnTo>
                    <a:pt x="77124" y="171321"/>
                  </a:lnTo>
                  <a:lnTo>
                    <a:pt x="83442" y="153454"/>
                  </a:lnTo>
                  <a:lnTo>
                    <a:pt x="83891" y="145177"/>
                  </a:lnTo>
                  <a:lnTo>
                    <a:pt x="84564" y="144473"/>
                  </a:lnTo>
                  <a:lnTo>
                    <a:pt x="84414" y="97556"/>
                  </a:lnTo>
                  <a:lnTo>
                    <a:pt x="117837" y="90149"/>
                  </a:lnTo>
                  <a:lnTo>
                    <a:pt x="152006" y="59320"/>
                  </a:lnTo>
                  <a:lnTo>
                    <a:pt x="245168" y="0"/>
                  </a:lnTo>
                  <a:lnTo>
                    <a:pt x="276609" y="7615"/>
                  </a:lnTo>
                  <a:lnTo>
                    <a:pt x="291862" y="20277"/>
                  </a:lnTo>
                  <a:lnTo>
                    <a:pt x="307713" y="11760"/>
                  </a:lnTo>
                  <a:lnTo>
                    <a:pt x="311713" y="35911"/>
                  </a:lnTo>
                  <a:lnTo>
                    <a:pt x="311900" y="44845"/>
                  </a:lnTo>
                  <a:lnTo>
                    <a:pt x="320760" y="57519"/>
                  </a:lnTo>
                  <a:lnTo>
                    <a:pt x="319377" y="59280"/>
                  </a:lnTo>
                  <a:lnTo>
                    <a:pt x="320349" y="62400"/>
                  </a:lnTo>
                  <a:lnTo>
                    <a:pt x="328125" y="71023"/>
                  </a:lnTo>
                  <a:lnTo>
                    <a:pt x="323414" y="80778"/>
                  </a:lnTo>
                  <a:lnTo>
                    <a:pt x="317994" y="146349"/>
                  </a:lnTo>
                  <a:lnTo>
                    <a:pt x="295002" y="171438"/>
                  </a:lnTo>
                  <a:lnTo>
                    <a:pt x="283375" y="188302"/>
                  </a:lnTo>
                  <a:lnTo>
                    <a:pt x="279936" y="195533"/>
                  </a:lnTo>
                  <a:lnTo>
                    <a:pt x="275898" y="200900"/>
                  </a:lnTo>
                  <a:lnTo>
                    <a:pt x="277095" y="2061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8" name="oPE_MapPart_NGA_1_538" descr="Nigeria">
              <a:extLst>
                <a:ext uri="{FF2B5EF4-FFF2-40B4-BE49-F238E27FC236}">
                  <a16:creationId xmlns:a16="http://schemas.microsoft.com/office/drawing/2014/main" id="{0810D0E8-8165-9C6E-034C-901F9055093B}"/>
                </a:ext>
              </a:extLst>
            </p:cNvPr>
            <p:cNvSpPr/>
            <p:nvPr>
              <p:custDataLst>
                <p:tags r:id="rId538"/>
              </p:custDataLst>
            </p:nvPr>
          </p:nvSpPr>
          <p:spPr>
            <a:xfrm>
              <a:off x="6244305" y="4297823"/>
              <a:ext cx="3889" cy="2738"/>
            </a:xfrm>
            <a:custGeom>
              <a:avLst/>
              <a:gdLst/>
              <a:ahLst/>
              <a:cxnLst/>
              <a:rect l="0" t="0" r="0" b="0"/>
              <a:pathLst>
                <a:path w="3889" h="2738">
                  <a:moveTo>
                    <a:pt x="3327" y="2250"/>
                  </a:moveTo>
                  <a:lnTo>
                    <a:pt x="0" y="2737"/>
                  </a:lnTo>
                  <a:lnTo>
                    <a:pt x="1794" y="0"/>
                  </a:lnTo>
                  <a:lnTo>
                    <a:pt x="3888" y="8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9" name="oPE_MapPart_NGA_2_539" descr="Nigeria">
              <a:extLst>
                <a:ext uri="{FF2B5EF4-FFF2-40B4-BE49-F238E27FC236}">
                  <a16:creationId xmlns:a16="http://schemas.microsoft.com/office/drawing/2014/main" id="{AB0D8511-EC8E-97B0-1C2C-50672C1D3EA9}"/>
                </a:ext>
              </a:extLst>
            </p:cNvPr>
            <p:cNvSpPr/>
            <p:nvPr>
              <p:custDataLst>
                <p:tags r:id="rId539"/>
              </p:custDataLst>
            </p:nvPr>
          </p:nvSpPr>
          <p:spPr>
            <a:xfrm>
              <a:off x="6151778" y="4100963"/>
              <a:ext cx="247861" cy="202073"/>
            </a:xfrm>
            <a:custGeom>
              <a:avLst/>
              <a:gdLst/>
              <a:ahLst/>
              <a:cxnLst/>
              <a:rect l="0" t="0" r="0" b="0"/>
              <a:pathLst>
                <a:path w="247861" h="202073">
                  <a:moveTo>
                    <a:pt x="226813" y="3579"/>
                  </a:moveTo>
                  <a:lnTo>
                    <a:pt x="236308" y="16953"/>
                  </a:lnTo>
                  <a:lnTo>
                    <a:pt x="239075" y="31748"/>
                  </a:lnTo>
                  <a:lnTo>
                    <a:pt x="245766" y="33585"/>
                  </a:lnTo>
                  <a:lnTo>
                    <a:pt x="247860" y="36683"/>
                  </a:lnTo>
                  <a:lnTo>
                    <a:pt x="246926" y="49823"/>
                  </a:lnTo>
                  <a:lnTo>
                    <a:pt x="239187" y="55429"/>
                  </a:lnTo>
                  <a:lnTo>
                    <a:pt x="234588" y="56610"/>
                  </a:lnTo>
                  <a:lnTo>
                    <a:pt x="228757" y="63772"/>
                  </a:lnTo>
                  <a:lnTo>
                    <a:pt x="225354" y="69441"/>
                  </a:lnTo>
                  <a:lnTo>
                    <a:pt x="222850" y="78601"/>
                  </a:lnTo>
                  <a:lnTo>
                    <a:pt x="219821" y="81449"/>
                  </a:lnTo>
                  <a:lnTo>
                    <a:pt x="218364" y="91427"/>
                  </a:lnTo>
                  <a:lnTo>
                    <a:pt x="212756" y="94308"/>
                  </a:lnTo>
                  <a:lnTo>
                    <a:pt x="210214" y="105668"/>
                  </a:lnTo>
                  <a:lnTo>
                    <a:pt x="208643" y="108619"/>
                  </a:lnTo>
                  <a:lnTo>
                    <a:pt x="205541" y="111190"/>
                  </a:lnTo>
                  <a:lnTo>
                    <a:pt x="201840" y="111795"/>
                  </a:lnTo>
                  <a:lnTo>
                    <a:pt x="198288" y="118372"/>
                  </a:lnTo>
                  <a:lnTo>
                    <a:pt x="196681" y="125508"/>
                  </a:lnTo>
                  <a:lnTo>
                    <a:pt x="193989" y="129999"/>
                  </a:lnTo>
                  <a:lnTo>
                    <a:pt x="193802" y="132866"/>
                  </a:lnTo>
                  <a:lnTo>
                    <a:pt x="188605" y="139539"/>
                  </a:lnTo>
                  <a:lnTo>
                    <a:pt x="190586" y="142780"/>
                  </a:lnTo>
                  <a:lnTo>
                    <a:pt x="184717" y="147563"/>
                  </a:lnTo>
                  <a:lnTo>
                    <a:pt x="183671" y="152457"/>
                  </a:lnTo>
                  <a:lnTo>
                    <a:pt x="179408" y="155995"/>
                  </a:lnTo>
                  <a:lnTo>
                    <a:pt x="175857" y="156973"/>
                  </a:lnTo>
                  <a:lnTo>
                    <a:pt x="174325" y="155581"/>
                  </a:lnTo>
                  <a:lnTo>
                    <a:pt x="172866" y="150688"/>
                  </a:lnTo>
                  <a:lnTo>
                    <a:pt x="164492" y="143910"/>
                  </a:lnTo>
                  <a:lnTo>
                    <a:pt x="161950" y="147526"/>
                  </a:lnTo>
                  <a:lnTo>
                    <a:pt x="160492" y="147789"/>
                  </a:lnTo>
                  <a:lnTo>
                    <a:pt x="156193" y="147488"/>
                  </a:lnTo>
                  <a:lnTo>
                    <a:pt x="154884" y="145303"/>
                  </a:lnTo>
                  <a:lnTo>
                    <a:pt x="147332" y="150236"/>
                  </a:lnTo>
                  <a:lnTo>
                    <a:pt x="144866" y="155017"/>
                  </a:lnTo>
                  <a:lnTo>
                    <a:pt x="138884" y="159456"/>
                  </a:lnTo>
                  <a:lnTo>
                    <a:pt x="132379" y="165961"/>
                  </a:lnTo>
                  <a:lnTo>
                    <a:pt x="129799" y="170696"/>
                  </a:lnTo>
                  <a:lnTo>
                    <a:pt x="126995" y="182903"/>
                  </a:lnTo>
                  <a:lnTo>
                    <a:pt x="121911" y="192097"/>
                  </a:lnTo>
                  <a:lnTo>
                    <a:pt x="121051" y="192734"/>
                  </a:lnTo>
                  <a:lnTo>
                    <a:pt x="119331" y="192284"/>
                  </a:lnTo>
                  <a:lnTo>
                    <a:pt x="118547" y="190896"/>
                  </a:lnTo>
                  <a:lnTo>
                    <a:pt x="115219" y="188945"/>
                  </a:lnTo>
                  <a:lnTo>
                    <a:pt x="117201" y="194159"/>
                  </a:lnTo>
                  <a:lnTo>
                    <a:pt x="116453" y="196223"/>
                  </a:lnTo>
                  <a:lnTo>
                    <a:pt x="102994" y="196897"/>
                  </a:lnTo>
                  <a:lnTo>
                    <a:pt x="101350" y="196148"/>
                  </a:lnTo>
                  <a:lnTo>
                    <a:pt x="100639" y="194197"/>
                  </a:lnTo>
                  <a:lnTo>
                    <a:pt x="99144" y="196260"/>
                  </a:lnTo>
                  <a:lnTo>
                    <a:pt x="95517" y="196448"/>
                  </a:lnTo>
                  <a:lnTo>
                    <a:pt x="91181" y="192921"/>
                  </a:lnTo>
                  <a:lnTo>
                    <a:pt x="93013" y="195022"/>
                  </a:lnTo>
                  <a:lnTo>
                    <a:pt x="92826" y="197123"/>
                  </a:lnTo>
                  <a:lnTo>
                    <a:pt x="89872" y="199560"/>
                  </a:lnTo>
                  <a:lnTo>
                    <a:pt x="88003" y="199709"/>
                  </a:lnTo>
                  <a:lnTo>
                    <a:pt x="86844" y="198660"/>
                  </a:lnTo>
                  <a:lnTo>
                    <a:pt x="85985" y="194384"/>
                  </a:lnTo>
                  <a:lnTo>
                    <a:pt x="84788" y="192734"/>
                  </a:lnTo>
                  <a:lnTo>
                    <a:pt x="85311" y="198060"/>
                  </a:lnTo>
                  <a:lnTo>
                    <a:pt x="86695" y="200047"/>
                  </a:lnTo>
                  <a:lnTo>
                    <a:pt x="81984" y="200760"/>
                  </a:lnTo>
                  <a:lnTo>
                    <a:pt x="80900" y="197909"/>
                  </a:lnTo>
                  <a:lnTo>
                    <a:pt x="80339" y="200722"/>
                  </a:lnTo>
                  <a:lnTo>
                    <a:pt x="74321" y="201397"/>
                  </a:lnTo>
                  <a:lnTo>
                    <a:pt x="74470" y="198847"/>
                  </a:lnTo>
                  <a:lnTo>
                    <a:pt x="72451" y="202072"/>
                  </a:lnTo>
                  <a:lnTo>
                    <a:pt x="68227" y="200797"/>
                  </a:lnTo>
                  <a:lnTo>
                    <a:pt x="60264" y="194347"/>
                  </a:lnTo>
                  <a:lnTo>
                    <a:pt x="56039" y="184329"/>
                  </a:lnTo>
                  <a:lnTo>
                    <a:pt x="57946" y="183803"/>
                  </a:lnTo>
                  <a:lnTo>
                    <a:pt x="56114" y="183390"/>
                  </a:lnTo>
                  <a:lnTo>
                    <a:pt x="55628" y="181589"/>
                  </a:lnTo>
                  <a:lnTo>
                    <a:pt x="55703" y="179974"/>
                  </a:lnTo>
                  <a:lnTo>
                    <a:pt x="58469" y="179111"/>
                  </a:lnTo>
                  <a:lnTo>
                    <a:pt x="59479" y="177120"/>
                  </a:lnTo>
                  <a:lnTo>
                    <a:pt x="56077" y="178622"/>
                  </a:lnTo>
                  <a:lnTo>
                    <a:pt x="52189" y="175881"/>
                  </a:lnTo>
                  <a:lnTo>
                    <a:pt x="52563" y="175092"/>
                  </a:lnTo>
                  <a:lnTo>
                    <a:pt x="57535" y="174228"/>
                  </a:lnTo>
                  <a:lnTo>
                    <a:pt x="55329" y="174002"/>
                  </a:lnTo>
                  <a:lnTo>
                    <a:pt x="54881" y="172237"/>
                  </a:lnTo>
                  <a:lnTo>
                    <a:pt x="51665" y="174416"/>
                  </a:lnTo>
                  <a:lnTo>
                    <a:pt x="50394" y="173627"/>
                  </a:lnTo>
                  <a:lnTo>
                    <a:pt x="49983" y="170997"/>
                  </a:lnTo>
                  <a:lnTo>
                    <a:pt x="45198" y="165585"/>
                  </a:lnTo>
                  <a:lnTo>
                    <a:pt x="36263" y="158854"/>
                  </a:lnTo>
                  <a:lnTo>
                    <a:pt x="29907" y="157538"/>
                  </a:lnTo>
                  <a:lnTo>
                    <a:pt x="16636" y="157575"/>
                  </a:lnTo>
                  <a:lnTo>
                    <a:pt x="15889" y="157199"/>
                  </a:lnTo>
                  <a:lnTo>
                    <a:pt x="22132" y="153925"/>
                  </a:lnTo>
                  <a:lnTo>
                    <a:pt x="21422" y="153625"/>
                  </a:lnTo>
                  <a:lnTo>
                    <a:pt x="15477" y="155167"/>
                  </a:lnTo>
                  <a:lnTo>
                    <a:pt x="13496" y="157838"/>
                  </a:lnTo>
                  <a:lnTo>
                    <a:pt x="449" y="158441"/>
                  </a:lnTo>
                  <a:lnTo>
                    <a:pt x="1832" y="151253"/>
                  </a:lnTo>
                  <a:lnTo>
                    <a:pt x="748" y="145643"/>
                  </a:lnTo>
                  <a:lnTo>
                    <a:pt x="2056" y="135242"/>
                  </a:lnTo>
                  <a:lnTo>
                    <a:pt x="710" y="132338"/>
                  </a:lnTo>
                  <a:lnTo>
                    <a:pt x="0" y="126942"/>
                  </a:lnTo>
                  <a:lnTo>
                    <a:pt x="1869" y="102262"/>
                  </a:lnTo>
                  <a:lnTo>
                    <a:pt x="7477" y="101505"/>
                  </a:lnTo>
                  <a:lnTo>
                    <a:pt x="9608" y="96543"/>
                  </a:lnTo>
                  <a:lnTo>
                    <a:pt x="9346" y="93777"/>
                  </a:lnTo>
                  <a:lnTo>
                    <a:pt x="13383" y="89228"/>
                  </a:lnTo>
                  <a:lnTo>
                    <a:pt x="13272" y="86914"/>
                  </a:lnTo>
                  <a:lnTo>
                    <a:pt x="18094" y="84182"/>
                  </a:lnTo>
                  <a:lnTo>
                    <a:pt x="19029" y="82132"/>
                  </a:lnTo>
                  <a:lnTo>
                    <a:pt x="19926" y="78829"/>
                  </a:lnTo>
                  <a:lnTo>
                    <a:pt x="18505" y="76550"/>
                  </a:lnTo>
                  <a:lnTo>
                    <a:pt x="19066" y="74840"/>
                  </a:lnTo>
                  <a:lnTo>
                    <a:pt x="20674" y="73205"/>
                  </a:lnTo>
                  <a:lnTo>
                    <a:pt x="22805" y="73016"/>
                  </a:lnTo>
                  <a:lnTo>
                    <a:pt x="23777" y="68414"/>
                  </a:lnTo>
                  <a:lnTo>
                    <a:pt x="22244" y="65979"/>
                  </a:lnTo>
                  <a:lnTo>
                    <a:pt x="21422" y="59430"/>
                  </a:lnTo>
                  <a:lnTo>
                    <a:pt x="16673" y="52722"/>
                  </a:lnTo>
                  <a:lnTo>
                    <a:pt x="16711" y="50548"/>
                  </a:lnTo>
                  <a:lnTo>
                    <a:pt x="20337" y="44937"/>
                  </a:lnTo>
                  <a:lnTo>
                    <a:pt x="19253" y="42302"/>
                  </a:lnTo>
                  <a:lnTo>
                    <a:pt x="19963" y="28646"/>
                  </a:lnTo>
                  <a:lnTo>
                    <a:pt x="26207" y="23436"/>
                  </a:lnTo>
                  <a:lnTo>
                    <a:pt x="28113" y="20023"/>
                  </a:lnTo>
                  <a:lnTo>
                    <a:pt x="30356" y="8849"/>
                  </a:lnTo>
                  <a:lnTo>
                    <a:pt x="38917" y="3657"/>
                  </a:lnTo>
                  <a:lnTo>
                    <a:pt x="44413" y="2425"/>
                  </a:lnTo>
                  <a:lnTo>
                    <a:pt x="53086" y="2464"/>
                  </a:lnTo>
                  <a:lnTo>
                    <a:pt x="58282" y="0"/>
                  </a:lnTo>
                  <a:lnTo>
                    <a:pt x="75068" y="4580"/>
                  </a:lnTo>
                  <a:lnTo>
                    <a:pt x="81087" y="9887"/>
                  </a:lnTo>
                  <a:lnTo>
                    <a:pt x="85536" y="16339"/>
                  </a:lnTo>
                  <a:lnTo>
                    <a:pt x="88302" y="18450"/>
                  </a:lnTo>
                  <a:lnTo>
                    <a:pt x="90770" y="18642"/>
                  </a:lnTo>
                  <a:lnTo>
                    <a:pt x="93200" y="16800"/>
                  </a:lnTo>
                  <a:lnTo>
                    <a:pt x="97050" y="16339"/>
                  </a:lnTo>
                  <a:lnTo>
                    <a:pt x="106845" y="11347"/>
                  </a:lnTo>
                  <a:lnTo>
                    <a:pt x="112341" y="12422"/>
                  </a:lnTo>
                  <a:lnTo>
                    <a:pt x="125949" y="20598"/>
                  </a:lnTo>
                  <a:lnTo>
                    <a:pt x="135332" y="22439"/>
                  </a:lnTo>
                  <a:lnTo>
                    <a:pt x="143930" y="22669"/>
                  </a:lnTo>
                  <a:lnTo>
                    <a:pt x="152865" y="14228"/>
                  </a:lnTo>
                  <a:lnTo>
                    <a:pt x="161801" y="11577"/>
                  </a:lnTo>
                  <a:lnTo>
                    <a:pt x="171819" y="10693"/>
                  </a:lnTo>
                  <a:lnTo>
                    <a:pt x="181240" y="11078"/>
                  </a:lnTo>
                  <a:lnTo>
                    <a:pt x="193241" y="14535"/>
                  </a:lnTo>
                  <a:lnTo>
                    <a:pt x="195895" y="16723"/>
                  </a:lnTo>
                  <a:lnTo>
                    <a:pt x="203073" y="16646"/>
                  </a:lnTo>
                  <a:lnTo>
                    <a:pt x="204045" y="14496"/>
                  </a:lnTo>
                  <a:lnTo>
                    <a:pt x="207036" y="11654"/>
                  </a:lnTo>
                  <a:lnTo>
                    <a:pt x="223074" y="36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0" name="oPE_MapPart_NIU_1_540" descr="Niue">
              <a:extLst>
                <a:ext uri="{FF2B5EF4-FFF2-40B4-BE49-F238E27FC236}">
                  <a16:creationId xmlns:a16="http://schemas.microsoft.com/office/drawing/2014/main" id="{B9A116CA-3350-2A6F-BC69-61A6BCAA2EE7}"/>
                </a:ext>
              </a:extLst>
            </p:cNvPr>
            <p:cNvSpPr/>
            <p:nvPr>
              <p:custDataLst>
                <p:tags r:id="rId540"/>
              </p:custDataLst>
            </p:nvPr>
          </p:nvSpPr>
          <p:spPr>
            <a:xfrm>
              <a:off x="2556685" y="4783315"/>
              <a:ext cx="22432" cy="23731"/>
            </a:xfrm>
            <a:custGeom>
              <a:avLst/>
              <a:gdLst/>
              <a:ahLst/>
              <a:cxnLst/>
              <a:rect l="0" t="0" r="0" b="0"/>
              <a:pathLst>
                <a:path w="22432" h="23731">
                  <a:moveTo>
                    <a:pt x="0" y="0"/>
                  </a:moveTo>
                  <a:lnTo>
                    <a:pt x="22431" y="0"/>
                  </a:lnTo>
                  <a:lnTo>
                    <a:pt x="22431" y="23730"/>
                  </a:lnTo>
                  <a:lnTo>
                    <a:pt x="0" y="237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1" name="oPE_MapPart_NFK_1_541" descr="Norfolkinsel">
              <a:extLst>
                <a:ext uri="{FF2B5EF4-FFF2-40B4-BE49-F238E27FC236}">
                  <a16:creationId xmlns:a16="http://schemas.microsoft.com/office/drawing/2014/main" id="{82978D09-476D-49A0-28D6-18740CF8AEC1}"/>
                </a:ext>
              </a:extLst>
            </p:cNvPr>
            <p:cNvSpPr/>
            <p:nvPr>
              <p:custDataLst>
                <p:tags r:id="rId541"/>
              </p:custDataLst>
            </p:nvPr>
          </p:nvSpPr>
          <p:spPr>
            <a:xfrm>
              <a:off x="9573106" y="5010272"/>
              <a:ext cx="22433" cy="25662"/>
            </a:xfrm>
            <a:custGeom>
              <a:avLst/>
              <a:gdLst/>
              <a:ahLst/>
              <a:cxnLst/>
              <a:rect l="0" t="0" r="0" b="0"/>
              <a:pathLst>
                <a:path w="22433" h="25662">
                  <a:moveTo>
                    <a:pt x="0" y="0"/>
                  </a:moveTo>
                  <a:lnTo>
                    <a:pt x="22432" y="0"/>
                  </a:lnTo>
                  <a:lnTo>
                    <a:pt x="22432" y="25661"/>
                  </a:lnTo>
                  <a:lnTo>
                    <a:pt x="0" y="2566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2" name="oPE_MapPart_PRK_1_542" descr="Nordkorea">
              <a:extLst>
                <a:ext uri="{FF2B5EF4-FFF2-40B4-BE49-F238E27FC236}">
                  <a16:creationId xmlns:a16="http://schemas.microsoft.com/office/drawing/2014/main" id="{4917FEA9-4339-9846-C5BA-3D4FCF717D27}"/>
                </a:ext>
              </a:extLst>
            </p:cNvPr>
            <p:cNvSpPr/>
            <p:nvPr>
              <p:custDataLst>
                <p:tags r:id="rId542"/>
              </p:custDataLst>
            </p:nvPr>
          </p:nvSpPr>
          <p:spPr>
            <a:xfrm>
              <a:off x="8678642" y="3400917"/>
              <a:ext cx="131632" cy="143879"/>
            </a:xfrm>
            <a:custGeom>
              <a:avLst/>
              <a:gdLst/>
              <a:ahLst/>
              <a:cxnLst/>
              <a:rect l="0" t="0" r="0" b="0"/>
              <a:pathLst>
                <a:path w="131632" h="143879">
                  <a:moveTo>
                    <a:pt x="83592" y="120148"/>
                  </a:moveTo>
                  <a:lnTo>
                    <a:pt x="79330" y="127122"/>
                  </a:lnTo>
                  <a:lnTo>
                    <a:pt x="76639" y="128456"/>
                  </a:lnTo>
                  <a:lnTo>
                    <a:pt x="56937" y="129123"/>
                  </a:lnTo>
                  <a:lnTo>
                    <a:pt x="48114" y="138814"/>
                  </a:lnTo>
                  <a:lnTo>
                    <a:pt x="47441" y="142365"/>
                  </a:lnTo>
                  <a:lnTo>
                    <a:pt x="41983" y="139809"/>
                  </a:lnTo>
                  <a:lnTo>
                    <a:pt x="38507" y="141135"/>
                  </a:lnTo>
                  <a:lnTo>
                    <a:pt x="36711" y="143405"/>
                  </a:lnTo>
                  <a:lnTo>
                    <a:pt x="35328" y="140046"/>
                  </a:lnTo>
                  <a:lnTo>
                    <a:pt x="33085" y="139951"/>
                  </a:lnTo>
                  <a:lnTo>
                    <a:pt x="29496" y="137013"/>
                  </a:lnTo>
                  <a:lnTo>
                    <a:pt x="27964" y="137629"/>
                  </a:lnTo>
                  <a:lnTo>
                    <a:pt x="25608" y="141513"/>
                  </a:lnTo>
                  <a:lnTo>
                    <a:pt x="22842" y="143736"/>
                  </a:lnTo>
                  <a:lnTo>
                    <a:pt x="20936" y="143878"/>
                  </a:lnTo>
                  <a:lnTo>
                    <a:pt x="19963" y="140756"/>
                  </a:lnTo>
                  <a:lnTo>
                    <a:pt x="13272" y="138435"/>
                  </a:lnTo>
                  <a:lnTo>
                    <a:pt x="18618" y="135114"/>
                  </a:lnTo>
                  <a:lnTo>
                    <a:pt x="7103" y="133215"/>
                  </a:lnTo>
                  <a:lnTo>
                    <a:pt x="10916" y="130456"/>
                  </a:lnTo>
                  <a:lnTo>
                    <a:pt x="11028" y="127598"/>
                  </a:lnTo>
                  <a:lnTo>
                    <a:pt x="14917" y="121918"/>
                  </a:lnTo>
                  <a:lnTo>
                    <a:pt x="19926" y="118999"/>
                  </a:lnTo>
                  <a:lnTo>
                    <a:pt x="25010" y="118472"/>
                  </a:lnTo>
                  <a:lnTo>
                    <a:pt x="17010" y="115261"/>
                  </a:lnTo>
                  <a:lnTo>
                    <a:pt x="16785" y="113533"/>
                  </a:lnTo>
                  <a:lnTo>
                    <a:pt x="22019" y="102360"/>
                  </a:lnTo>
                  <a:lnTo>
                    <a:pt x="21010" y="95973"/>
                  </a:lnTo>
                  <a:lnTo>
                    <a:pt x="15590" y="94228"/>
                  </a:lnTo>
                  <a:lnTo>
                    <a:pt x="8860" y="89710"/>
                  </a:lnTo>
                  <a:lnTo>
                    <a:pt x="8075" y="90148"/>
                  </a:lnTo>
                  <a:lnTo>
                    <a:pt x="7963" y="92578"/>
                  </a:lnTo>
                  <a:lnTo>
                    <a:pt x="5981" y="93597"/>
                  </a:lnTo>
                  <a:lnTo>
                    <a:pt x="4337" y="88835"/>
                  </a:lnTo>
                  <a:lnTo>
                    <a:pt x="0" y="85719"/>
                  </a:lnTo>
                  <a:lnTo>
                    <a:pt x="785" y="80350"/>
                  </a:lnTo>
                  <a:lnTo>
                    <a:pt x="11215" y="70647"/>
                  </a:lnTo>
                  <a:lnTo>
                    <a:pt x="13458" y="70549"/>
                  </a:lnTo>
                  <a:lnTo>
                    <a:pt x="15029" y="68287"/>
                  </a:lnTo>
                  <a:lnTo>
                    <a:pt x="22170" y="65185"/>
                  </a:lnTo>
                  <a:lnTo>
                    <a:pt x="26917" y="61929"/>
                  </a:lnTo>
                  <a:lnTo>
                    <a:pt x="28637" y="59508"/>
                  </a:lnTo>
                  <a:lnTo>
                    <a:pt x="34057" y="58470"/>
                  </a:lnTo>
                  <a:lnTo>
                    <a:pt x="44450" y="45962"/>
                  </a:lnTo>
                  <a:lnTo>
                    <a:pt x="46768" y="38125"/>
                  </a:lnTo>
                  <a:lnTo>
                    <a:pt x="53048" y="34219"/>
                  </a:lnTo>
                  <a:lnTo>
                    <a:pt x="55180" y="35321"/>
                  </a:lnTo>
                  <a:lnTo>
                    <a:pt x="58769" y="41174"/>
                  </a:lnTo>
                  <a:lnTo>
                    <a:pt x="69349" y="43719"/>
                  </a:lnTo>
                  <a:lnTo>
                    <a:pt x="76078" y="43470"/>
                  </a:lnTo>
                  <a:lnTo>
                    <a:pt x="78920" y="45165"/>
                  </a:lnTo>
                  <a:lnTo>
                    <a:pt x="81836" y="39075"/>
                  </a:lnTo>
                  <a:lnTo>
                    <a:pt x="76489" y="30957"/>
                  </a:lnTo>
                  <a:lnTo>
                    <a:pt x="76751" y="28495"/>
                  </a:lnTo>
                  <a:lnTo>
                    <a:pt x="94995" y="27035"/>
                  </a:lnTo>
                  <a:lnTo>
                    <a:pt x="100639" y="21994"/>
                  </a:lnTo>
                  <a:lnTo>
                    <a:pt x="101126" y="19368"/>
                  </a:lnTo>
                  <a:lnTo>
                    <a:pt x="103107" y="16534"/>
                  </a:lnTo>
                  <a:lnTo>
                    <a:pt x="105388" y="15926"/>
                  </a:lnTo>
                  <a:lnTo>
                    <a:pt x="107481" y="17344"/>
                  </a:lnTo>
                  <a:lnTo>
                    <a:pt x="111070" y="15572"/>
                  </a:lnTo>
                  <a:lnTo>
                    <a:pt x="112789" y="6276"/>
                  </a:lnTo>
                  <a:lnTo>
                    <a:pt x="115257" y="0"/>
                  </a:lnTo>
                  <a:lnTo>
                    <a:pt x="119070" y="664"/>
                  </a:lnTo>
                  <a:lnTo>
                    <a:pt x="122360" y="3013"/>
                  </a:lnTo>
                  <a:lnTo>
                    <a:pt x="122472" y="7192"/>
                  </a:lnTo>
                  <a:lnTo>
                    <a:pt x="128304" y="13088"/>
                  </a:lnTo>
                  <a:lnTo>
                    <a:pt x="131631" y="19671"/>
                  </a:lnTo>
                  <a:lnTo>
                    <a:pt x="130585" y="20429"/>
                  </a:lnTo>
                  <a:lnTo>
                    <a:pt x="126846" y="19671"/>
                  </a:lnTo>
                  <a:lnTo>
                    <a:pt x="122248" y="23004"/>
                  </a:lnTo>
                  <a:lnTo>
                    <a:pt x="121089" y="25423"/>
                  </a:lnTo>
                  <a:lnTo>
                    <a:pt x="117500" y="28394"/>
                  </a:lnTo>
                  <a:lnTo>
                    <a:pt x="110845" y="39425"/>
                  </a:lnTo>
                  <a:lnTo>
                    <a:pt x="110770" y="42222"/>
                  </a:lnTo>
                  <a:lnTo>
                    <a:pt x="112341" y="45065"/>
                  </a:lnTo>
                  <a:lnTo>
                    <a:pt x="112490" y="47455"/>
                  </a:lnTo>
                  <a:lnTo>
                    <a:pt x="111369" y="52475"/>
                  </a:lnTo>
                  <a:lnTo>
                    <a:pt x="112004" y="57728"/>
                  </a:lnTo>
                  <a:lnTo>
                    <a:pt x="111294" y="59755"/>
                  </a:lnTo>
                  <a:lnTo>
                    <a:pt x="103668" y="63360"/>
                  </a:lnTo>
                  <a:lnTo>
                    <a:pt x="98883" y="69811"/>
                  </a:lnTo>
                  <a:lnTo>
                    <a:pt x="90396" y="74524"/>
                  </a:lnTo>
                  <a:lnTo>
                    <a:pt x="86434" y="79617"/>
                  </a:lnTo>
                  <a:lnTo>
                    <a:pt x="82134" y="82206"/>
                  </a:lnTo>
                  <a:lnTo>
                    <a:pt x="75143" y="83280"/>
                  </a:lnTo>
                  <a:lnTo>
                    <a:pt x="73049" y="86011"/>
                  </a:lnTo>
                  <a:lnTo>
                    <a:pt x="66844" y="89078"/>
                  </a:lnTo>
                  <a:lnTo>
                    <a:pt x="66021" y="91412"/>
                  </a:lnTo>
                  <a:lnTo>
                    <a:pt x="66470" y="97718"/>
                  </a:lnTo>
                  <a:lnTo>
                    <a:pt x="65910" y="99992"/>
                  </a:lnTo>
                  <a:lnTo>
                    <a:pt x="63816" y="100089"/>
                  </a:lnTo>
                  <a:lnTo>
                    <a:pt x="63255" y="104533"/>
                  </a:lnTo>
                  <a:lnTo>
                    <a:pt x="71367" y="107859"/>
                  </a:lnTo>
                  <a:lnTo>
                    <a:pt x="75217" y="112813"/>
                  </a:lnTo>
                  <a:lnTo>
                    <a:pt x="82657" y="11861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3" name="oPE_MapPart_PRK_2_543" descr="Nordkorea">
              <a:extLst>
                <a:ext uri="{FF2B5EF4-FFF2-40B4-BE49-F238E27FC236}">
                  <a16:creationId xmlns:a16="http://schemas.microsoft.com/office/drawing/2014/main" id="{02AF2E9B-6220-EC5C-5DD7-C834E3BB2722}"/>
                </a:ext>
              </a:extLst>
            </p:cNvPr>
            <p:cNvSpPr/>
            <p:nvPr>
              <p:custDataLst>
                <p:tags r:id="rId543"/>
              </p:custDataLst>
            </p:nvPr>
          </p:nvSpPr>
          <p:spPr>
            <a:xfrm>
              <a:off x="8688960" y="3494708"/>
              <a:ext cx="1833" cy="2668"/>
            </a:xfrm>
            <a:custGeom>
              <a:avLst/>
              <a:gdLst/>
              <a:ahLst/>
              <a:cxnLst/>
              <a:rect l="0" t="0" r="0" b="0"/>
              <a:pathLst>
                <a:path w="1833" h="2668">
                  <a:moveTo>
                    <a:pt x="1234" y="1891"/>
                  </a:moveTo>
                  <a:lnTo>
                    <a:pt x="75" y="2667"/>
                  </a:lnTo>
                  <a:lnTo>
                    <a:pt x="0" y="1310"/>
                  </a:lnTo>
                  <a:lnTo>
                    <a:pt x="183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4" name="oPE_MapPart_MKD_1_544" descr="Nordmazedonien">
              <a:extLst>
                <a:ext uri="{FF2B5EF4-FFF2-40B4-BE49-F238E27FC236}">
                  <a16:creationId xmlns:a16="http://schemas.microsoft.com/office/drawing/2014/main" id="{7D797D3A-DFA5-4A79-F251-8672F5ACF999}"/>
                </a:ext>
              </a:extLst>
            </p:cNvPr>
            <p:cNvSpPr/>
            <p:nvPr>
              <p:custDataLst>
                <p:tags r:id="rId544"/>
              </p:custDataLst>
            </p:nvPr>
          </p:nvSpPr>
          <p:spPr>
            <a:xfrm>
              <a:off x="6520690" y="3419020"/>
              <a:ext cx="53086" cy="41901"/>
            </a:xfrm>
            <a:custGeom>
              <a:avLst/>
              <a:gdLst/>
              <a:ahLst/>
              <a:cxnLst/>
              <a:rect l="0" t="0" r="0" b="0"/>
              <a:pathLst>
                <a:path w="53086" h="41901">
                  <a:moveTo>
                    <a:pt x="23140" y="3084"/>
                  </a:moveTo>
                  <a:lnTo>
                    <a:pt x="37197" y="0"/>
                  </a:lnTo>
                  <a:lnTo>
                    <a:pt x="44337" y="7069"/>
                  </a:lnTo>
                  <a:lnTo>
                    <a:pt x="48749" y="9285"/>
                  </a:lnTo>
                  <a:lnTo>
                    <a:pt x="51851" y="16317"/>
                  </a:lnTo>
                  <a:lnTo>
                    <a:pt x="53085" y="17269"/>
                  </a:lnTo>
                  <a:lnTo>
                    <a:pt x="51553" y="27908"/>
                  </a:lnTo>
                  <a:lnTo>
                    <a:pt x="47926" y="29104"/>
                  </a:lnTo>
                  <a:lnTo>
                    <a:pt x="47290" y="32833"/>
                  </a:lnTo>
                  <a:lnTo>
                    <a:pt x="44786" y="33875"/>
                  </a:lnTo>
                  <a:lnTo>
                    <a:pt x="32113" y="34124"/>
                  </a:lnTo>
                  <a:lnTo>
                    <a:pt x="27664" y="39130"/>
                  </a:lnTo>
                  <a:lnTo>
                    <a:pt x="23439" y="41356"/>
                  </a:lnTo>
                  <a:lnTo>
                    <a:pt x="19850" y="40317"/>
                  </a:lnTo>
                  <a:lnTo>
                    <a:pt x="18205" y="41405"/>
                  </a:lnTo>
                  <a:lnTo>
                    <a:pt x="10728" y="41900"/>
                  </a:lnTo>
                  <a:lnTo>
                    <a:pt x="10093" y="40416"/>
                  </a:lnTo>
                  <a:lnTo>
                    <a:pt x="5420" y="39724"/>
                  </a:lnTo>
                  <a:lnTo>
                    <a:pt x="4337" y="36058"/>
                  </a:lnTo>
                  <a:lnTo>
                    <a:pt x="2504" y="34223"/>
                  </a:lnTo>
                  <a:lnTo>
                    <a:pt x="859" y="30248"/>
                  </a:lnTo>
                  <a:lnTo>
                    <a:pt x="0" y="23371"/>
                  </a:lnTo>
                  <a:lnTo>
                    <a:pt x="1420" y="21872"/>
                  </a:lnTo>
                  <a:lnTo>
                    <a:pt x="1196" y="18221"/>
                  </a:lnTo>
                  <a:lnTo>
                    <a:pt x="2168" y="13859"/>
                  </a:lnTo>
                  <a:lnTo>
                    <a:pt x="5757" y="13557"/>
                  </a:lnTo>
                  <a:lnTo>
                    <a:pt x="6840" y="8026"/>
                  </a:lnTo>
                  <a:lnTo>
                    <a:pt x="14430" y="5103"/>
                  </a:lnTo>
                  <a:lnTo>
                    <a:pt x="17421" y="7220"/>
                  </a:lnTo>
                  <a:lnTo>
                    <a:pt x="19551" y="3891"/>
                  </a:lnTo>
                  <a:lnTo>
                    <a:pt x="23103" y="308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5" name="oPE_MapPart_MNP_1_545" descr="Nördliche Marianen">
              <a:extLst>
                <a:ext uri="{FF2B5EF4-FFF2-40B4-BE49-F238E27FC236}">
                  <a16:creationId xmlns:a16="http://schemas.microsoft.com/office/drawing/2014/main" id="{817983FD-07FE-281A-6B0B-0E0822E1DB22}"/>
                </a:ext>
              </a:extLst>
            </p:cNvPr>
            <p:cNvSpPr/>
            <p:nvPr>
              <p:custDataLst>
                <p:tags r:id="rId545"/>
              </p:custDataLst>
            </p:nvPr>
          </p:nvSpPr>
          <p:spPr>
            <a:xfrm>
              <a:off x="9120939" y="3994140"/>
              <a:ext cx="1310" cy="1778"/>
            </a:xfrm>
            <a:custGeom>
              <a:avLst/>
              <a:gdLst/>
              <a:ahLst/>
              <a:cxnLst/>
              <a:rect l="0" t="0" r="0" b="0"/>
              <a:pathLst>
                <a:path w="1310" h="1778">
                  <a:moveTo>
                    <a:pt x="1309" y="948"/>
                  </a:moveTo>
                  <a:lnTo>
                    <a:pt x="673" y="1777"/>
                  </a:lnTo>
                  <a:lnTo>
                    <a:pt x="0" y="0"/>
                  </a:lnTo>
                  <a:lnTo>
                    <a:pt x="1272" y="3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6" name="oPE_MapPart_MNP_2_546" descr="Nördliche Marianen">
              <a:extLst>
                <a:ext uri="{FF2B5EF4-FFF2-40B4-BE49-F238E27FC236}">
                  <a16:creationId xmlns:a16="http://schemas.microsoft.com/office/drawing/2014/main" id="{C6088DFC-B7B6-EAED-3856-0D73601E190D}"/>
                </a:ext>
              </a:extLst>
            </p:cNvPr>
            <p:cNvSpPr/>
            <p:nvPr>
              <p:custDataLst>
                <p:tags r:id="rId546"/>
              </p:custDataLst>
            </p:nvPr>
          </p:nvSpPr>
          <p:spPr>
            <a:xfrm>
              <a:off x="9120640" y="4047051"/>
              <a:ext cx="1834" cy="858"/>
            </a:xfrm>
            <a:custGeom>
              <a:avLst/>
              <a:gdLst/>
              <a:ahLst/>
              <a:cxnLst/>
              <a:rect l="0" t="0" r="0" b="0"/>
              <a:pathLst>
                <a:path w="1834" h="858">
                  <a:moveTo>
                    <a:pt x="1683" y="857"/>
                  </a:moveTo>
                  <a:lnTo>
                    <a:pt x="0" y="0"/>
                  </a:lnTo>
                  <a:lnTo>
                    <a:pt x="1833" y="3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7" name="oPE_MapPart_MNP_3_547" descr="Nördliche Marianen">
              <a:extLst>
                <a:ext uri="{FF2B5EF4-FFF2-40B4-BE49-F238E27FC236}">
                  <a16:creationId xmlns:a16="http://schemas.microsoft.com/office/drawing/2014/main" id="{D78C5542-4594-A327-A9C2-0EB8F42E7A79}"/>
                </a:ext>
              </a:extLst>
            </p:cNvPr>
            <p:cNvSpPr/>
            <p:nvPr>
              <p:custDataLst>
                <p:tags r:id="rId547"/>
              </p:custDataLst>
            </p:nvPr>
          </p:nvSpPr>
          <p:spPr>
            <a:xfrm>
              <a:off x="9110696" y="4094373"/>
              <a:ext cx="2357" cy="1467"/>
            </a:xfrm>
            <a:custGeom>
              <a:avLst/>
              <a:gdLst/>
              <a:ahLst/>
              <a:cxnLst/>
              <a:rect l="0" t="0" r="0" b="0"/>
              <a:pathLst>
                <a:path w="2357" h="1467">
                  <a:moveTo>
                    <a:pt x="2356" y="463"/>
                  </a:moveTo>
                  <a:lnTo>
                    <a:pt x="1309" y="1466"/>
                  </a:lnTo>
                  <a:lnTo>
                    <a:pt x="0" y="348"/>
                  </a:lnTo>
                  <a:lnTo>
                    <a:pt x="235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8" name="oPE_MapPart_MNP_4_548" descr="Nördliche Marianen">
              <a:extLst>
                <a:ext uri="{FF2B5EF4-FFF2-40B4-BE49-F238E27FC236}">
                  <a16:creationId xmlns:a16="http://schemas.microsoft.com/office/drawing/2014/main" id="{D6516A76-4F4B-9CE5-1E15-02C93FD32E0C}"/>
                </a:ext>
              </a:extLst>
            </p:cNvPr>
            <p:cNvSpPr/>
            <p:nvPr>
              <p:custDataLst>
                <p:tags r:id="rId548"/>
              </p:custDataLst>
            </p:nvPr>
          </p:nvSpPr>
          <p:spPr>
            <a:xfrm>
              <a:off x="9122697" y="4008016"/>
              <a:ext cx="2206" cy="2518"/>
            </a:xfrm>
            <a:custGeom>
              <a:avLst/>
              <a:gdLst/>
              <a:ahLst/>
              <a:cxnLst/>
              <a:rect l="0" t="0" r="0" b="0"/>
              <a:pathLst>
                <a:path w="2206" h="2518">
                  <a:moveTo>
                    <a:pt x="1009" y="2045"/>
                  </a:moveTo>
                  <a:lnTo>
                    <a:pt x="0" y="2517"/>
                  </a:lnTo>
                  <a:lnTo>
                    <a:pt x="1607" y="0"/>
                  </a:lnTo>
                  <a:lnTo>
                    <a:pt x="2205" y="7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9" name="oPE_MapPart_MNP_5_549" descr="Nördliche Marianen">
              <a:extLst>
                <a:ext uri="{FF2B5EF4-FFF2-40B4-BE49-F238E27FC236}">
                  <a16:creationId xmlns:a16="http://schemas.microsoft.com/office/drawing/2014/main" id="{2DD6EF41-5470-46EB-316A-9D271E8F0F9E}"/>
                </a:ext>
              </a:extLst>
            </p:cNvPr>
            <p:cNvSpPr/>
            <p:nvPr>
              <p:custDataLst>
                <p:tags r:id="rId549"/>
              </p:custDataLst>
            </p:nvPr>
          </p:nvSpPr>
          <p:spPr>
            <a:xfrm>
              <a:off x="9121762" y="4071065"/>
              <a:ext cx="2843" cy="3022"/>
            </a:xfrm>
            <a:custGeom>
              <a:avLst/>
              <a:gdLst/>
              <a:ahLst/>
              <a:cxnLst/>
              <a:rect l="0" t="0" r="0" b="0"/>
              <a:pathLst>
                <a:path w="2843" h="3022">
                  <a:moveTo>
                    <a:pt x="1383" y="2867"/>
                  </a:moveTo>
                  <a:lnTo>
                    <a:pt x="0" y="3021"/>
                  </a:lnTo>
                  <a:lnTo>
                    <a:pt x="598" y="1085"/>
                  </a:lnTo>
                  <a:lnTo>
                    <a:pt x="2842" y="0"/>
                  </a:lnTo>
                  <a:lnTo>
                    <a:pt x="2019" y="197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0" name="oPE_MapPart_MNP_6_550" descr="Nördliche Marianen">
              <a:extLst>
                <a:ext uri="{FF2B5EF4-FFF2-40B4-BE49-F238E27FC236}">
                  <a16:creationId xmlns:a16="http://schemas.microsoft.com/office/drawing/2014/main" id="{FA9321B1-D5ED-FE8B-D9B5-ED16774738AE}"/>
                </a:ext>
              </a:extLst>
            </p:cNvPr>
            <p:cNvSpPr/>
            <p:nvPr>
              <p:custDataLst>
                <p:tags r:id="rId550"/>
              </p:custDataLst>
            </p:nvPr>
          </p:nvSpPr>
          <p:spPr>
            <a:xfrm>
              <a:off x="9119819" y="4075519"/>
              <a:ext cx="1495" cy="2981"/>
            </a:xfrm>
            <a:custGeom>
              <a:avLst/>
              <a:gdLst/>
              <a:ahLst/>
              <a:cxnLst/>
              <a:rect l="0" t="0" r="0" b="0"/>
              <a:pathLst>
                <a:path w="1495" h="2981">
                  <a:moveTo>
                    <a:pt x="1494" y="1897"/>
                  </a:moveTo>
                  <a:lnTo>
                    <a:pt x="634" y="2980"/>
                  </a:lnTo>
                  <a:lnTo>
                    <a:pt x="0" y="127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1" name="oPE_MapPart_NOR_1_551" descr="Norwegen">
              <a:extLst>
                <a:ext uri="{FF2B5EF4-FFF2-40B4-BE49-F238E27FC236}">
                  <a16:creationId xmlns:a16="http://schemas.microsoft.com/office/drawing/2014/main" id="{288E0A1E-DB5B-475D-76B2-DC99D9CD9B3E}"/>
                </a:ext>
              </a:extLst>
            </p:cNvPr>
            <p:cNvSpPr/>
            <p:nvPr>
              <p:custDataLst>
                <p:tags r:id="rId551"/>
              </p:custDataLst>
            </p:nvPr>
          </p:nvSpPr>
          <p:spPr>
            <a:xfrm>
              <a:off x="6198359" y="2258766"/>
              <a:ext cx="540321" cy="645859"/>
            </a:xfrm>
            <a:custGeom>
              <a:avLst/>
              <a:gdLst/>
              <a:ahLst/>
              <a:cxnLst/>
              <a:rect l="0" t="0" r="0" b="0"/>
              <a:pathLst>
                <a:path w="540321" h="645859">
                  <a:moveTo>
                    <a:pt x="325957" y="125211"/>
                  </a:moveTo>
                  <a:lnTo>
                    <a:pt x="315451" y="126151"/>
                  </a:lnTo>
                  <a:lnTo>
                    <a:pt x="320012" y="133128"/>
                  </a:lnTo>
                  <a:lnTo>
                    <a:pt x="320237" y="136136"/>
                  </a:lnTo>
                  <a:lnTo>
                    <a:pt x="317994" y="146146"/>
                  </a:lnTo>
                  <a:lnTo>
                    <a:pt x="312386" y="153628"/>
                  </a:lnTo>
                  <a:lnTo>
                    <a:pt x="317994" y="157302"/>
                  </a:lnTo>
                  <a:lnTo>
                    <a:pt x="312386" y="164111"/>
                  </a:lnTo>
                  <a:lnTo>
                    <a:pt x="293357" y="156384"/>
                  </a:lnTo>
                  <a:lnTo>
                    <a:pt x="277768" y="152912"/>
                  </a:lnTo>
                  <a:lnTo>
                    <a:pt x="274852" y="154445"/>
                  </a:lnTo>
                  <a:lnTo>
                    <a:pt x="275151" y="172899"/>
                  </a:lnTo>
                  <a:lnTo>
                    <a:pt x="269768" y="186019"/>
                  </a:lnTo>
                  <a:lnTo>
                    <a:pt x="257468" y="178324"/>
                  </a:lnTo>
                  <a:lnTo>
                    <a:pt x="246215" y="189900"/>
                  </a:lnTo>
                  <a:lnTo>
                    <a:pt x="241879" y="205010"/>
                  </a:lnTo>
                  <a:lnTo>
                    <a:pt x="239448" y="208638"/>
                  </a:lnTo>
                  <a:lnTo>
                    <a:pt x="233953" y="211181"/>
                  </a:lnTo>
                  <a:lnTo>
                    <a:pt x="232607" y="215473"/>
                  </a:lnTo>
                  <a:lnTo>
                    <a:pt x="238963" y="230095"/>
                  </a:lnTo>
                  <a:lnTo>
                    <a:pt x="238327" y="235381"/>
                  </a:lnTo>
                  <a:lnTo>
                    <a:pt x="217952" y="265147"/>
                  </a:lnTo>
                  <a:lnTo>
                    <a:pt x="219224" y="274671"/>
                  </a:lnTo>
                  <a:lnTo>
                    <a:pt x="210027" y="281815"/>
                  </a:lnTo>
                  <a:lnTo>
                    <a:pt x="199709" y="283757"/>
                  </a:lnTo>
                  <a:lnTo>
                    <a:pt x="201578" y="300919"/>
                  </a:lnTo>
                  <a:lnTo>
                    <a:pt x="199821" y="308374"/>
                  </a:lnTo>
                  <a:lnTo>
                    <a:pt x="198363" y="325576"/>
                  </a:lnTo>
                  <a:lnTo>
                    <a:pt x="190811" y="343173"/>
                  </a:lnTo>
                  <a:lnTo>
                    <a:pt x="181129" y="360886"/>
                  </a:lnTo>
                  <a:lnTo>
                    <a:pt x="190026" y="366622"/>
                  </a:lnTo>
                  <a:lnTo>
                    <a:pt x="191484" y="376386"/>
                  </a:lnTo>
                  <a:lnTo>
                    <a:pt x="191335" y="380511"/>
                  </a:lnTo>
                  <a:lnTo>
                    <a:pt x="189727" y="384196"/>
                  </a:lnTo>
                  <a:lnTo>
                    <a:pt x="187596" y="388127"/>
                  </a:lnTo>
                  <a:lnTo>
                    <a:pt x="171857" y="385222"/>
                  </a:lnTo>
                  <a:lnTo>
                    <a:pt x="163333" y="388724"/>
                  </a:lnTo>
                  <a:lnTo>
                    <a:pt x="150510" y="407775"/>
                  </a:lnTo>
                  <a:lnTo>
                    <a:pt x="151296" y="412642"/>
                  </a:lnTo>
                  <a:lnTo>
                    <a:pt x="146884" y="421907"/>
                  </a:lnTo>
                  <a:lnTo>
                    <a:pt x="151408" y="435314"/>
                  </a:lnTo>
                  <a:lnTo>
                    <a:pt x="149128" y="439014"/>
                  </a:lnTo>
                  <a:lnTo>
                    <a:pt x="149763" y="448017"/>
                  </a:lnTo>
                  <a:lnTo>
                    <a:pt x="149239" y="453877"/>
                  </a:lnTo>
                  <a:lnTo>
                    <a:pt x="153165" y="467613"/>
                  </a:lnTo>
                  <a:lnTo>
                    <a:pt x="150100" y="492620"/>
                  </a:lnTo>
                  <a:lnTo>
                    <a:pt x="159259" y="500410"/>
                  </a:lnTo>
                  <a:lnTo>
                    <a:pt x="165165" y="508622"/>
                  </a:lnTo>
                  <a:lnTo>
                    <a:pt x="161539" y="521274"/>
                  </a:lnTo>
                  <a:lnTo>
                    <a:pt x="152978" y="523744"/>
                  </a:lnTo>
                  <a:lnTo>
                    <a:pt x="153389" y="528440"/>
                  </a:lnTo>
                  <a:lnTo>
                    <a:pt x="159109" y="547140"/>
                  </a:lnTo>
                  <a:lnTo>
                    <a:pt x="157576" y="553266"/>
                  </a:lnTo>
                  <a:lnTo>
                    <a:pt x="156978" y="561542"/>
                  </a:lnTo>
                  <a:lnTo>
                    <a:pt x="150398" y="569620"/>
                  </a:lnTo>
                  <a:lnTo>
                    <a:pt x="145464" y="571632"/>
                  </a:lnTo>
                  <a:lnTo>
                    <a:pt x="143445" y="578540"/>
                  </a:lnTo>
                  <a:lnTo>
                    <a:pt x="140230" y="582831"/>
                  </a:lnTo>
                  <a:lnTo>
                    <a:pt x="142697" y="595184"/>
                  </a:lnTo>
                  <a:lnTo>
                    <a:pt x="140903" y="606194"/>
                  </a:lnTo>
                  <a:lnTo>
                    <a:pt x="139445" y="609893"/>
                  </a:lnTo>
                  <a:lnTo>
                    <a:pt x="135893" y="610545"/>
                  </a:lnTo>
                  <a:lnTo>
                    <a:pt x="133688" y="602703"/>
                  </a:lnTo>
                  <a:lnTo>
                    <a:pt x="122659" y="599496"/>
                  </a:lnTo>
                  <a:lnTo>
                    <a:pt x="118734" y="591152"/>
                  </a:lnTo>
                  <a:lnTo>
                    <a:pt x="117687" y="575722"/>
                  </a:lnTo>
                  <a:lnTo>
                    <a:pt x="116416" y="578614"/>
                  </a:lnTo>
                  <a:lnTo>
                    <a:pt x="117164" y="583052"/>
                  </a:lnTo>
                  <a:lnTo>
                    <a:pt x="113612" y="585856"/>
                  </a:lnTo>
                  <a:lnTo>
                    <a:pt x="114622" y="588947"/>
                  </a:lnTo>
                  <a:lnTo>
                    <a:pt x="114285" y="595623"/>
                  </a:lnTo>
                  <a:lnTo>
                    <a:pt x="109051" y="606557"/>
                  </a:lnTo>
                  <a:lnTo>
                    <a:pt x="107070" y="605758"/>
                  </a:lnTo>
                  <a:lnTo>
                    <a:pt x="102060" y="608588"/>
                  </a:lnTo>
                  <a:lnTo>
                    <a:pt x="101200" y="605830"/>
                  </a:lnTo>
                  <a:lnTo>
                    <a:pt x="97761" y="602194"/>
                  </a:lnTo>
                  <a:lnTo>
                    <a:pt x="96153" y="602412"/>
                  </a:lnTo>
                  <a:lnTo>
                    <a:pt x="99032" y="606557"/>
                  </a:lnTo>
                  <a:lnTo>
                    <a:pt x="98210" y="608081"/>
                  </a:lnTo>
                  <a:lnTo>
                    <a:pt x="90994" y="612715"/>
                  </a:lnTo>
                  <a:lnTo>
                    <a:pt x="92789" y="614737"/>
                  </a:lnTo>
                  <a:lnTo>
                    <a:pt x="91256" y="617045"/>
                  </a:lnTo>
                  <a:lnTo>
                    <a:pt x="83069" y="624161"/>
                  </a:lnTo>
                  <a:lnTo>
                    <a:pt x="74620" y="634873"/>
                  </a:lnTo>
                  <a:lnTo>
                    <a:pt x="67255" y="640979"/>
                  </a:lnTo>
                  <a:lnTo>
                    <a:pt x="52712" y="645858"/>
                  </a:lnTo>
                  <a:lnTo>
                    <a:pt x="43142" y="645717"/>
                  </a:lnTo>
                  <a:lnTo>
                    <a:pt x="41011" y="643951"/>
                  </a:lnTo>
                  <a:lnTo>
                    <a:pt x="41198" y="641050"/>
                  </a:lnTo>
                  <a:lnTo>
                    <a:pt x="40488" y="640766"/>
                  </a:lnTo>
                  <a:lnTo>
                    <a:pt x="38917" y="640624"/>
                  </a:lnTo>
                  <a:lnTo>
                    <a:pt x="37460" y="644021"/>
                  </a:lnTo>
                  <a:lnTo>
                    <a:pt x="34506" y="642890"/>
                  </a:lnTo>
                  <a:lnTo>
                    <a:pt x="33796" y="641828"/>
                  </a:lnTo>
                  <a:lnTo>
                    <a:pt x="36637" y="637859"/>
                  </a:lnTo>
                  <a:lnTo>
                    <a:pt x="35964" y="636367"/>
                  </a:lnTo>
                  <a:lnTo>
                    <a:pt x="30319" y="636154"/>
                  </a:lnTo>
                  <a:lnTo>
                    <a:pt x="23403" y="631882"/>
                  </a:lnTo>
                  <a:lnTo>
                    <a:pt x="16150" y="626024"/>
                  </a:lnTo>
                  <a:lnTo>
                    <a:pt x="13646" y="622152"/>
                  </a:lnTo>
                  <a:lnTo>
                    <a:pt x="12225" y="617910"/>
                  </a:lnTo>
                  <a:lnTo>
                    <a:pt x="12337" y="614088"/>
                  </a:lnTo>
                  <a:lnTo>
                    <a:pt x="13010" y="607936"/>
                  </a:lnTo>
                  <a:lnTo>
                    <a:pt x="14206" y="606412"/>
                  </a:lnTo>
                  <a:lnTo>
                    <a:pt x="24300" y="612136"/>
                  </a:lnTo>
                  <a:lnTo>
                    <a:pt x="29795" y="606920"/>
                  </a:lnTo>
                  <a:lnTo>
                    <a:pt x="24338" y="608878"/>
                  </a:lnTo>
                  <a:lnTo>
                    <a:pt x="19963" y="604523"/>
                  </a:lnTo>
                  <a:lnTo>
                    <a:pt x="19963" y="602995"/>
                  </a:lnTo>
                  <a:lnTo>
                    <a:pt x="21608" y="599423"/>
                  </a:lnTo>
                  <a:lnTo>
                    <a:pt x="21272" y="594818"/>
                  </a:lnTo>
                  <a:lnTo>
                    <a:pt x="30656" y="584160"/>
                  </a:lnTo>
                  <a:lnTo>
                    <a:pt x="19029" y="592619"/>
                  </a:lnTo>
                  <a:lnTo>
                    <a:pt x="13197" y="595111"/>
                  </a:lnTo>
                  <a:lnTo>
                    <a:pt x="9010" y="600226"/>
                  </a:lnTo>
                  <a:lnTo>
                    <a:pt x="5084" y="600372"/>
                  </a:lnTo>
                  <a:lnTo>
                    <a:pt x="4224" y="597744"/>
                  </a:lnTo>
                  <a:lnTo>
                    <a:pt x="5346" y="588506"/>
                  </a:lnTo>
                  <a:lnTo>
                    <a:pt x="7813" y="580761"/>
                  </a:lnTo>
                  <a:lnTo>
                    <a:pt x="11290" y="577873"/>
                  </a:lnTo>
                  <a:lnTo>
                    <a:pt x="17534" y="580021"/>
                  </a:lnTo>
                  <a:lnTo>
                    <a:pt x="19515" y="576983"/>
                  </a:lnTo>
                  <a:lnTo>
                    <a:pt x="26768" y="573567"/>
                  </a:lnTo>
                  <a:lnTo>
                    <a:pt x="18805" y="574533"/>
                  </a:lnTo>
                  <a:lnTo>
                    <a:pt x="16674" y="571707"/>
                  </a:lnTo>
                  <a:lnTo>
                    <a:pt x="23702" y="562517"/>
                  </a:lnTo>
                  <a:lnTo>
                    <a:pt x="25160" y="556282"/>
                  </a:lnTo>
                  <a:lnTo>
                    <a:pt x="33011" y="548958"/>
                  </a:lnTo>
                  <a:lnTo>
                    <a:pt x="34169" y="550925"/>
                  </a:lnTo>
                  <a:lnTo>
                    <a:pt x="33198" y="559666"/>
                  </a:lnTo>
                  <a:lnTo>
                    <a:pt x="37198" y="548504"/>
                  </a:lnTo>
                  <a:lnTo>
                    <a:pt x="42955" y="544560"/>
                  </a:lnTo>
                  <a:lnTo>
                    <a:pt x="29459" y="548504"/>
                  </a:lnTo>
                  <a:lnTo>
                    <a:pt x="25459" y="551529"/>
                  </a:lnTo>
                  <a:lnTo>
                    <a:pt x="20263" y="559741"/>
                  </a:lnTo>
                  <a:lnTo>
                    <a:pt x="19702" y="563117"/>
                  </a:lnTo>
                  <a:lnTo>
                    <a:pt x="16000" y="565587"/>
                  </a:lnTo>
                  <a:lnTo>
                    <a:pt x="11776" y="573269"/>
                  </a:lnTo>
                  <a:lnTo>
                    <a:pt x="4524" y="580909"/>
                  </a:lnTo>
                  <a:lnTo>
                    <a:pt x="3664" y="577131"/>
                  </a:lnTo>
                  <a:lnTo>
                    <a:pt x="3963" y="572897"/>
                  </a:lnTo>
                  <a:lnTo>
                    <a:pt x="6056" y="566858"/>
                  </a:lnTo>
                  <a:lnTo>
                    <a:pt x="5122" y="564091"/>
                  </a:lnTo>
                  <a:lnTo>
                    <a:pt x="5758" y="562367"/>
                  </a:lnTo>
                  <a:lnTo>
                    <a:pt x="11776" y="563117"/>
                  </a:lnTo>
                  <a:lnTo>
                    <a:pt x="15776" y="560867"/>
                  </a:lnTo>
                  <a:lnTo>
                    <a:pt x="7439" y="557411"/>
                  </a:lnTo>
                  <a:lnTo>
                    <a:pt x="5309" y="553115"/>
                  </a:lnTo>
                  <a:lnTo>
                    <a:pt x="4337" y="547367"/>
                  </a:lnTo>
                  <a:lnTo>
                    <a:pt x="14954" y="537096"/>
                  </a:lnTo>
                  <a:lnTo>
                    <a:pt x="6542" y="542127"/>
                  </a:lnTo>
                  <a:lnTo>
                    <a:pt x="3888" y="539309"/>
                  </a:lnTo>
                  <a:lnTo>
                    <a:pt x="2505" y="536333"/>
                  </a:lnTo>
                  <a:lnTo>
                    <a:pt x="1682" y="522201"/>
                  </a:lnTo>
                  <a:lnTo>
                    <a:pt x="3477" y="520733"/>
                  </a:lnTo>
                  <a:lnTo>
                    <a:pt x="11963" y="521428"/>
                  </a:lnTo>
                  <a:lnTo>
                    <a:pt x="21907" y="518799"/>
                  </a:lnTo>
                  <a:lnTo>
                    <a:pt x="30955" y="520192"/>
                  </a:lnTo>
                  <a:lnTo>
                    <a:pt x="38394" y="517715"/>
                  </a:lnTo>
                  <a:lnTo>
                    <a:pt x="42432" y="521428"/>
                  </a:lnTo>
                  <a:lnTo>
                    <a:pt x="43815" y="525824"/>
                  </a:lnTo>
                  <a:lnTo>
                    <a:pt x="44637" y="525285"/>
                  </a:lnTo>
                  <a:lnTo>
                    <a:pt x="43852" y="519883"/>
                  </a:lnTo>
                  <a:lnTo>
                    <a:pt x="55591" y="514769"/>
                  </a:lnTo>
                  <a:lnTo>
                    <a:pt x="51404" y="514303"/>
                  </a:lnTo>
                  <a:lnTo>
                    <a:pt x="50208" y="510882"/>
                  </a:lnTo>
                  <a:lnTo>
                    <a:pt x="52227" y="505109"/>
                  </a:lnTo>
                  <a:lnTo>
                    <a:pt x="49908" y="507764"/>
                  </a:lnTo>
                  <a:lnTo>
                    <a:pt x="48750" y="511582"/>
                  </a:lnTo>
                  <a:lnTo>
                    <a:pt x="48750" y="516088"/>
                  </a:lnTo>
                  <a:lnTo>
                    <a:pt x="46619" y="516708"/>
                  </a:lnTo>
                  <a:lnTo>
                    <a:pt x="35890" y="514924"/>
                  </a:lnTo>
                  <a:lnTo>
                    <a:pt x="34730" y="511349"/>
                  </a:lnTo>
                  <a:lnTo>
                    <a:pt x="32487" y="517173"/>
                  </a:lnTo>
                  <a:lnTo>
                    <a:pt x="30207" y="518103"/>
                  </a:lnTo>
                  <a:lnTo>
                    <a:pt x="23964" y="516631"/>
                  </a:lnTo>
                  <a:lnTo>
                    <a:pt x="10841" y="519418"/>
                  </a:lnTo>
                  <a:lnTo>
                    <a:pt x="3701" y="515777"/>
                  </a:lnTo>
                  <a:lnTo>
                    <a:pt x="1944" y="513060"/>
                  </a:lnTo>
                  <a:lnTo>
                    <a:pt x="1533" y="505109"/>
                  </a:lnTo>
                  <a:lnTo>
                    <a:pt x="8524" y="502839"/>
                  </a:lnTo>
                  <a:lnTo>
                    <a:pt x="1421" y="495930"/>
                  </a:lnTo>
                  <a:lnTo>
                    <a:pt x="0" y="493015"/>
                  </a:lnTo>
                  <a:lnTo>
                    <a:pt x="37" y="485658"/>
                  </a:lnTo>
                  <a:lnTo>
                    <a:pt x="11141" y="484865"/>
                  </a:lnTo>
                  <a:lnTo>
                    <a:pt x="22580" y="489697"/>
                  </a:lnTo>
                  <a:lnTo>
                    <a:pt x="31964" y="488827"/>
                  </a:lnTo>
                  <a:lnTo>
                    <a:pt x="37422" y="486055"/>
                  </a:lnTo>
                  <a:lnTo>
                    <a:pt x="24973" y="486848"/>
                  </a:lnTo>
                  <a:lnTo>
                    <a:pt x="11328" y="482721"/>
                  </a:lnTo>
                  <a:lnTo>
                    <a:pt x="7029" y="483118"/>
                  </a:lnTo>
                  <a:lnTo>
                    <a:pt x="4786" y="482164"/>
                  </a:lnTo>
                  <a:lnTo>
                    <a:pt x="3477" y="479139"/>
                  </a:lnTo>
                  <a:lnTo>
                    <a:pt x="4449" y="473228"/>
                  </a:lnTo>
                  <a:lnTo>
                    <a:pt x="6505" y="471947"/>
                  </a:lnTo>
                  <a:lnTo>
                    <a:pt x="8935" y="473548"/>
                  </a:lnTo>
                  <a:lnTo>
                    <a:pt x="12562" y="466487"/>
                  </a:lnTo>
                  <a:lnTo>
                    <a:pt x="20337" y="461732"/>
                  </a:lnTo>
                  <a:lnTo>
                    <a:pt x="24001" y="464716"/>
                  </a:lnTo>
                  <a:lnTo>
                    <a:pt x="34319" y="462136"/>
                  </a:lnTo>
                  <a:lnTo>
                    <a:pt x="36637" y="459469"/>
                  </a:lnTo>
                  <a:lnTo>
                    <a:pt x="25085" y="462136"/>
                  </a:lnTo>
                  <a:lnTo>
                    <a:pt x="24712" y="460359"/>
                  </a:lnTo>
                  <a:lnTo>
                    <a:pt x="29571" y="452984"/>
                  </a:lnTo>
                  <a:lnTo>
                    <a:pt x="42207" y="452252"/>
                  </a:lnTo>
                  <a:lnTo>
                    <a:pt x="54881" y="455825"/>
                  </a:lnTo>
                  <a:lnTo>
                    <a:pt x="57386" y="454121"/>
                  </a:lnTo>
                  <a:lnTo>
                    <a:pt x="53984" y="452984"/>
                  </a:lnTo>
                  <a:lnTo>
                    <a:pt x="54208" y="450218"/>
                  </a:lnTo>
                  <a:lnTo>
                    <a:pt x="65797" y="447528"/>
                  </a:lnTo>
                  <a:lnTo>
                    <a:pt x="64750" y="445731"/>
                  </a:lnTo>
                  <a:lnTo>
                    <a:pt x="51516" y="448425"/>
                  </a:lnTo>
                  <a:lnTo>
                    <a:pt x="48040" y="446630"/>
                  </a:lnTo>
                  <a:lnTo>
                    <a:pt x="37534" y="448017"/>
                  </a:lnTo>
                  <a:lnTo>
                    <a:pt x="41796" y="438522"/>
                  </a:lnTo>
                  <a:lnTo>
                    <a:pt x="54918" y="430777"/>
                  </a:lnTo>
                  <a:lnTo>
                    <a:pt x="65872" y="431108"/>
                  </a:lnTo>
                  <a:lnTo>
                    <a:pt x="68190" y="435479"/>
                  </a:lnTo>
                  <a:lnTo>
                    <a:pt x="76751" y="442295"/>
                  </a:lnTo>
                  <a:lnTo>
                    <a:pt x="67068" y="427882"/>
                  </a:lnTo>
                  <a:lnTo>
                    <a:pt x="67629" y="424483"/>
                  </a:lnTo>
                  <a:lnTo>
                    <a:pt x="69424" y="422156"/>
                  </a:lnTo>
                  <a:lnTo>
                    <a:pt x="77012" y="419576"/>
                  </a:lnTo>
                  <a:lnTo>
                    <a:pt x="77125" y="417241"/>
                  </a:lnTo>
                  <a:lnTo>
                    <a:pt x="76115" y="415654"/>
                  </a:lnTo>
                  <a:lnTo>
                    <a:pt x="71816" y="414818"/>
                  </a:lnTo>
                  <a:lnTo>
                    <a:pt x="71293" y="412307"/>
                  </a:lnTo>
                  <a:lnTo>
                    <a:pt x="75779" y="407523"/>
                  </a:lnTo>
                  <a:lnTo>
                    <a:pt x="81274" y="405419"/>
                  </a:lnTo>
                  <a:lnTo>
                    <a:pt x="87368" y="407859"/>
                  </a:lnTo>
                  <a:lnTo>
                    <a:pt x="87854" y="409119"/>
                  </a:lnTo>
                  <a:lnTo>
                    <a:pt x="86135" y="412223"/>
                  </a:lnTo>
                  <a:lnTo>
                    <a:pt x="86321" y="413981"/>
                  </a:lnTo>
                  <a:lnTo>
                    <a:pt x="87816" y="414149"/>
                  </a:lnTo>
                  <a:lnTo>
                    <a:pt x="91294" y="408951"/>
                  </a:lnTo>
                  <a:lnTo>
                    <a:pt x="99032" y="406429"/>
                  </a:lnTo>
                  <a:lnTo>
                    <a:pt x="105761" y="417324"/>
                  </a:lnTo>
                  <a:lnTo>
                    <a:pt x="112378" y="413646"/>
                  </a:lnTo>
                  <a:lnTo>
                    <a:pt x="121126" y="414065"/>
                  </a:lnTo>
                  <a:lnTo>
                    <a:pt x="119332" y="409539"/>
                  </a:lnTo>
                  <a:lnTo>
                    <a:pt x="120379" y="406429"/>
                  </a:lnTo>
                  <a:lnTo>
                    <a:pt x="133799" y="397987"/>
                  </a:lnTo>
                  <a:lnTo>
                    <a:pt x="132491" y="394595"/>
                  </a:lnTo>
                  <a:lnTo>
                    <a:pt x="129762" y="393576"/>
                  </a:lnTo>
                  <a:lnTo>
                    <a:pt x="135594" y="388638"/>
                  </a:lnTo>
                  <a:lnTo>
                    <a:pt x="132454" y="386419"/>
                  </a:lnTo>
                  <a:lnTo>
                    <a:pt x="130547" y="387273"/>
                  </a:lnTo>
                  <a:lnTo>
                    <a:pt x="124304" y="392471"/>
                  </a:lnTo>
                  <a:lnTo>
                    <a:pt x="127070" y="396038"/>
                  </a:lnTo>
                  <a:lnTo>
                    <a:pt x="124753" y="399595"/>
                  </a:lnTo>
                  <a:lnTo>
                    <a:pt x="106472" y="411636"/>
                  </a:lnTo>
                  <a:lnTo>
                    <a:pt x="103742" y="411217"/>
                  </a:lnTo>
                  <a:lnTo>
                    <a:pt x="100490" y="402890"/>
                  </a:lnTo>
                  <a:lnTo>
                    <a:pt x="96901" y="403902"/>
                  </a:lnTo>
                  <a:lnTo>
                    <a:pt x="96340" y="402637"/>
                  </a:lnTo>
                  <a:lnTo>
                    <a:pt x="97349" y="398410"/>
                  </a:lnTo>
                  <a:lnTo>
                    <a:pt x="102509" y="392641"/>
                  </a:lnTo>
                  <a:lnTo>
                    <a:pt x="105537" y="384795"/>
                  </a:lnTo>
                  <a:lnTo>
                    <a:pt x="110247" y="380254"/>
                  </a:lnTo>
                  <a:lnTo>
                    <a:pt x="117088" y="368788"/>
                  </a:lnTo>
                  <a:lnTo>
                    <a:pt x="122659" y="365147"/>
                  </a:lnTo>
                  <a:lnTo>
                    <a:pt x="124715" y="361060"/>
                  </a:lnTo>
                  <a:lnTo>
                    <a:pt x="130772" y="356174"/>
                  </a:lnTo>
                  <a:lnTo>
                    <a:pt x="136978" y="353024"/>
                  </a:lnTo>
                  <a:lnTo>
                    <a:pt x="139258" y="349602"/>
                  </a:lnTo>
                  <a:lnTo>
                    <a:pt x="137762" y="349426"/>
                  </a:lnTo>
                  <a:lnTo>
                    <a:pt x="132267" y="352498"/>
                  </a:lnTo>
                  <a:lnTo>
                    <a:pt x="133389" y="345114"/>
                  </a:lnTo>
                  <a:lnTo>
                    <a:pt x="136267" y="341672"/>
                  </a:lnTo>
                  <a:lnTo>
                    <a:pt x="150174" y="331646"/>
                  </a:lnTo>
                  <a:lnTo>
                    <a:pt x="153240" y="336269"/>
                  </a:lnTo>
                  <a:lnTo>
                    <a:pt x="157427" y="335648"/>
                  </a:lnTo>
                  <a:lnTo>
                    <a:pt x="165876" y="323696"/>
                  </a:lnTo>
                  <a:lnTo>
                    <a:pt x="155557" y="331468"/>
                  </a:lnTo>
                  <a:lnTo>
                    <a:pt x="153800" y="328615"/>
                  </a:lnTo>
                  <a:lnTo>
                    <a:pt x="149651" y="326739"/>
                  </a:lnTo>
                  <a:lnTo>
                    <a:pt x="149426" y="322620"/>
                  </a:lnTo>
                  <a:lnTo>
                    <a:pt x="152529" y="312267"/>
                  </a:lnTo>
                  <a:lnTo>
                    <a:pt x="159894" y="300281"/>
                  </a:lnTo>
                  <a:lnTo>
                    <a:pt x="161165" y="295437"/>
                  </a:lnTo>
                  <a:lnTo>
                    <a:pt x="163820" y="292871"/>
                  </a:lnTo>
                  <a:lnTo>
                    <a:pt x="168343" y="292687"/>
                  </a:lnTo>
                  <a:lnTo>
                    <a:pt x="163146" y="285326"/>
                  </a:lnTo>
                  <a:lnTo>
                    <a:pt x="175671" y="281075"/>
                  </a:lnTo>
                  <a:lnTo>
                    <a:pt x="181652" y="281167"/>
                  </a:lnTo>
                  <a:lnTo>
                    <a:pt x="189129" y="275136"/>
                  </a:lnTo>
                  <a:lnTo>
                    <a:pt x="170100" y="278573"/>
                  </a:lnTo>
                  <a:lnTo>
                    <a:pt x="169054" y="268236"/>
                  </a:lnTo>
                  <a:lnTo>
                    <a:pt x="169801" y="262614"/>
                  </a:lnTo>
                  <a:lnTo>
                    <a:pt x="171633" y="262708"/>
                  </a:lnTo>
                  <a:lnTo>
                    <a:pt x="172044" y="257251"/>
                  </a:lnTo>
                  <a:lnTo>
                    <a:pt x="180530" y="249211"/>
                  </a:lnTo>
                  <a:lnTo>
                    <a:pt x="187559" y="249211"/>
                  </a:lnTo>
                  <a:lnTo>
                    <a:pt x="182250" y="246172"/>
                  </a:lnTo>
                  <a:lnTo>
                    <a:pt x="181166" y="243220"/>
                  </a:lnTo>
                  <a:lnTo>
                    <a:pt x="185914" y="240166"/>
                  </a:lnTo>
                  <a:lnTo>
                    <a:pt x="190661" y="232020"/>
                  </a:lnTo>
                  <a:lnTo>
                    <a:pt x="195484" y="229807"/>
                  </a:lnTo>
                  <a:lnTo>
                    <a:pt x="217803" y="227493"/>
                  </a:lnTo>
                  <a:lnTo>
                    <a:pt x="218214" y="225175"/>
                  </a:lnTo>
                  <a:lnTo>
                    <a:pt x="215410" y="224595"/>
                  </a:lnTo>
                  <a:lnTo>
                    <a:pt x="197578" y="223821"/>
                  </a:lnTo>
                  <a:lnTo>
                    <a:pt x="204083" y="211572"/>
                  </a:lnTo>
                  <a:lnTo>
                    <a:pt x="208382" y="207462"/>
                  </a:lnTo>
                  <a:lnTo>
                    <a:pt x="217691" y="212841"/>
                  </a:lnTo>
                  <a:lnTo>
                    <a:pt x="221541" y="219654"/>
                  </a:lnTo>
                  <a:lnTo>
                    <a:pt x="221130" y="214499"/>
                  </a:lnTo>
                  <a:lnTo>
                    <a:pt x="223560" y="210301"/>
                  </a:lnTo>
                  <a:lnTo>
                    <a:pt x="219298" y="210692"/>
                  </a:lnTo>
                  <a:lnTo>
                    <a:pt x="214364" y="205893"/>
                  </a:lnTo>
                  <a:lnTo>
                    <a:pt x="213728" y="203045"/>
                  </a:lnTo>
                  <a:lnTo>
                    <a:pt x="216345" y="198711"/>
                  </a:lnTo>
                  <a:lnTo>
                    <a:pt x="215485" y="197033"/>
                  </a:lnTo>
                  <a:lnTo>
                    <a:pt x="210027" y="201569"/>
                  </a:lnTo>
                  <a:lnTo>
                    <a:pt x="204643" y="201963"/>
                  </a:lnTo>
                  <a:lnTo>
                    <a:pt x="205466" y="197823"/>
                  </a:lnTo>
                  <a:lnTo>
                    <a:pt x="205017" y="194560"/>
                  </a:lnTo>
                  <a:lnTo>
                    <a:pt x="210177" y="186518"/>
                  </a:lnTo>
                  <a:lnTo>
                    <a:pt x="214887" y="186219"/>
                  </a:lnTo>
                  <a:lnTo>
                    <a:pt x="217504" y="188508"/>
                  </a:lnTo>
                  <a:lnTo>
                    <a:pt x="222102" y="186916"/>
                  </a:lnTo>
                  <a:lnTo>
                    <a:pt x="221765" y="184724"/>
                  </a:lnTo>
                  <a:lnTo>
                    <a:pt x="216606" y="183826"/>
                  </a:lnTo>
                  <a:lnTo>
                    <a:pt x="215261" y="182027"/>
                  </a:lnTo>
                  <a:lnTo>
                    <a:pt x="215747" y="180227"/>
                  </a:lnTo>
                  <a:lnTo>
                    <a:pt x="230102" y="171288"/>
                  </a:lnTo>
                  <a:lnTo>
                    <a:pt x="231299" y="172899"/>
                  </a:lnTo>
                  <a:lnTo>
                    <a:pt x="232458" y="182527"/>
                  </a:lnTo>
                  <a:lnTo>
                    <a:pt x="236421" y="190595"/>
                  </a:lnTo>
                  <a:lnTo>
                    <a:pt x="235336" y="184025"/>
                  </a:lnTo>
                  <a:lnTo>
                    <a:pt x="238103" y="178925"/>
                  </a:lnTo>
                  <a:lnTo>
                    <a:pt x="235336" y="176016"/>
                  </a:lnTo>
                  <a:lnTo>
                    <a:pt x="233579" y="168361"/>
                  </a:lnTo>
                  <a:lnTo>
                    <a:pt x="234177" y="166339"/>
                  </a:lnTo>
                  <a:lnTo>
                    <a:pt x="237991" y="162285"/>
                  </a:lnTo>
                  <a:lnTo>
                    <a:pt x="242813" y="161371"/>
                  </a:lnTo>
                  <a:lnTo>
                    <a:pt x="249692" y="164212"/>
                  </a:lnTo>
                  <a:lnTo>
                    <a:pt x="262590" y="159033"/>
                  </a:lnTo>
                  <a:lnTo>
                    <a:pt x="259562" y="156996"/>
                  </a:lnTo>
                  <a:lnTo>
                    <a:pt x="242103" y="157913"/>
                  </a:lnTo>
                  <a:lnTo>
                    <a:pt x="240645" y="154139"/>
                  </a:lnTo>
                  <a:lnTo>
                    <a:pt x="241991" y="150763"/>
                  </a:lnTo>
                  <a:lnTo>
                    <a:pt x="248309" y="145426"/>
                  </a:lnTo>
                  <a:lnTo>
                    <a:pt x="253431" y="145015"/>
                  </a:lnTo>
                  <a:lnTo>
                    <a:pt x="258851" y="138930"/>
                  </a:lnTo>
                  <a:lnTo>
                    <a:pt x="260907" y="134373"/>
                  </a:lnTo>
                  <a:lnTo>
                    <a:pt x="262066" y="127299"/>
                  </a:lnTo>
                  <a:lnTo>
                    <a:pt x="265356" y="121548"/>
                  </a:lnTo>
                  <a:lnTo>
                    <a:pt x="273580" y="118295"/>
                  </a:lnTo>
                  <a:lnTo>
                    <a:pt x="273132" y="108381"/>
                  </a:lnTo>
                  <a:lnTo>
                    <a:pt x="276871" y="99775"/>
                  </a:lnTo>
                  <a:lnTo>
                    <a:pt x="284908" y="108592"/>
                  </a:lnTo>
                  <a:lnTo>
                    <a:pt x="290516" y="107745"/>
                  </a:lnTo>
                  <a:lnTo>
                    <a:pt x="284460" y="101905"/>
                  </a:lnTo>
                  <a:lnTo>
                    <a:pt x="284236" y="98601"/>
                  </a:lnTo>
                  <a:lnTo>
                    <a:pt x="292086" y="94433"/>
                  </a:lnTo>
                  <a:lnTo>
                    <a:pt x="293058" y="88531"/>
                  </a:lnTo>
                  <a:lnTo>
                    <a:pt x="296348" y="83250"/>
                  </a:lnTo>
                  <a:lnTo>
                    <a:pt x="307264" y="81197"/>
                  </a:lnTo>
                  <a:lnTo>
                    <a:pt x="305582" y="102543"/>
                  </a:lnTo>
                  <a:lnTo>
                    <a:pt x="312199" y="78706"/>
                  </a:lnTo>
                  <a:lnTo>
                    <a:pt x="319751" y="71314"/>
                  </a:lnTo>
                  <a:lnTo>
                    <a:pt x="321059" y="76102"/>
                  </a:lnTo>
                  <a:lnTo>
                    <a:pt x="320050" y="91110"/>
                  </a:lnTo>
                  <a:lnTo>
                    <a:pt x="314143" y="107957"/>
                  </a:lnTo>
                  <a:lnTo>
                    <a:pt x="317134" y="105731"/>
                  </a:lnTo>
                  <a:lnTo>
                    <a:pt x="323153" y="95610"/>
                  </a:lnTo>
                  <a:lnTo>
                    <a:pt x="328387" y="96786"/>
                  </a:lnTo>
                  <a:lnTo>
                    <a:pt x="324088" y="86594"/>
                  </a:lnTo>
                  <a:lnTo>
                    <a:pt x="324349" y="77079"/>
                  </a:lnTo>
                  <a:lnTo>
                    <a:pt x="325957" y="73275"/>
                  </a:lnTo>
                  <a:lnTo>
                    <a:pt x="337172" y="74689"/>
                  </a:lnTo>
                  <a:lnTo>
                    <a:pt x="339079" y="67820"/>
                  </a:lnTo>
                  <a:lnTo>
                    <a:pt x="342780" y="67274"/>
                  </a:lnTo>
                  <a:lnTo>
                    <a:pt x="353136" y="79248"/>
                  </a:lnTo>
                  <a:lnTo>
                    <a:pt x="354033" y="78056"/>
                  </a:lnTo>
                  <a:lnTo>
                    <a:pt x="352350" y="67820"/>
                  </a:lnTo>
                  <a:lnTo>
                    <a:pt x="350481" y="63988"/>
                  </a:lnTo>
                  <a:lnTo>
                    <a:pt x="346406" y="62123"/>
                  </a:lnTo>
                  <a:lnTo>
                    <a:pt x="342107" y="57392"/>
                  </a:lnTo>
                  <a:lnTo>
                    <a:pt x="341172" y="53749"/>
                  </a:lnTo>
                  <a:lnTo>
                    <a:pt x="349995" y="53970"/>
                  </a:lnTo>
                  <a:lnTo>
                    <a:pt x="359117" y="49097"/>
                  </a:lnTo>
                  <a:lnTo>
                    <a:pt x="361248" y="51868"/>
                  </a:lnTo>
                  <a:lnTo>
                    <a:pt x="363304" y="47432"/>
                  </a:lnTo>
                  <a:lnTo>
                    <a:pt x="368800" y="45096"/>
                  </a:lnTo>
                  <a:lnTo>
                    <a:pt x="374108" y="49430"/>
                  </a:lnTo>
                  <a:lnTo>
                    <a:pt x="376314" y="61903"/>
                  </a:lnTo>
                  <a:lnTo>
                    <a:pt x="382669" y="69023"/>
                  </a:lnTo>
                  <a:lnTo>
                    <a:pt x="383641" y="66836"/>
                  </a:lnTo>
                  <a:lnTo>
                    <a:pt x="381286" y="61683"/>
                  </a:lnTo>
                  <a:lnTo>
                    <a:pt x="383230" y="52975"/>
                  </a:lnTo>
                  <a:lnTo>
                    <a:pt x="389062" y="43537"/>
                  </a:lnTo>
                  <a:lnTo>
                    <a:pt x="396913" y="38177"/>
                  </a:lnTo>
                  <a:lnTo>
                    <a:pt x="402034" y="27161"/>
                  </a:lnTo>
                  <a:lnTo>
                    <a:pt x="404838" y="24674"/>
                  </a:lnTo>
                  <a:lnTo>
                    <a:pt x="404502" y="21957"/>
                  </a:lnTo>
                  <a:lnTo>
                    <a:pt x="401661" y="20255"/>
                  </a:lnTo>
                  <a:lnTo>
                    <a:pt x="401585" y="16845"/>
                  </a:lnTo>
                  <a:lnTo>
                    <a:pt x="409773" y="5755"/>
                  </a:lnTo>
                  <a:lnTo>
                    <a:pt x="411979" y="5295"/>
                  </a:lnTo>
                  <a:lnTo>
                    <a:pt x="422372" y="15706"/>
                  </a:lnTo>
                  <a:lnTo>
                    <a:pt x="425923" y="11483"/>
                  </a:lnTo>
                  <a:lnTo>
                    <a:pt x="432839" y="15136"/>
                  </a:lnTo>
                  <a:lnTo>
                    <a:pt x="433101" y="17414"/>
                  </a:lnTo>
                  <a:lnTo>
                    <a:pt x="426596" y="26596"/>
                  </a:lnTo>
                  <a:lnTo>
                    <a:pt x="421213" y="37953"/>
                  </a:lnTo>
                  <a:lnTo>
                    <a:pt x="419904" y="48209"/>
                  </a:lnTo>
                  <a:lnTo>
                    <a:pt x="416764" y="54744"/>
                  </a:lnTo>
                  <a:lnTo>
                    <a:pt x="416502" y="59264"/>
                  </a:lnTo>
                  <a:lnTo>
                    <a:pt x="417774" y="61464"/>
                  </a:lnTo>
                  <a:lnTo>
                    <a:pt x="421287" y="59704"/>
                  </a:lnTo>
                  <a:lnTo>
                    <a:pt x="425587" y="53638"/>
                  </a:lnTo>
                  <a:lnTo>
                    <a:pt x="426634" y="47210"/>
                  </a:lnTo>
                  <a:lnTo>
                    <a:pt x="448167" y="11369"/>
                  </a:lnTo>
                  <a:lnTo>
                    <a:pt x="451382" y="9653"/>
                  </a:lnTo>
                  <a:lnTo>
                    <a:pt x="452877" y="15136"/>
                  </a:lnTo>
                  <a:lnTo>
                    <a:pt x="451682" y="22183"/>
                  </a:lnTo>
                  <a:lnTo>
                    <a:pt x="449251" y="26709"/>
                  </a:lnTo>
                  <a:lnTo>
                    <a:pt x="451046" y="28853"/>
                  </a:lnTo>
                  <a:lnTo>
                    <a:pt x="449775" y="42869"/>
                  </a:lnTo>
                  <a:lnTo>
                    <a:pt x="458187" y="36609"/>
                  </a:lnTo>
                  <a:lnTo>
                    <a:pt x="462224" y="22070"/>
                  </a:lnTo>
                  <a:lnTo>
                    <a:pt x="464840" y="18324"/>
                  </a:lnTo>
                  <a:lnTo>
                    <a:pt x="469775" y="18210"/>
                  </a:lnTo>
                  <a:lnTo>
                    <a:pt x="463307" y="9195"/>
                  </a:lnTo>
                  <a:lnTo>
                    <a:pt x="470822" y="0"/>
                  </a:lnTo>
                  <a:lnTo>
                    <a:pt x="482112" y="3111"/>
                  </a:lnTo>
                  <a:lnTo>
                    <a:pt x="487309" y="7361"/>
                  </a:lnTo>
                  <a:lnTo>
                    <a:pt x="487122" y="14110"/>
                  </a:lnTo>
                  <a:lnTo>
                    <a:pt x="485963" y="16959"/>
                  </a:lnTo>
                  <a:lnTo>
                    <a:pt x="477065" y="26144"/>
                  </a:lnTo>
                  <a:lnTo>
                    <a:pt x="483645" y="24561"/>
                  </a:lnTo>
                  <a:lnTo>
                    <a:pt x="484842" y="26822"/>
                  </a:lnTo>
                  <a:lnTo>
                    <a:pt x="483384" y="32568"/>
                  </a:lnTo>
                  <a:lnTo>
                    <a:pt x="482636" y="45987"/>
                  </a:lnTo>
                  <a:lnTo>
                    <a:pt x="483196" y="52864"/>
                  </a:lnTo>
                  <a:lnTo>
                    <a:pt x="485627" y="40860"/>
                  </a:lnTo>
                  <a:lnTo>
                    <a:pt x="488281" y="37281"/>
                  </a:lnTo>
                  <a:lnTo>
                    <a:pt x="491833" y="21049"/>
                  </a:lnTo>
                  <a:lnTo>
                    <a:pt x="496468" y="14452"/>
                  </a:lnTo>
                  <a:lnTo>
                    <a:pt x="502075" y="14680"/>
                  </a:lnTo>
                  <a:lnTo>
                    <a:pt x="515272" y="28176"/>
                  </a:lnTo>
                  <a:lnTo>
                    <a:pt x="522076" y="24674"/>
                  </a:lnTo>
                  <a:lnTo>
                    <a:pt x="525665" y="29642"/>
                  </a:lnTo>
                  <a:lnTo>
                    <a:pt x="525142" y="34590"/>
                  </a:lnTo>
                  <a:lnTo>
                    <a:pt x="533105" y="35824"/>
                  </a:lnTo>
                  <a:lnTo>
                    <a:pt x="539946" y="43426"/>
                  </a:lnTo>
                  <a:lnTo>
                    <a:pt x="540320" y="51315"/>
                  </a:lnTo>
                  <a:lnTo>
                    <a:pt x="530450" y="55958"/>
                  </a:lnTo>
                  <a:lnTo>
                    <a:pt x="526189" y="60474"/>
                  </a:lnTo>
                  <a:lnTo>
                    <a:pt x="519160" y="62233"/>
                  </a:lnTo>
                  <a:lnTo>
                    <a:pt x="495421" y="59154"/>
                  </a:lnTo>
                  <a:lnTo>
                    <a:pt x="495870" y="62452"/>
                  </a:lnTo>
                  <a:lnTo>
                    <a:pt x="512431" y="69459"/>
                  </a:lnTo>
                  <a:lnTo>
                    <a:pt x="513366" y="71423"/>
                  </a:lnTo>
                  <a:lnTo>
                    <a:pt x="513141" y="81305"/>
                  </a:lnTo>
                  <a:lnTo>
                    <a:pt x="516394" y="84438"/>
                  </a:lnTo>
                  <a:lnTo>
                    <a:pt x="522563" y="85085"/>
                  </a:lnTo>
                  <a:lnTo>
                    <a:pt x="525665" y="76428"/>
                  </a:lnTo>
                  <a:lnTo>
                    <a:pt x="527945" y="78056"/>
                  </a:lnTo>
                  <a:lnTo>
                    <a:pt x="529628" y="84761"/>
                  </a:lnTo>
                  <a:lnTo>
                    <a:pt x="530787" y="80439"/>
                  </a:lnTo>
                  <a:lnTo>
                    <a:pt x="538787" y="81088"/>
                  </a:lnTo>
                  <a:lnTo>
                    <a:pt x="539909" y="89069"/>
                  </a:lnTo>
                  <a:lnTo>
                    <a:pt x="538600" y="95824"/>
                  </a:lnTo>
                  <a:lnTo>
                    <a:pt x="533515" y="96145"/>
                  </a:lnTo>
                  <a:lnTo>
                    <a:pt x="524469" y="89929"/>
                  </a:lnTo>
                  <a:lnTo>
                    <a:pt x="524581" y="95503"/>
                  </a:lnTo>
                  <a:lnTo>
                    <a:pt x="522525" y="102011"/>
                  </a:lnTo>
                  <a:lnTo>
                    <a:pt x="508019" y="109968"/>
                  </a:lnTo>
                  <a:lnTo>
                    <a:pt x="504319" y="121757"/>
                  </a:lnTo>
                  <a:lnTo>
                    <a:pt x="499235" y="126046"/>
                  </a:lnTo>
                  <a:lnTo>
                    <a:pt x="496468" y="120500"/>
                  </a:lnTo>
                  <a:lnTo>
                    <a:pt x="496767" y="117034"/>
                  </a:lnTo>
                  <a:lnTo>
                    <a:pt x="506861" y="99668"/>
                  </a:lnTo>
                  <a:lnTo>
                    <a:pt x="502899" y="87886"/>
                  </a:lnTo>
                  <a:lnTo>
                    <a:pt x="487720" y="78814"/>
                  </a:lnTo>
                  <a:lnTo>
                    <a:pt x="476879" y="64317"/>
                  </a:lnTo>
                  <a:lnTo>
                    <a:pt x="470710" y="65522"/>
                  </a:lnTo>
                  <a:lnTo>
                    <a:pt x="461065" y="73710"/>
                  </a:lnTo>
                  <a:lnTo>
                    <a:pt x="449775" y="72513"/>
                  </a:lnTo>
                  <a:lnTo>
                    <a:pt x="437886" y="88962"/>
                  </a:lnTo>
                  <a:lnTo>
                    <a:pt x="432802" y="110919"/>
                  </a:lnTo>
                  <a:lnTo>
                    <a:pt x="432428" y="127925"/>
                  </a:lnTo>
                  <a:lnTo>
                    <a:pt x="428802" y="133854"/>
                  </a:lnTo>
                  <a:lnTo>
                    <a:pt x="422035" y="137689"/>
                  </a:lnTo>
                  <a:lnTo>
                    <a:pt x="418670" y="148098"/>
                  </a:lnTo>
                  <a:lnTo>
                    <a:pt x="415643" y="150763"/>
                  </a:lnTo>
                  <a:lnTo>
                    <a:pt x="393062" y="138516"/>
                  </a:lnTo>
                  <a:lnTo>
                    <a:pt x="390034" y="143883"/>
                  </a:lnTo>
                  <a:lnTo>
                    <a:pt x="382071" y="147584"/>
                  </a:lnTo>
                  <a:lnTo>
                    <a:pt x="363117" y="143470"/>
                  </a:lnTo>
                  <a:lnTo>
                    <a:pt x="360799" y="135721"/>
                  </a:lnTo>
                  <a:lnTo>
                    <a:pt x="346705" y="111553"/>
                  </a:lnTo>
                  <a:lnTo>
                    <a:pt x="336799" y="112925"/>
                  </a:lnTo>
                  <a:lnTo>
                    <a:pt x="334892" y="116508"/>
                  </a:lnTo>
                  <a:lnTo>
                    <a:pt x="336462" y="122700"/>
                  </a:lnTo>
                  <a:lnTo>
                    <a:pt x="335154" y="124897"/>
                  </a:lnTo>
                  <a:lnTo>
                    <a:pt x="327078" y="1233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2" name="oPE_MapPart_NOR_2_552" descr="Norwegen">
              <a:extLst>
                <a:ext uri="{FF2B5EF4-FFF2-40B4-BE49-F238E27FC236}">
                  <a16:creationId xmlns:a16="http://schemas.microsoft.com/office/drawing/2014/main" id="{65A92036-A586-C76D-C78E-BE5C6A0D8DF0}"/>
                </a:ext>
              </a:extLst>
            </p:cNvPr>
            <p:cNvSpPr/>
            <p:nvPr>
              <p:custDataLst>
                <p:tags r:id="rId552"/>
              </p:custDataLst>
            </p:nvPr>
          </p:nvSpPr>
          <p:spPr>
            <a:xfrm>
              <a:off x="6317878" y="1486889"/>
              <a:ext cx="222364" cy="358500"/>
            </a:xfrm>
            <a:custGeom>
              <a:avLst/>
              <a:gdLst/>
              <a:ahLst/>
              <a:cxnLst/>
              <a:rect l="0" t="0" r="0" b="0"/>
              <a:pathLst>
                <a:path w="222364" h="358500">
                  <a:moveTo>
                    <a:pt x="126771" y="16972"/>
                  </a:moveTo>
                  <a:lnTo>
                    <a:pt x="130509" y="10769"/>
                  </a:lnTo>
                  <a:lnTo>
                    <a:pt x="135743" y="12912"/>
                  </a:lnTo>
                  <a:lnTo>
                    <a:pt x="148529" y="29704"/>
                  </a:lnTo>
                  <a:lnTo>
                    <a:pt x="151071" y="40841"/>
                  </a:lnTo>
                  <a:lnTo>
                    <a:pt x="145464" y="60550"/>
                  </a:lnTo>
                  <a:lnTo>
                    <a:pt x="146436" y="66504"/>
                  </a:lnTo>
                  <a:lnTo>
                    <a:pt x="145090" y="77308"/>
                  </a:lnTo>
                  <a:lnTo>
                    <a:pt x="157614" y="52705"/>
                  </a:lnTo>
                  <a:lnTo>
                    <a:pt x="160230" y="52291"/>
                  </a:lnTo>
                  <a:lnTo>
                    <a:pt x="164043" y="56221"/>
                  </a:lnTo>
                  <a:lnTo>
                    <a:pt x="168904" y="72631"/>
                  </a:lnTo>
                  <a:lnTo>
                    <a:pt x="168754" y="86608"/>
                  </a:lnTo>
                  <a:lnTo>
                    <a:pt x="166062" y="91232"/>
                  </a:lnTo>
                  <a:lnTo>
                    <a:pt x="174586" y="102813"/>
                  </a:lnTo>
                  <a:lnTo>
                    <a:pt x="188343" y="104005"/>
                  </a:lnTo>
                  <a:lnTo>
                    <a:pt x="191297" y="113891"/>
                  </a:lnTo>
                  <a:lnTo>
                    <a:pt x="195858" y="111526"/>
                  </a:lnTo>
                  <a:lnTo>
                    <a:pt x="196867" y="104005"/>
                  </a:lnTo>
                  <a:lnTo>
                    <a:pt x="206214" y="108365"/>
                  </a:lnTo>
                  <a:lnTo>
                    <a:pt x="209429" y="113497"/>
                  </a:lnTo>
                  <a:lnTo>
                    <a:pt x="203896" y="121938"/>
                  </a:lnTo>
                  <a:lnTo>
                    <a:pt x="220755" y="142113"/>
                  </a:lnTo>
                  <a:lnTo>
                    <a:pt x="222363" y="147871"/>
                  </a:lnTo>
                  <a:lnTo>
                    <a:pt x="216270" y="154744"/>
                  </a:lnTo>
                  <a:lnTo>
                    <a:pt x="186811" y="161769"/>
                  </a:lnTo>
                  <a:lnTo>
                    <a:pt x="175857" y="185760"/>
                  </a:lnTo>
                  <a:lnTo>
                    <a:pt x="171857" y="205823"/>
                  </a:lnTo>
                  <a:lnTo>
                    <a:pt x="172904" y="210924"/>
                  </a:lnTo>
                  <a:lnTo>
                    <a:pt x="172642" y="216003"/>
                  </a:lnTo>
                  <a:lnTo>
                    <a:pt x="161090" y="221783"/>
                  </a:lnTo>
                  <a:lnTo>
                    <a:pt x="159482" y="255543"/>
                  </a:lnTo>
                  <a:lnTo>
                    <a:pt x="156716" y="271041"/>
                  </a:lnTo>
                  <a:lnTo>
                    <a:pt x="148790" y="273461"/>
                  </a:lnTo>
                  <a:lnTo>
                    <a:pt x="144155" y="282750"/>
                  </a:lnTo>
                  <a:lnTo>
                    <a:pt x="140379" y="299262"/>
                  </a:lnTo>
                  <a:lnTo>
                    <a:pt x="134360" y="315719"/>
                  </a:lnTo>
                  <a:lnTo>
                    <a:pt x="136379" y="323037"/>
                  </a:lnTo>
                  <a:lnTo>
                    <a:pt x="130697" y="337542"/>
                  </a:lnTo>
                  <a:lnTo>
                    <a:pt x="132491" y="351391"/>
                  </a:lnTo>
                  <a:lnTo>
                    <a:pt x="129837" y="356080"/>
                  </a:lnTo>
                  <a:lnTo>
                    <a:pt x="124976" y="358499"/>
                  </a:lnTo>
                  <a:lnTo>
                    <a:pt x="120042" y="355757"/>
                  </a:lnTo>
                  <a:lnTo>
                    <a:pt x="101013" y="330641"/>
                  </a:lnTo>
                  <a:lnTo>
                    <a:pt x="92228" y="312379"/>
                  </a:lnTo>
                  <a:lnTo>
                    <a:pt x="78994" y="301795"/>
                  </a:lnTo>
                  <a:lnTo>
                    <a:pt x="74021" y="293840"/>
                  </a:lnTo>
                  <a:lnTo>
                    <a:pt x="68974" y="278458"/>
                  </a:lnTo>
                  <a:lnTo>
                    <a:pt x="68787" y="272424"/>
                  </a:lnTo>
                  <a:lnTo>
                    <a:pt x="70357" y="267055"/>
                  </a:lnTo>
                  <a:lnTo>
                    <a:pt x="76750" y="265491"/>
                  </a:lnTo>
                  <a:lnTo>
                    <a:pt x="83330" y="270868"/>
                  </a:lnTo>
                  <a:lnTo>
                    <a:pt x="88003" y="255017"/>
                  </a:lnTo>
                  <a:lnTo>
                    <a:pt x="131893" y="244275"/>
                  </a:lnTo>
                  <a:lnTo>
                    <a:pt x="128154" y="233081"/>
                  </a:lnTo>
                  <a:lnTo>
                    <a:pt x="111668" y="239490"/>
                  </a:lnTo>
                  <a:lnTo>
                    <a:pt x="96826" y="238424"/>
                  </a:lnTo>
                  <a:lnTo>
                    <a:pt x="86470" y="246219"/>
                  </a:lnTo>
                  <a:lnTo>
                    <a:pt x="70769" y="246926"/>
                  </a:lnTo>
                  <a:lnTo>
                    <a:pt x="63703" y="235756"/>
                  </a:lnTo>
                  <a:lnTo>
                    <a:pt x="62245" y="221422"/>
                  </a:lnTo>
                  <a:lnTo>
                    <a:pt x="63030" y="218535"/>
                  </a:lnTo>
                  <a:lnTo>
                    <a:pt x="67591" y="215641"/>
                  </a:lnTo>
                  <a:lnTo>
                    <a:pt x="75255" y="223763"/>
                  </a:lnTo>
                  <a:lnTo>
                    <a:pt x="74059" y="217089"/>
                  </a:lnTo>
                  <a:lnTo>
                    <a:pt x="96751" y="201983"/>
                  </a:lnTo>
                  <a:lnTo>
                    <a:pt x="104154" y="201251"/>
                  </a:lnTo>
                  <a:lnTo>
                    <a:pt x="103293" y="194083"/>
                  </a:lnTo>
                  <a:lnTo>
                    <a:pt x="105948" y="191130"/>
                  </a:lnTo>
                  <a:lnTo>
                    <a:pt x="126584" y="188726"/>
                  </a:lnTo>
                  <a:lnTo>
                    <a:pt x="134771" y="181856"/>
                  </a:lnTo>
                  <a:lnTo>
                    <a:pt x="127294" y="183903"/>
                  </a:lnTo>
                  <a:lnTo>
                    <a:pt x="121537" y="178500"/>
                  </a:lnTo>
                  <a:lnTo>
                    <a:pt x="119743" y="172886"/>
                  </a:lnTo>
                  <a:lnTo>
                    <a:pt x="126696" y="156076"/>
                  </a:lnTo>
                  <a:lnTo>
                    <a:pt x="121463" y="156837"/>
                  </a:lnTo>
                  <a:lnTo>
                    <a:pt x="109275" y="174011"/>
                  </a:lnTo>
                  <a:lnTo>
                    <a:pt x="98321" y="176071"/>
                  </a:lnTo>
                  <a:lnTo>
                    <a:pt x="94957" y="163849"/>
                  </a:lnTo>
                  <a:lnTo>
                    <a:pt x="97798" y="149975"/>
                  </a:lnTo>
                  <a:lnTo>
                    <a:pt x="97648" y="144611"/>
                  </a:lnTo>
                  <a:lnTo>
                    <a:pt x="96377" y="143651"/>
                  </a:lnTo>
                  <a:lnTo>
                    <a:pt x="89985" y="159685"/>
                  </a:lnTo>
                  <a:lnTo>
                    <a:pt x="87405" y="158546"/>
                  </a:lnTo>
                  <a:lnTo>
                    <a:pt x="84339" y="149975"/>
                  </a:lnTo>
                  <a:lnTo>
                    <a:pt x="78582" y="154744"/>
                  </a:lnTo>
                  <a:lnTo>
                    <a:pt x="79592" y="164794"/>
                  </a:lnTo>
                  <a:lnTo>
                    <a:pt x="77872" y="174011"/>
                  </a:lnTo>
                  <a:lnTo>
                    <a:pt x="82134" y="182042"/>
                  </a:lnTo>
                  <a:lnTo>
                    <a:pt x="71180" y="196845"/>
                  </a:lnTo>
                  <a:lnTo>
                    <a:pt x="51254" y="200334"/>
                  </a:lnTo>
                  <a:lnTo>
                    <a:pt x="41160" y="185203"/>
                  </a:lnTo>
                  <a:lnTo>
                    <a:pt x="32711" y="163282"/>
                  </a:lnTo>
                  <a:lnTo>
                    <a:pt x="22655" y="150548"/>
                  </a:lnTo>
                  <a:lnTo>
                    <a:pt x="22281" y="140380"/>
                  </a:lnTo>
                  <a:lnTo>
                    <a:pt x="24449" y="138259"/>
                  </a:lnTo>
                  <a:lnTo>
                    <a:pt x="14169" y="125454"/>
                  </a:lnTo>
                  <a:lnTo>
                    <a:pt x="17944" y="121938"/>
                  </a:lnTo>
                  <a:lnTo>
                    <a:pt x="33048" y="130320"/>
                  </a:lnTo>
                  <a:lnTo>
                    <a:pt x="35740" y="125063"/>
                  </a:lnTo>
                  <a:lnTo>
                    <a:pt x="29160" y="122720"/>
                  </a:lnTo>
                  <a:lnTo>
                    <a:pt x="26992" y="117234"/>
                  </a:lnTo>
                  <a:lnTo>
                    <a:pt x="25122" y="103210"/>
                  </a:lnTo>
                  <a:lnTo>
                    <a:pt x="29085" y="90429"/>
                  </a:lnTo>
                  <a:lnTo>
                    <a:pt x="26917" y="87816"/>
                  </a:lnTo>
                  <a:lnTo>
                    <a:pt x="18617" y="88822"/>
                  </a:lnTo>
                  <a:lnTo>
                    <a:pt x="19403" y="97436"/>
                  </a:lnTo>
                  <a:lnTo>
                    <a:pt x="17421" y="103409"/>
                  </a:lnTo>
                  <a:lnTo>
                    <a:pt x="13608" y="107969"/>
                  </a:lnTo>
                  <a:lnTo>
                    <a:pt x="10916" y="105790"/>
                  </a:lnTo>
                  <a:lnTo>
                    <a:pt x="1121" y="61990"/>
                  </a:lnTo>
                  <a:lnTo>
                    <a:pt x="1121" y="54982"/>
                  </a:lnTo>
                  <a:lnTo>
                    <a:pt x="2654" y="48140"/>
                  </a:lnTo>
                  <a:lnTo>
                    <a:pt x="0" y="34550"/>
                  </a:lnTo>
                  <a:lnTo>
                    <a:pt x="3813" y="30127"/>
                  </a:lnTo>
                  <a:lnTo>
                    <a:pt x="9719" y="39376"/>
                  </a:lnTo>
                  <a:lnTo>
                    <a:pt x="11776" y="31392"/>
                  </a:lnTo>
                  <a:lnTo>
                    <a:pt x="21159" y="27169"/>
                  </a:lnTo>
                  <a:lnTo>
                    <a:pt x="33347" y="39795"/>
                  </a:lnTo>
                  <a:lnTo>
                    <a:pt x="31889" y="29916"/>
                  </a:lnTo>
                  <a:lnTo>
                    <a:pt x="33160" y="27803"/>
                  </a:lnTo>
                  <a:lnTo>
                    <a:pt x="42992" y="32446"/>
                  </a:lnTo>
                  <a:lnTo>
                    <a:pt x="62507" y="22506"/>
                  </a:lnTo>
                  <a:lnTo>
                    <a:pt x="67105" y="27592"/>
                  </a:lnTo>
                  <a:lnTo>
                    <a:pt x="67255" y="34130"/>
                  </a:lnTo>
                  <a:lnTo>
                    <a:pt x="64264" y="39586"/>
                  </a:lnTo>
                  <a:lnTo>
                    <a:pt x="48936" y="42931"/>
                  </a:lnTo>
                  <a:lnTo>
                    <a:pt x="38880" y="56428"/>
                  </a:lnTo>
                  <a:lnTo>
                    <a:pt x="55067" y="55808"/>
                  </a:lnTo>
                  <a:lnTo>
                    <a:pt x="56077" y="66504"/>
                  </a:lnTo>
                  <a:lnTo>
                    <a:pt x="60600" y="69163"/>
                  </a:lnTo>
                  <a:lnTo>
                    <a:pt x="68002" y="82372"/>
                  </a:lnTo>
                  <a:lnTo>
                    <a:pt x="70058" y="77511"/>
                  </a:lnTo>
                  <a:lnTo>
                    <a:pt x="69124" y="66299"/>
                  </a:lnTo>
                  <a:lnTo>
                    <a:pt x="69722" y="54568"/>
                  </a:lnTo>
                  <a:lnTo>
                    <a:pt x="81236" y="29704"/>
                  </a:lnTo>
                  <a:lnTo>
                    <a:pt x="86171" y="33498"/>
                  </a:lnTo>
                  <a:lnTo>
                    <a:pt x="90732" y="44183"/>
                  </a:lnTo>
                  <a:lnTo>
                    <a:pt x="105537" y="100824"/>
                  </a:lnTo>
                  <a:lnTo>
                    <a:pt x="117575" y="122524"/>
                  </a:lnTo>
                  <a:lnTo>
                    <a:pt x="107817" y="62196"/>
                  </a:lnTo>
                  <a:lnTo>
                    <a:pt x="106621" y="43349"/>
                  </a:lnTo>
                  <a:lnTo>
                    <a:pt x="109499" y="25475"/>
                  </a:lnTo>
                  <a:lnTo>
                    <a:pt x="112528" y="19742"/>
                  </a:lnTo>
                  <a:lnTo>
                    <a:pt x="111593" y="11412"/>
                  </a:lnTo>
                  <a:lnTo>
                    <a:pt x="112378" y="4966"/>
                  </a:lnTo>
                  <a:lnTo>
                    <a:pt x="115518" y="0"/>
                  </a:lnTo>
                  <a:lnTo>
                    <a:pt x="121313" y="34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3" name="oPE_MapPart_NOR_3_553" descr="Norwegen">
              <a:extLst>
                <a:ext uri="{FF2B5EF4-FFF2-40B4-BE49-F238E27FC236}">
                  <a16:creationId xmlns:a16="http://schemas.microsoft.com/office/drawing/2014/main" id="{FE2C6229-2135-1FE1-DB4A-8D871E7535CA}"/>
                </a:ext>
              </a:extLst>
            </p:cNvPr>
            <p:cNvSpPr/>
            <p:nvPr>
              <p:custDataLst>
                <p:tags r:id="rId553"/>
              </p:custDataLst>
            </p:nvPr>
          </p:nvSpPr>
          <p:spPr>
            <a:xfrm>
              <a:off x="6468127" y="1434267"/>
              <a:ext cx="192756" cy="151256"/>
            </a:xfrm>
            <a:custGeom>
              <a:avLst/>
              <a:gdLst/>
              <a:ahLst/>
              <a:cxnLst/>
              <a:rect l="0" t="0" r="0" b="0"/>
              <a:pathLst>
                <a:path w="192756" h="151256">
                  <a:moveTo>
                    <a:pt x="61909" y="28365"/>
                  </a:moveTo>
                  <a:lnTo>
                    <a:pt x="75442" y="29247"/>
                  </a:lnTo>
                  <a:lnTo>
                    <a:pt x="77610" y="32112"/>
                  </a:lnTo>
                  <a:lnTo>
                    <a:pt x="78508" y="39352"/>
                  </a:lnTo>
                  <a:lnTo>
                    <a:pt x="90807" y="52622"/>
                  </a:lnTo>
                  <a:lnTo>
                    <a:pt x="92601" y="47853"/>
                  </a:lnTo>
                  <a:lnTo>
                    <a:pt x="93984" y="35627"/>
                  </a:lnTo>
                  <a:lnTo>
                    <a:pt x="93461" y="13931"/>
                  </a:lnTo>
                  <a:lnTo>
                    <a:pt x="94172" y="9454"/>
                  </a:lnTo>
                  <a:lnTo>
                    <a:pt x="105723" y="452"/>
                  </a:lnTo>
                  <a:lnTo>
                    <a:pt x="112116" y="6536"/>
                  </a:lnTo>
                  <a:lnTo>
                    <a:pt x="107929" y="36066"/>
                  </a:lnTo>
                  <a:lnTo>
                    <a:pt x="119855" y="33651"/>
                  </a:lnTo>
                  <a:lnTo>
                    <a:pt x="125350" y="21502"/>
                  </a:lnTo>
                  <a:lnTo>
                    <a:pt x="131182" y="21724"/>
                  </a:lnTo>
                  <a:lnTo>
                    <a:pt x="132527" y="14601"/>
                  </a:lnTo>
                  <a:lnTo>
                    <a:pt x="139070" y="23942"/>
                  </a:lnTo>
                  <a:lnTo>
                    <a:pt x="142659" y="22168"/>
                  </a:lnTo>
                  <a:lnTo>
                    <a:pt x="164492" y="37381"/>
                  </a:lnTo>
                  <a:lnTo>
                    <a:pt x="185764" y="39352"/>
                  </a:lnTo>
                  <a:lnTo>
                    <a:pt x="189016" y="43501"/>
                  </a:lnTo>
                  <a:lnTo>
                    <a:pt x="191708" y="51539"/>
                  </a:lnTo>
                  <a:lnTo>
                    <a:pt x="192755" y="69594"/>
                  </a:lnTo>
                  <a:lnTo>
                    <a:pt x="168006" y="103462"/>
                  </a:lnTo>
                  <a:lnTo>
                    <a:pt x="160417" y="127899"/>
                  </a:lnTo>
                  <a:lnTo>
                    <a:pt x="150136" y="135196"/>
                  </a:lnTo>
                  <a:lnTo>
                    <a:pt x="141911" y="132363"/>
                  </a:lnTo>
                  <a:lnTo>
                    <a:pt x="125238" y="151255"/>
                  </a:lnTo>
                  <a:lnTo>
                    <a:pt x="103555" y="147260"/>
                  </a:lnTo>
                  <a:lnTo>
                    <a:pt x="99256" y="136206"/>
                  </a:lnTo>
                  <a:lnTo>
                    <a:pt x="102770" y="126882"/>
                  </a:lnTo>
                  <a:lnTo>
                    <a:pt x="61161" y="128509"/>
                  </a:lnTo>
                  <a:lnTo>
                    <a:pt x="59067" y="123622"/>
                  </a:lnTo>
                  <a:lnTo>
                    <a:pt x="45908" y="118101"/>
                  </a:lnTo>
                  <a:lnTo>
                    <a:pt x="36487" y="106569"/>
                  </a:lnTo>
                  <a:lnTo>
                    <a:pt x="39553" y="101593"/>
                  </a:lnTo>
                  <a:lnTo>
                    <a:pt x="53497" y="101801"/>
                  </a:lnTo>
                  <a:lnTo>
                    <a:pt x="54993" y="94927"/>
                  </a:lnTo>
                  <a:lnTo>
                    <a:pt x="59554" y="88223"/>
                  </a:lnTo>
                  <a:lnTo>
                    <a:pt x="45833" y="84857"/>
                  </a:lnTo>
                  <a:lnTo>
                    <a:pt x="35740" y="90531"/>
                  </a:lnTo>
                  <a:lnTo>
                    <a:pt x="21271" y="89692"/>
                  </a:lnTo>
                  <a:lnTo>
                    <a:pt x="10617" y="79368"/>
                  </a:lnTo>
                  <a:lnTo>
                    <a:pt x="7028" y="67031"/>
                  </a:lnTo>
                  <a:lnTo>
                    <a:pt x="19515" y="54135"/>
                  </a:lnTo>
                  <a:lnTo>
                    <a:pt x="8860" y="51323"/>
                  </a:lnTo>
                  <a:lnTo>
                    <a:pt x="0" y="41319"/>
                  </a:lnTo>
                  <a:lnTo>
                    <a:pt x="17907" y="35188"/>
                  </a:lnTo>
                  <a:lnTo>
                    <a:pt x="29608" y="44590"/>
                  </a:lnTo>
                  <a:lnTo>
                    <a:pt x="33646" y="38914"/>
                  </a:lnTo>
                  <a:lnTo>
                    <a:pt x="29870" y="36285"/>
                  </a:lnTo>
                  <a:lnTo>
                    <a:pt x="26468" y="26598"/>
                  </a:lnTo>
                  <a:lnTo>
                    <a:pt x="26206" y="18168"/>
                  </a:lnTo>
                  <a:lnTo>
                    <a:pt x="38094" y="31011"/>
                  </a:lnTo>
                  <a:lnTo>
                    <a:pt x="39329" y="18835"/>
                  </a:lnTo>
                  <a:lnTo>
                    <a:pt x="35254" y="2032"/>
                  </a:lnTo>
                  <a:lnTo>
                    <a:pt x="37721" y="0"/>
                  </a:lnTo>
                  <a:lnTo>
                    <a:pt x="50730" y="9679"/>
                  </a:lnTo>
                  <a:lnTo>
                    <a:pt x="57647" y="223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4" name="oPE_MapPart_NOR_4_554" descr="Norwegen">
              <a:extLst>
                <a:ext uri="{FF2B5EF4-FFF2-40B4-BE49-F238E27FC236}">
                  <a16:creationId xmlns:a16="http://schemas.microsoft.com/office/drawing/2014/main" id="{A679E556-26D0-E2ED-E24B-C3D71DAE849C}"/>
                </a:ext>
              </a:extLst>
            </p:cNvPr>
            <p:cNvSpPr/>
            <p:nvPr>
              <p:custDataLst>
                <p:tags r:id="rId554"/>
              </p:custDataLst>
            </p:nvPr>
          </p:nvSpPr>
          <p:spPr>
            <a:xfrm>
              <a:off x="6516129" y="1649982"/>
              <a:ext cx="97051" cy="132275"/>
            </a:xfrm>
            <a:custGeom>
              <a:avLst/>
              <a:gdLst/>
              <a:ahLst/>
              <a:cxnLst/>
              <a:rect l="0" t="0" r="0" b="0"/>
              <a:pathLst>
                <a:path w="97051" h="132275">
                  <a:moveTo>
                    <a:pt x="28673" y="189"/>
                  </a:moveTo>
                  <a:lnTo>
                    <a:pt x="37683" y="2078"/>
                  </a:lnTo>
                  <a:lnTo>
                    <a:pt x="41085" y="19694"/>
                  </a:lnTo>
                  <a:lnTo>
                    <a:pt x="43029" y="38158"/>
                  </a:lnTo>
                  <a:lnTo>
                    <a:pt x="57347" y="35773"/>
                  </a:lnTo>
                  <a:lnTo>
                    <a:pt x="66955" y="46194"/>
                  </a:lnTo>
                  <a:lnTo>
                    <a:pt x="60712" y="52367"/>
                  </a:lnTo>
                  <a:lnTo>
                    <a:pt x="60001" y="61928"/>
                  </a:lnTo>
                  <a:lnTo>
                    <a:pt x="71777" y="73553"/>
                  </a:lnTo>
                  <a:lnTo>
                    <a:pt x="83292" y="71237"/>
                  </a:lnTo>
                  <a:lnTo>
                    <a:pt x="97050" y="85244"/>
                  </a:lnTo>
                  <a:lnTo>
                    <a:pt x="81013" y="94901"/>
                  </a:lnTo>
                  <a:lnTo>
                    <a:pt x="75030" y="110368"/>
                  </a:lnTo>
                  <a:lnTo>
                    <a:pt x="68040" y="119486"/>
                  </a:lnTo>
                  <a:lnTo>
                    <a:pt x="59665" y="121028"/>
                  </a:lnTo>
                  <a:lnTo>
                    <a:pt x="53459" y="131426"/>
                  </a:lnTo>
                  <a:lnTo>
                    <a:pt x="48301" y="132274"/>
                  </a:lnTo>
                  <a:lnTo>
                    <a:pt x="45646" y="127686"/>
                  </a:lnTo>
                  <a:lnTo>
                    <a:pt x="46917" y="123422"/>
                  </a:lnTo>
                  <a:lnTo>
                    <a:pt x="45982" y="116912"/>
                  </a:lnTo>
                  <a:lnTo>
                    <a:pt x="50879" y="110023"/>
                  </a:lnTo>
                  <a:lnTo>
                    <a:pt x="52002" y="106389"/>
                  </a:lnTo>
                  <a:lnTo>
                    <a:pt x="51030" y="105003"/>
                  </a:lnTo>
                  <a:lnTo>
                    <a:pt x="45047" y="103267"/>
                  </a:lnTo>
                  <a:lnTo>
                    <a:pt x="37983" y="110023"/>
                  </a:lnTo>
                  <a:lnTo>
                    <a:pt x="14542" y="113989"/>
                  </a:lnTo>
                  <a:lnTo>
                    <a:pt x="13383" y="103788"/>
                  </a:lnTo>
                  <a:lnTo>
                    <a:pt x="20187" y="98568"/>
                  </a:lnTo>
                  <a:lnTo>
                    <a:pt x="22954" y="83656"/>
                  </a:lnTo>
                  <a:lnTo>
                    <a:pt x="29608" y="68738"/>
                  </a:lnTo>
                  <a:lnTo>
                    <a:pt x="16748" y="55261"/>
                  </a:lnTo>
                  <a:lnTo>
                    <a:pt x="12823" y="44554"/>
                  </a:lnTo>
                  <a:lnTo>
                    <a:pt x="11589" y="35773"/>
                  </a:lnTo>
                  <a:lnTo>
                    <a:pt x="6243" y="28222"/>
                  </a:lnTo>
                  <a:lnTo>
                    <a:pt x="6878" y="18577"/>
                  </a:lnTo>
                  <a:lnTo>
                    <a:pt x="2991" y="19322"/>
                  </a:lnTo>
                  <a:lnTo>
                    <a:pt x="0" y="12416"/>
                  </a:lnTo>
                  <a:lnTo>
                    <a:pt x="2545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5" name="oPE_MapPart_NOR_5_555" descr="Norwegen">
              <a:extLst>
                <a:ext uri="{FF2B5EF4-FFF2-40B4-BE49-F238E27FC236}">
                  <a16:creationId xmlns:a16="http://schemas.microsoft.com/office/drawing/2014/main" id="{09100262-07CE-25EB-03D7-E28FDD24EC5C}"/>
                </a:ext>
              </a:extLst>
            </p:cNvPr>
            <p:cNvSpPr/>
            <p:nvPr>
              <p:custDataLst>
                <p:tags r:id="rId555"/>
              </p:custDataLst>
            </p:nvPr>
          </p:nvSpPr>
          <p:spPr>
            <a:xfrm>
              <a:off x="6392124" y="2368522"/>
              <a:ext cx="47554" cy="63648"/>
            </a:xfrm>
            <a:custGeom>
              <a:avLst/>
              <a:gdLst/>
              <a:ahLst/>
              <a:cxnLst/>
              <a:rect l="0" t="0" r="0" b="0"/>
              <a:pathLst>
                <a:path w="47554" h="63648">
                  <a:moveTo>
                    <a:pt x="31216" y="42747"/>
                  </a:moveTo>
                  <a:lnTo>
                    <a:pt x="34281" y="37726"/>
                  </a:lnTo>
                  <a:lnTo>
                    <a:pt x="37422" y="35979"/>
                  </a:lnTo>
                  <a:lnTo>
                    <a:pt x="38842" y="32271"/>
                  </a:lnTo>
                  <a:lnTo>
                    <a:pt x="39328" y="26690"/>
                  </a:lnTo>
                  <a:lnTo>
                    <a:pt x="43030" y="24721"/>
                  </a:lnTo>
                  <a:lnTo>
                    <a:pt x="46132" y="28967"/>
                  </a:lnTo>
                  <a:lnTo>
                    <a:pt x="47553" y="33921"/>
                  </a:lnTo>
                  <a:lnTo>
                    <a:pt x="46955" y="38752"/>
                  </a:lnTo>
                  <a:lnTo>
                    <a:pt x="40226" y="44076"/>
                  </a:lnTo>
                  <a:lnTo>
                    <a:pt x="35665" y="51818"/>
                  </a:lnTo>
                  <a:lnTo>
                    <a:pt x="31291" y="51412"/>
                  </a:lnTo>
                  <a:lnTo>
                    <a:pt x="29608" y="54355"/>
                  </a:lnTo>
                  <a:lnTo>
                    <a:pt x="24487" y="56785"/>
                  </a:lnTo>
                  <a:lnTo>
                    <a:pt x="21234" y="53443"/>
                  </a:lnTo>
                  <a:lnTo>
                    <a:pt x="19328" y="56988"/>
                  </a:lnTo>
                  <a:lnTo>
                    <a:pt x="13907" y="57190"/>
                  </a:lnTo>
                  <a:lnTo>
                    <a:pt x="7701" y="63244"/>
                  </a:lnTo>
                  <a:lnTo>
                    <a:pt x="0" y="63647"/>
                  </a:lnTo>
                  <a:lnTo>
                    <a:pt x="0" y="59918"/>
                  </a:lnTo>
                  <a:lnTo>
                    <a:pt x="6804" y="51920"/>
                  </a:lnTo>
                  <a:lnTo>
                    <a:pt x="17384" y="49582"/>
                  </a:lnTo>
                  <a:lnTo>
                    <a:pt x="24001" y="39675"/>
                  </a:lnTo>
                  <a:lnTo>
                    <a:pt x="25571" y="28864"/>
                  </a:lnTo>
                  <a:lnTo>
                    <a:pt x="27141" y="24928"/>
                  </a:lnTo>
                  <a:lnTo>
                    <a:pt x="24636" y="22333"/>
                  </a:lnTo>
                  <a:lnTo>
                    <a:pt x="25459" y="15141"/>
                  </a:lnTo>
                  <a:lnTo>
                    <a:pt x="35478" y="0"/>
                  </a:lnTo>
                  <a:lnTo>
                    <a:pt x="38880" y="1586"/>
                  </a:lnTo>
                  <a:lnTo>
                    <a:pt x="38580" y="4962"/>
                  </a:lnTo>
                  <a:lnTo>
                    <a:pt x="32263" y="16186"/>
                  </a:lnTo>
                  <a:lnTo>
                    <a:pt x="34244" y="22956"/>
                  </a:lnTo>
                  <a:lnTo>
                    <a:pt x="34693" y="32993"/>
                  </a:lnTo>
                  <a:lnTo>
                    <a:pt x="31851" y="3957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6" name="oPE_MapPart_NOR_6_556" descr="Norwegen">
              <a:extLst>
                <a:ext uri="{FF2B5EF4-FFF2-40B4-BE49-F238E27FC236}">
                  <a16:creationId xmlns:a16="http://schemas.microsoft.com/office/drawing/2014/main" id="{77D68C75-5C75-4876-5DD9-06834F5AA1FF}"/>
                </a:ext>
              </a:extLst>
            </p:cNvPr>
            <p:cNvSpPr/>
            <p:nvPr>
              <p:custDataLst>
                <p:tags r:id="rId556"/>
              </p:custDataLst>
            </p:nvPr>
          </p:nvSpPr>
          <p:spPr>
            <a:xfrm>
              <a:off x="6445135" y="2351056"/>
              <a:ext cx="26320" cy="34279"/>
            </a:xfrm>
            <a:custGeom>
              <a:avLst/>
              <a:gdLst/>
              <a:ahLst/>
              <a:cxnLst/>
              <a:rect l="0" t="0" r="0" b="0"/>
              <a:pathLst>
                <a:path w="26320" h="34279">
                  <a:moveTo>
                    <a:pt x="14393" y="0"/>
                  </a:moveTo>
                  <a:lnTo>
                    <a:pt x="16898" y="3427"/>
                  </a:lnTo>
                  <a:lnTo>
                    <a:pt x="20225" y="2036"/>
                  </a:lnTo>
                  <a:lnTo>
                    <a:pt x="24786" y="5458"/>
                  </a:lnTo>
                  <a:lnTo>
                    <a:pt x="26319" y="11954"/>
                  </a:lnTo>
                  <a:lnTo>
                    <a:pt x="23515" y="15879"/>
                  </a:lnTo>
                  <a:lnTo>
                    <a:pt x="23702" y="23586"/>
                  </a:lnTo>
                  <a:lnTo>
                    <a:pt x="15739" y="25795"/>
                  </a:lnTo>
                  <a:lnTo>
                    <a:pt x="14056" y="23586"/>
                  </a:lnTo>
                  <a:lnTo>
                    <a:pt x="5645" y="34278"/>
                  </a:lnTo>
                  <a:lnTo>
                    <a:pt x="5533" y="32398"/>
                  </a:lnTo>
                  <a:lnTo>
                    <a:pt x="0" y="30933"/>
                  </a:lnTo>
                  <a:lnTo>
                    <a:pt x="3365" y="27055"/>
                  </a:lnTo>
                  <a:lnTo>
                    <a:pt x="3963" y="13971"/>
                  </a:lnTo>
                  <a:lnTo>
                    <a:pt x="5682" y="11742"/>
                  </a:lnTo>
                  <a:lnTo>
                    <a:pt x="11440" y="12804"/>
                  </a:lnTo>
                  <a:lnTo>
                    <a:pt x="11701" y="9402"/>
                  </a:lnTo>
                  <a:lnTo>
                    <a:pt x="8711" y="7058"/>
                  </a:lnTo>
                  <a:lnTo>
                    <a:pt x="13346" y="3962"/>
                  </a:lnTo>
                  <a:lnTo>
                    <a:pt x="14094" y="64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7" name="oPE_MapPart_NOR_7_557" descr="Norwegen">
              <a:extLst>
                <a:ext uri="{FF2B5EF4-FFF2-40B4-BE49-F238E27FC236}">
                  <a16:creationId xmlns:a16="http://schemas.microsoft.com/office/drawing/2014/main" id="{DADB2547-DFFD-99F2-5BD3-C7C20990AB39}"/>
                </a:ext>
              </a:extLst>
            </p:cNvPr>
            <p:cNvSpPr/>
            <p:nvPr>
              <p:custDataLst>
                <p:tags r:id="rId557"/>
              </p:custDataLst>
            </p:nvPr>
          </p:nvSpPr>
          <p:spPr>
            <a:xfrm>
              <a:off x="6471117" y="2311741"/>
              <a:ext cx="32115" cy="42957"/>
            </a:xfrm>
            <a:custGeom>
              <a:avLst/>
              <a:gdLst/>
              <a:ahLst/>
              <a:cxnLst/>
              <a:rect l="0" t="0" r="0" b="0"/>
              <a:pathLst>
                <a:path w="32115" h="42957">
                  <a:moveTo>
                    <a:pt x="24786" y="11013"/>
                  </a:moveTo>
                  <a:lnTo>
                    <a:pt x="26656" y="14299"/>
                  </a:lnTo>
                  <a:lnTo>
                    <a:pt x="29871" y="12219"/>
                  </a:lnTo>
                  <a:lnTo>
                    <a:pt x="32114" y="13861"/>
                  </a:lnTo>
                  <a:lnTo>
                    <a:pt x="31815" y="16921"/>
                  </a:lnTo>
                  <a:lnTo>
                    <a:pt x="26469" y="25948"/>
                  </a:lnTo>
                  <a:lnTo>
                    <a:pt x="22207" y="26490"/>
                  </a:lnTo>
                  <a:lnTo>
                    <a:pt x="19665" y="29627"/>
                  </a:lnTo>
                  <a:lnTo>
                    <a:pt x="15478" y="36739"/>
                  </a:lnTo>
                  <a:lnTo>
                    <a:pt x="15029" y="40387"/>
                  </a:lnTo>
                  <a:lnTo>
                    <a:pt x="4411" y="42956"/>
                  </a:lnTo>
                  <a:lnTo>
                    <a:pt x="0" y="38993"/>
                  </a:lnTo>
                  <a:lnTo>
                    <a:pt x="3439" y="36954"/>
                  </a:lnTo>
                  <a:lnTo>
                    <a:pt x="5982" y="29087"/>
                  </a:lnTo>
                  <a:lnTo>
                    <a:pt x="11702" y="26381"/>
                  </a:lnTo>
                  <a:lnTo>
                    <a:pt x="12711" y="28222"/>
                  </a:lnTo>
                  <a:lnTo>
                    <a:pt x="12972" y="21714"/>
                  </a:lnTo>
                  <a:lnTo>
                    <a:pt x="17085" y="14408"/>
                  </a:lnTo>
                  <a:lnTo>
                    <a:pt x="20562" y="12767"/>
                  </a:lnTo>
                  <a:lnTo>
                    <a:pt x="20749" y="4968"/>
                  </a:lnTo>
                  <a:lnTo>
                    <a:pt x="22244" y="110"/>
                  </a:lnTo>
                  <a:lnTo>
                    <a:pt x="23926" y="0"/>
                  </a:lnTo>
                  <a:lnTo>
                    <a:pt x="24674" y="41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8" name="oPE_MapPart_NOR_8_558" descr="Norwegen">
              <a:extLst>
                <a:ext uri="{FF2B5EF4-FFF2-40B4-BE49-F238E27FC236}">
                  <a16:creationId xmlns:a16="http://schemas.microsoft.com/office/drawing/2014/main" id="{69740A64-93EB-AB28-9DCB-00038338C292}"/>
                </a:ext>
              </a:extLst>
            </p:cNvPr>
            <p:cNvSpPr/>
            <p:nvPr>
              <p:custDataLst>
                <p:tags r:id="rId558"/>
              </p:custDataLst>
            </p:nvPr>
          </p:nvSpPr>
          <p:spPr>
            <a:xfrm>
              <a:off x="6315261" y="1617403"/>
              <a:ext cx="32376" cy="71104"/>
            </a:xfrm>
            <a:custGeom>
              <a:avLst/>
              <a:gdLst/>
              <a:ahLst/>
              <a:cxnLst/>
              <a:rect l="0" t="0" r="0" b="0"/>
              <a:pathLst>
                <a:path w="32376" h="71104">
                  <a:moveTo>
                    <a:pt x="14393" y="31065"/>
                  </a:moveTo>
                  <a:lnTo>
                    <a:pt x="14655" y="38427"/>
                  </a:lnTo>
                  <a:lnTo>
                    <a:pt x="18019" y="37674"/>
                  </a:lnTo>
                  <a:lnTo>
                    <a:pt x="26356" y="49292"/>
                  </a:lnTo>
                  <a:lnTo>
                    <a:pt x="32375" y="70187"/>
                  </a:lnTo>
                  <a:lnTo>
                    <a:pt x="29235" y="71103"/>
                  </a:lnTo>
                  <a:lnTo>
                    <a:pt x="21384" y="54317"/>
                  </a:lnTo>
                  <a:lnTo>
                    <a:pt x="11701" y="46492"/>
                  </a:lnTo>
                  <a:lnTo>
                    <a:pt x="1495" y="16016"/>
                  </a:lnTo>
                  <a:lnTo>
                    <a:pt x="0" y="6973"/>
                  </a:lnTo>
                  <a:lnTo>
                    <a:pt x="37" y="0"/>
                  </a:lnTo>
                  <a:lnTo>
                    <a:pt x="8374" y="6007"/>
                  </a:lnTo>
                  <a:lnTo>
                    <a:pt x="12374" y="19079"/>
                  </a:lnTo>
                  <a:lnTo>
                    <a:pt x="10842" y="23278"/>
                  </a:lnTo>
                  <a:lnTo>
                    <a:pt x="12412" y="280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9" name="oPE_MapPart_NOR_9_559" descr="Norwegen">
              <a:extLst>
                <a:ext uri="{FF2B5EF4-FFF2-40B4-BE49-F238E27FC236}">
                  <a16:creationId xmlns:a16="http://schemas.microsoft.com/office/drawing/2014/main" id="{DB44CCEA-B1F5-D6F6-1418-1E6494E5E729}"/>
                </a:ext>
              </a:extLst>
            </p:cNvPr>
            <p:cNvSpPr/>
            <p:nvPr>
              <p:custDataLst>
                <p:tags r:id="rId559"/>
              </p:custDataLst>
            </p:nvPr>
          </p:nvSpPr>
          <p:spPr>
            <a:xfrm>
              <a:off x="6394516" y="2386065"/>
              <a:ext cx="21273" cy="22441"/>
            </a:xfrm>
            <a:custGeom>
              <a:avLst/>
              <a:gdLst/>
              <a:ahLst/>
              <a:cxnLst/>
              <a:rect l="0" t="0" r="0" b="0"/>
              <a:pathLst>
                <a:path w="21273" h="22441">
                  <a:moveTo>
                    <a:pt x="17309" y="3334"/>
                  </a:moveTo>
                  <a:lnTo>
                    <a:pt x="21272" y="12561"/>
                  </a:lnTo>
                  <a:lnTo>
                    <a:pt x="20263" y="18950"/>
                  </a:lnTo>
                  <a:lnTo>
                    <a:pt x="17646" y="22132"/>
                  </a:lnTo>
                  <a:lnTo>
                    <a:pt x="10730" y="22440"/>
                  </a:lnTo>
                  <a:lnTo>
                    <a:pt x="7701" y="18641"/>
                  </a:lnTo>
                  <a:lnTo>
                    <a:pt x="3066" y="21209"/>
                  </a:lnTo>
                  <a:lnTo>
                    <a:pt x="673" y="19464"/>
                  </a:lnTo>
                  <a:lnTo>
                    <a:pt x="0" y="16686"/>
                  </a:lnTo>
                  <a:lnTo>
                    <a:pt x="3739" y="10493"/>
                  </a:lnTo>
                  <a:lnTo>
                    <a:pt x="8898" y="12148"/>
                  </a:lnTo>
                  <a:lnTo>
                    <a:pt x="10356" y="5101"/>
                  </a:lnTo>
                  <a:lnTo>
                    <a:pt x="13795" y="6140"/>
                  </a:lnTo>
                  <a:lnTo>
                    <a:pt x="13795" y="0"/>
                  </a:lnTo>
                  <a:lnTo>
                    <a:pt x="16674" y="11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0" name="oPE_MapPart_NOR_10_560" descr="Norwegen">
              <a:extLst>
                <a:ext uri="{FF2B5EF4-FFF2-40B4-BE49-F238E27FC236}">
                  <a16:creationId xmlns:a16="http://schemas.microsoft.com/office/drawing/2014/main" id="{65C915D0-7539-3F9A-FB41-2949C3C802EB}"/>
                </a:ext>
              </a:extLst>
            </p:cNvPr>
            <p:cNvSpPr/>
            <p:nvPr>
              <p:custDataLst>
                <p:tags r:id="rId560"/>
              </p:custDataLst>
            </p:nvPr>
          </p:nvSpPr>
          <p:spPr>
            <a:xfrm>
              <a:off x="6552803" y="2274586"/>
              <a:ext cx="30058" cy="20566"/>
            </a:xfrm>
            <a:custGeom>
              <a:avLst/>
              <a:gdLst/>
              <a:ahLst/>
              <a:cxnLst/>
              <a:rect l="0" t="0" r="0" b="0"/>
              <a:pathLst>
                <a:path w="30058" h="20566">
                  <a:moveTo>
                    <a:pt x="30057" y="1707"/>
                  </a:moveTo>
                  <a:lnTo>
                    <a:pt x="22318" y="15624"/>
                  </a:lnTo>
                  <a:lnTo>
                    <a:pt x="17346" y="18882"/>
                  </a:lnTo>
                  <a:lnTo>
                    <a:pt x="7552" y="20565"/>
                  </a:lnTo>
                  <a:lnTo>
                    <a:pt x="1271" y="14385"/>
                  </a:lnTo>
                  <a:lnTo>
                    <a:pt x="0" y="11679"/>
                  </a:lnTo>
                  <a:lnTo>
                    <a:pt x="20150" y="8289"/>
                  </a:lnTo>
                  <a:lnTo>
                    <a:pt x="25122" y="1707"/>
                  </a:lnTo>
                  <a:lnTo>
                    <a:pt x="2912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1" name="oPE_MapPart_NOR_11_561" descr="Norwegen">
              <a:extLst>
                <a:ext uri="{FF2B5EF4-FFF2-40B4-BE49-F238E27FC236}">
                  <a16:creationId xmlns:a16="http://schemas.microsoft.com/office/drawing/2014/main" id="{2D06ED97-1774-6CD6-C557-0F6162E9AED6}"/>
                </a:ext>
              </a:extLst>
            </p:cNvPr>
            <p:cNvSpPr/>
            <p:nvPr>
              <p:custDataLst>
                <p:tags r:id="rId561"/>
              </p:custDataLst>
            </p:nvPr>
          </p:nvSpPr>
          <p:spPr>
            <a:xfrm>
              <a:off x="6571982" y="2288746"/>
              <a:ext cx="15029" cy="20006"/>
            </a:xfrm>
            <a:custGeom>
              <a:avLst/>
              <a:gdLst/>
              <a:ahLst/>
              <a:cxnLst/>
              <a:rect l="0" t="0" r="0" b="0"/>
              <a:pathLst>
                <a:path w="15029" h="20006">
                  <a:moveTo>
                    <a:pt x="14504" y="4273"/>
                  </a:moveTo>
                  <a:lnTo>
                    <a:pt x="15028" y="9539"/>
                  </a:lnTo>
                  <a:lnTo>
                    <a:pt x="7326" y="19894"/>
                  </a:lnTo>
                  <a:lnTo>
                    <a:pt x="3775" y="20005"/>
                  </a:lnTo>
                  <a:lnTo>
                    <a:pt x="3588" y="14894"/>
                  </a:lnTo>
                  <a:lnTo>
                    <a:pt x="1831" y="16452"/>
                  </a:lnTo>
                  <a:lnTo>
                    <a:pt x="0" y="14449"/>
                  </a:lnTo>
                  <a:lnTo>
                    <a:pt x="2167" y="8197"/>
                  </a:lnTo>
                  <a:lnTo>
                    <a:pt x="6878" y="6965"/>
                  </a:lnTo>
                  <a:lnTo>
                    <a:pt x="13046" y="0"/>
                  </a:lnTo>
                  <a:lnTo>
                    <a:pt x="13719" y="14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2" name="oPE_MapPart_NOR_12_562" descr="Norwegen">
              <a:extLst>
                <a:ext uri="{FF2B5EF4-FFF2-40B4-BE49-F238E27FC236}">
                  <a16:creationId xmlns:a16="http://schemas.microsoft.com/office/drawing/2014/main" id="{804B940A-6469-8A39-DDCA-7C7CA86BF6A9}"/>
                </a:ext>
              </a:extLst>
            </p:cNvPr>
            <p:cNvSpPr/>
            <p:nvPr>
              <p:custDataLst>
                <p:tags r:id="rId562"/>
              </p:custDataLst>
            </p:nvPr>
          </p:nvSpPr>
          <p:spPr>
            <a:xfrm>
              <a:off x="6370142" y="2427430"/>
              <a:ext cx="19104" cy="15661"/>
            </a:xfrm>
            <a:custGeom>
              <a:avLst/>
              <a:gdLst/>
              <a:ahLst/>
              <a:cxnLst/>
              <a:rect l="0" t="0" r="0" b="0"/>
              <a:pathLst>
                <a:path w="19104" h="15661">
                  <a:moveTo>
                    <a:pt x="13981" y="606"/>
                  </a:moveTo>
                  <a:lnTo>
                    <a:pt x="19103" y="1615"/>
                  </a:lnTo>
                  <a:lnTo>
                    <a:pt x="17234" y="4940"/>
                  </a:lnTo>
                  <a:lnTo>
                    <a:pt x="6130" y="12564"/>
                  </a:lnTo>
                  <a:lnTo>
                    <a:pt x="4672" y="10762"/>
                  </a:lnTo>
                  <a:lnTo>
                    <a:pt x="4000" y="14163"/>
                  </a:lnTo>
                  <a:lnTo>
                    <a:pt x="635" y="15660"/>
                  </a:lnTo>
                  <a:lnTo>
                    <a:pt x="0" y="10562"/>
                  </a:lnTo>
                  <a:lnTo>
                    <a:pt x="2093" y="6448"/>
                  </a:lnTo>
                  <a:lnTo>
                    <a:pt x="4747" y="6348"/>
                  </a:lnTo>
                  <a:lnTo>
                    <a:pt x="7028" y="1514"/>
                  </a:lnTo>
                  <a:lnTo>
                    <a:pt x="121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3" name="oPE_MapPart_NOR_13_563" descr="Norwegen">
              <a:extLst>
                <a:ext uri="{FF2B5EF4-FFF2-40B4-BE49-F238E27FC236}">
                  <a16:creationId xmlns:a16="http://schemas.microsoft.com/office/drawing/2014/main" id="{2122ED41-7A58-41C1-6270-8DAEFBD236D5}"/>
                </a:ext>
              </a:extLst>
            </p:cNvPr>
            <p:cNvSpPr/>
            <p:nvPr>
              <p:custDataLst>
                <p:tags r:id="rId563"/>
              </p:custDataLst>
            </p:nvPr>
          </p:nvSpPr>
          <p:spPr>
            <a:xfrm>
              <a:off x="6675238" y="1610000"/>
              <a:ext cx="36488" cy="15342"/>
            </a:xfrm>
            <a:custGeom>
              <a:avLst/>
              <a:gdLst/>
              <a:ahLst/>
              <a:cxnLst/>
              <a:rect l="0" t="0" r="0" b="0"/>
              <a:pathLst>
                <a:path w="36488" h="15342">
                  <a:moveTo>
                    <a:pt x="24038" y="6432"/>
                  </a:moveTo>
                  <a:lnTo>
                    <a:pt x="36487" y="5459"/>
                  </a:lnTo>
                  <a:lnTo>
                    <a:pt x="29533" y="12830"/>
                  </a:lnTo>
                  <a:lnTo>
                    <a:pt x="12561" y="9150"/>
                  </a:lnTo>
                  <a:lnTo>
                    <a:pt x="3102" y="15341"/>
                  </a:lnTo>
                  <a:lnTo>
                    <a:pt x="0" y="12830"/>
                  </a:lnTo>
                  <a:lnTo>
                    <a:pt x="10916" y="1172"/>
                  </a:lnTo>
                  <a:lnTo>
                    <a:pt x="198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4" name="oPE_MapPart_NOR_14_564" descr="Norwegen">
              <a:extLst>
                <a:ext uri="{FF2B5EF4-FFF2-40B4-BE49-F238E27FC236}">
                  <a16:creationId xmlns:a16="http://schemas.microsoft.com/office/drawing/2014/main" id="{1A25D891-5463-B293-6D3F-C39FB80A989D}"/>
                </a:ext>
              </a:extLst>
            </p:cNvPr>
            <p:cNvSpPr/>
            <p:nvPr>
              <p:custDataLst>
                <p:tags r:id="rId564"/>
              </p:custDataLst>
            </p:nvPr>
          </p:nvSpPr>
          <p:spPr>
            <a:xfrm>
              <a:off x="5907021" y="2253216"/>
              <a:ext cx="22805" cy="21598"/>
            </a:xfrm>
            <a:custGeom>
              <a:avLst/>
              <a:gdLst/>
              <a:ahLst/>
              <a:cxnLst/>
              <a:rect l="0" t="0" r="0" b="0"/>
              <a:pathLst>
                <a:path w="22805" h="21598">
                  <a:moveTo>
                    <a:pt x="3028" y="21597"/>
                  </a:moveTo>
                  <a:lnTo>
                    <a:pt x="0" y="20572"/>
                  </a:lnTo>
                  <a:lnTo>
                    <a:pt x="12000" y="9466"/>
                  </a:lnTo>
                  <a:lnTo>
                    <a:pt x="15701" y="2431"/>
                  </a:lnTo>
                  <a:lnTo>
                    <a:pt x="22804" y="0"/>
                  </a:lnTo>
                  <a:lnTo>
                    <a:pt x="22767" y="8776"/>
                  </a:lnTo>
                  <a:lnTo>
                    <a:pt x="9645" y="152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5" name="oPE_MapPart_NOR_15_565" descr="Norwegen">
              <a:extLst>
                <a:ext uri="{FF2B5EF4-FFF2-40B4-BE49-F238E27FC236}">
                  <a16:creationId xmlns:a16="http://schemas.microsoft.com/office/drawing/2014/main" id="{B326BB7A-08E2-DA4F-B1EC-83EF184D9179}"/>
                </a:ext>
              </a:extLst>
            </p:cNvPr>
            <p:cNvSpPr/>
            <p:nvPr>
              <p:custDataLst>
                <p:tags r:id="rId565"/>
              </p:custDataLst>
            </p:nvPr>
          </p:nvSpPr>
          <p:spPr>
            <a:xfrm>
              <a:off x="6749858" y="1463514"/>
              <a:ext cx="44600" cy="16433"/>
            </a:xfrm>
            <a:custGeom>
              <a:avLst/>
              <a:gdLst/>
              <a:ahLst/>
              <a:cxnLst/>
              <a:rect l="0" t="0" r="0" b="0"/>
              <a:pathLst>
                <a:path w="44600" h="16433">
                  <a:moveTo>
                    <a:pt x="21682" y="14907"/>
                  </a:moveTo>
                  <a:lnTo>
                    <a:pt x="0" y="16432"/>
                  </a:lnTo>
                  <a:lnTo>
                    <a:pt x="33570" y="1543"/>
                  </a:lnTo>
                  <a:lnTo>
                    <a:pt x="39514" y="0"/>
                  </a:lnTo>
                  <a:lnTo>
                    <a:pt x="44599" y="3085"/>
                  </a:lnTo>
                  <a:lnTo>
                    <a:pt x="43103" y="52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6" name="oPE_MapPart_NOR_16_566" descr="Norwegen">
              <a:extLst>
                <a:ext uri="{FF2B5EF4-FFF2-40B4-BE49-F238E27FC236}">
                  <a16:creationId xmlns:a16="http://schemas.microsoft.com/office/drawing/2014/main" id="{E4C99BC4-BDD9-AF88-3BCD-EE1425D732B8}"/>
                </a:ext>
              </a:extLst>
            </p:cNvPr>
            <p:cNvSpPr/>
            <p:nvPr>
              <p:custDataLst>
                <p:tags r:id="rId566"/>
              </p:custDataLst>
            </p:nvPr>
          </p:nvSpPr>
          <p:spPr>
            <a:xfrm>
              <a:off x="6621777" y="2255532"/>
              <a:ext cx="17273" cy="11514"/>
            </a:xfrm>
            <a:custGeom>
              <a:avLst/>
              <a:gdLst/>
              <a:ahLst/>
              <a:cxnLst/>
              <a:rect l="0" t="0" r="0" b="0"/>
              <a:pathLst>
                <a:path w="17273" h="11514">
                  <a:moveTo>
                    <a:pt x="5646" y="0"/>
                  </a:moveTo>
                  <a:lnTo>
                    <a:pt x="13085" y="2311"/>
                  </a:lnTo>
                  <a:lnTo>
                    <a:pt x="17272" y="6575"/>
                  </a:lnTo>
                  <a:lnTo>
                    <a:pt x="17010" y="9333"/>
                  </a:lnTo>
                  <a:lnTo>
                    <a:pt x="5533" y="11513"/>
                  </a:lnTo>
                  <a:lnTo>
                    <a:pt x="3478" y="7840"/>
                  </a:lnTo>
                  <a:lnTo>
                    <a:pt x="0" y="6920"/>
                  </a:lnTo>
                  <a:lnTo>
                    <a:pt x="2243" y="27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7" name="oPE_MapPart_OMN_1_567" descr="Oman">
              <a:extLst>
                <a:ext uri="{FF2B5EF4-FFF2-40B4-BE49-F238E27FC236}">
                  <a16:creationId xmlns:a16="http://schemas.microsoft.com/office/drawing/2014/main" id="{7BD97B3E-A65D-CFC8-15C0-170A9CBBB94A}"/>
                </a:ext>
              </a:extLst>
            </p:cNvPr>
            <p:cNvSpPr/>
            <p:nvPr>
              <p:custDataLst>
                <p:tags r:id="rId567"/>
              </p:custDataLst>
            </p:nvPr>
          </p:nvSpPr>
          <p:spPr>
            <a:xfrm>
              <a:off x="7313916" y="3952790"/>
              <a:ext cx="6432" cy="10414"/>
            </a:xfrm>
            <a:custGeom>
              <a:avLst/>
              <a:gdLst/>
              <a:ahLst/>
              <a:cxnLst/>
              <a:rect l="0" t="0" r="0" b="0"/>
              <a:pathLst>
                <a:path w="6432" h="10414">
                  <a:moveTo>
                    <a:pt x="1682" y="10214"/>
                  </a:moveTo>
                  <a:lnTo>
                    <a:pt x="0" y="10413"/>
                  </a:lnTo>
                  <a:lnTo>
                    <a:pt x="0" y="7583"/>
                  </a:lnTo>
                  <a:lnTo>
                    <a:pt x="3065" y="4073"/>
                  </a:lnTo>
                  <a:lnTo>
                    <a:pt x="5085" y="0"/>
                  </a:lnTo>
                  <a:lnTo>
                    <a:pt x="6431" y="3634"/>
                  </a:lnTo>
                  <a:lnTo>
                    <a:pt x="4037" y="5669"/>
                  </a:lnTo>
                  <a:lnTo>
                    <a:pt x="2729" y="917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8" name="oPE_MapPart_OMN_2_568" descr="Oman">
              <a:extLst>
                <a:ext uri="{FF2B5EF4-FFF2-40B4-BE49-F238E27FC236}">
                  <a16:creationId xmlns:a16="http://schemas.microsoft.com/office/drawing/2014/main" id="{61F983F7-D965-B54E-6A6A-17353465D27B}"/>
                </a:ext>
              </a:extLst>
            </p:cNvPr>
            <p:cNvSpPr/>
            <p:nvPr>
              <p:custDataLst>
                <p:tags r:id="rId568"/>
              </p:custDataLst>
            </p:nvPr>
          </p:nvSpPr>
          <p:spPr>
            <a:xfrm>
              <a:off x="7175519" y="3855896"/>
              <a:ext cx="162960" cy="185307"/>
            </a:xfrm>
            <a:custGeom>
              <a:avLst/>
              <a:gdLst/>
              <a:ahLst/>
              <a:cxnLst/>
              <a:rect l="0" t="0" r="0" b="0"/>
              <a:pathLst>
                <a:path w="162960" h="185307">
                  <a:moveTo>
                    <a:pt x="23028" y="185306"/>
                  </a:moveTo>
                  <a:lnTo>
                    <a:pt x="17121" y="171861"/>
                  </a:lnTo>
                  <a:lnTo>
                    <a:pt x="15627" y="171156"/>
                  </a:lnTo>
                  <a:lnTo>
                    <a:pt x="0" y="134095"/>
                  </a:lnTo>
                  <a:lnTo>
                    <a:pt x="62320" y="112044"/>
                  </a:lnTo>
                  <a:lnTo>
                    <a:pt x="76114" y="67433"/>
                  </a:lnTo>
                  <a:lnTo>
                    <a:pt x="66656" y="51668"/>
                  </a:lnTo>
                  <a:lnTo>
                    <a:pt x="66955" y="44202"/>
                  </a:lnTo>
                  <a:lnTo>
                    <a:pt x="73349" y="28603"/>
                  </a:lnTo>
                  <a:lnTo>
                    <a:pt x="73834" y="26438"/>
                  </a:lnTo>
                  <a:lnTo>
                    <a:pt x="72525" y="23658"/>
                  </a:lnTo>
                  <a:lnTo>
                    <a:pt x="74170" y="22512"/>
                  </a:lnTo>
                  <a:lnTo>
                    <a:pt x="83255" y="20875"/>
                  </a:lnTo>
                  <a:lnTo>
                    <a:pt x="82058" y="17434"/>
                  </a:lnTo>
                  <a:lnTo>
                    <a:pt x="78582" y="16819"/>
                  </a:lnTo>
                  <a:lnTo>
                    <a:pt x="79516" y="14358"/>
                  </a:lnTo>
                  <a:lnTo>
                    <a:pt x="78731" y="11156"/>
                  </a:lnTo>
                  <a:lnTo>
                    <a:pt x="79330" y="2515"/>
                  </a:lnTo>
                  <a:lnTo>
                    <a:pt x="81797" y="166"/>
                  </a:lnTo>
                  <a:lnTo>
                    <a:pt x="83554" y="578"/>
                  </a:lnTo>
                  <a:lnTo>
                    <a:pt x="83703" y="2351"/>
                  </a:lnTo>
                  <a:lnTo>
                    <a:pt x="82956" y="2721"/>
                  </a:lnTo>
                  <a:lnTo>
                    <a:pt x="84900" y="5481"/>
                  </a:lnTo>
                  <a:lnTo>
                    <a:pt x="91629" y="0"/>
                  </a:lnTo>
                  <a:lnTo>
                    <a:pt x="96863" y="11607"/>
                  </a:lnTo>
                  <a:lnTo>
                    <a:pt x="102508" y="18909"/>
                  </a:lnTo>
                  <a:lnTo>
                    <a:pt x="108901" y="24108"/>
                  </a:lnTo>
                  <a:lnTo>
                    <a:pt x="117013" y="26806"/>
                  </a:lnTo>
                  <a:lnTo>
                    <a:pt x="127593" y="28766"/>
                  </a:lnTo>
                  <a:lnTo>
                    <a:pt x="131855" y="30889"/>
                  </a:lnTo>
                  <a:lnTo>
                    <a:pt x="137089" y="30440"/>
                  </a:lnTo>
                  <a:lnTo>
                    <a:pt x="141163" y="33295"/>
                  </a:lnTo>
                  <a:lnTo>
                    <a:pt x="146473" y="42048"/>
                  </a:lnTo>
                  <a:lnTo>
                    <a:pt x="154772" y="52640"/>
                  </a:lnTo>
                  <a:lnTo>
                    <a:pt x="156978" y="54463"/>
                  </a:lnTo>
                  <a:lnTo>
                    <a:pt x="162959" y="56041"/>
                  </a:lnTo>
                  <a:lnTo>
                    <a:pt x="162473" y="62550"/>
                  </a:lnTo>
                  <a:lnTo>
                    <a:pt x="153575" y="78662"/>
                  </a:lnTo>
                  <a:lnTo>
                    <a:pt x="147294" y="83360"/>
                  </a:lnTo>
                  <a:lnTo>
                    <a:pt x="143706" y="87290"/>
                  </a:lnTo>
                  <a:lnTo>
                    <a:pt x="134958" y="102962"/>
                  </a:lnTo>
                  <a:lnTo>
                    <a:pt x="132340" y="103401"/>
                  </a:lnTo>
                  <a:lnTo>
                    <a:pt x="129425" y="102563"/>
                  </a:lnTo>
                  <a:lnTo>
                    <a:pt x="130173" y="98691"/>
                  </a:lnTo>
                  <a:lnTo>
                    <a:pt x="128603" y="98891"/>
                  </a:lnTo>
                  <a:lnTo>
                    <a:pt x="127220" y="99330"/>
                  </a:lnTo>
                  <a:lnTo>
                    <a:pt x="122209" y="106550"/>
                  </a:lnTo>
                  <a:lnTo>
                    <a:pt x="119144" y="119079"/>
                  </a:lnTo>
                  <a:lnTo>
                    <a:pt x="121200" y="133620"/>
                  </a:lnTo>
                  <a:lnTo>
                    <a:pt x="118360" y="134925"/>
                  </a:lnTo>
                  <a:lnTo>
                    <a:pt x="108004" y="136150"/>
                  </a:lnTo>
                  <a:lnTo>
                    <a:pt x="100714" y="139389"/>
                  </a:lnTo>
                  <a:lnTo>
                    <a:pt x="97162" y="143059"/>
                  </a:lnTo>
                  <a:lnTo>
                    <a:pt x="94994" y="152277"/>
                  </a:lnTo>
                  <a:lnTo>
                    <a:pt x="91517" y="156170"/>
                  </a:lnTo>
                  <a:lnTo>
                    <a:pt x="72750" y="159314"/>
                  </a:lnTo>
                  <a:lnTo>
                    <a:pt x="68077" y="164926"/>
                  </a:lnTo>
                  <a:lnTo>
                    <a:pt x="67740" y="166690"/>
                  </a:lnTo>
                  <a:lnTo>
                    <a:pt x="68936" y="169394"/>
                  </a:lnTo>
                  <a:lnTo>
                    <a:pt x="64114" y="176830"/>
                  </a:lnTo>
                  <a:lnTo>
                    <a:pt x="58058" y="178433"/>
                  </a:lnTo>
                  <a:lnTo>
                    <a:pt x="53796" y="176987"/>
                  </a:lnTo>
                  <a:lnTo>
                    <a:pt x="43440" y="177534"/>
                  </a:lnTo>
                  <a:lnTo>
                    <a:pt x="33908" y="182886"/>
                  </a:lnTo>
                  <a:lnTo>
                    <a:pt x="27440" y="1836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9" name="oPE_MapPart_OMN_3_569" descr="Oman">
              <a:extLst>
                <a:ext uri="{FF2B5EF4-FFF2-40B4-BE49-F238E27FC236}">
                  <a16:creationId xmlns:a16="http://schemas.microsoft.com/office/drawing/2014/main" id="{5FE54DF3-2423-EA44-83D0-04FC3E6D00E4}"/>
                </a:ext>
              </a:extLst>
            </p:cNvPr>
            <p:cNvSpPr/>
            <p:nvPr>
              <p:custDataLst>
                <p:tags r:id="rId569"/>
              </p:custDataLst>
            </p:nvPr>
          </p:nvSpPr>
          <p:spPr>
            <a:xfrm>
              <a:off x="7260755" y="3824165"/>
              <a:ext cx="7254" cy="16888"/>
            </a:xfrm>
            <a:custGeom>
              <a:avLst/>
              <a:gdLst/>
              <a:ahLst/>
              <a:cxnLst/>
              <a:rect l="0" t="0" r="0" b="0"/>
              <a:pathLst>
                <a:path w="7254" h="16888">
                  <a:moveTo>
                    <a:pt x="4524" y="16306"/>
                  </a:moveTo>
                  <a:lnTo>
                    <a:pt x="3515" y="16887"/>
                  </a:lnTo>
                  <a:lnTo>
                    <a:pt x="1309" y="15352"/>
                  </a:lnTo>
                  <a:lnTo>
                    <a:pt x="1795" y="7125"/>
                  </a:lnTo>
                  <a:lnTo>
                    <a:pt x="0" y="6792"/>
                  </a:lnTo>
                  <a:lnTo>
                    <a:pt x="1720" y="3461"/>
                  </a:lnTo>
                  <a:lnTo>
                    <a:pt x="4673" y="2794"/>
                  </a:lnTo>
                  <a:lnTo>
                    <a:pt x="6206" y="0"/>
                  </a:lnTo>
                  <a:lnTo>
                    <a:pt x="7253" y="667"/>
                  </a:lnTo>
                  <a:lnTo>
                    <a:pt x="6094" y="12737"/>
                  </a:lnTo>
                  <a:lnTo>
                    <a:pt x="4711" y="149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0" name="oPE_MapPart_OMN_4_570" descr="Oman">
              <a:extLst>
                <a:ext uri="{FF2B5EF4-FFF2-40B4-BE49-F238E27FC236}">
                  <a16:creationId xmlns:a16="http://schemas.microsoft.com/office/drawing/2014/main" id="{7F6592ED-A65E-58F0-CD3B-BC1DBBD7075A}"/>
                </a:ext>
              </a:extLst>
            </p:cNvPr>
            <p:cNvSpPr/>
            <p:nvPr>
              <p:custDataLst>
                <p:tags r:id="rId570"/>
              </p:custDataLst>
            </p:nvPr>
          </p:nvSpPr>
          <p:spPr>
            <a:xfrm>
              <a:off x="7263447" y="3848422"/>
              <a:ext cx="1608" cy="2109"/>
            </a:xfrm>
            <a:custGeom>
              <a:avLst/>
              <a:gdLst/>
              <a:ahLst/>
              <a:cxnLst/>
              <a:rect l="0" t="0" r="0" b="0"/>
              <a:pathLst>
                <a:path w="1608" h="2109">
                  <a:moveTo>
                    <a:pt x="1496" y="1571"/>
                  </a:moveTo>
                  <a:lnTo>
                    <a:pt x="0" y="2108"/>
                  </a:lnTo>
                  <a:lnTo>
                    <a:pt x="112" y="868"/>
                  </a:lnTo>
                  <a:lnTo>
                    <a:pt x="486" y="0"/>
                  </a:lnTo>
                  <a:lnTo>
                    <a:pt x="1607" y="5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1" name="oPE_MapPart_PAK_1_571" descr="Pakistan">
              <a:extLst>
                <a:ext uri="{FF2B5EF4-FFF2-40B4-BE49-F238E27FC236}">
                  <a16:creationId xmlns:a16="http://schemas.microsoft.com/office/drawing/2014/main" id="{1CB99E6C-06B4-4BB0-E38B-15B74705EC18}"/>
                </a:ext>
              </a:extLst>
            </p:cNvPr>
            <p:cNvSpPr/>
            <p:nvPr>
              <p:custDataLst>
                <p:tags r:id="rId571"/>
              </p:custDataLst>
            </p:nvPr>
          </p:nvSpPr>
          <p:spPr>
            <a:xfrm>
              <a:off x="7359675" y="3562768"/>
              <a:ext cx="336576" cy="321079"/>
            </a:xfrm>
            <a:custGeom>
              <a:avLst/>
              <a:gdLst/>
              <a:ahLst/>
              <a:cxnLst/>
              <a:rect l="0" t="0" r="0" b="0"/>
              <a:pathLst>
                <a:path w="336576" h="321079">
                  <a:moveTo>
                    <a:pt x="330705" y="35464"/>
                  </a:moveTo>
                  <a:lnTo>
                    <a:pt x="336575" y="49495"/>
                  </a:lnTo>
                  <a:lnTo>
                    <a:pt x="335565" y="52509"/>
                  </a:lnTo>
                  <a:lnTo>
                    <a:pt x="331042" y="54835"/>
                  </a:lnTo>
                  <a:lnTo>
                    <a:pt x="329246" y="57705"/>
                  </a:lnTo>
                  <a:lnTo>
                    <a:pt x="327115" y="58979"/>
                  </a:lnTo>
                  <a:lnTo>
                    <a:pt x="324275" y="58479"/>
                  </a:lnTo>
                  <a:lnTo>
                    <a:pt x="318368" y="60707"/>
                  </a:lnTo>
                  <a:lnTo>
                    <a:pt x="315638" y="60662"/>
                  </a:lnTo>
                  <a:lnTo>
                    <a:pt x="308759" y="64885"/>
                  </a:lnTo>
                  <a:lnTo>
                    <a:pt x="303414" y="64023"/>
                  </a:lnTo>
                  <a:lnTo>
                    <a:pt x="297918" y="61434"/>
                  </a:lnTo>
                  <a:lnTo>
                    <a:pt x="279488" y="58251"/>
                  </a:lnTo>
                  <a:lnTo>
                    <a:pt x="272459" y="61070"/>
                  </a:lnTo>
                  <a:lnTo>
                    <a:pt x="268983" y="68013"/>
                  </a:lnTo>
                  <a:lnTo>
                    <a:pt x="269319" y="69326"/>
                  </a:lnTo>
                  <a:lnTo>
                    <a:pt x="272684" y="71588"/>
                  </a:lnTo>
                  <a:lnTo>
                    <a:pt x="271263" y="75609"/>
                  </a:lnTo>
                  <a:lnTo>
                    <a:pt x="272197" y="77052"/>
                  </a:lnTo>
                  <a:lnTo>
                    <a:pt x="277581" y="77414"/>
                  </a:lnTo>
                  <a:lnTo>
                    <a:pt x="278441" y="78856"/>
                  </a:lnTo>
                  <a:lnTo>
                    <a:pt x="277730" y="80343"/>
                  </a:lnTo>
                  <a:lnTo>
                    <a:pt x="273282" y="82818"/>
                  </a:lnTo>
                  <a:lnTo>
                    <a:pt x="272758" y="84481"/>
                  </a:lnTo>
                  <a:lnTo>
                    <a:pt x="273319" y="86683"/>
                  </a:lnTo>
                  <a:lnTo>
                    <a:pt x="276347" y="89824"/>
                  </a:lnTo>
                  <a:lnTo>
                    <a:pt x="275712" y="92870"/>
                  </a:lnTo>
                  <a:lnTo>
                    <a:pt x="273132" y="96405"/>
                  </a:lnTo>
                  <a:lnTo>
                    <a:pt x="273319" y="97700"/>
                  </a:lnTo>
                  <a:lnTo>
                    <a:pt x="275861" y="100558"/>
                  </a:lnTo>
                  <a:lnTo>
                    <a:pt x="279563" y="102609"/>
                  </a:lnTo>
                  <a:lnTo>
                    <a:pt x="279600" y="107106"/>
                  </a:lnTo>
                  <a:lnTo>
                    <a:pt x="280609" y="108129"/>
                  </a:lnTo>
                  <a:lnTo>
                    <a:pt x="287040" y="108396"/>
                  </a:lnTo>
                  <a:lnTo>
                    <a:pt x="286628" y="112127"/>
                  </a:lnTo>
                  <a:lnTo>
                    <a:pt x="287488" y="114921"/>
                  </a:lnTo>
                  <a:lnTo>
                    <a:pt x="293768" y="115674"/>
                  </a:lnTo>
                  <a:lnTo>
                    <a:pt x="298853" y="117889"/>
                  </a:lnTo>
                  <a:lnTo>
                    <a:pt x="300946" y="120189"/>
                  </a:lnTo>
                  <a:lnTo>
                    <a:pt x="299301" y="123591"/>
                  </a:lnTo>
                  <a:lnTo>
                    <a:pt x="288609" y="128311"/>
                  </a:lnTo>
                  <a:lnTo>
                    <a:pt x="284161" y="132800"/>
                  </a:lnTo>
                  <a:lnTo>
                    <a:pt x="283824" y="134075"/>
                  </a:lnTo>
                  <a:lnTo>
                    <a:pt x="285581" y="140087"/>
                  </a:lnTo>
                  <a:lnTo>
                    <a:pt x="284011" y="146914"/>
                  </a:lnTo>
                  <a:lnTo>
                    <a:pt x="284460" y="148181"/>
                  </a:lnTo>
                  <a:lnTo>
                    <a:pt x="285917" y="148662"/>
                  </a:lnTo>
                  <a:lnTo>
                    <a:pt x="286404" y="150582"/>
                  </a:lnTo>
                  <a:lnTo>
                    <a:pt x="280310" y="153983"/>
                  </a:lnTo>
                  <a:lnTo>
                    <a:pt x="271151" y="165022"/>
                  </a:lnTo>
                  <a:lnTo>
                    <a:pt x="270814" y="167059"/>
                  </a:lnTo>
                  <a:lnTo>
                    <a:pt x="271861" y="170177"/>
                  </a:lnTo>
                  <a:lnTo>
                    <a:pt x="269282" y="173247"/>
                  </a:lnTo>
                  <a:lnTo>
                    <a:pt x="260421" y="177089"/>
                  </a:lnTo>
                  <a:lnTo>
                    <a:pt x="257281" y="186260"/>
                  </a:lnTo>
                  <a:lnTo>
                    <a:pt x="250478" y="198691"/>
                  </a:lnTo>
                  <a:lnTo>
                    <a:pt x="238813" y="205266"/>
                  </a:lnTo>
                  <a:lnTo>
                    <a:pt x="235449" y="213057"/>
                  </a:lnTo>
                  <a:lnTo>
                    <a:pt x="230626" y="218832"/>
                  </a:lnTo>
                  <a:lnTo>
                    <a:pt x="229018" y="223874"/>
                  </a:lnTo>
                  <a:lnTo>
                    <a:pt x="222214" y="226074"/>
                  </a:lnTo>
                  <a:lnTo>
                    <a:pt x="214774" y="226962"/>
                  </a:lnTo>
                  <a:lnTo>
                    <a:pt x="206737" y="229835"/>
                  </a:lnTo>
                  <a:lnTo>
                    <a:pt x="204532" y="228441"/>
                  </a:lnTo>
                  <a:lnTo>
                    <a:pt x="203223" y="224466"/>
                  </a:lnTo>
                  <a:lnTo>
                    <a:pt x="200307" y="222477"/>
                  </a:lnTo>
                  <a:lnTo>
                    <a:pt x="198550" y="222434"/>
                  </a:lnTo>
                  <a:lnTo>
                    <a:pt x="193166" y="226539"/>
                  </a:lnTo>
                  <a:lnTo>
                    <a:pt x="188007" y="235361"/>
                  </a:lnTo>
                  <a:lnTo>
                    <a:pt x="180568" y="243564"/>
                  </a:lnTo>
                  <a:lnTo>
                    <a:pt x="179147" y="250988"/>
                  </a:lnTo>
                  <a:lnTo>
                    <a:pt x="179932" y="252412"/>
                  </a:lnTo>
                  <a:lnTo>
                    <a:pt x="184680" y="255090"/>
                  </a:lnTo>
                  <a:lnTo>
                    <a:pt x="191410" y="256219"/>
                  </a:lnTo>
                  <a:lnTo>
                    <a:pt x="193241" y="257890"/>
                  </a:lnTo>
                  <a:lnTo>
                    <a:pt x="192942" y="264650"/>
                  </a:lnTo>
                  <a:lnTo>
                    <a:pt x="191783" y="267981"/>
                  </a:lnTo>
                  <a:lnTo>
                    <a:pt x="192269" y="271724"/>
                  </a:lnTo>
                  <a:lnTo>
                    <a:pt x="195672" y="276417"/>
                  </a:lnTo>
                  <a:lnTo>
                    <a:pt x="201989" y="276417"/>
                  </a:lnTo>
                  <a:lnTo>
                    <a:pt x="203634" y="277329"/>
                  </a:lnTo>
                  <a:lnTo>
                    <a:pt x="203709" y="282923"/>
                  </a:lnTo>
                  <a:lnTo>
                    <a:pt x="208420" y="291189"/>
                  </a:lnTo>
                  <a:lnTo>
                    <a:pt x="211933" y="299802"/>
                  </a:lnTo>
                  <a:lnTo>
                    <a:pt x="210326" y="302434"/>
                  </a:lnTo>
                  <a:lnTo>
                    <a:pt x="210401" y="304365"/>
                  </a:lnTo>
                  <a:lnTo>
                    <a:pt x="211859" y="306337"/>
                  </a:lnTo>
                  <a:lnTo>
                    <a:pt x="205055" y="310029"/>
                  </a:lnTo>
                  <a:lnTo>
                    <a:pt x="202214" y="309127"/>
                  </a:lnTo>
                  <a:lnTo>
                    <a:pt x="201541" y="305926"/>
                  </a:lnTo>
                  <a:lnTo>
                    <a:pt x="200344" y="306090"/>
                  </a:lnTo>
                  <a:lnTo>
                    <a:pt x="192194" y="308922"/>
                  </a:lnTo>
                  <a:lnTo>
                    <a:pt x="190624" y="311095"/>
                  </a:lnTo>
                  <a:lnTo>
                    <a:pt x="186138" y="311709"/>
                  </a:lnTo>
                  <a:lnTo>
                    <a:pt x="184269" y="311545"/>
                  </a:lnTo>
                  <a:lnTo>
                    <a:pt x="181017" y="309250"/>
                  </a:lnTo>
                  <a:lnTo>
                    <a:pt x="167334" y="308799"/>
                  </a:lnTo>
                  <a:lnTo>
                    <a:pt x="165839" y="309455"/>
                  </a:lnTo>
                  <a:lnTo>
                    <a:pt x="164866" y="308307"/>
                  </a:lnTo>
                  <a:lnTo>
                    <a:pt x="163745" y="309414"/>
                  </a:lnTo>
                  <a:lnTo>
                    <a:pt x="163670" y="316254"/>
                  </a:lnTo>
                  <a:lnTo>
                    <a:pt x="154511" y="317113"/>
                  </a:lnTo>
                  <a:lnTo>
                    <a:pt x="152043" y="318707"/>
                  </a:lnTo>
                  <a:lnTo>
                    <a:pt x="151034" y="321078"/>
                  </a:lnTo>
                  <a:lnTo>
                    <a:pt x="149389" y="318912"/>
                  </a:lnTo>
                  <a:lnTo>
                    <a:pt x="147632" y="319362"/>
                  </a:lnTo>
                  <a:lnTo>
                    <a:pt x="145726" y="317686"/>
                  </a:lnTo>
                  <a:lnTo>
                    <a:pt x="144865" y="319362"/>
                  </a:lnTo>
                  <a:lnTo>
                    <a:pt x="141762" y="319770"/>
                  </a:lnTo>
                  <a:lnTo>
                    <a:pt x="141276" y="317277"/>
                  </a:lnTo>
                  <a:lnTo>
                    <a:pt x="139557" y="318135"/>
                  </a:lnTo>
                  <a:lnTo>
                    <a:pt x="138323" y="316827"/>
                  </a:lnTo>
                  <a:lnTo>
                    <a:pt x="137762" y="315067"/>
                  </a:lnTo>
                  <a:lnTo>
                    <a:pt x="134286" y="311504"/>
                  </a:lnTo>
                  <a:lnTo>
                    <a:pt x="131407" y="298238"/>
                  </a:lnTo>
                  <a:lnTo>
                    <a:pt x="121687" y="295808"/>
                  </a:lnTo>
                  <a:lnTo>
                    <a:pt x="121613" y="287431"/>
                  </a:lnTo>
                  <a:lnTo>
                    <a:pt x="118920" y="283958"/>
                  </a:lnTo>
                  <a:lnTo>
                    <a:pt x="118172" y="281516"/>
                  </a:lnTo>
                  <a:lnTo>
                    <a:pt x="116005" y="279403"/>
                  </a:lnTo>
                  <a:lnTo>
                    <a:pt x="113836" y="278822"/>
                  </a:lnTo>
                  <a:lnTo>
                    <a:pt x="111630" y="279071"/>
                  </a:lnTo>
                  <a:lnTo>
                    <a:pt x="109837" y="281308"/>
                  </a:lnTo>
                  <a:lnTo>
                    <a:pt x="114509" y="280977"/>
                  </a:lnTo>
                  <a:lnTo>
                    <a:pt x="116790" y="282426"/>
                  </a:lnTo>
                  <a:lnTo>
                    <a:pt x="111967" y="281971"/>
                  </a:lnTo>
                  <a:lnTo>
                    <a:pt x="100453" y="284496"/>
                  </a:lnTo>
                  <a:lnTo>
                    <a:pt x="94770" y="284041"/>
                  </a:lnTo>
                  <a:lnTo>
                    <a:pt x="81686" y="285571"/>
                  </a:lnTo>
                  <a:lnTo>
                    <a:pt x="79255" y="288423"/>
                  </a:lnTo>
                  <a:lnTo>
                    <a:pt x="68713" y="284992"/>
                  </a:lnTo>
                  <a:lnTo>
                    <a:pt x="66807" y="283379"/>
                  </a:lnTo>
                  <a:lnTo>
                    <a:pt x="64227" y="284786"/>
                  </a:lnTo>
                  <a:lnTo>
                    <a:pt x="59740" y="283793"/>
                  </a:lnTo>
                  <a:lnTo>
                    <a:pt x="56339" y="284537"/>
                  </a:lnTo>
                  <a:lnTo>
                    <a:pt x="55068" y="285819"/>
                  </a:lnTo>
                  <a:lnTo>
                    <a:pt x="54993" y="287803"/>
                  </a:lnTo>
                  <a:lnTo>
                    <a:pt x="37833" y="286564"/>
                  </a:lnTo>
                  <a:lnTo>
                    <a:pt x="30581" y="289538"/>
                  </a:lnTo>
                  <a:lnTo>
                    <a:pt x="28150" y="287473"/>
                  </a:lnTo>
                  <a:lnTo>
                    <a:pt x="25870" y="289084"/>
                  </a:lnTo>
                  <a:lnTo>
                    <a:pt x="22095" y="289621"/>
                  </a:lnTo>
                  <a:lnTo>
                    <a:pt x="15028" y="288382"/>
                  </a:lnTo>
                  <a:lnTo>
                    <a:pt x="16038" y="286067"/>
                  </a:lnTo>
                  <a:lnTo>
                    <a:pt x="17010" y="275380"/>
                  </a:lnTo>
                  <a:lnTo>
                    <a:pt x="18916" y="273261"/>
                  </a:lnTo>
                  <a:lnTo>
                    <a:pt x="20749" y="264400"/>
                  </a:lnTo>
                  <a:lnTo>
                    <a:pt x="25870" y="262273"/>
                  </a:lnTo>
                  <a:lnTo>
                    <a:pt x="26618" y="261105"/>
                  </a:lnTo>
                  <a:lnTo>
                    <a:pt x="28973" y="261356"/>
                  </a:lnTo>
                  <a:lnTo>
                    <a:pt x="30506" y="258266"/>
                  </a:lnTo>
                  <a:lnTo>
                    <a:pt x="33123" y="256637"/>
                  </a:lnTo>
                  <a:lnTo>
                    <a:pt x="39628" y="254797"/>
                  </a:lnTo>
                  <a:lnTo>
                    <a:pt x="48077" y="254588"/>
                  </a:lnTo>
                  <a:lnTo>
                    <a:pt x="48637" y="250192"/>
                  </a:lnTo>
                  <a:lnTo>
                    <a:pt x="49983" y="249229"/>
                  </a:lnTo>
                  <a:lnTo>
                    <a:pt x="49797" y="244614"/>
                  </a:lnTo>
                  <a:lnTo>
                    <a:pt x="51068" y="242892"/>
                  </a:lnTo>
                  <a:lnTo>
                    <a:pt x="48264" y="240538"/>
                  </a:lnTo>
                  <a:lnTo>
                    <a:pt x="43030" y="241337"/>
                  </a:lnTo>
                  <a:lnTo>
                    <a:pt x="39852" y="240580"/>
                  </a:lnTo>
                  <a:lnTo>
                    <a:pt x="40899" y="234813"/>
                  </a:lnTo>
                  <a:lnTo>
                    <a:pt x="39366" y="222942"/>
                  </a:lnTo>
                  <a:lnTo>
                    <a:pt x="39777" y="217263"/>
                  </a:lnTo>
                  <a:lnTo>
                    <a:pt x="35739" y="217475"/>
                  </a:lnTo>
                  <a:lnTo>
                    <a:pt x="31366" y="213227"/>
                  </a:lnTo>
                  <a:lnTo>
                    <a:pt x="21721" y="210123"/>
                  </a:lnTo>
                  <a:lnTo>
                    <a:pt x="16188" y="204328"/>
                  </a:lnTo>
                  <a:lnTo>
                    <a:pt x="10281" y="193083"/>
                  </a:lnTo>
                  <a:lnTo>
                    <a:pt x="9869" y="190511"/>
                  </a:lnTo>
                  <a:lnTo>
                    <a:pt x="0" y="178900"/>
                  </a:lnTo>
                  <a:lnTo>
                    <a:pt x="33908" y="189653"/>
                  </a:lnTo>
                  <a:lnTo>
                    <a:pt x="56563" y="187506"/>
                  </a:lnTo>
                  <a:lnTo>
                    <a:pt x="67591" y="190039"/>
                  </a:lnTo>
                  <a:lnTo>
                    <a:pt x="73722" y="186389"/>
                  </a:lnTo>
                  <a:lnTo>
                    <a:pt x="88303" y="186045"/>
                  </a:lnTo>
                  <a:lnTo>
                    <a:pt x="111892" y="178728"/>
                  </a:lnTo>
                  <a:lnTo>
                    <a:pt x="113611" y="176269"/>
                  </a:lnTo>
                  <a:lnTo>
                    <a:pt x="112042" y="172857"/>
                  </a:lnTo>
                  <a:lnTo>
                    <a:pt x="113425" y="167796"/>
                  </a:lnTo>
                  <a:lnTo>
                    <a:pt x="113052" y="160899"/>
                  </a:lnTo>
                  <a:lnTo>
                    <a:pt x="114285" y="156160"/>
                  </a:lnTo>
                  <a:lnTo>
                    <a:pt x="115332" y="153547"/>
                  </a:lnTo>
                  <a:lnTo>
                    <a:pt x="119481" y="150931"/>
                  </a:lnTo>
                  <a:lnTo>
                    <a:pt x="124304" y="144991"/>
                  </a:lnTo>
                  <a:lnTo>
                    <a:pt x="126285" y="143985"/>
                  </a:lnTo>
                  <a:lnTo>
                    <a:pt x="133837" y="146128"/>
                  </a:lnTo>
                  <a:lnTo>
                    <a:pt x="137277" y="145691"/>
                  </a:lnTo>
                  <a:lnTo>
                    <a:pt x="143183" y="143066"/>
                  </a:lnTo>
                  <a:lnTo>
                    <a:pt x="139856" y="139079"/>
                  </a:lnTo>
                  <a:lnTo>
                    <a:pt x="148978" y="134909"/>
                  </a:lnTo>
                  <a:lnTo>
                    <a:pt x="151969" y="131876"/>
                  </a:lnTo>
                  <a:lnTo>
                    <a:pt x="157838" y="133064"/>
                  </a:lnTo>
                  <a:lnTo>
                    <a:pt x="161054" y="131876"/>
                  </a:lnTo>
                  <a:lnTo>
                    <a:pt x="164866" y="135700"/>
                  </a:lnTo>
                  <a:lnTo>
                    <a:pt x="166698" y="135964"/>
                  </a:lnTo>
                  <a:lnTo>
                    <a:pt x="171147" y="133459"/>
                  </a:lnTo>
                  <a:lnTo>
                    <a:pt x="175184" y="128575"/>
                  </a:lnTo>
                  <a:lnTo>
                    <a:pt x="174400" y="116383"/>
                  </a:lnTo>
                  <a:lnTo>
                    <a:pt x="177839" y="110262"/>
                  </a:lnTo>
                  <a:lnTo>
                    <a:pt x="179820" y="101940"/>
                  </a:lnTo>
                  <a:lnTo>
                    <a:pt x="184007" y="100067"/>
                  </a:lnTo>
                  <a:lnTo>
                    <a:pt x="188531" y="99620"/>
                  </a:lnTo>
                  <a:lnTo>
                    <a:pt x="195596" y="95242"/>
                  </a:lnTo>
                  <a:lnTo>
                    <a:pt x="196082" y="93273"/>
                  </a:lnTo>
                  <a:lnTo>
                    <a:pt x="192942" y="86998"/>
                  </a:lnTo>
                  <a:lnTo>
                    <a:pt x="187447" y="80072"/>
                  </a:lnTo>
                  <a:lnTo>
                    <a:pt x="187895" y="77323"/>
                  </a:lnTo>
                  <a:lnTo>
                    <a:pt x="190063" y="76196"/>
                  </a:lnTo>
                  <a:lnTo>
                    <a:pt x="196942" y="78495"/>
                  </a:lnTo>
                  <a:lnTo>
                    <a:pt x="203746" y="78721"/>
                  </a:lnTo>
                  <a:lnTo>
                    <a:pt x="212009" y="76240"/>
                  </a:lnTo>
                  <a:lnTo>
                    <a:pt x="212831" y="74480"/>
                  </a:lnTo>
                  <a:lnTo>
                    <a:pt x="212943" y="68239"/>
                  </a:lnTo>
                  <a:lnTo>
                    <a:pt x="210214" y="64159"/>
                  </a:lnTo>
                  <a:lnTo>
                    <a:pt x="217055" y="55655"/>
                  </a:lnTo>
                  <a:lnTo>
                    <a:pt x="220382" y="53148"/>
                  </a:lnTo>
                  <a:lnTo>
                    <a:pt x="223822" y="47667"/>
                  </a:lnTo>
                  <a:lnTo>
                    <a:pt x="222289" y="44966"/>
                  </a:lnTo>
                  <a:lnTo>
                    <a:pt x="223411" y="41941"/>
                  </a:lnTo>
                  <a:lnTo>
                    <a:pt x="222813" y="38406"/>
                  </a:lnTo>
                  <a:lnTo>
                    <a:pt x="219822" y="31041"/>
                  </a:lnTo>
                  <a:lnTo>
                    <a:pt x="214774" y="25731"/>
                  </a:lnTo>
                  <a:lnTo>
                    <a:pt x="215784" y="23650"/>
                  </a:lnTo>
                  <a:lnTo>
                    <a:pt x="223822" y="15580"/>
                  </a:lnTo>
                  <a:lnTo>
                    <a:pt x="227000" y="15673"/>
                  </a:lnTo>
                  <a:lnTo>
                    <a:pt x="234962" y="8738"/>
                  </a:lnTo>
                  <a:lnTo>
                    <a:pt x="244645" y="5378"/>
                  </a:lnTo>
                  <a:lnTo>
                    <a:pt x="254888" y="4350"/>
                  </a:lnTo>
                  <a:lnTo>
                    <a:pt x="268459" y="3836"/>
                  </a:lnTo>
                  <a:lnTo>
                    <a:pt x="274067" y="5472"/>
                  </a:lnTo>
                  <a:lnTo>
                    <a:pt x="285731" y="0"/>
                  </a:lnTo>
                  <a:lnTo>
                    <a:pt x="291712" y="2199"/>
                  </a:lnTo>
                  <a:lnTo>
                    <a:pt x="297020" y="1638"/>
                  </a:lnTo>
                  <a:lnTo>
                    <a:pt x="301208" y="3228"/>
                  </a:lnTo>
                  <a:lnTo>
                    <a:pt x="302815" y="7758"/>
                  </a:lnTo>
                  <a:lnTo>
                    <a:pt x="307862" y="7665"/>
                  </a:lnTo>
                  <a:lnTo>
                    <a:pt x="312385" y="11301"/>
                  </a:lnTo>
                  <a:lnTo>
                    <a:pt x="314255" y="16974"/>
                  </a:lnTo>
                  <a:lnTo>
                    <a:pt x="314143" y="22446"/>
                  </a:lnTo>
                  <a:lnTo>
                    <a:pt x="312985" y="25546"/>
                  </a:lnTo>
                  <a:lnTo>
                    <a:pt x="316274" y="27210"/>
                  </a:lnTo>
                  <a:lnTo>
                    <a:pt x="317844" y="31180"/>
                  </a:lnTo>
                  <a:lnTo>
                    <a:pt x="320013" y="31641"/>
                  </a:lnTo>
                  <a:lnTo>
                    <a:pt x="326219" y="29703"/>
                  </a:lnTo>
                  <a:lnTo>
                    <a:pt x="326480" y="32609"/>
                  </a:lnTo>
                  <a:lnTo>
                    <a:pt x="329882" y="35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2" name="oPE_MapPart_PLW_1_572" descr="Palau">
              <a:extLst>
                <a:ext uri="{FF2B5EF4-FFF2-40B4-BE49-F238E27FC236}">
                  <a16:creationId xmlns:a16="http://schemas.microsoft.com/office/drawing/2014/main" id="{0544167B-BC9E-57B8-F348-1BB8836B4D06}"/>
                </a:ext>
              </a:extLst>
            </p:cNvPr>
            <p:cNvSpPr/>
            <p:nvPr>
              <p:custDataLst>
                <p:tags r:id="rId572"/>
              </p:custDataLst>
            </p:nvPr>
          </p:nvSpPr>
          <p:spPr>
            <a:xfrm>
              <a:off x="8819620" y="4328733"/>
              <a:ext cx="1010" cy="339"/>
            </a:xfrm>
            <a:custGeom>
              <a:avLst/>
              <a:gdLst/>
              <a:ahLst/>
              <a:cxnLst/>
              <a:rect l="0" t="0" r="0" b="0"/>
              <a:pathLst>
                <a:path w="1010" h="339">
                  <a:moveTo>
                    <a:pt x="747" y="338"/>
                  </a:moveTo>
                  <a:lnTo>
                    <a:pt x="0" y="38"/>
                  </a:lnTo>
                  <a:lnTo>
                    <a:pt x="100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3" name="oPE_MapPart_PLW_2_573" descr="Palau">
              <a:extLst>
                <a:ext uri="{FF2B5EF4-FFF2-40B4-BE49-F238E27FC236}">
                  <a16:creationId xmlns:a16="http://schemas.microsoft.com/office/drawing/2014/main" id="{C5F4AC4C-5525-F6BE-AB4D-EE7F21933820}"/>
                </a:ext>
              </a:extLst>
            </p:cNvPr>
            <p:cNvSpPr/>
            <p:nvPr>
              <p:custDataLst>
                <p:tags r:id="rId573"/>
              </p:custDataLst>
            </p:nvPr>
          </p:nvSpPr>
          <p:spPr>
            <a:xfrm>
              <a:off x="8889603" y="4231264"/>
              <a:ext cx="2992" cy="7392"/>
            </a:xfrm>
            <a:custGeom>
              <a:avLst/>
              <a:gdLst/>
              <a:ahLst/>
              <a:cxnLst/>
              <a:rect l="0" t="0" r="0" b="0"/>
              <a:pathLst>
                <a:path w="2992" h="7392">
                  <a:moveTo>
                    <a:pt x="1833" y="6939"/>
                  </a:moveTo>
                  <a:lnTo>
                    <a:pt x="561" y="7391"/>
                  </a:lnTo>
                  <a:lnTo>
                    <a:pt x="0" y="5770"/>
                  </a:lnTo>
                  <a:lnTo>
                    <a:pt x="188" y="3922"/>
                  </a:lnTo>
                  <a:lnTo>
                    <a:pt x="2991" y="0"/>
                  </a:lnTo>
                  <a:lnTo>
                    <a:pt x="1907" y="577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4" name="oPE_MapPart_PSX_1_574" descr="Palästina">
              <a:extLst>
                <a:ext uri="{FF2B5EF4-FFF2-40B4-BE49-F238E27FC236}">
                  <a16:creationId xmlns:a16="http://schemas.microsoft.com/office/drawing/2014/main" id="{359B0C72-3787-B4FB-C2A9-C3356D3B10ED}"/>
                </a:ext>
              </a:extLst>
            </p:cNvPr>
            <p:cNvSpPr/>
            <p:nvPr>
              <p:custDataLst>
                <p:tags r:id="rId574"/>
              </p:custDataLst>
            </p:nvPr>
          </p:nvSpPr>
          <p:spPr>
            <a:xfrm>
              <a:off x="6806271" y="3699961"/>
              <a:ext cx="6804" cy="9154"/>
            </a:xfrm>
            <a:custGeom>
              <a:avLst/>
              <a:gdLst/>
              <a:ahLst/>
              <a:cxnLst/>
              <a:rect l="0" t="0" r="0" b="0"/>
              <a:pathLst>
                <a:path w="6804" h="9154">
                  <a:moveTo>
                    <a:pt x="5794" y="0"/>
                  </a:moveTo>
                  <a:lnTo>
                    <a:pt x="6803" y="1447"/>
                  </a:lnTo>
                  <a:lnTo>
                    <a:pt x="3140" y="5391"/>
                  </a:lnTo>
                  <a:lnTo>
                    <a:pt x="3103" y="7098"/>
                  </a:lnTo>
                  <a:lnTo>
                    <a:pt x="972" y="9153"/>
                  </a:lnTo>
                  <a:lnTo>
                    <a:pt x="0" y="6398"/>
                  </a:lnTo>
                  <a:lnTo>
                    <a:pt x="3925" y="24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5" name="oPE_MapPart_PSX_2_575" descr="Palästina">
              <a:extLst>
                <a:ext uri="{FF2B5EF4-FFF2-40B4-BE49-F238E27FC236}">
                  <a16:creationId xmlns:a16="http://schemas.microsoft.com/office/drawing/2014/main" id="{63B66FDE-20CE-C9EA-E638-1D4B66676005}"/>
                </a:ext>
              </a:extLst>
            </p:cNvPr>
            <p:cNvSpPr/>
            <p:nvPr>
              <p:custDataLst>
                <p:tags r:id="rId575"/>
              </p:custDataLst>
            </p:nvPr>
          </p:nvSpPr>
          <p:spPr>
            <a:xfrm>
              <a:off x="6820290" y="3676669"/>
              <a:ext cx="14244" cy="28991"/>
            </a:xfrm>
            <a:custGeom>
              <a:avLst/>
              <a:gdLst/>
              <a:ahLst/>
              <a:cxnLst/>
              <a:rect l="0" t="0" r="0" b="0"/>
              <a:pathLst>
                <a:path w="14244" h="28991">
                  <a:moveTo>
                    <a:pt x="14094" y="3412"/>
                  </a:moveTo>
                  <a:lnTo>
                    <a:pt x="14243" y="18855"/>
                  </a:lnTo>
                  <a:lnTo>
                    <a:pt x="12000" y="25879"/>
                  </a:lnTo>
                  <a:lnTo>
                    <a:pt x="4748" y="28596"/>
                  </a:lnTo>
                  <a:lnTo>
                    <a:pt x="711" y="28990"/>
                  </a:lnTo>
                  <a:lnTo>
                    <a:pt x="0" y="27851"/>
                  </a:lnTo>
                  <a:lnTo>
                    <a:pt x="1607" y="22852"/>
                  </a:lnTo>
                  <a:lnTo>
                    <a:pt x="6879" y="19251"/>
                  </a:lnTo>
                  <a:lnTo>
                    <a:pt x="5271" y="17623"/>
                  </a:lnTo>
                  <a:lnTo>
                    <a:pt x="1682" y="17007"/>
                  </a:lnTo>
                  <a:lnTo>
                    <a:pt x="2430" y="15246"/>
                  </a:lnTo>
                  <a:lnTo>
                    <a:pt x="1720" y="9204"/>
                  </a:lnTo>
                  <a:lnTo>
                    <a:pt x="4000" y="1817"/>
                  </a:lnTo>
                  <a:lnTo>
                    <a:pt x="6655" y="0"/>
                  </a:lnTo>
                  <a:lnTo>
                    <a:pt x="10168" y="665"/>
                  </a:lnTo>
                  <a:lnTo>
                    <a:pt x="12710" y="32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6" name="oPE_MapPart_PAN_1_576" descr="Panama">
              <a:extLst>
                <a:ext uri="{FF2B5EF4-FFF2-40B4-BE49-F238E27FC236}">
                  <a16:creationId xmlns:a16="http://schemas.microsoft.com/office/drawing/2014/main" id="{DEEAC6C0-0F99-270C-706C-72E9BC4DE78C}"/>
                </a:ext>
              </a:extLst>
            </p:cNvPr>
            <p:cNvSpPr/>
            <p:nvPr>
              <p:custDataLst>
                <p:tags r:id="rId576"/>
              </p:custDataLst>
            </p:nvPr>
          </p:nvSpPr>
          <p:spPr>
            <a:xfrm>
              <a:off x="4371597" y="4191670"/>
              <a:ext cx="121089" cy="49926"/>
            </a:xfrm>
            <a:custGeom>
              <a:avLst/>
              <a:gdLst/>
              <a:ahLst/>
              <a:cxnLst/>
              <a:rect l="0" t="0" r="0" b="0"/>
              <a:pathLst>
                <a:path w="121089" h="49926">
                  <a:moveTo>
                    <a:pt x="117388" y="19765"/>
                  </a:moveTo>
                  <a:lnTo>
                    <a:pt x="115219" y="23129"/>
                  </a:lnTo>
                  <a:lnTo>
                    <a:pt x="116714" y="24604"/>
                  </a:lnTo>
                  <a:lnTo>
                    <a:pt x="121088" y="34160"/>
                  </a:lnTo>
                  <a:lnTo>
                    <a:pt x="117986" y="36990"/>
                  </a:lnTo>
                  <a:lnTo>
                    <a:pt x="117874" y="39745"/>
                  </a:lnTo>
                  <a:lnTo>
                    <a:pt x="113986" y="42687"/>
                  </a:lnTo>
                  <a:lnTo>
                    <a:pt x="112976" y="43140"/>
                  </a:lnTo>
                  <a:lnTo>
                    <a:pt x="110508" y="40047"/>
                  </a:lnTo>
                  <a:lnTo>
                    <a:pt x="109350" y="39896"/>
                  </a:lnTo>
                  <a:lnTo>
                    <a:pt x="109724" y="43290"/>
                  </a:lnTo>
                  <a:lnTo>
                    <a:pt x="107967" y="45251"/>
                  </a:lnTo>
                  <a:lnTo>
                    <a:pt x="106471" y="49737"/>
                  </a:lnTo>
                  <a:lnTo>
                    <a:pt x="100863" y="43140"/>
                  </a:lnTo>
                  <a:lnTo>
                    <a:pt x="96564" y="35670"/>
                  </a:lnTo>
                  <a:lnTo>
                    <a:pt x="95630" y="32310"/>
                  </a:lnTo>
                  <a:lnTo>
                    <a:pt x="98433" y="31668"/>
                  </a:lnTo>
                  <a:lnTo>
                    <a:pt x="99106" y="30686"/>
                  </a:lnTo>
                  <a:lnTo>
                    <a:pt x="98546" y="28382"/>
                  </a:lnTo>
                  <a:lnTo>
                    <a:pt x="101462" y="25473"/>
                  </a:lnTo>
                  <a:lnTo>
                    <a:pt x="103406" y="27589"/>
                  </a:lnTo>
                  <a:lnTo>
                    <a:pt x="109387" y="30799"/>
                  </a:lnTo>
                  <a:lnTo>
                    <a:pt x="104153" y="26758"/>
                  </a:lnTo>
                  <a:lnTo>
                    <a:pt x="102321" y="23129"/>
                  </a:lnTo>
                  <a:lnTo>
                    <a:pt x="99779" y="25246"/>
                  </a:lnTo>
                  <a:lnTo>
                    <a:pt x="99069" y="24037"/>
                  </a:lnTo>
                  <a:lnTo>
                    <a:pt x="96116" y="22979"/>
                  </a:lnTo>
                  <a:lnTo>
                    <a:pt x="96714" y="25095"/>
                  </a:lnTo>
                  <a:lnTo>
                    <a:pt x="95892" y="26115"/>
                  </a:lnTo>
                  <a:lnTo>
                    <a:pt x="93723" y="20408"/>
                  </a:lnTo>
                  <a:lnTo>
                    <a:pt x="81835" y="12652"/>
                  </a:lnTo>
                  <a:lnTo>
                    <a:pt x="78507" y="12160"/>
                  </a:lnTo>
                  <a:lnTo>
                    <a:pt x="73087" y="13220"/>
                  </a:lnTo>
                  <a:lnTo>
                    <a:pt x="69348" y="15717"/>
                  </a:lnTo>
                  <a:lnTo>
                    <a:pt x="66694" y="20143"/>
                  </a:lnTo>
                  <a:lnTo>
                    <a:pt x="68040" y="21088"/>
                  </a:lnTo>
                  <a:lnTo>
                    <a:pt x="60264" y="26229"/>
                  </a:lnTo>
                  <a:lnTo>
                    <a:pt x="55217" y="27514"/>
                  </a:lnTo>
                  <a:lnTo>
                    <a:pt x="53348" y="29100"/>
                  </a:lnTo>
                  <a:lnTo>
                    <a:pt x="53348" y="31970"/>
                  </a:lnTo>
                  <a:lnTo>
                    <a:pt x="61311" y="40575"/>
                  </a:lnTo>
                  <a:lnTo>
                    <a:pt x="62619" y="44044"/>
                  </a:lnTo>
                  <a:lnTo>
                    <a:pt x="60563" y="45440"/>
                  </a:lnTo>
                  <a:lnTo>
                    <a:pt x="56899" y="45628"/>
                  </a:lnTo>
                  <a:lnTo>
                    <a:pt x="53759" y="48757"/>
                  </a:lnTo>
                  <a:lnTo>
                    <a:pt x="45310" y="49925"/>
                  </a:lnTo>
                  <a:lnTo>
                    <a:pt x="44151" y="48719"/>
                  </a:lnTo>
                  <a:lnTo>
                    <a:pt x="40786" y="35670"/>
                  </a:lnTo>
                  <a:lnTo>
                    <a:pt x="38805" y="36613"/>
                  </a:lnTo>
                  <a:lnTo>
                    <a:pt x="38020" y="40537"/>
                  </a:lnTo>
                  <a:lnTo>
                    <a:pt x="37534" y="41518"/>
                  </a:lnTo>
                  <a:lnTo>
                    <a:pt x="36525" y="41442"/>
                  </a:lnTo>
                  <a:lnTo>
                    <a:pt x="31627" y="39405"/>
                  </a:lnTo>
                  <a:lnTo>
                    <a:pt x="26991" y="30686"/>
                  </a:lnTo>
                  <a:lnTo>
                    <a:pt x="21870" y="29062"/>
                  </a:lnTo>
                  <a:lnTo>
                    <a:pt x="18020" y="29478"/>
                  </a:lnTo>
                  <a:lnTo>
                    <a:pt x="16673" y="28760"/>
                  </a:lnTo>
                  <a:lnTo>
                    <a:pt x="16449" y="27060"/>
                  </a:lnTo>
                  <a:lnTo>
                    <a:pt x="13757" y="27816"/>
                  </a:lnTo>
                  <a:lnTo>
                    <a:pt x="5084" y="27211"/>
                  </a:lnTo>
                  <a:lnTo>
                    <a:pt x="3327" y="28420"/>
                  </a:lnTo>
                  <a:lnTo>
                    <a:pt x="3065" y="32083"/>
                  </a:lnTo>
                  <a:lnTo>
                    <a:pt x="2355" y="29402"/>
                  </a:lnTo>
                  <a:lnTo>
                    <a:pt x="0" y="26493"/>
                  </a:lnTo>
                  <a:lnTo>
                    <a:pt x="3439" y="24075"/>
                  </a:lnTo>
                  <a:lnTo>
                    <a:pt x="3551" y="20257"/>
                  </a:lnTo>
                  <a:lnTo>
                    <a:pt x="2280" y="18025"/>
                  </a:lnTo>
                  <a:lnTo>
                    <a:pt x="6206" y="14355"/>
                  </a:lnTo>
                  <a:lnTo>
                    <a:pt x="5047" y="12766"/>
                  </a:lnTo>
                  <a:lnTo>
                    <a:pt x="1794" y="11328"/>
                  </a:lnTo>
                  <a:lnTo>
                    <a:pt x="1794" y="3108"/>
                  </a:lnTo>
                  <a:lnTo>
                    <a:pt x="4673" y="113"/>
                  </a:lnTo>
                  <a:lnTo>
                    <a:pt x="7963" y="1933"/>
                  </a:lnTo>
                  <a:lnTo>
                    <a:pt x="9608" y="455"/>
                  </a:lnTo>
                  <a:lnTo>
                    <a:pt x="13607" y="3563"/>
                  </a:lnTo>
                  <a:lnTo>
                    <a:pt x="14281" y="8184"/>
                  </a:lnTo>
                  <a:lnTo>
                    <a:pt x="17421" y="8526"/>
                  </a:lnTo>
                  <a:lnTo>
                    <a:pt x="16449" y="9586"/>
                  </a:lnTo>
                  <a:lnTo>
                    <a:pt x="16262" y="11933"/>
                  </a:lnTo>
                  <a:lnTo>
                    <a:pt x="19702" y="13939"/>
                  </a:lnTo>
                  <a:lnTo>
                    <a:pt x="25907" y="13485"/>
                  </a:lnTo>
                  <a:lnTo>
                    <a:pt x="23515" y="9624"/>
                  </a:lnTo>
                  <a:lnTo>
                    <a:pt x="27290" y="12160"/>
                  </a:lnTo>
                  <a:lnTo>
                    <a:pt x="30768" y="16210"/>
                  </a:lnTo>
                  <a:lnTo>
                    <a:pt x="34730" y="17193"/>
                  </a:lnTo>
                  <a:lnTo>
                    <a:pt x="45459" y="14961"/>
                  </a:lnTo>
                  <a:lnTo>
                    <a:pt x="51516" y="10835"/>
                  </a:lnTo>
                  <a:lnTo>
                    <a:pt x="60226" y="8147"/>
                  </a:lnTo>
                  <a:lnTo>
                    <a:pt x="71629" y="0"/>
                  </a:lnTo>
                  <a:lnTo>
                    <a:pt x="81311" y="1289"/>
                  </a:lnTo>
                  <a:lnTo>
                    <a:pt x="83293" y="1819"/>
                  </a:lnTo>
                  <a:lnTo>
                    <a:pt x="85050" y="3563"/>
                  </a:lnTo>
                  <a:lnTo>
                    <a:pt x="93910" y="4017"/>
                  </a:lnTo>
                  <a:lnTo>
                    <a:pt x="102695" y="7616"/>
                  </a:lnTo>
                  <a:lnTo>
                    <a:pt x="107930" y="11138"/>
                  </a:lnTo>
                  <a:lnTo>
                    <a:pt x="110696" y="148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7" name="oPE_MapPart_PAN_2_577" descr="Panama">
              <a:extLst>
                <a:ext uri="{FF2B5EF4-FFF2-40B4-BE49-F238E27FC236}">
                  <a16:creationId xmlns:a16="http://schemas.microsoft.com/office/drawing/2014/main" id="{84A2A664-22C7-8641-AF64-A1E43DB6D192}"/>
                </a:ext>
              </a:extLst>
            </p:cNvPr>
            <p:cNvSpPr/>
            <p:nvPr>
              <p:custDataLst>
                <p:tags r:id="rId577"/>
              </p:custDataLst>
            </p:nvPr>
          </p:nvSpPr>
          <p:spPr>
            <a:xfrm>
              <a:off x="4455974" y="4215858"/>
              <a:ext cx="2319" cy="4535"/>
            </a:xfrm>
            <a:custGeom>
              <a:avLst/>
              <a:gdLst/>
              <a:ahLst/>
              <a:cxnLst/>
              <a:rect l="0" t="0" r="0" b="0"/>
              <a:pathLst>
                <a:path w="2319" h="4535">
                  <a:moveTo>
                    <a:pt x="1383" y="3628"/>
                  </a:moveTo>
                  <a:lnTo>
                    <a:pt x="972" y="4534"/>
                  </a:lnTo>
                  <a:lnTo>
                    <a:pt x="0" y="2532"/>
                  </a:lnTo>
                  <a:lnTo>
                    <a:pt x="75" y="227"/>
                  </a:lnTo>
                  <a:lnTo>
                    <a:pt x="2243" y="0"/>
                  </a:lnTo>
                  <a:lnTo>
                    <a:pt x="2318" y="306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8" name="oPE_MapPart_PAN_3_578" descr="Panama">
              <a:extLst>
                <a:ext uri="{FF2B5EF4-FFF2-40B4-BE49-F238E27FC236}">
                  <a16:creationId xmlns:a16="http://schemas.microsoft.com/office/drawing/2014/main" id="{3BEF58CE-507A-94B4-C7BB-E9A73B0F6F5A}"/>
                </a:ext>
              </a:extLst>
            </p:cNvPr>
            <p:cNvSpPr/>
            <p:nvPr>
              <p:custDataLst>
                <p:tags r:id="rId578"/>
              </p:custDataLst>
            </p:nvPr>
          </p:nvSpPr>
          <p:spPr>
            <a:xfrm>
              <a:off x="4395860" y="4233188"/>
              <a:ext cx="5309" cy="6033"/>
            </a:xfrm>
            <a:custGeom>
              <a:avLst/>
              <a:gdLst/>
              <a:ahLst/>
              <a:cxnLst/>
              <a:rect l="0" t="0" r="0" b="0"/>
              <a:pathLst>
                <a:path w="5309" h="6033">
                  <a:moveTo>
                    <a:pt x="5308" y="6032"/>
                  </a:moveTo>
                  <a:lnTo>
                    <a:pt x="1831" y="5241"/>
                  </a:lnTo>
                  <a:lnTo>
                    <a:pt x="0" y="2941"/>
                  </a:lnTo>
                  <a:lnTo>
                    <a:pt x="972" y="603"/>
                  </a:lnTo>
                  <a:lnTo>
                    <a:pt x="2691" y="0"/>
                  </a:lnTo>
                  <a:lnTo>
                    <a:pt x="3888" y="2036"/>
                  </a:lnTo>
                  <a:lnTo>
                    <a:pt x="3065" y="2828"/>
                  </a:lnTo>
                  <a:lnTo>
                    <a:pt x="3402" y="4110"/>
                  </a:lnTo>
                  <a:lnTo>
                    <a:pt x="5084" y="50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9" name="oPE_MapPart_PAN_4_579" descr="Panama">
              <a:extLst>
                <a:ext uri="{FF2B5EF4-FFF2-40B4-BE49-F238E27FC236}">
                  <a16:creationId xmlns:a16="http://schemas.microsoft.com/office/drawing/2014/main" id="{002691E2-3874-3A68-D67B-8DCB7B069200}"/>
                </a:ext>
              </a:extLst>
            </p:cNvPr>
            <p:cNvSpPr/>
            <p:nvPr>
              <p:custDataLst>
                <p:tags r:id="rId579"/>
              </p:custDataLst>
            </p:nvPr>
          </p:nvSpPr>
          <p:spPr>
            <a:xfrm>
              <a:off x="4386252" y="4195195"/>
              <a:ext cx="1832" cy="2009"/>
            </a:xfrm>
            <a:custGeom>
              <a:avLst/>
              <a:gdLst/>
              <a:ahLst/>
              <a:cxnLst/>
              <a:rect l="0" t="0" r="0" b="0"/>
              <a:pathLst>
                <a:path w="1832" h="2009">
                  <a:moveTo>
                    <a:pt x="1831" y="1023"/>
                  </a:moveTo>
                  <a:lnTo>
                    <a:pt x="1607" y="2008"/>
                  </a:lnTo>
                  <a:lnTo>
                    <a:pt x="0" y="265"/>
                  </a:lnTo>
                  <a:lnTo>
                    <a:pt x="127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0" name="oPE_MapPart_PAN_5_580" descr="Panama">
              <a:extLst>
                <a:ext uri="{FF2B5EF4-FFF2-40B4-BE49-F238E27FC236}">
                  <a16:creationId xmlns:a16="http://schemas.microsoft.com/office/drawing/2014/main" id="{EC223A6B-6146-BA18-E3AE-9C93231CED68}"/>
                </a:ext>
              </a:extLst>
            </p:cNvPr>
            <p:cNvSpPr/>
            <p:nvPr>
              <p:custDataLst>
                <p:tags r:id="rId580"/>
              </p:custDataLst>
            </p:nvPr>
          </p:nvSpPr>
          <p:spPr>
            <a:xfrm>
              <a:off x="4452572" y="4219032"/>
              <a:ext cx="1309" cy="1814"/>
            </a:xfrm>
            <a:custGeom>
              <a:avLst/>
              <a:gdLst/>
              <a:ahLst/>
              <a:cxnLst/>
              <a:rect l="0" t="0" r="0" b="0"/>
              <a:pathLst>
                <a:path w="1309" h="1814">
                  <a:moveTo>
                    <a:pt x="1308" y="869"/>
                  </a:moveTo>
                  <a:lnTo>
                    <a:pt x="374" y="1813"/>
                  </a:lnTo>
                  <a:lnTo>
                    <a:pt x="0" y="945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1" name="oPE_MapPart_PNG_1_581" descr="Papua-Neuguinea">
              <a:extLst>
                <a:ext uri="{FF2B5EF4-FFF2-40B4-BE49-F238E27FC236}">
                  <a16:creationId xmlns:a16="http://schemas.microsoft.com/office/drawing/2014/main" id="{A5C555E1-4875-47A2-9770-96FF5EF7A870}"/>
                </a:ext>
              </a:extLst>
            </p:cNvPr>
            <p:cNvSpPr/>
            <p:nvPr>
              <p:custDataLst>
                <p:tags r:id="rId581"/>
              </p:custDataLst>
            </p:nvPr>
          </p:nvSpPr>
          <p:spPr>
            <a:xfrm>
              <a:off x="9021608" y="4446170"/>
              <a:ext cx="207412" cy="168340"/>
            </a:xfrm>
            <a:custGeom>
              <a:avLst/>
              <a:gdLst/>
              <a:ahLst/>
              <a:cxnLst/>
              <a:rect l="0" t="0" r="0" b="0"/>
              <a:pathLst>
                <a:path w="207412" h="168340">
                  <a:moveTo>
                    <a:pt x="2356" y="135968"/>
                  </a:moveTo>
                  <a:lnTo>
                    <a:pt x="2356" y="89529"/>
                  </a:lnTo>
                  <a:lnTo>
                    <a:pt x="0" y="86065"/>
                  </a:lnTo>
                  <a:lnTo>
                    <a:pt x="2319" y="77862"/>
                  </a:lnTo>
                  <a:lnTo>
                    <a:pt x="2319" y="0"/>
                  </a:lnTo>
                  <a:lnTo>
                    <a:pt x="6693" y="374"/>
                  </a:lnTo>
                  <a:lnTo>
                    <a:pt x="28002" y="9844"/>
                  </a:lnTo>
                  <a:lnTo>
                    <a:pt x="42433" y="14786"/>
                  </a:lnTo>
                  <a:lnTo>
                    <a:pt x="54957" y="17071"/>
                  </a:lnTo>
                  <a:lnTo>
                    <a:pt x="66545" y="24863"/>
                  </a:lnTo>
                  <a:lnTo>
                    <a:pt x="75069" y="25274"/>
                  </a:lnTo>
                  <a:lnTo>
                    <a:pt x="78172" y="28759"/>
                  </a:lnTo>
                  <a:lnTo>
                    <a:pt x="82695" y="31046"/>
                  </a:lnTo>
                  <a:lnTo>
                    <a:pt x="87742" y="36181"/>
                  </a:lnTo>
                  <a:lnTo>
                    <a:pt x="92864" y="36931"/>
                  </a:lnTo>
                  <a:lnTo>
                    <a:pt x="101874" y="46045"/>
                  </a:lnTo>
                  <a:lnTo>
                    <a:pt x="102397" y="53476"/>
                  </a:lnTo>
                  <a:lnTo>
                    <a:pt x="101425" y="58131"/>
                  </a:lnTo>
                  <a:lnTo>
                    <a:pt x="103630" y="59595"/>
                  </a:lnTo>
                  <a:lnTo>
                    <a:pt x="115070" y="62601"/>
                  </a:lnTo>
                  <a:lnTo>
                    <a:pt x="128192" y="68913"/>
                  </a:lnTo>
                  <a:lnTo>
                    <a:pt x="136268" y="69928"/>
                  </a:lnTo>
                  <a:lnTo>
                    <a:pt x="139221" y="71808"/>
                  </a:lnTo>
                  <a:lnTo>
                    <a:pt x="144119" y="77185"/>
                  </a:lnTo>
                  <a:lnTo>
                    <a:pt x="145202" y="82150"/>
                  </a:lnTo>
                  <a:lnTo>
                    <a:pt x="144305" y="85312"/>
                  </a:lnTo>
                  <a:lnTo>
                    <a:pt x="134847" y="86140"/>
                  </a:lnTo>
                  <a:lnTo>
                    <a:pt x="129950" y="85689"/>
                  </a:lnTo>
                  <a:lnTo>
                    <a:pt x="126510" y="88060"/>
                  </a:lnTo>
                  <a:lnTo>
                    <a:pt x="126660" y="90018"/>
                  </a:lnTo>
                  <a:lnTo>
                    <a:pt x="131408" y="99438"/>
                  </a:lnTo>
                  <a:lnTo>
                    <a:pt x="142511" y="109886"/>
                  </a:lnTo>
                  <a:lnTo>
                    <a:pt x="150885" y="114643"/>
                  </a:lnTo>
                  <a:lnTo>
                    <a:pt x="153352" y="124088"/>
                  </a:lnTo>
                  <a:lnTo>
                    <a:pt x="157615" y="127038"/>
                  </a:lnTo>
                  <a:lnTo>
                    <a:pt x="160343" y="134567"/>
                  </a:lnTo>
                  <a:lnTo>
                    <a:pt x="164680" y="135363"/>
                  </a:lnTo>
                  <a:lnTo>
                    <a:pt x="171036" y="133810"/>
                  </a:lnTo>
                  <a:lnTo>
                    <a:pt x="173128" y="134113"/>
                  </a:lnTo>
                  <a:lnTo>
                    <a:pt x="174138" y="134946"/>
                  </a:lnTo>
                  <a:lnTo>
                    <a:pt x="174475" y="137256"/>
                  </a:lnTo>
                  <a:lnTo>
                    <a:pt x="173241" y="142029"/>
                  </a:lnTo>
                  <a:lnTo>
                    <a:pt x="174475" y="143961"/>
                  </a:lnTo>
                  <a:lnTo>
                    <a:pt x="178886" y="145857"/>
                  </a:lnTo>
                  <a:lnTo>
                    <a:pt x="186998" y="146729"/>
                  </a:lnTo>
                  <a:lnTo>
                    <a:pt x="189989" y="147943"/>
                  </a:lnTo>
                  <a:lnTo>
                    <a:pt x="189466" y="148967"/>
                  </a:lnTo>
                  <a:lnTo>
                    <a:pt x="184830" y="150446"/>
                  </a:lnTo>
                  <a:lnTo>
                    <a:pt x="184868" y="151774"/>
                  </a:lnTo>
                  <a:lnTo>
                    <a:pt x="187186" y="154810"/>
                  </a:lnTo>
                  <a:lnTo>
                    <a:pt x="197354" y="158532"/>
                  </a:lnTo>
                  <a:lnTo>
                    <a:pt x="203634" y="159937"/>
                  </a:lnTo>
                  <a:lnTo>
                    <a:pt x="207411" y="159519"/>
                  </a:lnTo>
                  <a:lnTo>
                    <a:pt x="202999" y="161647"/>
                  </a:lnTo>
                  <a:lnTo>
                    <a:pt x="199036" y="161001"/>
                  </a:lnTo>
                  <a:lnTo>
                    <a:pt x="198289" y="161685"/>
                  </a:lnTo>
                  <a:lnTo>
                    <a:pt x="203224" y="165449"/>
                  </a:lnTo>
                  <a:lnTo>
                    <a:pt x="202626" y="166286"/>
                  </a:lnTo>
                  <a:lnTo>
                    <a:pt x="199784" y="167958"/>
                  </a:lnTo>
                  <a:lnTo>
                    <a:pt x="196419" y="168339"/>
                  </a:lnTo>
                  <a:lnTo>
                    <a:pt x="190139" y="166703"/>
                  </a:lnTo>
                  <a:lnTo>
                    <a:pt x="184680" y="161990"/>
                  </a:lnTo>
                  <a:lnTo>
                    <a:pt x="167708" y="159900"/>
                  </a:lnTo>
                  <a:lnTo>
                    <a:pt x="161838" y="157848"/>
                  </a:lnTo>
                  <a:lnTo>
                    <a:pt x="157166" y="158570"/>
                  </a:lnTo>
                  <a:lnTo>
                    <a:pt x="153838" y="157240"/>
                  </a:lnTo>
                  <a:lnTo>
                    <a:pt x="143446" y="156026"/>
                  </a:lnTo>
                  <a:lnTo>
                    <a:pt x="138959" y="152685"/>
                  </a:lnTo>
                  <a:lnTo>
                    <a:pt x="135969" y="147678"/>
                  </a:lnTo>
                  <a:lnTo>
                    <a:pt x="127819" y="141612"/>
                  </a:lnTo>
                  <a:lnTo>
                    <a:pt x="125912" y="138657"/>
                  </a:lnTo>
                  <a:lnTo>
                    <a:pt x="126734" y="134719"/>
                  </a:lnTo>
                  <a:lnTo>
                    <a:pt x="124492" y="135325"/>
                  </a:lnTo>
                  <a:lnTo>
                    <a:pt x="121164" y="134000"/>
                  </a:lnTo>
                  <a:lnTo>
                    <a:pt x="119819" y="132447"/>
                  </a:lnTo>
                  <a:lnTo>
                    <a:pt x="116154" y="125979"/>
                  </a:lnTo>
                  <a:lnTo>
                    <a:pt x="107407" y="114076"/>
                  </a:lnTo>
                  <a:lnTo>
                    <a:pt x="101051" y="111471"/>
                  </a:lnTo>
                  <a:lnTo>
                    <a:pt x="95631" y="111019"/>
                  </a:lnTo>
                  <a:lnTo>
                    <a:pt x="85387" y="108339"/>
                  </a:lnTo>
                  <a:lnTo>
                    <a:pt x="83555" y="106868"/>
                  </a:lnTo>
                  <a:lnTo>
                    <a:pt x="83107" y="104755"/>
                  </a:lnTo>
                  <a:lnTo>
                    <a:pt x="75742" y="103397"/>
                  </a:lnTo>
                  <a:lnTo>
                    <a:pt x="74508" y="104038"/>
                  </a:lnTo>
                  <a:lnTo>
                    <a:pt x="74134" y="105736"/>
                  </a:lnTo>
                  <a:lnTo>
                    <a:pt x="72452" y="105472"/>
                  </a:lnTo>
                  <a:lnTo>
                    <a:pt x="69835" y="107547"/>
                  </a:lnTo>
                  <a:lnTo>
                    <a:pt x="68115" y="107395"/>
                  </a:lnTo>
                  <a:lnTo>
                    <a:pt x="63031" y="105623"/>
                  </a:lnTo>
                  <a:lnTo>
                    <a:pt x="57984" y="101173"/>
                  </a:lnTo>
                  <a:lnTo>
                    <a:pt x="59816" y="103020"/>
                  </a:lnTo>
                  <a:lnTo>
                    <a:pt x="63965" y="111283"/>
                  </a:lnTo>
                  <a:lnTo>
                    <a:pt x="61835" y="111245"/>
                  </a:lnTo>
                  <a:lnTo>
                    <a:pt x="62844" y="112830"/>
                  </a:lnTo>
                  <a:lnTo>
                    <a:pt x="61685" y="113094"/>
                  </a:lnTo>
                  <a:lnTo>
                    <a:pt x="55143" y="112491"/>
                  </a:lnTo>
                  <a:lnTo>
                    <a:pt x="57125" y="116682"/>
                  </a:lnTo>
                  <a:lnTo>
                    <a:pt x="46358" y="118986"/>
                  </a:lnTo>
                  <a:lnTo>
                    <a:pt x="38357" y="118193"/>
                  </a:lnTo>
                  <a:lnTo>
                    <a:pt x="34507" y="119213"/>
                  </a:lnTo>
                  <a:lnTo>
                    <a:pt x="32937" y="119100"/>
                  </a:lnTo>
                  <a:lnTo>
                    <a:pt x="30843" y="115965"/>
                  </a:lnTo>
                  <a:lnTo>
                    <a:pt x="27927" y="116569"/>
                  </a:lnTo>
                  <a:lnTo>
                    <a:pt x="30357" y="116645"/>
                  </a:lnTo>
                  <a:lnTo>
                    <a:pt x="33497" y="120233"/>
                  </a:lnTo>
                  <a:lnTo>
                    <a:pt x="40188" y="119704"/>
                  </a:lnTo>
                  <a:lnTo>
                    <a:pt x="46732" y="122426"/>
                  </a:lnTo>
                  <a:lnTo>
                    <a:pt x="52227" y="128475"/>
                  </a:lnTo>
                  <a:lnTo>
                    <a:pt x="52002" y="132637"/>
                  </a:lnTo>
                  <a:lnTo>
                    <a:pt x="37048" y="140362"/>
                  </a:lnTo>
                  <a:lnTo>
                    <a:pt x="28375" y="137029"/>
                  </a:lnTo>
                  <a:lnTo>
                    <a:pt x="15777" y="137900"/>
                  </a:lnTo>
                  <a:lnTo>
                    <a:pt x="11291" y="136650"/>
                  </a:lnTo>
                  <a:lnTo>
                    <a:pt x="5608" y="1381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2" name="oPE_MapPart_PNG_2_582" descr="Papua-Neuguinea">
              <a:extLst>
                <a:ext uri="{FF2B5EF4-FFF2-40B4-BE49-F238E27FC236}">
                  <a16:creationId xmlns:a16="http://schemas.microsoft.com/office/drawing/2014/main" id="{EDEFF785-D89F-13B9-2C3D-115D97E28AC8}"/>
                </a:ext>
              </a:extLst>
            </p:cNvPr>
            <p:cNvSpPr/>
            <p:nvPr>
              <p:custDataLst>
                <p:tags r:id="rId582"/>
              </p:custDataLst>
            </p:nvPr>
          </p:nvSpPr>
          <p:spPr>
            <a:xfrm>
              <a:off x="9176867" y="4479277"/>
              <a:ext cx="84490" cy="43590"/>
            </a:xfrm>
            <a:custGeom>
              <a:avLst/>
              <a:gdLst/>
              <a:ahLst/>
              <a:cxnLst/>
              <a:rect l="0" t="0" r="0" b="0"/>
              <a:pathLst>
                <a:path w="84490" h="43590">
                  <a:moveTo>
                    <a:pt x="74320" y="1987"/>
                  </a:moveTo>
                  <a:lnTo>
                    <a:pt x="75367" y="2399"/>
                  </a:lnTo>
                  <a:lnTo>
                    <a:pt x="78508" y="225"/>
                  </a:lnTo>
                  <a:lnTo>
                    <a:pt x="80152" y="1762"/>
                  </a:lnTo>
                  <a:lnTo>
                    <a:pt x="84489" y="2925"/>
                  </a:lnTo>
                  <a:lnTo>
                    <a:pt x="83592" y="6036"/>
                  </a:lnTo>
                  <a:lnTo>
                    <a:pt x="84377" y="11025"/>
                  </a:lnTo>
                  <a:lnTo>
                    <a:pt x="83368" y="12938"/>
                  </a:lnTo>
                  <a:lnTo>
                    <a:pt x="81424" y="15715"/>
                  </a:lnTo>
                  <a:lnTo>
                    <a:pt x="76340" y="16728"/>
                  </a:lnTo>
                  <a:lnTo>
                    <a:pt x="75704" y="18192"/>
                  </a:lnTo>
                  <a:lnTo>
                    <a:pt x="75928" y="19768"/>
                  </a:lnTo>
                  <a:lnTo>
                    <a:pt x="79031" y="24085"/>
                  </a:lnTo>
                  <a:lnTo>
                    <a:pt x="77648" y="26188"/>
                  </a:lnTo>
                  <a:lnTo>
                    <a:pt x="73274" y="28442"/>
                  </a:lnTo>
                  <a:lnTo>
                    <a:pt x="65984" y="28179"/>
                  </a:lnTo>
                  <a:lnTo>
                    <a:pt x="64077" y="32236"/>
                  </a:lnTo>
                  <a:lnTo>
                    <a:pt x="60040" y="35844"/>
                  </a:lnTo>
                  <a:lnTo>
                    <a:pt x="51329" y="39001"/>
                  </a:lnTo>
                  <a:lnTo>
                    <a:pt x="44338" y="43024"/>
                  </a:lnTo>
                  <a:lnTo>
                    <a:pt x="27291" y="43589"/>
                  </a:lnTo>
                  <a:lnTo>
                    <a:pt x="21683" y="39152"/>
                  </a:lnTo>
                  <a:lnTo>
                    <a:pt x="16374" y="40167"/>
                  </a:lnTo>
                  <a:lnTo>
                    <a:pt x="7926" y="34754"/>
                  </a:lnTo>
                  <a:lnTo>
                    <a:pt x="1308" y="32612"/>
                  </a:lnTo>
                  <a:lnTo>
                    <a:pt x="0" y="30621"/>
                  </a:lnTo>
                  <a:lnTo>
                    <a:pt x="150" y="28028"/>
                  </a:lnTo>
                  <a:lnTo>
                    <a:pt x="1944" y="26488"/>
                  </a:lnTo>
                  <a:lnTo>
                    <a:pt x="4711" y="27239"/>
                  </a:lnTo>
                  <a:lnTo>
                    <a:pt x="13720" y="26752"/>
                  </a:lnTo>
                  <a:lnTo>
                    <a:pt x="21197" y="28817"/>
                  </a:lnTo>
                  <a:lnTo>
                    <a:pt x="26880" y="27390"/>
                  </a:lnTo>
                  <a:lnTo>
                    <a:pt x="31029" y="27578"/>
                  </a:lnTo>
                  <a:lnTo>
                    <a:pt x="33758" y="26001"/>
                  </a:lnTo>
                  <a:lnTo>
                    <a:pt x="34768" y="19543"/>
                  </a:lnTo>
                  <a:lnTo>
                    <a:pt x="36375" y="16878"/>
                  </a:lnTo>
                  <a:lnTo>
                    <a:pt x="38057" y="18117"/>
                  </a:lnTo>
                  <a:lnTo>
                    <a:pt x="36226" y="20519"/>
                  </a:lnTo>
                  <a:lnTo>
                    <a:pt x="36039" y="23109"/>
                  </a:lnTo>
                  <a:lnTo>
                    <a:pt x="38319" y="27578"/>
                  </a:lnTo>
                  <a:lnTo>
                    <a:pt x="40712" y="27803"/>
                  </a:lnTo>
                  <a:lnTo>
                    <a:pt x="45310" y="26226"/>
                  </a:lnTo>
                  <a:lnTo>
                    <a:pt x="47516" y="27503"/>
                  </a:lnTo>
                  <a:lnTo>
                    <a:pt x="49759" y="27277"/>
                  </a:lnTo>
                  <a:lnTo>
                    <a:pt x="54320" y="25474"/>
                  </a:lnTo>
                  <a:lnTo>
                    <a:pt x="58133" y="18979"/>
                  </a:lnTo>
                  <a:lnTo>
                    <a:pt x="62058" y="15827"/>
                  </a:lnTo>
                  <a:lnTo>
                    <a:pt x="67180" y="15339"/>
                  </a:lnTo>
                  <a:lnTo>
                    <a:pt x="69236" y="14214"/>
                  </a:lnTo>
                  <a:lnTo>
                    <a:pt x="69086" y="9075"/>
                  </a:lnTo>
                  <a:lnTo>
                    <a:pt x="66582" y="2025"/>
                  </a:lnTo>
                  <a:lnTo>
                    <a:pt x="67591" y="0"/>
                  </a:lnTo>
                  <a:lnTo>
                    <a:pt x="72302" y="337"/>
                  </a:lnTo>
                  <a:lnTo>
                    <a:pt x="73237" y="12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3" name="oPE_MapPart_PNG_3_583" descr="Papua-Neuguinea">
              <a:extLst>
                <a:ext uri="{FF2B5EF4-FFF2-40B4-BE49-F238E27FC236}">
                  <a16:creationId xmlns:a16="http://schemas.microsoft.com/office/drawing/2014/main" id="{D4045CEF-595A-9772-3191-BE306BDE1998}"/>
                </a:ext>
              </a:extLst>
            </p:cNvPr>
            <p:cNvSpPr/>
            <p:nvPr>
              <p:custDataLst>
                <p:tags r:id="rId583"/>
              </p:custDataLst>
            </p:nvPr>
          </p:nvSpPr>
          <p:spPr>
            <a:xfrm>
              <a:off x="9309433" y="4505203"/>
              <a:ext cx="25684" cy="29631"/>
            </a:xfrm>
            <a:custGeom>
              <a:avLst/>
              <a:gdLst/>
              <a:ahLst/>
              <a:cxnLst/>
              <a:rect l="0" t="0" r="0" b="0"/>
              <a:pathLst>
                <a:path w="25684" h="29631">
                  <a:moveTo>
                    <a:pt x="25683" y="25941"/>
                  </a:moveTo>
                  <a:lnTo>
                    <a:pt x="24786" y="28237"/>
                  </a:lnTo>
                  <a:lnTo>
                    <a:pt x="24338" y="27484"/>
                  </a:lnTo>
                  <a:lnTo>
                    <a:pt x="20749" y="29630"/>
                  </a:lnTo>
                  <a:lnTo>
                    <a:pt x="14692" y="27936"/>
                  </a:lnTo>
                  <a:lnTo>
                    <a:pt x="10131" y="22591"/>
                  </a:lnTo>
                  <a:lnTo>
                    <a:pt x="10654" y="20183"/>
                  </a:lnTo>
                  <a:lnTo>
                    <a:pt x="9981" y="18002"/>
                  </a:lnTo>
                  <a:lnTo>
                    <a:pt x="6019" y="15971"/>
                  </a:lnTo>
                  <a:lnTo>
                    <a:pt x="1271" y="10970"/>
                  </a:lnTo>
                  <a:lnTo>
                    <a:pt x="0" y="7738"/>
                  </a:lnTo>
                  <a:lnTo>
                    <a:pt x="186" y="0"/>
                  </a:lnTo>
                  <a:lnTo>
                    <a:pt x="5719" y="1990"/>
                  </a:lnTo>
                  <a:lnTo>
                    <a:pt x="7739" y="3643"/>
                  </a:lnTo>
                  <a:lnTo>
                    <a:pt x="10542" y="8752"/>
                  </a:lnTo>
                  <a:lnTo>
                    <a:pt x="13534" y="11045"/>
                  </a:lnTo>
                  <a:lnTo>
                    <a:pt x="15515" y="14616"/>
                  </a:lnTo>
                  <a:lnTo>
                    <a:pt x="21048" y="17775"/>
                  </a:lnTo>
                  <a:lnTo>
                    <a:pt x="25048" y="233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4" name="oPE_MapPart_PNG_4_584" descr="Papua-Neuguinea">
              <a:extLst>
                <a:ext uri="{FF2B5EF4-FFF2-40B4-BE49-F238E27FC236}">
                  <a16:creationId xmlns:a16="http://schemas.microsoft.com/office/drawing/2014/main" id="{F651E6F6-C53C-DE08-3FD6-BB1FF94F50E0}"/>
                </a:ext>
              </a:extLst>
            </p:cNvPr>
            <p:cNvSpPr/>
            <p:nvPr>
              <p:custDataLst>
                <p:tags r:id="rId584"/>
              </p:custDataLst>
            </p:nvPr>
          </p:nvSpPr>
          <p:spPr>
            <a:xfrm>
              <a:off x="9226887" y="4445384"/>
              <a:ext cx="49573" cy="47058"/>
            </a:xfrm>
            <a:custGeom>
              <a:avLst/>
              <a:gdLst/>
              <a:ahLst/>
              <a:cxnLst/>
              <a:rect l="0" t="0" r="0" b="0"/>
              <a:pathLst>
                <a:path w="49573" h="47058">
                  <a:moveTo>
                    <a:pt x="46096" y="45443"/>
                  </a:moveTo>
                  <a:lnTo>
                    <a:pt x="44563" y="47057"/>
                  </a:lnTo>
                  <a:lnTo>
                    <a:pt x="41422" y="42930"/>
                  </a:lnTo>
                  <a:lnTo>
                    <a:pt x="40189" y="40079"/>
                  </a:lnTo>
                  <a:lnTo>
                    <a:pt x="39927" y="32431"/>
                  </a:lnTo>
                  <a:lnTo>
                    <a:pt x="31852" y="21003"/>
                  </a:lnTo>
                  <a:lnTo>
                    <a:pt x="30021" y="19430"/>
                  </a:lnTo>
                  <a:lnTo>
                    <a:pt x="23553" y="17220"/>
                  </a:lnTo>
                  <a:lnTo>
                    <a:pt x="17272" y="12090"/>
                  </a:lnTo>
                  <a:lnTo>
                    <a:pt x="6655" y="5352"/>
                  </a:lnTo>
                  <a:lnTo>
                    <a:pt x="0" y="3480"/>
                  </a:lnTo>
                  <a:lnTo>
                    <a:pt x="1645" y="2919"/>
                  </a:lnTo>
                  <a:lnTo>
                    <a:pt x="1645" y="0"/>
                  </a:lnTo>
                  <a:lnTo>
                    <a:pt x="8898" y="4491"/>
                  </a:lnTo>
                  <a:lnTo>
                    <a:pt x="9983" y="6212"/>
                  </a:lnTo>
                  <a:lnTo>
                    <a:pt x="15141" y="7710"/>
                  </a:lnTo>
                  <a:lnTo>
                    <a:pt x="22020" y="12502"/>
                  </a:lnTo>
                  <a:lnTo>
                    <a:pt x="26730" y="14112"/>
                  </a:lnTo>
                  <a:lnTo>
                    <a:pt x="47143" y="31906"/>
                  </a:lnTo>
                  <a:lnTo>
                    <a:pt x="49386" y="34943"/>
                  </a:lnTo>
                  <a:lnTo>
                    <a:pt x="49572" y="37042"/>
                  </a:lnTo>
                  <a:lnTo>
                    <a:pt x="47741" y="39630"/>
                  </a:lnTo>
                  <a:lnTo>
                    <a:pt x="47292" y="4356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5" name="oPE_MapPart_PNG_5_585" descr="Papua-Neuguinea">
              <a:extLst>
                <a:ext uri="{FF2B5EF4-FFF2-40B4-BE49-F238E27FC236}">
                  <a16:creationId xmlns:a16="http://schemas.microsoft.com/office/drawing/2014/main" id="{611252E7-0D24-3327-F0C1-AD52732E6DA2}"/>
                </a:ext>
              </a:extLst>
            </p:cNvPr>
            <p:cNvSpPr/>
            <p:nvPr>
              <p:custDataLst>
                <p:tags r:id="rId585"/>
              </p:custDataLst>
            </p:nvPr>
          </p:nvSpPr>
          <p:spPr>
            <a:xfrm>
              <a:off x="9139370" y="4432439"/>
              <a:ext cx="18918" cy="5425"/>
            </a:xfrm>
            <a:custGeom>
              <a:avLst/>
              <a:gdLst/>
              <a:ahLst/>
              <a:cxnLst/>
              <a:rect l="0" t="0" r="0" b="0"/>
              <a:pathLst>
                <a:path w="18918" h="5425">
                  <a:moveTo>
                    <a:pt x="11103" y="224"/>
                  </a:moveTo>
                  <a:lnTo>
                    <a:pt x="18917" y="1309"/>
                  </a:lnTo>
                  <a:lnTo>
                    <a:pt x="18805" y="2281"/>
                  </a:lnTo>
                  <a:lnTo>
                    <a:pt x="16711" y="2431"/>
                  </a:lnTo>
                  <a:lnTo>
                    <a:pt x="13982" y="4825"/>
                  </a:lnTo>
                  <a:lnTo>
                    <a:pt x="4486" y="4151"/>
                  </a:lnTo>
                  <a:lnTo>
                    <a:pt x="822" y="5424"/>
                  </a:lnTo>
                  <a:lnTo>
                    <a:pt x="0" y="3665"/>
                  </a:lnTo>
                  <a:lnTo>
                    <a:pt x="1533" y="3179"/>
                  </a:lnTo>
                  <a:lnTo>
                    <a:pt x="1308" y="1383"/>
                  </a:lnTo>
                  <a:lnTo>
                    <a:pt x="673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6" name="oPE_MapPart_PNG_6_586" descr="Papua-Neuguinea">
              <a:extLst>
                <a:ext uri="{FF2B5EF4-FFF2-40B4-BE49-F238E27FC236}">
                  <a16:creationId xmlns:a16="http://schemas.microsoft.com/office/drawing/2014/main" id="{BF95EAF1-0FF7-2538-D1A3-B19B0C093874}"/>
                </a:ext>
              </a:extLst>
            </p:cNvPr>
            <p:cNvSpPr/>
            <p:nvPr>
              <p:custDataLst>
                <p:tags r:id="rId586"/>
              </p:custDataLst>
            </p:nvPr>
          </p:nvSpPr>
          <p:spPr>
            <a:xfrm>
              <a:off x="9220420" y="4586911"/>
              <a:ext cx="9646" cy="7506"/>
            </a:xfrm>
            <a:custGeom>
              <a:avLst/>
              <a:gdLst/>
              <a:ahLst/>
              <a:cxnLst/>
              <a:rect l="0" t="0" r="0" b="0"/>
              <a:pathLst>
                <a:path w="9646" h="7506">
                  <a:moveTo>
                    <a:pt x="1944" y="38"/>
                  </a:moveTo>
                  <a:lnTo>
                    <a:pt x="4860" y="1742"/>
                  </a:lnTo>
                  <a:lnTo>
                    <a:pt x="7328" y="1515"/>
                  </a:lnTo>
                  <a:lnTo>
                    <a:pt x="9234" y="3524"/>
                  </a:lnTo>
                  <a:lnTo>
                    <a:pt x="9645" y="6216"/>
                  </a:lnTo>
                  <a:lnTo>
                    <a:pt x="8486" y="7505"/>
                  </a:lnTo>
                  <a:lnTo>
                    <a:pt x="8599" y="6671"/>
                  </a:lnTo>
                  <a:lnTo>
                    <a:pt x="37" y="5875"/>
                  </a:lnTo>
                  <a:lnTo>
                    <a:pt x="1533" y="4017"/>
                  </a:lnTo>
                  <a:lnTo>
                    <a:pt x="0" y="1894"/>
                  </a:lnTo>
                  <a:lnTo>
                    <a:pt x="37" y="303"/>
                  </a:lnTo>
                  <a:lnTo>
                    <a:pt x="134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7" name="oPE_MapPart_PNG_7_587" descr="Papua-Neuguinea">
              <a:extLst>
                <a:ext uri="{FF2B5EF4-FFF2-40B4-BE49-F238E27FC236}">
                  <a16:creationId xmlns:a16="http://schemas.microsoft.com/office/drawing/2014/main" id="{FE9A9B22-B818-0094-49A1-786E59FBFF5F}"/>
                </a:ext>
              </a:extLst>
            </p:cNvPr>
            <p:cNvSpPr/>
            <p:nvPr>
              <p:custDataLst>
                <p:tags r:id="rId587"/>
              </p:custDataLst>
            </p:nvPr>
          </p:nvSpPr>
          <p:spPr>
            <a:xfrm>
              <a:off x="9210588" y="4441492"/>
              <a:ext cx="10057" cy="5764"/>
            </a:xfrm>
            <a:custGeom>
              <a:avLst/>
              <a:gdLst/>
              <a:ahLst/>
              <a:cxnLst/>
              <a:rect l="0" t="0" r="0" b="0"/>
              <a:pathLst>
                <a:path w="10057" h="5764">
                  <a:moveTo>
                    <a:pt x="9869" y="5763"/>
                  </a:moveTo>
                  <a:lnTo>
                    <a:pt x="4224" y="5726"/>
                  </a:lnTo>
                  <a:lnTo>
                    <a:pt x="0" y="1834"/>
                  </a:lnTo>
                  <a:lnTo>
                    <a:pt x="5532" y="0"/>
                  </a:lnTo>
                  <a:lnTo>
                    <a:pt x="9720" y="1758"/>
                  </a:lnTo>
                  <a:lnTo>
                    <a:pt x="10056" y="51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8" name="oPE_MapPart_PNG_8_588" descr="Papua-Neuguinea">
              <a:extLst>
                <a:ext uri="{FF2B5EF4-FFF2-40B4-BE49-F238E27FC236}">
                  <a16:creationId xmlns:a16="http://schemas.microsoft.com/office/drawing/2014/main" id="{AC09A65F-C4C0-ABEF-060E-F4078690E54B}"/>
                </a:ext>
              </a:extLst>
            </p:cNvPr>
            <p:cNvSpPr/>
            <p:nvPr>
              <p:custDataLst>
                <p:tags r:id="rId588"/>
              </p:custDataLst>
            </p:nvPr>
          </p:nvSpPr>
          <p:spPr>
            <a:xfrm>
              <a:off x="9227486" y="4594568"/>
              <a:ext cx="10843" cy="10249"/>
            </a:xfrm>
            <a:custGeom>
              <a:avLst/>
              <a:gdLst/>
              <a:ahLst/>
              <a:cxnLst/>
              <a:rect l="0" t="0" r="0" b="0"/>
              <a:pathLst>
                <a:path w="10843" h="10249">
                  <a:moveTo>
                    <a:pt x="6355" y="6564"/>
                  </a:moveTo>
                  <a:lnTo>
                    <a:pt x="9981" y="4515"/>
                  </a:lnTo>
                  <a:lnTo>
                    <a:pt x="10842" y="5236"/>
                  </a:lnTo>
                  <a:lnTo>
                    <a:pt x="9458" y="10248"/>
                  </a:lnTo>
                  <a:lnTo>
                    <a:pt x="3813" y="8084"/>
                  </a:lnTo>
                  <a:lnTo>
                    <a:pt x="3663" y="6109"/>
                  </a:lnTo>
                  <a:lnTo>
                    <a:pt x="2505" y="5464"/>
                  </a:lnTo>
                  <a:lnTo>
                    <a:pt x="0" y="0"/>
                  </a:lnTo>
                  <a:lnTo>
                    <a:pt x="5719" y="4857"/>
                  </a:lnTo>
                  <a:lnTo>
                    <a:pt x="5571" y="57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9" name="oPE_MapPart_PNG_9_589" descr="Papua-Neuguinea">
              <a:extLst>
                <a:ext uri="{FF2B5EF4-FFF2-40B4-BE49-F238E27FC236}">
                  <a16:creationId xmlns:a16="http://schemas.microsoft.com/office/drawing/2014/main" id="{4D6B686C-2329-4D87-32C6-2B11AB66782C}"/>
                </a:ext>
              </a:extLst>
            </p:cNvPr>
            <p:cNvSpPr/>
            <p:nvPr>
              <p:custDataLst>
                <p:tags r:id="rId589"/>
              </p:custDataLst>
            </p:nvPr>
          </p:nvSpPr>
          <p:spPr>
            <a:xfrm>
              <a:off x="9263636" y="4578769"/>
              <a:ext cx="9946" cy="5605"/>
            </a:xfrm>
            <a:custGeom>
              <a:avLst/>
              <a:gdLst/>
              <a:ahLst/>
              <a:cxnLst/>
              <a:rect l="0" t="0" r="0" b="0"/>
              <a:pathLst>
                <a:path w="9946" h="5605">
                  <a:moveTo>
                    <a:pt x="2393" y="0"/>
                  </a:moveTo>
                  <a:lnTo>
                    <a:pt x="6094" y="189"/>
                  </a:lnTo>
                  <a:lnTo>
                    <a:pt x="9086" y="2347"/>
                  </a:lnTo>
                  <a:lnTo>
                    <a:pt x="9945" y="3142"/>
                  </a:lnTo>
                  <a:lnTo>
                    <a:pt x="9384" y="5263"/>
                  </a:lnTo>
                  <a:lnTo>
                    <a:pt x="7290" y="5604"/>
                  </a:lnTo>
                  <a:lnTo>
                    <a:pt x="4263" y="4392"/>
                  </a:lnTo>
                  <a:lnTo>
                    <a:pt x="2543" y="2082"/>
                  </a:lnTo>
                  <a:lnTo>
                    <a:pt x="0" y="1060"/>
                  </a:lnTo>
                  <a:lnTo>
                    <a:pt x="1272" y="2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0" name="oPE_MapPart_PNG_10_590" descr="Papua-Neuguinea">
              <a:extLst>
                <a:ext uri="{FF2B5EF4-FFF2-40B4-BE49-F238E27FC236}">
                  <a16:creationId xmlns:a16="http://schemas.microsoft.com/office/drawing/2014/main" id="{3642C248-F950-0B17-18D2-E19272281F27}"/>
                </a:ext>
              </a:extLst>
            </p:cNvPr>
            <p:cNvSpPr/>
            <p:nvPr>
              <p:custDataLst>
                <p:tags r:id="rId590"/>
              </p:custDataLst>
            </p:nvPr>
          </p:nvSpPr>
          <p:spPr>
            <a:xfrm>
              <a:off x="9277917" y="4628676"/>
              <a:ext cx="11553" cy="6486"/>
            </a:xfrm>
            <a:custGeom>
              <a:avLst/>
              <a:gdLst/>
              <a:ahLst/>
              <a:cxnLst/>
              <a:rect l="0" t="0" r="0" b="0"/>
              <a:pathLst>
                <a:path w="11553" h="6486">
                  <a:moveTo>
                    <a:pt x="6917" y="3242"/>
                  </a:moveTo>
                  <a:lnTo>
                    <a:pt x="10394" y="4348"/>
                  </a:lnTo>
                  <a:lnTo>
                    <a:pt x="11552" y="5569"/>
                  </a:lnTo>
                  <a:lnTo>
                    <a:pt x="10318" y="6104"/>
                  </a:lnTo>
                  <a:lnTo>
                    <a:pt x="7291" y="6485"/>
                  </a:lnTo>
                  <a:lnTo>
                    <a:pt x="3665" y="4997"/>
                  </a:lnTo>
                  <a:lnTo>
                    <a:pt x="3179" y="3623"/>
                  </a:lnTo>
                  <a:lnTo>
                    <a:pt x="1720" y="4081"/>
                  </a:lnTo>
                  <a:lnTo>
                    <a:pt x="2468" y="3127"/>
                  </a:lnTo>
                  <a:lnTo>
                    <a:pt x="636" y="2059"/>
                  </a:lnTo>
                  <a:lnTo>
                    <a:pt x="0" y="0"/>
                  </a:lnTo>
                  <a:lnTo>
                    <a:pt x="2131" y="68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1" name="oPE_MapPart_PNG_11_591" descr="Papua-Neuguinea">
              <a:extLst>
                <a:ext uri="{FF2B5EF4-FFF2-40B4-BE49-F238E27FC236}">
                  <a16:creationId xmlns:a16="http://schemas.microsoft.com/office/drawing/2014/main" id="{8D60CF7A-E70F-389D-4D7F-1456122495CA}"/>
                </a:ext>
              </a:extLst>
            </p:cNvPr>
            <p:cNvSpPr/>
            <p:nvPr>
              <p:custDataLst>
                <p:tags r:id="rId591"/>
              </p:custDataLst>
            </p:nvPr>
          </p:nvSpPr>
          <p:spPr>
            <a:xfrm>
              <a:off x="9165315" y="4506178"/>
              <a:ext cx="5795" cy="6989"/>
            </a:xfrm>
            <a:custGeom>
              <a:avLst/>
              <a:gdLst/>
              <a:ahLst/>
              <a:cxnLst/>
              <a:rect l="0" t="0" r="0" b="0"/>
              <a:pathLst>
                <a:path w="5795" h="6989">
                  <a:moveTo>
                    <a:pt x="5085" y="6988"/>
                  </a:moveTo>
                  <a:lnTo>
                    <a:pt x="1944" y="5372"/>
                  </a:lnTo>
                  <a:lnTo>
                    <a:pt x="0" y="2818"/>
                  </a:lnTo>
                  <a:lnTo>
                    <a:pt x="262" y="0"/>
                  </a:lnTo>
                  <a:lnTo>
                    <a:pt x="5683" y="2517"/>
                  </a:lnTo>
                  <a:lnTo>
                    <a:pt x="5794" y="57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2" name="oPE_MapPart_PNG_12_592" descr="Papua-Neuguinea">
              <a:extLst>
                <a:ext uri="{FF2B5EF4-FFF2-40B4-BE49-F238E27FC236}">
                  <a16:creationId xmlns:a16="http://schemas.microsoft.com/office/drawing/2014/main" id="{884DAE2C-3D3A-0E18-CBD7-828023CB7021}"/>
                </a:ext>
              </a:extLst>
            </p:cNvPr>
            <p:cNvSpPr/>
            <p:nvPr>
              <p:custDataLst>
                <p:tags r:id="rId592"/>
              </p:custDataLst>
            </p:nvPr>
          </p:nvSpPr>
          <p:spPr>
            <a:xfrm>
              <a:off x="9213654" y="4583994"/>
              <a:ext cx="5384" cy="6176"/>
            </a:xfrm>
            <a:custGeom>
              <a:avLst/>
              <a:gdLst/>
              <a:ahLst/>
              <a:cxnLst/>
              <a:rect l="0" t="0" r="0" b="0"/>
              <a:pathLst>
                <a:path w="5384" h="6176">
                  <a:moveTo>
                    <a:pt x="4897" y="6024"/>
                  </a:moveTo>
                  <a:lnTo>
                    <a:pt x="3401" y="6175"/>
                  </a:lnTo>
                  <a:lnTo>
                    <a:pt x="0" y="3258"/>
                  </a:lnTo>
                  <a:lnTo>
                    <a:pt x="523" y="1098"/>
                  </a:lnTo>
                  <a:lnTo>
                    <a:pt x="2056" y="0"/>
                  </a:lnTo>
                  <a:lnTo>
                    <a:pt x="4373" y="1212"/>
                  </a:lnTo>
                  <a:lnTo>
                    <a:pt x="5383" y="397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3" name="oPE_MapPart_PNG_13_593" descr="Papua-Neuguinea">
              <a:extLst>
                <a:ext uri="{FF2B5EF4-FFF2-40B4-BE49-F238E27FC236}">
                  <a16:creationId xmlns:a16="http://schemas.microsoft.com/office/drawing/2014/main" id="{6D85C390-CD4F-21A8-E16F-D5D518189E62}"/>
                </a:ext>
              </a:extLst>
            </p:cNvPr>
            <p:cNvSpPr/>
            <p:nvPr>
              <p:custDataLst>
                <p:tags r:id="rId593"/>
              </p:custDataLst>
            </p:nvPr>
          </p:nvSpPr>
          <p:spPr>
            <a:xfrm>
              <a:off x="9305694" y="4496192"/>
              <a:ext cx="3889" cy="8748"/>
            </a:xfrm>
            <a:custGeom>
              <a:avLst/>
              <a:gdLst/>
              <a:ahLst/>
              <a:cxnLst/>
              <a:rect l="0" t="0" r="0" b="0"/>
              <a:pathLst>
                <a:path w="3889" h="8748">
                  <a:moveTo>
                    <a:pt x="2206" y="8747"/>
                  </a:moveTo>
                  <a:lnTo>
                    <a:pt x="0" y="2027"/>
                  </a:lnTo>
                  <a:lnTo>
                    <a:pt x="1346" y="451"/>
                  </a:lnTo>
                  <a:lnTo>
                    <a:pt x="1907" y="0"/>
                  </a:lnTo>
                  <a:lnTo>
                    <a:pt x="2916" y="864"/>
                  </a:lnTo>
                  <a:lnTo>
                    <a:pt x="3888" y="4279"/>
                  </a:lnTo>
                  <a:lnTo>
                    <a:pt x="3290" y="76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4" name="oPE_MapPart_PNG_14_594" descr="Papua-Neuguinea">
              <a:extLst>
                <a:ext uri="{FF2B5EF4-FFF2-40B4-BE49-F238E27FC236}">
                  <a16:creationId xmlns:a16="http://schemas.microsoft.com/office/drawing/2014/main" id="{0B5DF967-311C-7A64-CA8B-F33B591BEB92}"/>
                </a:ext>
              </a:extLst>
            </p:cNvPr>
            <p:cNvSpPr/>
            <p:nvPr>
              <p:custDataLst>
                <p:tags r:id="rId594"/>
              </p:custDataLst>
            </p:nvPr>
          </p:nvSpPr>
          <p:spPr>
            <a:xfrm>
              <a:off x="9149390" y="4499908"/>
              <a:ext cx="4300" cy="5145"/>
            </a:xfrm>
            <a:custGeom>
              <a:avLst/>
              <a:gdLst/>
              <a:ahLst/>
              <a:cxnLst/>
              <a:rect l="0" t="0" r="0" b="0"/>
              <a:pathLst>
                <a:path w="4300" h="5145">
                  <a:moveTo>
                    <a:pt x="3364" y="5031"/>
                  </a:moveTo>
                  <a:lnTo>
                    <a:pt x="2168" y="5144"/>
                  </a:lnTo>
                  <a:lnTo>
                    <a:pt x="299" y="3154"/>
                  </a:lnTo>
                  <a:lnTo>
                    <a:pt x="0" y="1389"/>
                  </a:lnTo>
                  <a:lnTo>
                    <a:pt x="2392" y="0"/>
                  </a:lnTo>
                  <a:lnTo>
                    <a:pt x="3962" y="1277"/>
                  </a:lnTo>
                  <a:lnTo>
                    <a:pt x="4299" y="39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5" name="oPE_MapPart_PNG_15_595" descr="Papua-Neuguinea">
              <a:extLst>
                <a:ext uri="{FF2B5EF4-FFF2-40B4-BE49-F238E27FC236}">
                  <a16:creationId xmlns:a16="http://schemas.microsoft.com/office/drawing/2014/main" id="{02E3226C-DE4E-3AAD-B6CA-41C722EC97B0}"/>
                </a:ext>
              </a:extLst>
            </p:cNvPr>
            <p:cNvSpPr/>
            <p:nvPr>
              <p:custDataLst>
                <p:tags r:id="rId595"/>
              </p:custDataLst>
            </p:nvPr>
          </p:nvSpPr>
          <p:spPr>
            <a:xfrm>
              <a:off x="9201952" y="4420059"/>
              <a:ext cx="4562" cy="4900"/>
            </a:xfrm>
            <a:custGeom>
              <a:avLst/>
              <a:gdLst/>
              <a:ahLst/>
              <a:cxnLst/>
              <a:rect l="0" t="0" r="0" b="0"/>
              <a:pathLst>
                <a:path w="4562" h="4900">
                  <a:moveTo>
                    <a:pt x="4561" y="4151"/>
                  </a:moveTo>
                  <a:lnTo>
                    <a:pt x="4524" y="4899"/>
                  </a:lnTo>
                  <a:lnTo>
                    <a:pt x="2616" y="4638"/>
                  </a:lnTo>
                  <a:lnTo>
                    <a:pt x="0" y="2468"/>
                  </a:lnTo>
                  <a:lnTo>
                    <a:pt x="748" y="0"/>
                  </a:lnTo>
                  <a:lnTo>
                    <a:pt x="3739" y="16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6" name="oPE_MapPart_PNG_16_596" descr="Papua-Neuguinea">
              <a:extLst>
                <a:ext uri="{FF2B5EF4-FFF2-40B4-BE49-F238E27FC236}">
                  <a16:creationId xmlns:a16="http://schemas.microsoft.com/office/drawing/2014/main" id="{F80F1935-2672-766B-4390-394464E58684}"/>
                </a:ext>
              </a:extLst>
            </p:cNvPr>
            <p:cNvSpPr/>
            <p:nvPr>
              <p:custDataLst>
                <p:tags r:id="rId596"/>
              </p:custDataLst>
            </p:nvPr>
          </p:nvSpPr>
          <p:spPr>
            <a:xfrm>
              <a:off x="9070284" y="4567537"/>
              <a:ext cx="8337" cy="5331"/>
            </a:xfrm>
            <a:custGeom>
              <a:avLst/>
              <a:gdLst/>
              <a:ahLst/>
              <a:cxnLst/>
              <a:rect l="0" t="0" r="0" b="0"/>
              <a:pathLst>
                <a:path w="8337" h="5331">
                  <a:moveTo>
                    <a:pt x="7962" y="4385"/>
                  </a:moveTo>
                  <a:lnTo>
                    <a:pt x="8336" y="5330"/>
                  </a:lnTo>
                  <a:lnTo>
                    <a:pt x="5345" y="4044"/>
                  </a:lnTo>
                  <a:lnTo>
                    <a:pt x="972" y="1361"/>
                  </a:lnTo>
                  <a:lnTo>
                    <a:pt x="0" y="0"/>
                  </a:lnTo>
                  <a:lnTo>
                    <a:pt x="4934" y="20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7" name="oPE_MapPart_PRY_1_597" descr="Paraguay">
              <a:extLst>
                <a:ext uri="{FF2B5EF4-FFF2-40B4-BE49-F238E27FC236}">
                  <a16:creationId xmlns:a16="http://schemas.microsoft.com/office/drawing/2014/main" id="{AEB9C090-390E-B12C-D523-868D68119749}"/>
                </a:ext>
              </a:extLst>
            </p:cNvPr>
            <p:cNvSpPr/>
            <p:nvPr>
              <p:custDataLst>
                <p:tags r:id="rId597"/>
              </p:custDataLst>
            </p:nvPr>
          </p:nvSpPr>
          <p:spPr>
            <a:xfrm>
              <a:off x="4794791" y="4800306"/>
              <a:ext cx="174662" cy="187349"/>
            </a:xfrm>
            <a:custGeom>
              <a:avLst/>
              <a:gdLst/>
              <a:ahLst/>
              <a:cxnLst/>
              <a:rect l="0" t="0" r="0" b="0"/>
              <a:pathLst>
                <a:path w="174662" h="187349">
                  <a:moveTo>
                    <a:pt x="93274" y="19382"/>
                  </a:moveTo>
                  <a:lnTo>
                    <a:pt x="94022" y="22210"/>
                  </a:lnTo>
                  <a:lnTo>
                    <a:pt x="96564" y="26039"/>
                  </a:lnTo>
                  <a:lnTo>
                    <a:pt x="97013" y="30271"/>
                  </a:lnTo>
                  <a:lnTo>
                    <a:pt x="98359" y="31030"/>
                  </a:lnTo>
                  <a:lnTo>
                    <a:pt x="98658" y="35069"/>
                  </a:lnTo>
                  <a:lnTo>
                    <a:pt x="100116" y="37872"/>
                  </a:lnTo>
                  <a:lnTo>
                    <a:pt x="99219" y="45809"/>
                  </a:lnTo>
                  <a:lnTo>
                    <a:pt x="97723" y="48902"/>
                  </a:lnTo>
                  <a:lnTo>
                    <a:pt x="98321" y="53485"/>
                  </a:lnTo>
                  <a:lnTo>
                    <a:pt x="96901" y="61260"/>
                  </a:lnTo>
                  <a:lnTo>
                    <a:pt x="97499" y="62672"/>
                  </a:lnTo>
                  <a:lnTo>
                    <a:pt x="100340" y="63399"/>
                  </a:lnTo>
                  <a:lnTo>
                    <a:pt x="102396" y="62431"/>
                  </a:lnTo>
                  <a:lnTo>
                    <a:pt x="105536" y="64287"/>
                  </a:lnTo>
                  <a:lnTo>
                    <a:pt x="112415" y="64609"/>
                  </a:lnTo>
                  <a:lnTo>
                    <a:pt x="118659" y="66306"/>
                  </a:lnTo>
                  <a:lnTo>
                    <a:pt x="124977" y="65498"/>
                  </a:lnTo>
                  <a:lnTo>
                    <a:pt x="127257" y="62511"/>
                  </a:lnTo>
                  <a:lnTo>
                    <a:pt x="128827" y="61946"/>
                  </a:lnTo>
                  <a:lnTo>
                    <a:pt x="133014" y="66144"/>
                  </a:lnTo>
                  <a:lnTo>
                    <a:pt x="141276" y="67114"/>
                  </a:lnTo>
                  <a:lnTo>
                    <a:pt x="143258" y="69418"/>
                  </a:lnTo>
                  <a:lnTo>
                    <a:pt x="144304" y="73505"/>
                  </a:lnTo>
                  <a:lnTo>
                    <a:pt x="146062" y="75287"/>
                  </a:lnTo>
                  <a:lnTo>
                    <a:pt x="145388" y="80153"/>
                  </a:lnTo>
                  <a:lnTo>
                    <a:pt x="147258" y="86165"/>
                  </a:lnTo>
                  <a:lnTo>
                    <a:pt x="148117" y="92106"/>
                  </a:lnTo>
                  <a:lnTo>
                    <a:pt x="147707" y="95857"/>
                  </a:lnTo>
                  <a:lnTo>
                    <a:pt x="149389" y="98224"/>
                  </a:lnTo>
                  <a:lnTo>
                    <a:pt x="150249" y="104231"/>
                  </a:lnTo>
                  <a:lnTo>
                    <a:pt x="152940" y="105459"/>
                  </a:lnTo>
                  <a:lnTo>
                    <a:pt x="157202" y="105295"/>
                  </a:lnTo>
                  <a:lnTo>
                    <a:pt x="166698" y="101083"/>
                  </a:lnTo>
                  <a:lnTo>
                    <a:pt x="174661" y="106441"/>
                  </a:lnTo>
                  <a:lnTo>
                    <a:pt x="173053" y="108284"/>
                  </a:lnTo>
                  <a:lnTo>
                    <a:pt x="173838" y="112301"/>
                  </a:lnTo>
                  <a:lnTo>
                    <a:pt x="170249" y="129664"/>
                  </a:lnTo>
                  <a:lnTo>
                    <a:pt x="170623" y="130943"/>
                  </a:lnTo>
                  <a:lnTo>
                    <a:pt x="166997" y="138096"/>
                  </a:lnTo>
                  <a:lnTo>
                    <a:pt x="166548" y="151334"/>
                  </a:lnTo>
                  <a:lnTo>
                    <a:pt x="164006" y="163548"/>
                  </a:lnTo>
                  <a:lnTo>
                    <a:pt x="162511" y="166308"/>
                  </a:lnTo>
                  <a:lnTo>
                    <a:pt x="160268" y="167479"/>
                  </a:lnTo>
                  <a:lnTo>
                    <a:pt x="156080" y="172800"/>
                  </a:lnTo>
                  <a:lnTo>
                    <a:pt x="150024" y="174603"/>
                  </a:lnTo>
                  <a:lnTo>
                    <a:pt x="147183" y="177879"/>
                  </a:lnTo>
                  <a:lnTo>
                    <a:pt x="145762" y="182714"/>
                  </a:lnTo>
                  <a:lnTo>
                    <a:pt x="142510" y="184104"/>
                  </a:lnTo>
                  <a:lnTo>
                    <a:pt x="139145" y="181998"/>
                  </a:lnTo>
                  <a:lnTo>
                    <a:pt x="134734" y="181915"/>
                  </a:lnTo>
                  <a:lnTo>
                    <a:pt x="130435" y="186969"/>
                  </a:lnTo>
                  <a:lnTo>
                    <a:pt x="129051" y="187348"/>
                  </a:lnTo>
                  <a:lnTo>
                    <a:pt x="125612" y="185325"/>
                  </a:lnTo>
                  <a:lnTo>
                    <a:pt x="123257" y="185915"/>
                  </a:lnTo>
                  <a:lnTo>
                    <a:pt x="117911" y="184567"/>
                  </a:lnTo>
                  <a:lnTo>
                    <a:pt x="115032" y="185367"/>
                  </a:lnTo>
                  <a:lnTo>
                    <a:pt x="93087" y="180778"/>
                  </a:lnTo>
                  <a:lnTo>
                    <a:pt x="84041" y="181746"/>
                  </a:lnTo>
                  <a:lnTo>
                    <a:pt x="83255" y="178971"/>
                  </a:lnTo>
                  <a:lnTo>
                    <a:pt x="83741" y="177458"/>
                  </a:lnTo>
                  <a:lnTo>
                    <a:pt x="87517" y="172590"/>
                  </a:lnTo>
                  <a:lnTo>
                    <a:pt x="89910" y="171080"/>
                  </a:lnTo>
                  <a:lnTo>
                    <a:pt x="89984" y="169657"/>
                  </a:lnTo>
                  <a:lnTo>
                    <a:pt x="92601" y="165765"/>
                  </a:lnTo>
                  <a:lnTo>
                    <a:pt x="92377" y="159999"/>
                  </a:lnTo>
                  <a:lnTo>
                    <a:pt x="94284" y="155371"/>
                  </a:lnTo>
                  <a:lnTo>
                    <a:pt x="98882" y="151334"/>
                  </a:lnTo>
                  <a:lnTo>
                    <a:pt x="101686" y="144188"/>
                  </a:lnTo>
                  <a:lnTo>
                    <a:pt x="105499" y="140457"/>
                  </a:lnTo>
                  <a:lnTo>
                    <a:pt x="105163" y="137476"/>
                  </a:lnTo>
                  <a:lnTo>
                    <a:pt x="104004" y="135696"/>
                  </a:lnTo>
                  <a:lnTo>
                    <a:pt x="97424" y="129292"/>
                  </a:lnTo>
                  <a:lnTo>
                    <a:pt x="93760" y="127643"/>
                  </a:lnTo>
                  <a:lnTo>
                    <a:pt x="89012" y="127230"/>
                  </a:lnTo>
                  <a:lnTo>
                    <a:pt x="85797" y="124592"/>
                  </a:lnTo>
                  <a:lnTo>
                    <a:pt x="71928" y="118173"/>
                  </a:lnTo>
                  <a:lnTo>
                    <a:pt x="57273" y="107464"/>
                  </a:lnTo>
                  <a:lnTo>
                    <a:pt x="52750" y="105540"/>
                  </a:lnTo>
                  <a:lnTo>
                    <a:pt x="44562" y="104517"/>
                  </a:lnTo>
                  <a:lnTo>
                    <a:pt x="33608" y="99817"/>
                  </a:lnTo>
                  <a:lnTo>
                    <a:pt x="32524" y="97530"/>
                  </a:lnTo>
                  <a:lnTo>
                    <a:pt x="29945" y="95286"/>
                  </a:lnTo>
                  <a:lnTo>
                    <a:pt x="17683" y="86815"/>
                  </a:lnTo>
                  <a:lnTo>
                    <a:pt x="12150" y="79747"/>
                  </a:lnTo>
                  <a:lnTo>
                    <a:pt x="9084" y="73951"/>
                  </a:lnTo>
                  <a:lnTo>
                    <a:pt x="5794" y="70065"/>
                  </a:lnTo>
                  <a:lnTo>
                    <a:pt x="523" y="66750"/>
                  </a:lnTo>
                  <a:lnTo>
                    <a:pt x="0" y="65457"/>
                  </a:lnTo>
                  <a:lnTo>
                    <a:pt x="7776" y="39353"/>
                  </a:lnTo>
                  <a:lnTo>
                    <a:pt x="7776" y="28194"/>
                  </a:lnTo>
                  <a:lnTo>
                    <a:pt x="15253" y="16953"/>
                  </a:lnTo>
                  <a:lnTo>
                    <a:pt x="18580" y="7890"/>
                  </a:lnTo>
                  <a:lnTo>
                    <a:pt x="54918" y="238"/>
                  </a:lnTo>
                  <a:lnTo>
                    <a:pt x="73947" y="0"/>
                  </a:lnTo>
                  <a:lnTo>
                    <a:pt x="92863" y="11703"/>
                  </a:lnTo>
                  <a:lnTo>
                    <a:pt x="93686" y="156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8" name="oPE_MapPart_CHN_1_598" descr="Volksrepublik China">
              <a:extLst>
                <a:ext uri="{FF2B5EF4-FFF2-40B4-BE49-F238E27FC236}">
                  <a16:creationId xmlns:a16="http://schemas.microsoft.com/office/drawing/2014/main" id="{930FE231-776C-E7C4-B857-F044D0124EA5}"/>
                </a:ext>
              </a:extLst>
            </p:cNvPr>
            <p:cNvSpPr/>
            <p:nvPr>
              <p:custDataLst>
                <p:tags r:id="rId598"/>
              </p:custDataLst>
            </p:nvPr>
          </p:nvSpPr>
          <p:spPr>
            <a:xfrm>
              <a:off x="8548656" y="3865654"/>
              <a:ext cx="1907" cy="2630"/>
            </a:xfrm>
            <a:custGeom>
              <a:avLst/>
              <a:gdLst/>
              <a:ahLst/>
              <a:cxnLst/>
              <a:rect l="0" t="0" r="0" b="0"/>
              <a:pathLst>
                <a:path w="1907" h="2630">
                  <a:moveTo>
                    <a:pt x="1906" y="1274"/>
                  </a:moveTo>
                  <a:lnTo>
                    <a:pt x="1233" y="2629"/>
                  </a:lnTo>
                  <a:lnTo>
                    <a:pt x="0" y="2424"/>
                  </a:lnTo>
                  <a:lnTo>
                    <a:pt x="261" y="0"/>
                  </a:lnTo>
                  <a:lnTo>
                    <a:pt x="1645" y="7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9" name="oPE_MapPart_CHN_2_599" descr="Volksrepublik China">
              <a:extLst>
                <a:ext uri="{FF2B5EF4-FFF2-40B4-BE49-F238E27FC236}">
                  <a16:creationId xmlns:a16="http://schemas.microsoft.com/office/drawing/2014/main" id="{BA3F5290-E7EF-D7B5-7C0B-A86BDA9C6984}"/>
                </a:ext>
              </a:extLst>
            </p:cNvPr>
            <p:cNvSpPr/>
            <p:nvPr>
              <p:custDataLst>
                <p:tags r:id="rId599"/>
              </p:custDataLst>
            </p:nvPr>
          </p:nvSpPr>
          <p:spPr>
            <a:xfrm>
              <a:off x="8613480" y="3694557"/>
              <a:ext cx="13498" cy="8343"/>
            </a:xfrm>
            <a:custGeom>
              <a:avLst/>
              <a:gdLst/>
              <a:ahLst/>
              <a:cxnLst/>
              <a:rect l="0" t="0" r="0" b="0"/>
              <a:pathLst>
                <a:path w="13498" h="8343">
                  <a:moveTo>
                    <a:pt x="13497" y="7641"/>
                  </a:moveTo>
                  <a:lnTo>
                    <a:pt x="11814" y="8342"/>
                  </a:lnTo>
                  <a:lnTo>
                    <a:pt x="6394" y="6237"/>
                  </a:lnTo>
                  <a:lnTo>
                    <a:pt x="2580" y="3955"/>
                  </a:lnTo>
                  <a:lnTo>
                    <a:pt x="300" y="1187"/>
                  </a:lnTo>
                  <a:lnTo>
                    <a:pt x="0" y="0"/>
                  </a:lnTo>
                  <a:lnTo>
                    <a:pt x="5234" y="1231"/>
                  </a:lnTo>
                  <a:lnTo>
                    <a:pt x="7590" y="4130"/>
                  </a:lnTo>
                  <a:lnTo>
                    <a:pt x="13123" y="68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0" name="oPE_MapPart_CHN_3_600" descr="Volksrepublik China">
              <a:extLst>
                <a:ext uri="{FF2B5EF4-FFF2-40B4-BE49-F238E27FC236}">
                  <a16:creationId xmlns:a16="http://schemas.microsoft.com/office/drawing/2014/main" id="{15CBAA1C-4DEE-F264-BE72-BA5DC8B3B566}"/>
                </a:ext>
              </a:extLst>
            </p:cNvPr>
            <p:cNvSpPr/>
            <p:nvPr>
              <p:custDataLst>
                <p:tags r:id="rId600"/>
              </p:custDataLst>
            </p:nvPr>
          </p:nvSpPr>
          <p:spPr>
            <a:xfrm>
              <a:off x="8629220" y="3734847"/>
              <a:ext cx="7328" cy="4320"/>
            </a:xfrm>
            <a:custGeom>
              <a:avLst/>
              <a:gdLst/>
              <a:ahLst/>
              <a:cxnLst/>
              <a:rect l="0" t="0" r="0" b="0"/>
              <a:pathLst>
                <a:path w="7328" h="4320">
                  <a:moveTo>
                    <a:pt x="6766" y="4319"/>
                  </a:moveTo>
                  <a:lnTo>
                    <a:pt x="1121" y="3111"/>
                  </a:lnTo>
                  <a:lnTo>
                    <a:pt x="0" y="0"/>
                  </a:lnTo>
                  <a:lnTo>
                    <a:pt x="2915" y="87"/>
                  </a:lnTo>
                  <a:lnTo>
                    <a:pt x="7327" y="26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1" name="oPE_MapPart_CHN_4_601" descr="Volksrepublik China">
              <a:extLst>
                <a:ext uri="{FF2B5EF4-FFF2-40B4-BE49-F238E27FC236}">
                  <a16:creationId xmlns:a16="http://schemas.microsoft.com/office/drawing/2014/main" id="{80787C61-2183-8661-E6A1-A2035FB63762}"/>
                </a:ext>
              </a:extLst>
            </p:cNvPr>
            <p:cNvSpPr/>
            <p:nvPr>
              <p:custDataLst>
                <p:tags r:id="rId601"/>
              </p:custDataLst>
            </p:nvPr>
          </p:nvSpPr>
          <p:spPr>
            <a:xfrm>
              <a:off x="8630715" y="3743478"/>
              <a:ext cx="2730" cy="2498"/>
            </a:xfrm>
            <a:custGeom>
              <a:avLst/>
              <a:gdLst/>
              <a:ahLst/>
              <a:cxnLst/>
              <a:rect l="0" t="0" r="0" b="0"/>
              <a:pathLst>
                <a:path w="2730" h="2498">
                  <a:moveTo>
                    <a:pt x="2729" y="2497"/>
                  </a:moveTo>
                  <a:lnTo>
                    <a:pt x="0" y="1120"/>
                  </a:lnTo>
                  <a:lnTo>
                    <a:pt x="1608" y="0"/>
                  </a:lnTo>
                  <a:lnTo>
                    <a:pt x="2543" y="19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2" name="oPE_MapPart_CHN_5_602" descr="Volksrepublik China">
              <a:extLst>
                <a:ext uri="{FF2B5EF4-FFF2-40B4-BE49-F238E27FC236}">
                  <a16:creationId xmlns:a16="http://schemas.microsoft.com/office/drawing/2014/main" id="{1B882D4F-D09D-C5EA-0522-19A05D40E4F8}"/>
                </a:ext>
              </a:extLst>
            </p:cNvPr>
            <p:cNvSpPr/>
            <p:nvPr>
              <p:custDataLst>
                <p:tags r:id="rId602"/>
              </p:custDataLst>
            </p:nvPr>
          </p:nvSpPr>
          <p:spPr>
            <a:xfrm>
              <a:off x="8636734" y="3739469"/>
              <a:ext cx="1496" cy="2329"/>
            </a:xfrm>
            <a:custGeom>
              <a:avLst/>
              <a:gdLst/>
              <a:ahLst/>
              <a:cxnLst/>
              <a:rect l="0" t="0" r="0" b="0"/>
              <a:pathLst>
                <a:path w="1496" h="2329">
                  <a:moveTo>
                    <a:pt x="1495" y="1380"/>
                  </a:moveTo>
                  <a:lnTo>
                    <a:pt x="747" y="2328"/>
                  </a:lnTo>
                  <a:lnTo>
                    <a:pt x="0" y="345"/>
                  </a:lnTo>
                  <a:lnTo>
                    <a:pt x="145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3" name="oPE_MapPart_CHN_6_603" descr="Volksrepublik China">
              <a:extLst>
                <a:ext uri="{FF2B5EF4-FFF2-40B4-BE49-F238E27FC236}">
                  <a16:creationId xmlns:a16="http://schemas.microsoft.com/office/drawing/2014/main" id="{02ACBCC0-7271-9E5D-7C06-BDB894E34DEA}"/>
                </a:ext>
              </a:extLst>
            </p:cNvPr>
            <p:cNvSpPr/>
            <p:nvPr>
              <p:custDataLst>
                <p:tags r:id="rId603"/>
              </p:custDataLst>
            </p:nvPr>
          </p:nvSpPr>
          <p:spPr>
            <a:xfrm>
              <a:off x="8582078" y="3840388"/>
              <a:ext cx="2767" cy="5594"/>
            </a:xfrm>
            <a:custGeom>
              <a:avLst/>
              <a:gdLst/>
              <a:ahLst/>
              <a:cxnLst/>
              <a:rect l="0" t="0" r="0" b="0"/>
              <a:pathLst>
                <a:path w="2767" h="5594">
                  <a:moveTo>
                    <a:pt x="2505" y="4516"/>
                  </a:moveTo>
                  <a:lnTo>
                    <a:pt x="972" y="5593"/>
                  </a:lnTo>
                  <a:lnTo>
                    <a:pt x="0" y="5096"/>
                  </a:lnTo>
                  <a:lnTo>
                    <a:pt x="486" y="332"/>
                  </a:lnTo>
                  <a:lnTo>
                    <a:pt x="1607" y="0"/>
                  </a:lnTo>
                  <a:lnTo>
                    <a:pt x="2691" y="1078"/>
                  </a:lnTo>
                  <a:lnTo>
                    <a:pt x="2766" y="40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4" name="oPE_MapPart_CHN_7_604" descr="Volksrepublik China">
              <a:extLst>
                <a:ext uri="{FF2B5EF4-FFF2-40B4-BE49-F238E27FC236}">
                  <a16:creationId xmlns:a16="http://schemas.microsoft.com/office/drawing/2014/main" id="{E0CEA450-F109-4403-416A-52076F802353}"/>
                </a:ext>
              </a:extLst>
            </p:cNvPr>
            <p:cNvSpPr/>
            <p:nvPr>
              <p:custDataLst>
                <p:tags r:id="rId604"/>
              </p:custDataLst>
            </p:nvPr>
          </p:nvSpPr>
          <p:spPr>
            <a:xfrm>
              <a:off x="8386443" y="3943626"/>
              <a:ext cx="5012" cy="2765"/>
            </a:xfrm>
            <a:custGeom>
              <a:avLst/>
              <a:gdLst/>
              <a:ahLst/>
              <a:cxnLst/>
              <a:rect l="0" t="0" r="0" b="0"/>
              <a:pathLst>
                <a:path w="5012" h="2765">
                  <a:moveTo>
                    <a:pt x="2169" y="0"/>
                  </a:moveTo>
                  <a:lnTo>
                    <a:pt x="2953" y="762"/>
                  </a:lnTo>
                  <a:lnTo>
                    <a:pt x="5011" y="201"/>
                  </a:lnTo>
                  <a:lnTo>
                    <a:pt x="4636" y="2764"/>
                  </a:lnTo>
                  <a:lnTo>
                    <a:pt x="0" y="2043"/>
                  </a:lnTo>
                  <a:lnTo>
                    <a:pt x="599" y="4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5" name="oPE_MapPart_CHN_8_605" descr="Volksrepublik China">
              <a:extLst>
                <a:ext uri="{FF2B5EF4-FFF2-40B4-BE49-F238E27FC236}">
                  <a16:creationId xmlns:a16="http://schemas.microsoft.com/office/drawing/2014/main" id="{18D9A59A-5CC6-5273-34E1-069BA2F55D1A}"/>
                </a:ext>
              </a:extLst>
            </p:cNvPr>
            <p:cNvSpPr/>
            <p:nvPr>
              <p:custDataLst>
                <p:tags r:id="rId605"/>
              </p:custDataLst>
            </p:nvPr>
          </p:nvSpPr>
          <p:spPr>
            <a:xfrm>
              <a:off x="8611798" y="3780964"/>
              <a:ext cx="2506" cy="3350"/>
            </a:xfrm>
            <a:custGeom>
              <a:avLst/>
              <a:gdLst/>
              <a:ahLst/>
              <a:cxnLst/>
              <a:rect l="0" t="0" r="0" b="0"/>
              <a:pathLst>
                <a:path w="2506" h="3350">
                  <a:moveTo>
                    <a:pt x="2505" y="2756"/>
                  </a:moveTo>
                  <a:lnTo>
                    <a:pt x="0" y="3349"/>
                  </a:lnTo>
                  <a:lnTo>
                    <a:pt x="75" y="1611"/>
                  </a:lnTo>
                  <a:lnTo>
                    <a:pt x="1534" y="0"/>
                  </a:lnTo>
                  <a:lnTo>
                    <a:pt x="2505" y="1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6" name="oPE_MapPart_CHN_9_606" descr="Volksrepublik China">
              <a:extLst>
                <a:ext uri="{FF2B5EF4-FFF2-40B4-BE49-F238E27FC236}">
                  <a16:creationId xmlns:a16="http://schemas.microsoft.com/office/drawing/2014/main" id="{D210A806-7229-AA2E-B028-6B9F0FA23A87}"/>
                </a:ext>
              </a:extLst>
            </p:cNvPr>
            <p:cNvSpPr/>
            <p:nvPr>
              <p:custDataLst>
                <p:tags r:id="rId606"/>
              </p:custDataLst>
            </p:nvPr>
          </p:nvSpPr>
          <p:spPr>
            <a:xfrm>
              <a:off x="8451306" y="3903021"/>
              <a:ext cx="3329" cy="3328"/>
            </a:xfrm>
            <a:custGeom>
              <a:avLst/>
              <a:gdLst/>
              <a:ahLst/>
              <a:cxnLst/>
              <a:rect l="0" t="0" r="0" b="0"/>
              <a:pathLst>
                <a:path w="3329" h="3328">
                  <a:moveTo>
                    <a:pt x="3141" y="2272"/>
                  </a:moveTo>
                  <a:lnTo>
                    <a:pt x="3328" y="3327"/>
                  </a:lnTo>
                  <a:lnTo>
                    <a:pt x="449" y="1056"/>
                  </a:lnTo>
                  <a:lnTo>
                    <a:pt x="0" y="41"/>
                  </a:lnTo>
                  <a:lnTo>
                    <a:pt x="1271" y="0"/>
                  </a:lnTo>
                  <a:lnTo>
                    <a:pt x="2430" y="117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7" name="oPE_MapPart_CHN_10_607" descr="Volksrepublik China">
              <a:extLst>
                <a:ext uri="{FF2B5EF4-FFF2-40B4-BE49-F238E27FC236}">
                  <a16:creationId xmlns:a16="http://schemas.microsoft.com/office/drawing/2014/main" id="{48A29190-D5D3-B201-8D06-427AB82F589E}"/>
                </a:ext>
              </a:extLst>
            </p:cNvPr>
            <p:cNvSpPr/>
            <p:nvPr>
              <p:custDataLst>
                <p:tags r:id="rId607"/>
              </p:custDataLst>
            </p:nvPr>
          </p:nvSpPr>
          <p:spPr>
            <a:xfrm>
              <a:off x="8436950" y="3928445"/>
              <a:ext cx="3105" cy="3823"/>
            </a:xfrm>
            <a:custGeom>
              <a:avLst/>
              <a:gdLst/>
              <a:ahLst/>
              <a:cxnLst/>
              <a:rect l="0" t="0" r="0" b="0"/>
              <a:pathLst>
                <a:path w="3105" h="3823">
                  <a:moveTo>
                    <a:pt x="1608" y="3822"/>
                  </a:moveTo>
                  <a:lnTo>
                    <a:pt x="599" y="3460"/>
                  </a:lnTo>
                  <a:lnTo>
                    <a:pt x="0" y="1690"/>
                  </a:lnTo>
                  <a:lnTo>
                    <a:pt x="1459" y="0"/>
                  </a:lnTo>
                  <a:lnTo>
                    <a:pt x="3104" y="443"/>
                  </a:lnTo>
                  <a:lnTo>
                    <a:pt x="1833" y="173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8" name="oPE_MapPart_CHN_11_608" descr="Volksrepublik China">
              <a:extLst>
                <a:ext uri="{FF2B5EF4-FFF2-40B4-BE49-F238E27FC236}">
                  <a16:creationId xmlns:a16="http://schemas.microsoft.com/office/drawing/2014/main" id="{405E6D2A-C42A-1B7B-B4B7-41E5ACCDBA73}"/>
                </a:ext>
              </a:extLst>
            </p:cNvPr>
            <p:cNvSpPr/>
            <p:nvPr>
              <p:custDataLst>
                <p:tags r:id="rId608"/>
              </p:custDataLst>
            </p:nvPr>
          </p:nvSpPr>
          <p:spPr>
            <a:xfrm>
              <a:off x="8433062" y="3929854"/>
              <a:ext cx="2543" cy="1932"/>
            </a:xfrm>
            <a:custGeom>
              <a:avLst/>
              <a:gdLst/>
              <a:ahLst/>
              <a:cxnLst/>
              <a:rect l="0" t="0" r="0" b="0"/>
              <a:pathLst>
                <a:path w="2543" h="1932">
                  <a:moveTo>
                    <a:pt x="2468" y="1569"/>
                  </a:moveTo>
                  <a:lnTo>
                    <a:pt x="0" y="1931"/>
                  </a:lnTo>
                  <a:lnTo>
                    <a:pt x="254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9" name="oPE_MapPart_CHN_12_609" descr="Volksrepublik China">
              <a:extLst>
                <a:ext uri="{FF2B5EF4-FFF2-40B4-BE49-F238E27FC236}">
                  <a16:creationId xmlns:a16="http://schemas.microsoft.com/office/drawing/2014/main" id="{B5FE912F-96B9-1CF7-E663-4BFE3DC942B8}"/>
                </a:ext>
              </a:extLst>
            </p:cNvPr>
            <p:cNvSpPr/>
            <p:nvPr>
              <p:custDataLst>
                <p:tags r:id="rId609"/>
              </p:custDataLst>
            </p:nvPr>
          </p:nvSpPr>
          <p:spPr>
            <a:xfrm>
              <a:off x="7624769" y="3070125"/>
              <a:ext cx="1269920" cy="891884"/>
            </a:xfrm>
            <a:custGeom>
              <a:avLst/>
              <a:gdLst/>
              <a:ahLst/>
              <a:cxnLst/>
              <a:rect l="0" t="0" r="0" b="0"/>
              <a:pathLst>
                <a:path w="1269920" h="891884">
                  <a:moveTo>
                    <a:pt x="713748" y="864233"/>
                  </a:moveTo>
                  <a:lnTo>
                    <a:pt x="709299" y="860936"/>
                  </a:lnTo>
                  <a:lnTo>
                    <a:pt x="706868" y="861861"/>
                  </a:lnTo>
                  <a:lnTo>
                    <a:pt x="703317" y="862223"/>
                  </a:lnTo>
                  <a:lnTo>
                    <a:pt x="702532" y="861258"/>
                  </a:lnTo>
                  <a:lnTo>
                    <a:pt x="700850" y="861982"/>
                  </a:lnTo>
                  <a:lnTo>
                    <a:pt x="699205" y="859729"/>
                  </a:lnTo>
                  <a:lnTo>
                    <a:pt x="697261" y="859568"/>
                  </a:lnTo>
                  <a:lnTo>
                    <a:pt x="694831" y="857837"/>
                  </a:lnTo>
                  <a:lnTo>
                    <a:pt x="692925" y="854937"/>
                  </a:lnTo>
                  <a:lnTo>
                    <a:pt x="687914" y="853244"/>
                  </a:lnTo>
                  <a:lnTo>
                    <a:pt x="686569" y="853687"/>
                  </a:lnTo>
                  <a:lnTo>
                    <a:pt x="686345" y="847836"/>
                  </a:lnTo>
                  <a:lnTo>
                    <a:pt x="684251" y="845574"/>
                  </a:lnTo>
                  <a:lnTo>
                    <a:pt x="684214" y="841974"/>
                  </a:lnTo>
                  <a:lnTo>
                    <a:pt x="684849" y="840355"/>
                  </a:lnTo>
                  <a:lnTo>
                    <a:pt x="687355" y="838898"/>
                  </a:lnTo>
                  <a:lnTo>
                    <a:pt x="688962" y="835737"/>
                  </a:lnTo>
                  <a:lnTo>
                    <a:pt x="684027" y="832815"/>
                  </a:lnTo>
                  <a:lnTo>
                    <a:pt x="678569" y="833952"/>
                  </a:lnTo>
                  <a:lnTo>
                    <a:pt x="675840" y="831435"/>
                  </a:lnTo>
                  <a:lnTo>
                    <a:pt x="672774" y="831314"/>
                  </a:lnTo>
                  <a:lnTo>
                    <a:pt x="669522" y="832491"/>
                  </a:lnTo>
                  <a:lnTo>
                    <a:pt x="663390" y="829120"/>
                  </a:lnTo>
                  <a:lnTo>
                    <a:pt x="661148" y="825420"/>
                  </a:lnTo>
                  <a:lnTo>
                    <a:pt x="657708" y="822937"/>
                  </a:lnTo>
                  <a:lnTo>
                    <a:pt x="649185" y="827657"/>
                  </a:lnTo>
                  <a:lnTo>
                    <a:pt x="647764" y="832775"/>
                  </a:lnTo>
                  <a:lnTo>
                    <a:pt x="645521" y="834763"/>
                  </a:lnTo>
                  <a:lnTo>
                    <a:pt x="642156" y="835168"/>
                  </a:lnTo>
                  <a:lnTo>
                    <a:pt x="638941" y="837439"/>
                  </a:lnTo>
                  <a:lnTo>
                    <a:pt x="637446" y="837236"/>
                  </a:lnTo>
                  <a:lnTo>
                    <a:pt x="635651" y="835047"/>
                  </a:lnTo>
                  <a:lnTo>
                    <a:pt x="634194" y="835250"/>
                  </a:lnTo>
                  <a:lnTo>
                    <a:pt x="632361" y="836344"/>
                  </a:lnTo>
                  <a:lnTo>
                    <a:pt x="630006" y="841125"/>
                  </a:lnTo>
                  <a:lnTo>
                    <a:pt x="623352" y="835655"/>
                  </a:lnTo>
                  <a:lnTo>
                    <a:pt x="620697" y="840031"/>
                  </a:lnTo>
                  <a:lnTo>
                    <a:pt x="617857" y="836304"/>
                  </a:lnTo>
                  <a:lnTo>
                    <a:pt x="616697" y="836061"/>
                  </a:lnTo>
                  <a:lnTo>
                    <a:pt x="613333" y="839910"/>
                  </a:lnTo>
                  <a:lnTo>
                    <a:pt x="613296" y="841084"/>
                  </a:lnTo>
                  <a:lnTo>
                    <a:pt x="610080" y="843188"/>
                  </a:lnTo>
                  <a:lnTo>
                    <a:pt x="606939" y="840072"/>
                  </a:lnTo>
                  <a:lnTo>
                    <a:pt x="599463" y="836385"/>
                  </a:lnTo>
                  <a:lnTo>
                    <a:pt x="592323" y="844724"/>
                  </a:lnTo>
                  <a:lnTo>
                    <a:pt x="590192" y="843390"/>
                  </a:lnTo>
                  <a:lnTo>
                    <a:pt x="586416" y="844522"/>
                  </a:lnTo>
                  <a:lnTo>
                    <a:pt x="584696" y="842217"/>
                  </a:lnTo>
                  <a:lnTo>
                    <a:pt x="583612" y="842298"/>
                  </a:lnTo>
                  <a:lnTo>
                    <a:pt x="581818" y="845897"/>
                  </a:lnTo>
                  <a:lnTo>
                    <a:pt x="579836" y="847554"/>
                  </a:lnTo>
                  <a:lnTo>
                    <a:pt x="581443" y="853486"/>
                  </a:lnTo>
                  <a:lnTo>
                    <a:pt x="584210" y="857112"/>
                  </a:lnTo>
                  <a:lnTo>
                    <a:pt x="583949" y="868529"/>
                  </a:lnTo>
                  <a:lnTo>
                    <a:pt x="585593" y="870294"/>
                  </a:lnTo>
                  <a:lnTo>
                    <a:pt x="584060" y="872058"/>
                  </a:lnTo>
                  <a:lnTo>
                    <a:pt x="580173" y="870334"/>
                  </a:lnTo>
                  <a:lnTo>
                    <a:pt x="574079" y="871176"/>
                  </a:lnTo>
                  <a:lnTo>
                    <a:pt x="572583" y="866482"/>
                  </a:lnTo>
                  <a:lnTo>
                    <a:pt x="572994" y="863911"/>
                  </a:lnTo>
                  <a:lnTo>
                    <a:pt x="571798" y="862906"/>
                  </a:lnTo>
                  <a:lnTo>
                    <a:pt x="571649" y="859165"/>
                  </a:lnTo>
                  <a:lnTo>
                    <a:pt x="570565" y="858682"/>
                  </a:lnTo>
                  <a:lnTo>
                    <a:pt x="565517" y="860936"/>
                  </a:lnTo>
                  <a:lnTo>
                    <a:pt x="560695" y="865036"/>
                  </a:lnTo>
                  <a:lnTo>
                    <a:pt x="551237" y="864835"/>
                  </a:lnTo>
                  <a:lnTo>
                    <a:pt x="550003" y="863107"/>
                  </a:lnTo>
                  <a:lnTo>
                    <a:pt x="550152" y="860815"/>
                  </a:lnTo>
                  <a:lnTo>
                    <a:pt x="547686" y="859930"/>
                  </a:lnTo>
                  <a:lnTo>
                    <a:pt x="546938" y="858642"/>
                  </a:lnTo>
                  <a:lnTo>
                    <a:pt x="547087" y="853486"/>
                  </a:lnTo>
                  <a:lnTo>
                    <a:pt x="546452" y="852598"/>
                  </a:lnTo>
                  <a:lnTo>
                    <a:pt x="532246" y="850783"/>
                  </a:lnTo>
                  <a:lnTo>
                    <a:pt x="530974" y="849815"/>
                  </a:lnTo>
                  <a:lnTo>
                    <a:pt x="532432" y="844927"/>
                  </a:lnTo>
                  <a:lnTo>
                    <a:pt x="534414" y="842055"/>
                  </a:lnTo>
                  <a:lnTo>
                    <a:pt x="535386" y="834682"/>
                  </a:lnTo>
                  <a:lnTo>
                    <a:pt x="537928" y="831679"/>
                  </a:lnTo>
                  <a:lnTo>
                    <a:pt x="536058" y="829201"/>
                  </a:lnTo>
                  <a:lnTo>
                    <a:pt x="524544" y="826437"/>
                  </a:lnTo>
                  <a:lnTo>
                    <a:pt x="524955" y="822163"/>
                  </a:lnTo>
                  <a:lnTo>
                    <a:pt x="523199" y="818985"/>
                  </a:lnTo>
                  <a:lnTo>
                    <a:pt x="523909" y="816619"/>
                  </a:lnTo>
                  <a:lnTo>
                    <a:pt x="520656" y="810247"/>
                  </a:lnTo>
                  <a:lnTo>
                    <a:pt x="523946" y="805335"/>
                  </a:lnTo>
                  <a:lnTo>
                    <a:pt x="518749" y="806523"/>
                  </a:lnTo>
                  <a:lnTo>
                    <a:pt x="516993" y="805459"/>
                  </a:lnTo>
                  <a:lnTo>
                    <a:pt x="511010" y="805581"/>
                  </a:lnTo>
                  <a:lnTo>
                    <a:pt x="506973" y="806605"/>
                  </a:lnTo>
                  <a:lnTo>
                    <a:pt x="500095" y="810410"/>
                  </a:lnTo>
                  <a:lnTo>
                    <a:pt x="497589" y="810124"/>
                  </a:lnTo>
                  <a:lnTo>
                    <a:pt x="497665" y="808365"/>
                  </a:lnTo>
                  <a:lnTo>
                    <a:pt x="500206" y="805131"/>
                  </a:lnTo>
                  <a:lnTo>
                    <a:pt x="500543" y="802918"/>
                  </a:lnTo>
                  <a:lnTo>
                    <a:pt x="499684" y="799472"/>
                  </a:lnTo>
                  <a:lnTo>
                    <a:pt x="496879" y="796927"/>
                  </a:lnTo>
                  <a:lnTo>
                    <a:pt x="496842" y="793720"/>
                  </a:lnTo>
                  <a:lnTo>
                    <a:pt x="497963" y="790428"/>
                  </a:lnTo>
                  <a:lnTo>
                    <a:pt x="501178" y="788245"/>
                  </a:lnTo>
                  <a:lnTo>
                    <a:pt x="500693" y="784493"/>
                  </a:lnTo>
                  <a:lnTo>
                    <a:pt x="502860" y="779496"/>
                  </a:lnTo>
                  <a:lnTo>
                    <a:pt x="504918" y="779868"/>
                  </a:lnTo>
                  <a:lnTo>
                    <a:pt x="506824" y="778587"/>
                  </a:lnTo>
                  <a:lnTo>
                    <a:pt x="508693" y="775732"/>
                  </a:lnTo>
                  <a:lnTo>
                    <a:pt x="509590" y="772170"/>
                  </a:lnTo>
                  <a:lnTo>
                    <a:pt x="513553" y="771797"/>
                  </a:lnTo>
                  <a:lnTo>
                    <a:pt x="516282" y="767150"/>
                  </a:lnTo>
                  <a:lnTo>
                    <a:pt x="520245" y="765406"/>
                  </a:lnTo>
                  <a:lnTo>
                    <a:pt x="518339" y="760583"/>
                  </a:lnTo>
                  <a:lnTo>
                    <a:pt x="520843" y="757876"/>
                  </a:lnTo>
                  <a:lnTo>
                    <a:pt x="521965" y="746101"/>
                  </a:lnTo>
                  <a:lnTo>
                    <a:pt x="520133" y="725685"/>
                  </a:lnTo>
                  <a:lnTo>
                    <a:pt x="516021" y="723702"/>
                  </a:lnTo>
                  <a:lnTo>
                    <a:pt x="513889" y="726486"/>
                  </a:lnTo>
                  <a:lnTo>
                    <a:pt x="512806" y="726191"/>
                  </a:lnTo>
                  <a:lnTo>
                    <a:pt x="508655" y="712281"/>
                  </a:lnTo>
                  <a:lnTo>
                    <a:pt x="504282" y="707230"/>
                  </a:lnTo>
                  <a:lnTo>
                    <a:pt x="501814" y="707273"/>
                  </a:lnTo>
                  <a:lnTo>
                    <a:pt x="499534" y="703872"/>
                  </a:lnTo>
                  <a:lnTo>
                    <a:pt x="497029" y="703617"/>
                  </a:lnTo>
                  <a:lnTo>
                    <a:pt x="492543" y="710499"/>
                  </a:lnTo>
                  <a:lnTo>
                    <a:pt x="487421" y="706933"/>
                  </a:lnTo>
                  <a:lnTo>
                    <a:pt x="485440" y="707698"/>
                  </a:lnTo>
                  <a:lnTo>
                    <a:pt x="481178" y="707018"/>
                  </a:lnTo>
                  <a:lnTo>
                    <a:pt x="477589" y="704807"/>
                  </a:lnTo>
                  <a:lnTo>
                    <a:pt x="473141" y="706975"/>
                  </a:lnTo>
                  <a:lnTo>
                    <a:pt x="470935" y="705956"/>
                  </a:lnTo>
                  <a:lnTo>
                    <a:pt x="473290" y="701318"/>
                  </a:lnTo>
                  <a:lnTo>
                    <a:pt x="477141" y="697611"/>
                  </a:lnTo>
                  <a:lnTo>
                    <a:pt x="474112" y="690821"/>
                  </a:lnTo>
                  <a:lnTo>
                    <a:pt x="467944" y="693855"/>
                  </a:lnTo>
                  <a:lnTo>
                    <a:pt x="467608" y="690051"/>
                  </a:lnTo>
                  <a:lnTo>
                    <a:pt x="472467" y="686112"/>
                  </a:lnTo>
                  <a:lnTo>
                    <a:pt x="469962" y="686155"/>
                  </a:lnTo>
                  <a:lnTo>
                    <a:pt x="465813" y="681351"/>
                  </a:lnTo>
                  <a:lnTo>
                    <a:pt x="455009" y="687098"/>
                  </a:lnTo>
                  <a:lnTo>
                    <a:pt x="455046" y="688425"/>
                  </a:lnTo>
                  <a:lnTo>
                    <a:pt x="452392" y="691120"/>
                  </a:lnTo>
                  <a:lnTo>
                    <a:pt x="439531" y="687825"/>
                  </a:lnTo>
                  <a:lnTo>
                    <a:pt x="438784" y="686026"/>
                  </a:lnTo>
                  <a:lnTo>
                    <a:pt x="436466" y="684569"/>
                  </a:lnTo>
                  <a:lnTo>
                    <a:pt x="429625" y="688596"/>
                  </a:lnTo>
                  <a:lnTo>
                    <a:pt x="425849" y="692573"/>
                  </a:lnTo>
                  <a:lnTo>
                    <a:pt x="423905" y="692958"/>
                  </a:lnTo>
                  <a:lnTo>
                    <a:pt x="423007" y="695307"/>
                  </a:lnTo>
                  <a:lnTo>
                    <a:pt x="418559" y="698421"/>
                  </a:lnTo>
                  <a:lnTo>
                    <a:pt x="408017" y="700807"/>
                  </a:lnTo>
                  <a:lnTo>
                    <a:pt x="405250" y="706168"/>
                  </a:lnTo>
                  <a:lnTo>
                    <a:pt x="396577" y="712196"/>
                  </a:lnTo>
                  <a:lnTo>
                    <a:pt x="395380" y="714188"/>
                  </a:lnTo>
                  <a:lnTo>
                    <a:pt x="396278" y="715924"/>
                  </a:lnTo>
                  <a:lnTo>
                    <a:pt x="393362" y="718505"/>
                  </a:lnTo>
                  <a:lnTo>
                    <a:pt x="390632" y="719774"/>
                  </a:lnTo>
                  <a:lnTo>
                    <a:pt x="384090" y="720154"/>
                  </a:lnTo>
                  <a:lnTo>
                    <a:pt x="381549" y="721971"/>
                  </a:lnTo>
                  <a:lnTo>
                    <a:pt x="374371" y="721296"/>
                  </a:lnTo>
                  <a:lnTo>
                    <a:pt x="374557" y="717448"/>
                  </a:lnTo>
                  <a:lnTo>
                    <a:pt x="366893" y="713807"/>
                  </a:lnTo>
                  <a:lnTo>
                    <a:pt x="361659" y="716348"/>
                  </a:lnTo>
                  <a:lnTo>
                    <a:pt x="355342" y="713976"/>
                  </a:lnTo>
                  <a:lnTo>
                    <a:pt x="347789" y="713764"/>
                  </a:lnTo>
                  <a:lnTo>
                    <a:pt x="347678" y="709906"/>
                  </a:lnTo>
                  <a:lnTo>
                    <a:pt x="342630" y="708547"/>
                  </a:lnTo>
                  <a:lnTo>
                    <a:pt x="338331" y="708717"/>
                  </a:lnTo>
                  <a:lnTo>
                    <a:pt x="329659" y="714230"/>
                  </a:lnTo>
                  <a:lnTo>
                    <a:pt x="323040" y="722436"/>
                  </a:lnTo>
                  <a:lnTo>
                    <a:pt x="321808" y="725221"/>
                  </a:lnTo>
                  <a:lnTo>
                    <a:pt x="318593" y="728214"/>
                  </a:lnTo>
                  <a:lnTo>
                    <a:pt x="317433" y="731667"/>
                  </a:lnTo>
                  <a:lnTo>
                    <a:pt x="314816" y="729015"/>
                  </a:lnTo>
                  <a:lnTo>
                    <a:pt x="314480" y="726866"/>
                  </a:lnTo>
                  <a:lnTo>
                    <a:pt x="316536" y="718717"/>
                  </a:lnTo>
                  <a:lnTo>
                    <a:pt x="314630" y="714696"/>
                  </a:lnTo>
                  <a:lnTo>
                    <a:pt x="310928" y="713467"/>
                  </a:lnTo>
                  <a:lnTo>
                    <a:pt x="307789" y="715374"/>
                  </a:lnTo>
                  <a:lnTo>
                    <a:pt x="301844" y="716855"/>
                  </a:lnTo>
                  <a:lnTo>
                    <a:pt x="301208" y="718675"/>
                  </a:lnTo>
                  <a:lnTo>
                    <a:pt x="297544" y="718209"/>
                  </a:lnTo>
                  <a:lnTo>
                    <a:pt x="292349" y="719858"/>
                  </a:lnTo>
                  <a:lnTo>
                    <a:pt x="284198" y="719816"/>
                  </a:lnTo>
                  <a:lnTo>
                    <a:pt x="281096" y="719436"/>
                  </a:lnTo>
                  <a:lnTo>
                    <a:pt x="278590" y="717321"/>
                  </a:lnTo>
                  <a:lnTo>
                    <a:pt x="272983" y="715120"/>
                  </a:lnTo>
                  <a:lnTo>
                    <a:pt x="271712" y="713425"/>
                  </a:lnTo>
                  <a:lnTo>
                    <a:pt x="268908" y="713637"/>
                  </a:lnTo>
                  <a:lnTo>
                    <a:pt x="268123" y="716517"/>
                  </a:lnTo>
                  <a:lnTo>
                    <a:pt x="265880" y="717321"/>
                  </a:lnTo>
                  <a:lnTo>
                    <a:pt x="261917" y="715120"/>
                  </a:lnTo>
                  <a:lnTo>
                    <a:pt x="260235" y="712959"/>
                  </a:lnTo>
                  <a:lnTo>
                    <a:pt x="259038" y="713679"/>
                  </a:lnTo>
                  <a:lnTo>
                    <a:pt x="258702" y="717194"/>
                  </a:lnTo>
                  <a:lnTo>
                    <a:pt x="257282" y="717744"/>
                  </a:lnTo>
                  <a:lnTo>
                    <a:pt x="254066" y="712450"/>
                  </a:lnTo>
                  <a:lnTo>
                    <a:pt x="250702" y="709099"/>
                  </a:lnTo>
                  <a:lnTo>
                    <a:pt x="239150" y="708207"/>
                  </a:lnTo>
                  <a:lnTo>
                    <a:pt x="238439" y="706890"/>
                  </a:lnTo>
                  <a:lnTo>
                    <a:pt x="239935" y="701659"/>
                  </a:lnTo>
                  <a:lnTo>
                    <a:pt x="232383" y="702425"/>
                  </a:lnTo>
                  <a:lnTo>
                    <a:pt x="220607" y="694111"/>
                  </a:lnTo>
                  <a:lnTo>
                    <a:pt x="217952" y="686798"/>
                  </a:lnTo>
                  <a:lnTo>
                    <a:pt x="214514" y="685384"/>
                  </a:lnTo>
                  <a:lnTo>
                    <a:pt x="207186" y="687654"/>
                  </a:lnTo>
                  <a:lnTo>
                    <a:pt x="198288" y="677442"/>
                  </a:lnTo>
                  <a:lnTo>
                    <a:pt x="195372" y="677313"/>
                  </a:lnTo>
                  <a:lnTo>
                    <a:pt x="192045" y="675721"/>
                  </a:lnTo>
                  <a:lnTo>
                    <a:pt x="184419" y="669559"/>
                  </a:lnTo>
                  <a:lnTo>
                    <a:pt x="178886" y="666624"/>
                  </a:lnTo>
                  <a:lnTo>
                    <a:pt x="175222" y="660309"/>
                  </a:lnTo>
                  <a:lnTo>
                    <a:pt x="166886" y="658836"/>
                  </a:lnTo>
                  <a:lnTo>
                    <a:pt x="162212" y="660049"/>
                  </a:lnTo>
                  <a:lnTo>
                    <a:pt x="158847" y="665890"/>
                  </a:lnTo>
                  <a:lnTo>
                    <a:pt x="155820" y="667272"/>
                  </a:lnTo>
                  <a:lnTo>
                    <a:pt x="153240" y="662474"/>
                  </a:lnTo>
                  <a:lnTo>
                    <a:pt x="146923" y="658185"/>
                  </a:lnTo>
                  <a:lnTo>
                    <a:pt x="136753" y="654498"/>
                  </a:lnTo>
                  <a:lnTo>
                    <a:pt x="136791" y="649891"/>
                  </a:lnTo>
                  <a:lnTo>
                    <a:pt x="135857" y="649151"/>
                  </a:lnTo>
                  <a:lnTo>
                    <a:pt x="134474" y="649325"/>
                  </a:lnTo>
                  <a:lnTo>
                    <a:pt x="128491" y="644796"/>
                  </a:lnTo>
                  <a:lnTo>
                    <a:pt x="123743" y="645275"/>
                  </a:lnTo>
                  <a:lnTo>
                    <a:pt x="120080" y="642483"/>
                  </a:lnTo>
                  <a:lnTo>
                    <a:pt x="114210" y="634264"/>
                  </a:lnTo>
                  <a:lnTo>
                    <a:pt x="112901" y="633695"/>
                  </a:lnTo>
                  <a:lnTo>
                    <a:pt x="111444" y="636059"/>
                  </a:lnTo>
                  <a:lnTo>
                    <a:pt x="106958" y="636715"/>
                  </a:lnTo>
                  <a:lnTo>
                    <a:pt x="106322" y="632599"/>
                  </a:lnTo>
                  <a:lnTo>
                    <a:pt x="107892" y="629002"/>
                  </a:lnTo>
                  <a:lnTo>
                    <a:pt x="105649" y="626015"/>
                  </a:lnTo>
                  <a:lnTo>
                    <a:pt x="106509" y="620733"/>
                  </a:lnTo>
                  <a:lnTo>
                    <a:pt x="101537" y="614379"/>
                  </a:lnTo>
                  <a:lnTo>
                    <a:pt x="99332" y="606899"/>
                  </a:lnTo>
                  <a:lnTo>
                    <a:pt x="99817" y="605968"/>
                  </a:lnTo>
                  <a:lnTo>
                    <a:pt x="105799" y="605036"/>
                  </a:lnTo>
                  <a:lnTo>
                    <a:pt x="107257" y="608184"/>
                  </a:lnTo>
                  <a:lnTo>
                    <a:pt x="110322" y="610886"/>
                  </a:lnTo>
                  <a:lnTo>
                    <a:pt x="113388" y="610177"/>
                  </a:lnTo>
                  <a:lnTo>
                    <a:pt x="114659" y="608007"/>
                  </a:lnTo>
                  <a:lnTo>
                    <a:pt x="116565" y="607387"/>
                  </a:lnTo>
                  <a:lnTo>
                    <a:pt x="116192" y="596411"/>
                  </a:lnTo>
                  <a:lnTo>
                    <a:pt x="114135" y="593736"/>
                  </a:lnTo>
                  <a:lnTo>
                    <a:pt x="114809" y="590790"/>
                  </a:lnTo>
                  <a:lnTo>
                    <a:pt x="107892" y="582646"/>
                  </a:lnTo>
                  <a:lnTo>
                    <a:pt x="107519" y="574921"/>
                  </a:lnTo>
                  <a:lnTo>
                    <a:pt x="106322" y="569831"/>
                  </a:lnTo>
                  <a:lnTo>
                    <a:pt x="106883" y="567936"/>
                  </a:lnTo>
                  <a:lnTo>
                    <a:pt x="111407" y="564412"/>
                  </a:lnTo>
                  <a:lnTo>
                    <a:pt x="111370" y="562557"/>
                  </a:lnTo>
                  <a:lnTo>
                    <a:pt x="105164" y="557119"/>
                  </a:lnTo>
                  <a:lnTo>
                    <a:pt x="98023" y="554895"/>
                  </a:lnTo>
                  <a:lnTo>
                    <a:pt x="97088" y="553713"/>
                  </a:lnTo>
                  <a:lnTo>
                    <a:pt x="91481" y="538571"/>
                  </a:lnTo>
                  <a:lnTo>
                    <a:pt x="92117" y="532748"/>
                  </a:lnTo>
                  <a:lnTo>
                    <a:pt x="89050" y="533529"/>
                  </a:lnTo>
                  <a:lnTo>
                    <a:pt x="87069" y="532335"/>
                  </a:lnTo>
                  <a:lnTo>
                    <a:pt x="79742" y="532840"/>
                  </a:lnTo>
                  <a:lnTo>
                    <a:pt x="72339" y="530911"/>
                  </a:lnTo>
                  <a:lnTo>
                    <a:pt x="62807" y="526357"/>
                  </a:lnTo>
                  <a:lnTo>
                    <a:pt x="61386" y="525252"/>
                  </a:lnTo>
                  <a:lnTo>
                    <a:pt x="61125" y="522346"/>
                  </a:lnTo>
                  <a:lnTo>
                    <a:pt x="53386" y="524284"/>
                  </a:lnTo>
                  <a:lnTo>
                    <a:pt x="51180" y="519853"/>
                  </a:lnTo>
                  <a:lnTo>
                    <a:pt x="47891" y="518189"/>
                  </a:lnTo>
                  <a:lnTo>
                    <a:pt x="49049" y="515089"/>
                  </a:lnTo>
                  <a:lnTo>
                    <a:pt x="49161" y="509617"/>
                  </a:lnTo>
                  <a:lnTo>
                    <a:pt x="46357" y="502686"/>
                  </a:lnTo>
                  <a:lnTo>
                    <a:pt x="42768" y="500308"/>
                  </a:lnTo>
                  <a:lnTo>
                    <a:pt x="37721" y="500401"/>
                  </a:lnTo>
                  <a:lnTo>
                    <a:pt x="36114" y="495871"/>
                  </a:lnTo>
                  <a:lnTo>
                    <a:pt x="30058" y="493954"/>
                  </a:lnTo>
                  <a:lnTo>
                    <a:pt x="26618" y="494842"/>
                  </a:lnTo>
                  <a:lnTo>
                    <a:pt x="22544" y="492689"/>
                  </a:lnTo>
                  <a:lnTo>
                    <a:pt x="19403" y="493017"/>
                  </a:lnTo>
                  <a:lnTo>
                    <a:pt x="15964" y="490018"/>
                  </a:lnTo>
                  <a:lnTo>
                    <a:pt x="23254" y="486028"/>
                  </a:lnTo>
                  <a:lnTo>
                    <a:pt x="26655" y="487578"/>
                  </a:lnTo>
                  <a:lnTo>
                    <a:pt x="31404" y="483536"/>
                  </a:lnTo>
                  <a:lnTo>
                    <a:pt x="30954" y="481841"/>
                  </a:lnTo>
                  <a:lnTo>
                    <a:pt x="26731" y="477882"/>
                  </a:lnTo>
                  <a:lnTo>
                    <a:pt x="27627" y="473394"/>
                  </a:lnTo>
                  <a:lnTo>
                    <a:pt x="24263" y="462342"/>
                  </a:lnTo>
                  <a:lnTo>
                    <a:pt x="25535" y="456721"/>
                  </a:lnTo>
                  <a:lnTo>
                    <a:pt x="23628" y="453952"/>
                  </a:lnTo>
                  <a:lnTo>
                    <a:pt x="13907" y="449935"/>
                  </a:lnTo>
                  <a:lnTo>
                    <a:pt x="10880" y="449935"/>
                  </a:lnTo>
                  <a:lnTo>
                    <a:pt x="8674" y="453140"/>
                  </a:lnTo>
                  <a:lnTo>
                    <a:pt x="4038" y="451371"/>
                  </a:lnTo>
                  <a:lnTo>
                    <a:pt x="1832" y="444757"/>
                  </a:lnTo>
                  <a:lnTo>
                    <a:pt x="4113" y="441730"/>
                  </a:lnTo>
                  <a:lnTo>
                    <a:pt x="0" y="434746"/>
                  </a:lnTo>
                  <a:lnTo>
                    <a:pt x="486" y="428848"/>
                  </a:lnTo>
                  <a:lnTo>
                    <a:pt x="4486" y="427783"/>
                  </a:lnTo>
                  <a:lnTo>
                    <a:pt x="6244" y="425359"/>
                  </a:lnTo>
                  <a:lnTo>
                    <a:pt x="4748" y="419384"/>
                  </a:lnTo>
                  <a:lnTo>
                    <a:pt x="7964" y="412803"/>
                  </a:lnTo>
                  <a:lnTo>
                    <a:pt x="16712" y="410262"/>
                  </a:lnTo>
                  <a:lnTo>
                    <a:pt x="22282" y="405512"/>
                  </a:lnTo>
                  <a:lnTo>
                    <a:pt x="25384" y="405022"/>
                  </a:lnTo>
                  <a:lnTo>
                    <a:pt x="24787" y="402323"/>
                  </a:lnTo>
                  <a:lnTo>
                    <a:pt x="25497" y="400849"/>
                  </a:lnTo>
                  <a:lnTo>
                    <a:pt x="29010" y="401734"/>
                  </a:lnTo>
                  <a:lnTo>
                    <a:pt x="33946" y="400898"/>
                  </a:lnTo>
                  <a:lnTo>
                    <a:pt x="40451" y="396913"/>
                  </a:lnTo>
                  <a:lnTo>
                    <a:pt x="42992" y="405659"/>
                  </a:lnTo>
                  <a:lnTo>
                    <a:pt x="47030" y="405709"/>
                  </a:lnTo>
                  <a:lnTo>
                    <a:pt x="55068" y="402225"/>
                  </a:lnTo>
                  <a:lnTo>
                    <a:pt x="56302" y="404385"/>
                  </a:lnTo>
                  <a:lnTo>
                    <a:pt x="59667" y="401734"/>
                  </a:lnTo>
                  <a:lnTo>
                    <a:pt x="63442" y="392721"/>
                  </a:lnTo>
                  <a:lnTo>
                    <a:pt x="66806" y="387134"/>
                  </a:lnTo>
                  <a:lnTo>
                    <a:pt x="68565" y="385994"/>
                  </a:lnTo>
                  <a:lnTo>
                    <a:pt x="82546" y="386836"/>
                  </a:lnTo>
                  <a:lnTo>
                    <a:pt x="93799" y="384557"/>
                  </a:lnTo>
                  <a:lnTo>
                    <a:pt x="98434" y="378895"/>
                  </a:lnTo>
                  <a:lnTo>
                    <a:pt x="98770" y="376405"/>
                  </a:lnTo>
                  <a:lnTo>
                    <a:pt x="106658" y="371167"/>
                  </a:lnTo>
                  <a:lnTo>
                    <a:pt x="118099" y="364961"/>
                  </a:lnTo>
                  <a:lnTo>
                    <a:pt x="127931" y="361749"/>
                  </a:lnTo>
                  <a:lnTo>
                    <a:pt x="129463" y="359035"/>
                  </a:lnTo>
                  <a:lnTo>
                    <a:pt x="137650" y="357727"/>
                  </a:lnTo>
                  <a:lnTo>
                    <a:pt x="137128" y="353594"/>
                  </a:lnTo>
                  <a:lnTo>
                    <a:pt x="138062" y="351221"/>
                  </a:lnTo>
                  <a:lnTo>
                    <a:pt x="136193" y="340223"/>
                  </a:lnTo>
                  <a:lnTo>
                    <a:pt x="137949" y="336507"/>
                  </a:lnTo>
                  <a:lnTo>
                    <a:pt x="143969" y="334315"/>
                  </a:lnTo>
                  <a:lnTo>
                    <a:pt x="144081" y="333244"/>
                  </a:lnTo>
                  <a:lnTo>
                    <a:pt x="140717" y="331508"/>
                  </a:lnTo>
                  <a:lnTo>
                    <a:pt x="140866" y="329514"/>
                  </a:lnTo>
                  <a:lnTo>
                    <a:pt x="145576" y="327108"/>
                  </a:lnTo>
                  <a:lnTo>
                    <a:pt x="148380" y="327825"/>
                  </a:lnTo>
                  <a:lnTo>
                    <a:pt x="149090" y="326134"/>
                  </a:lnTo>
                  <a:lnTo>
                    <a:pt x="146623" y="321926"/>
                  </a:lnTo>
                  <a:lnTo>
                    <a:pt x="147371" y="318584"/>
                  </a:lnTo>
                  <a:lnTo>
                    <a:pt x="146287" y="314667"/>
                  </a:lnTo>
                  <a:lnTo>
                    <a:pt x="140155" y="299327"/>
                  </a:lnTo>
                  <a:lnTo>
                    <a:pt x="140155" y="286107"/>
                  </a:lnTo>
                  <a:lnTo>
                    <a:pt x="140679" y="283061"/>
                  </a:lnTo>
                  <a:lnTo>
                    <a:pt x="142772" y="281378"/>
                  </a:lnTo>
                  <a:lnTo>
                    <a:pt x="138062" y="278640"/>
                  </a:lnTo>
                  <a:lnTo>
                    <a:pt x="132716" y="278957"/>
                  </a:lnTo>
                  <a:lnTo>
                    <a:pt x="130099" y="276426"/>
                  </a:lnTo>
                  <a:lnTo>
                    <a:pt x="133987" y="272781"/>
                  </a:lnTo>
                  <a:lnTo>
                    <a:pt x="145950" y="269288"/>
                  </a:lnTo>
                  <a:lnTo>
                    <a:pt x="150511" y="269182"/>
                  </a:lnTo>
                  <a:lnTo>
                    <a:pt x="167895" y="262705"/>
                  </a:lnTo>
                  <a:lnTo>
                    <a:pt x="169316" y="263821"/>
                  </a:lnTo>
                  <a:lnTo>
                    <a:pt x="169951" y="266318"/>
                  </a:lnTo>
                  <a:lnTo>
                    <a:pt x="173166" y="268281"/>
                  </a:lnTo>
                  <a:lnTo>
                    <a:pt x="179858" y="266530"/>
                  </a:lnTo>
                  <a:lnTo>
                    <a:pt x="185129" y="269288"/>
                  </a:lnTo>
                  <a:lnTo>
                    <a:pt x="187222" y="264353"/>
                  </a:lnTo>
                  <a:lnTo>
                    <a:pt x="186998" y="260469"/>
                  </a:lnTo>
                  <a:lnTo>
                    <a:pt x="181092" y="257643"/>
                  </a:lnTo>
                  <a:lnTo>
                    <a:pt x="180867" y="255401"/>
                  </a:lnTo>
                  <a:lnTo>
                    <a:pt x="185840" y="238593"/>
                  </a:lnTo>
                  <a:lnTo>
                    <a:pt x="194551" y="214233"/>
                  </a:lnTo>
                  <a:lnTo>
                    <a:pt x="195671" y="207536"/>
                  </a:lnTo>
                  <a:lnTo>
                    <a:pt x="199074" y="207482"/>
                  </a:lnTo>
                  <a:lnTo>
                    <a:pt x="209916" y="212534"/>
                  </a:lnTo>
                  <a:lnTo>
                    <a:pt x="216196" y="214069"/>
                  </a:lnTo>
                  <a:lnTo>
                    <a:pt x="229692" y="214014"/>
                  </a:lnTo>
                  <a:lnTo>
                    <a:pt x="232159" y="218337"/>
                  </a:lnTo>
                  <a:lnTo>
                    <a:pt x="241468" y="212096"/>
                  </a:lnTo>
                  <a:lnTo>
                    <a:pt x="246702" y="211272"/>
                  </a:lnTo>
                  <a:lnTo>
                    <a:pt x="250253" y="205390"/>
                  </a:lnTo>
                  <a:lnTo>
                    <a:pt x="250515" y="202854"/>
                  </a:lnTo>
                  <a:lnTo>
                    <a:pt x="248795" y="198103"/>
                  </a:lnTo>
                  <a:lnTo>
                    <a:pt x="247524" y="185048"/>
                  </a:lnTo>
                  <a:lnTo>
                    <a:pt x="251001" y="172729"/>
                  </a:lnTo>
                  <a:lnTo>
                    <a:pt x="252197" y="170423"/>
                  </a:lnTo>
                  <a:lnTo>
                    <a:pt x="253842" y="169747"/>
                  </a:lnTo>
                  <a:lnTo>
                    <a:pt x="268796" y="165969"/>
                  </a:lnTo>
                  <a:lnTo>
                    <a:pt x="272310" y="160654"/>
                  </a:lnTo>
                  <a:lnTo>
                    <a:pt x="273020" y="150825"/>
                  </a:lnTo>
                  <a:lnTo>
                    <a:pt x="275787" y="148201"/>
                  </a:lnTo>
                  <a:lnTo>
                    <a:pt x="286815" y="148658"/>
                  </a:lnTo>
                  <a:lnTo>
                    <a:pt x="295077" y="145973"/>
                  </a:lnTo>
                  <a:lnTo>
                    <a:pt x="296274" y="151110"/>
                  </a:lnTo>
                  <a:lnTo>
                    <a:pt x="293582" y="154866"/>
                  </a:lnTo>
                  <a:lnTo>
                    <a:pt x="295414" y="157706"/>
                  </a:lnTo>
                  <a:lnTo>
                    <a:pt x="300161" y="160314"/>
                  </a:lnTo>
                  <a:lnTo>
                    <a:pt x="298330" y="163597"/>
                  </a:lnTo>
                  <a:lnTo>
                    <a:pt x="298516" y="165122"/>
                  </a:lnTo>
                  <a:lnTo>
                    <a:pt x="309658" y="170479"/>
                  </a:lnTo>
                  <a:lnTo>
                    <a:pt x="310891" y="175593"/>
                  </a:lnTo>
                  <a:lnTo>
                    <a:pt x="320686" y="182368"/>
                  </a:lnTo>
                  <a:lnTo>
                    <a:pt x="323751" y="183038"/>
                  </a:lnTo>
                  <a:lnTo>
                    <a:pt x="329659" y="181530"/>
                  </a:lnTo>
                  <a:lnTo>
                    <a:pt x="335864" y="187778"/>
                  </a:lnTo>
                  <a:lnTo>
                    <a:pt x="341060" y="186219"/>
                  </a:lnTo>
                  <a:lnTo>
                    <a:pt x="342594" y="190338"/>
                  </a:lnTo>
                  <a:lnTo>
                    <a:pt x="346968" y="192449"/>
                  </a:lnTo>
                  <a:lnTo>
                    <a:pt x="349285" y="197771"/>
                  </a:lnTo>
                  <a:lnTo>
                    <a:pt x="350781" y="204453"/>
                  </a:lnTo>
                  <a:lnTo>
                    <a:pt x="355342" y="213082"/>
                  </a:lnTo>
                  <a:lnTo>
                    <a:pt x="358519" y="214562"/>
                  </a:lnTo>
                  <a:lnTo>
                    <a:pt x="360950" y="220794"/>
                  </a:lnTo>
                  <a:lnTo>
                    <a:pt x="361846" y="226350"/>
                  </a:lnTo>
                  <a:lnTo>
                    <a:pt x="359379" y="235243"/>
                  </a:lnTo>
                  <a:lnTo>
                    <a:pt x="361286" y="242313"/>
                  </a:lnTo>
                  <a:lnTo>
                    <a:pt x="355192" y="251389"/>
                  </a:lnTo>
                  <a:lnTo>
                    <a:pt x="354220" y="257484"/>
                  </a:lnTo>
                  <a:lnTo>
                    <a:pt x="358669" y="267220"/>
                  </a:lnTo>
                  <a:lnTo>
                    <a:pt x="362258" y="266583"/>
                  </a:lnTo>
                  <a:lnTo>
                    <a:pt x="367715" y="269500"/>
                  </a:lnTo>
                  <a:lnTo>
                    <a:pt x="373361" y="270718"/>
                  </a:lnTo>
                  <a:lnTo>
                    <a:pt x="382632" y="270983"/>
                  </a:lnTo>
                  <a:lnTo>
                    <a:pt x="390819" y="272728"/>
                  </a:lnTo>
                  <a:lnTo>
                    <a:pt x="398371" y="271935"/>
                  </a:lnTo>
                  <a:lnTo>
                    <a:pt x="413474" y="274631"/>
                  </a:lnTo>
                  <a:lnTo>
                    <a:pt x="416391" y="275898"/>
                  </a:lnTo>
                  <a:lnTo>
                    <a:pt x="422671" y="282535"/>
                  </a:lnTo>
                  <a:lnTo>
                    <a:pt x="427681" y="283376"/>
                  </a:lnTo>
                  <a:lnTo>
                    <a:pt x="438336" y="291972"/>
                  </a:lnTo>
                  <a:lnTo>
                    <a:pt x="445326" y="294584"/>
                  </a:lnTo>
                  <a:lnTo>
                    <a:pt x="451569" y="294062"/>
                  </a:lnTo>
                  <a:lnTo>
                    <a:pt x="451084" y="300992"/>
                  </a:lnTo>
                  <a:lnTo>
                    <a:pt x="455232" y="303435"/>
                  </a:lnTo>
                  <a:lnTo>
                    <a:pt x="461813" y="319818"/>
                  </a:lnTo>
                  <a:lnTo>
                    <a:pt x="462149" y="322902"/>
                  </a:lnTo>
                  <a:lnTo>
                    <a:pt x="471308" y="332784"/>
                  </a:lnTo>
                  <a:lnTo>
                    <a:pt x="473065" y="338646"/>
                  </a:lnTo>
                  <a:lnTo>
                    <a:pt x="490112" y="336711"/>
                  </a:lnTo>
                  <a:lnTo>
                    <a:pt x="537105" y="342966"/>
                  </a:lnTo>
                  <a:lnTo>
                    <a:pt x="547834" y="339867"/>
                  </a:lnTo>
                  <a:lnTo>
                    <a:pt x="579201" y="343778"/>
                  </a:lnTo>
                  <a:lnTo>
                    <a:pt x="582640" y="344894"/>
                  </a:lnTo>
                  <a:lnTo>
                    <a:pt x="589145" y="352888"/>
                  </a:lnTo>
                  <a:lnTo>
                    <a:pt x="592958" y="354502"/>
                  </a:lnTo>
                  <a:lnTo>
                    <a:pt x="611987" y="358733"/>
                  </a:lnTo>
                  <a:lnTo>
                    <a:pt x="625220" y="365863"/>
                  </a:lnTo>
                  <a:lnTo>
                    <a:pt x="641595" y="362352"/>
                  </a:lnTo>
                  <a:lnTo>
                    <a:pt x="641595" y="368417"/>
                  </a:lnTo>
                  <a:lnTo>
                    <a:pt x="649110" y="368867"/>
                  </a:lnTo>
                  <a:lnTo>
                    <a:pt x="651614" y="370167"/>
                  </a:lnTo>
                  <a:lnTo>
                    <a:pt x="656101" y="366214"/>
                  </a:lnTo>
                  <a:lnTo>
                    <a:pt x="688775" y="350817"/>
                  </a:lnTo>
                  <a:lnTo>
                    <a:pt x="717860" y="346364"/>
                  </a:lnTo>
                  <a:lnTo>
                    <a:pt x="742123" y="346617"/>
                  </a:lnTo>
                  <a:lnTo>
                    <a:pt x="764179" y="337170"/>
                  </a:lnTo>
                  <a:lnTo>
                    <a:pt x="776778" y="321001"/>
                  </a:lnTo>
                  <a:lnTo>
                    <a:pt x="787993" y="316575"/>
                  </a:lnTo>
                  <a:lnTo>
                    <a:pt x="792629" y="311776"/>
                  </a:lnTo>
                  <a:lnTo>
                    <a:pt x="795995" y="310431"/>
                  </a:lnTo>
                  <a:lnTo>
                    <a:pt x="795957" y="307429"/>
                  </a:lnTo>
                  <a:lnTo>
                    <a:pt x="794012" y="304006"/>
                  </a:lnTo>
                  <a:lnTo>
                    <a:pt x="789115" y="299015"/>
                  </a:lnTo>
                  <a:lnTo>
                    <a:pt x="784966" y="291501"/>
                  </a:lnTo>
                  <a:lnTo>
                    <a:pt x="789527" y="278061"/>
                  </a:lnTo>
                  <a:lnTo>
                    <a:pt x="795284" y="271088"/>
                  </a:lnTo>
                  <a:lnTo>
                    <a:pt x="805938" y="271301"/>
                  </a:lnTo>
                  <a:lnTo>
                    <a:pt x="812070" y="276426"/>
                  </a:lnTo>
                  <a:lnTo>
                    <a:pt x="830351" y="280431"/>
                  </a:lnTo>
                  <a:lnTo>
                    <a:pt x="840593" y="273838"/>
                  </a:lnTo>
                  <a:lnTo>
                    <a:pt x="847622" y="267008"/>
                  </a:lnTo>
                  <a:lnTo>
                    <a:pt x="850576" y="261481"/>
                  </a:lnTo>
                  <a:lnTo>
                    <a:pt x="854276" y="260629"/>
                  </a:lnTo>
                  <a:lnTo>
                    <a:pt x="858016" y="261853"/>
                  </a:lnTo>
                  <a:lnTo>
                    <a:pt x="863062" y="261481"/>
                  </a:lnTo>
                  <a:lnTo>
                    <a:pt x="873829" y="259457"/>
                  </a:lnTo>
                  <a:lnTo>
                    <a:pt x="884558" y="251121"/>
                  </a:lnTo>
                  <a:lnTo>
                    <a:pt x="885456" y="249460"/>
                  </a:lnTo>
                  <a:lnTo>
                    <a:pt x="884895" y="246723"/>
                  </a:lnTo>
                  <a:lnTo>
                    <a:pt x="887885" y="240481"/>
                  </a:lnTo>
                  <a:lnTo>
                    <a:pt x="892147" y="234648"/>
                  </a:lnTo>
                  <a:lnTo>
                    <a:pt x="898315" y="231724"/>
                  </a:lnTo>
                  <a:lnTo>
                    <a:pt x="908147" y="232483"/>
                  </a:lnTo>
                  <a:lnTo>
                    <a:pt x="910316" y="225751"/>
                  </a:lnTo>
                  <a:lnTo>
                    <a:pt x="916634" y="227817"/>
                  </a:lnTo>
                  <a:lnTo>
                    <a:pt x="923475" y="223302"/>
                  </a:lnTo>
                  <a:lnTo>
                    <a:pt x="928410" y="221776"/>
                  </a:lnTo>
                  <a:lnTo>
                    <a:pt x="937009" y="222539"/>
                  </a:lnTo>
                  <a:lnTo>
                    <a:pt x="939514" y="220467"/>
                  </a:lnTo>
                  <a:lnTo>
                    <a:pt x="949645" y="224881"/>
                  </a:lnTo>
                  <a:lnTo>
                    <a:pt x="957458" y="225153"/>
                  </a:lnTo>
                  <a:lnTo>
                    <a:pt x="960786" y="223138"/>
                  </a:lnTo>
                  <a:lnTo>
                    <a:pt x="961421" y="217517"/>
                  </a:lnTo>
                  <a:lnTo>
                    <a:pt x="959140" y="213850"/>
                  </a:lnTo>
                  <a:lnTo>
                    <a:pt x="957534" y="208636"/>
                  </a:lnTo>
                  <a:lnTo>
                    <a:pt x="949532" y="200646"/>
                  </a:lnTo>
                  <a:lnTo>
                    <a:pt x="948822" y="198711"/>
                  </a:lnTo>
                  <a:lnTo>
                    <a:pt x="946130" y="197107"/>
                  </a:lnTo>
                  <a:lnTo>
                    <a:pt x="944485" y="193115"/>
                  </a:lnTo>
                  <a:lnTo>
                    <a:pt x="937794" y="189949"/>
                  </a:lnTo>
                  <a:lnTo>
                    <a:pt x="932335" y="182927"/>
                  </a:lnTo>
                  <a:lnTo>
                    <a:pt x="925046" y="181530"/>
                  </a:lnTo>
                  <a:lnTo>
                    <a:pt x="917195" y="182815"/>
                  </a:lnTo>
                  <a:lnTo>
                    <a:pt x="908522" y="193226"/>
                  </a:lnTo>
                  <a:lnTo>
                    <a:pt x="902690" y="188447"/>
                  </a:lnTo>
                  <a:lnTo>
                    <a:pt x="896260" y="186498"/>
                  </a:lnTo>
                  <a:lnTo>
                    <a:pt x="885268" y="186832"/>
                  </a:lnTo>
                  <a:lnTo>
                    <a:pt x="878352" y="192116"/>
                  </a:lnTo>
                  <a:lnTo>
                    <a:pt x="872483" y="186330"/>
                  </a:lnTo>
                  <a:lnTo>
                    <a:pt x="871286" y="184155"/>
                  </a:lnTo>
                  <a:lnTo>
                    <a:pt x="870614" y="178396"/>
                  </a:lnTo>
                  <a:lnTo>
                    <a:pt x="875997" y="174695"/>
                  </a:lnTo>
                  <a:lnTo>
                    <a:pt x="876745" y="164444"/>
                  </a:lnTo>
                  <a:lnTo>
                    <a:pt x="881006" y="157990"/>
                  </a:lnTo>
                  <a:lnTo>
                    <a:pt x="894652" y="124792"/>
                  </a:lnTo>
                  <a:lnTo>
                    <a:pt x="906316" y="131211"/>
                  </a:lnTo>
                  <a:lnTo>
                    <a:pt x="919364" y="134785"/>
                  </a:lnTo>
                  <a:lnTo>
                    <a:pt x="931363" y="124155"/>
                  </a:lnTo>
                  <a:lnTo>
                    <a:pt x="937719" y="120324"/>
                  </a:lnTo>
                  <a:lnTo>
                    <a:pt x="945832" y="118696"/>
                  </a:lnTo>
                  <a:lnTo>
                    <a:pt x="948150" y="116949"/>
                  </a:lnTo>
                  <a:lnTo>
                    <a:pt x="949532" y="114093"/>
                  </a:lnTo>
                  <a:lnTo>
                    <a:pt x="949944" y="110062"/>
                  </a:lnTo>
                  <a:lnTo>
                    <a:pt x="949046" y="107661"/>
                  </a:lnTo>
                  <a:lnTo>
                    <a:pt x="946168" y="105961"/>
                  </a:lnTo>
                  <a:lnTo>
                    <a:pt x="949906" y="98494"/>
                  </a:lnTo>
                  <a:lnTo>
                    <a:pt x="952038" y="96252"/>
                  </a:lnTo>
                  <a:lnTo>
                    <a:pt x="953421" y="90990"/>
                  </a:lnTo>
                  <a:lnTo>
                    <a:pt x="958281" y="82914"/>
                  </a:lnTo>
                  <a:lnTo>
                    <a:pt x="958468" y="80530"/>
                  </a:lnTo>
                  <a:lnTo>
                    <a:pt x="964935" y="66511"/>
                  </a:lnTo>
                  <a:lnTo>
                    <a:pt x="977683" y="54001"/>
                  </a:lnTo>
                  <a:lnTo>
                    <a:pt x="979104" y="49807"/>
                  </a:lnTo>
                  <a:lnTo>
                    <a:pt x="978991" y="46152"/>
                  </a:lnTo>
                  <a:lnTo>
                    <a:pt x="977346" y="42915"/>
                  </a:lnTo>
                  <a:lnTo>
                    <a:pt x="977047" y="39672"/>
                  </a:lnTo>
                  <a:lnTo>
                    <a:pt x="978057" y="36359"/>
                  </a:lnTo>
                  <a:lnTo>
                    <a:pt x="977160" y="33840"/>
                  </a:lnTo>
                  <a:lnTo>
                    <a:pt x="974356" y="32178"/>
                  </a:lnTo>
                  <a:lnTo>
                    <a:pt x="967141" y="32609"/>
                  </a:lnTo>
                  <a:lnTo>
                    <a:pt x="964935" y="31562"/>
                  </a:lnTo>
                  <a:lnTo>
                    <a:pt x="964449" y="28665"/>
                  </a:lnTo>
                  <a:lnTo>
                    <a:pt x="965496" y="26317"/>
                  </a:lnTo>
                  <a:lnTo>
                    <a:pt x="978169" y="13030"/>
                  </a:lnTo>
                  <a:lnTo>
                    <a:pt x="984002" y="9096"/>
                  </a:lnTo>
                  <a:lnTo>
                    <a:pt x="992711" y="7970"/>
                  </a:lnTo>
                  <a:lnTo>
                    <a:pt x="1012077" y="2138"/>
                  </a:lnTo>
                  <a:lnTo>
                    <a:pt x="1015778" y="3143"/>
                  </a:lnTo>
                  <a:lnTo>
                    <a:pt x="1029050" y="63"/>
                  </a:lnTo>
                  <a:lnTo>
                    <a:pt x="1038470" y="0"/>
                  </a:lnTo>
                  <a:lnTo>
                    <a:pt x="1049835" y="6529"/>
                  </a:lnTo>
                  <a:lnTo>
                    <a:pt x="1051181" y="6154"/>
                  </a:lnTo>
                  <a:lnTo>
                    <a:pt x="1056303" y="11033"/>
                  </a:lnTo>
                  <a:lnTo>
                    <a:pt x="1063481" y="14339"/>
                  </a:lnTo>
                  <a:lnTo>
                    <a:pt x="1068939" y="11907"/>
                  </a:lnTo>
                  <a:lnTo>
                    <a:pt x="1080865" y="17514"/>
                  </a:lnTo>
                  <a:lnTo>
                    <a:pt x="1082510" y="22728"/>
                  </a:lnTo>
                  <a:lnTo>
                    <a:pt x="1085501" y="23409"/>
                  </a:lnTo>
                  <a:lnTo>
                    <a:pt x="1089164" y="27924"/>
                  </a:lnTo>
                  <a:lnTo>
                    <a:pt x="1088491" y="32363"/>
                  </a:lnTo>
                  <a:lnTo>
                    <a:pt x="1089090" y="33656"/>
                  </a:lnTo>
                  <a:lnTo>
                    <a:pt x="1091408" y="34516"/>
                  </a:lnTo>
                  <a:lnTo>
                    <a:pt x="1095258" y="40835"/>
                  </a:lnTo>
                  <a:lnTo>
                    <a:pt x="1094884" y="41875"/>
                  </a:lnTo>
                  <a:lnTo>
                    <a:pt x="1096117" y="43404"/>
                  </a:lnTo>
                  <a:lnTo>
                    <a:pt x="1096342" y="47249"/>
                  </a:lnTo>
                  <a:lnTo>
                    <a:pt x="1097613" y="48833"/>
                  </a:lnTo>
                  <a:lnTo>
                    <a:pt x="1098771" y="55578"/>
                  </a:lnTo>
                  <a:lnTo>
                    <a:pt x="1102697" y="63076"/>
                  </a:lnTo>
                  <a:lnTo>
                    <a:pt x="1102884" y="67654"/>
                  </a:lnTo>
                  <a:lnTo>
                    <a:pt x="1104866" y="69697"/>
                  </a:lnTo>
                  <a:lnTo>
                    <a:pt x="1107371" y="83152"/>
                  </a:lnTo>
                  <a:lnTo>
                    <a:pt x="1115296" y="96075"/>
                  </a:lnTo>
                  <a:lnTo>
                    <a:pt x="1116118" y="98906"/>
                  </a:lnTo>
                  <a:lnTo>
                    <a:pt x="1115296" y="104377"/>
                  </a:lnTo>
                  <a:lnTo>
                    <a:pt x="1115932" y="107778"/>
                  </a:lnTo>
                  <a:lnTo>
                    <a:pt x="1121165" y="112342"/>
                  </a:lnTo>
                  <a:lnTo>
                    <a:pt x="1119147" y="119917"/>
                  </a:lnTo>
                  <a:lnTo>
                    <a:pt x="1120380" y="125487"/>
                  </a:lnTo>
                  <a:lnTo>
                    <a:pt x="1123708" y="129710"/>
                  </a:lnTo>
                  <a:lnTo>
                    <a:pt x="1129689" y="132999"/>
                  </a:lnTo>
                  <a:lnTo>
                    <a:pt x="1144307" y="131961"/>
                  </a:lnTo>
                  <a:lnTo>
                    <a:pt x="1145652" y="132711"/>
                  </a:lnTo>
                  <a:lnTo>
                    <a:pt x="1145689" y="135361"/>
                  </a:lnTo>
                  <a:lnTo>
                    <a:pt x="1146699" y="136339"/>
                  </a:lnTo>
                  <a:lnTo>
                    <a:pt x="1149167" y="136799"/>
                  </a:lnTo>
                  <a:lnTo>
                    <a:pt x="1151821" y="139212"/>
                  </a:lnTo>
                  <a:lnTo>
                    <a:pt x="1156905" y="139844"/>
                  </a:lnTo>
                  <a:lnTo>
                    <a:pt x="1160792" y="138753"/>
                  </a:lnTo>
                  <a:lnTo>
                    <a:pt x="1161541" y="140819"/>
                  </a:lnTo>
                  <a:lnTo>
                    <a:pt x="1166924" y="144772"/>
                  </a:lnTo>
                  <a:lnTo>
                    <a:pt x="1172009" y="151964"/>
                  </a:lnTo>
                  <a:lnTo>
                    <a:pt x="1175299" y="154525"/>
                  </a:lnTo>
                  <a:lnTo>
                    <a:pt x="1182738" y="155491"/>
                  </a:lnTo>
                  <a:lnTo>
                    <a:pt x="1184046" y="158273"/>
                  </a:lnTo>
                  <a:lnTo>
                    <a:pt x="1182700" y="163653"/>
                  </a:lnTo>
                  <a:lnTo>
                    <a:pt x="1187935" y="171829"/>
                  </a:lnTo>
                  <a:lnTo>
                    <a:pt x="1186028" y="178452"/>
                  </a:lnTo>
                  <a:lnTo>
                    <a:pt x="1186439" y="181865"/>
                  </a:lnTo>
                  <a:lnTo>
                    <a:pt x="1188869" y="184657"/>
                  </a:lnTo>
                  <a:lnTo>
                    <a:pt x="1192046" y="192005"/>
                  </a:lnTo>
                  <a:lnTo>
                    <a:pt x="1198626" y="190894"/>
                  </a:lnTo>
                  <a:lnTo>
                    <a:pt x="1203561" y="192283"/>
                  </a:lnTo>
                  <a:lnTo>
                    <a:pt x="1222665" y="191283"/>
                  </a:lnTo>
                  <a:lnTo>
                    <a:pt x="1227450" y="184099"/>
                  </a:lnTo>
                  <a:lnTo>
                    <a:pt x="1228833" y="184322"/>
                  </a:lnTo>
                  <a:lnTo>
                    <a:pt x="1236534" y="179180"/>
                  </a:lnTo>
                  <a:lnTo>
                    <a:pt x="1243263" y="179404"/>
                  </a:lnTo>
                  <a:lnTo>
                    <a:pt x="1251040" y="173909"/>
                  </a:lnTo>
                  <a:lnTo>
                    <a:pt x="1260386" y="170817"/>
                  </a:lnTo>
                  <a:lnTo>
                    <a:pt x="1266031" y="172448"/>
                  </a:lnTo>
                  <a:lnTo>
                    <a:pt x="1268125" y="174527"/>
                  </a:lnTo>
                  <a:lnTo>
                    <a:pt x="1268199" y="177668"/>
                  </a:lnTo>
                  <a:lnTo>
                    <a:pt x="1266068" y="181753"/>
                  </a:lnTo>
                  <a:lnTo>
                    <a:pt x="1269919" y="191227"/>
                  </a:lnTo>
                  <a:lnTo>
                    <a:pt x="1266704" y="197162"/>
                  </a:lnTo>
                  <a:lnTo>
                    <a:pt x="1264349" y="199486"/>
                  </a:lnTo>
                  <a:lnTo>
                    <a:pt x="1260348" y="200535"/>
                  </a:lnTo>
                  <a:lnTo>
                    <a:pt x="1257807" y="203957"/>
                  </a:lnTo>
                  <a:lnTo>
                    <a:pt x="1258516" y="209296"/>
                  </a:lnTo>
                  <a:lnTo>
                    <a:pt x="1255787" y="214671"/>
                  </a:lnTo>
                  <a:lnTo>
                    <a:pt x="1254778" y="221885"/>
                  </a:lnTo>
                  <a:lnTo>
                    <a:pt x="1251526" y="228360"/>
                  </a:lnTo>
                  <a:lnTo>
                    <a:pt x="1252273" y="232375"/>
                  </a:lnTo>
                  <a:lnTo>
                    <a:pt x="1251413" y="235946"/>
                  </a:lnTo>
                  <a:lnTo>
                    <a:pt x="1248086" y="239187"/>
                  </a:lnTo>
                  <a:lnTo>
                    <a:pt x="1248310" y="241290"/>
                  </a:lnTo>
                  <a:lnTo>
                    <a:pt x="1247002" y="244681"/>
                  </a:lnTo>
                  <a:lnTo>
                    <a:pt x="1244198" y="246992"/>
                  </a:lnTo>
                  <a:lnTo>
                    <a:pt x="1242591" y="255134"/>
                  </a:lnTo>
                  <a:lnTo>
                    <a:pt x="1237394" y="258390"/>
                  </a:lnTo>
                  <a:lnTo>
                    <a:pt x="1235899" y="263503"/>
                  </a:lnTo>
                  <a:lnTo>
                    <a:pt x="1235899" y="269129"/>
                  </a:lnTo>
                  <a:lnTo>
                    <a:pt x="1232197" y="272093"/>
                  </a:lnTo>
                  <a:lnTo>
                    <a:pt x="1212309" y="265787"/>
                  </a:lnTo>
                  <a:lnTo>
                    <a:pt x="1209692" y="263343"/>
                  </a:lnTo>
                  <a:lnTo>
                    <a:pt x="1205580" y="266955"/>
                  </a:lnTo>
                  <a:lnTo>
                    <a:pt x="1204010" y="270559"/>
                  </a:lnTo>
                  <a:lnTo>
                    <a:pt x="1201281" y="273469"/>
                  </a:lnTo>
                  <a:lnTo>
                    <a:pt x="1193729" y="275634"/>
                  </a:lnTo>
                  <a:lnTo>
                    <a:pt x="1191635" y="277533"/>
                  </a:lnTo>
                  <a:lnTo>
                    <a:pt x="1191336" y="278851"/>
                  </a:lnTo>
                  <a:lnTo>
                    <a:pt x="1193804" y="284847"/>
                  </a:lnTo>
                  <a:lnTo>
                    <a:pt x="1197317" y="300056"/>
                  </a:lnTo>
                  <a:lnTo>
                    <a:pt x="1196421" y="302032"/>
                  </a:lnTo>
                  <a:lnTo>
                    <a:pt x="1195635" y="310638"/>
                  </a:lnTo>
                  <a:lnTo>
                    <a:pt x="1195786" y="316317"/>
                  </a:lnTo>
                  <a:lnTo>
                    <a:pt x="1197056" y="317399"/>
                  </a:lnTo>
                  <a:lnTo>
                    <a:pt x="1197355" y="319973"/>
                  </a:lnTo>
                  <a:lnTo>
                    <a:pt x="1195635" y="326698"/>
                  </a:lnTo>
                  <a:lnTo>
                    <a:pt x="1193804" y="329667"/>
                  </a:lnTo>
                  <a:lnTo>
                    <a:pt x="1193430" y="333499"/>
                  </a:lnTo>
                  <a:lnTo>
                    <a:pt x="1183224" y="336100"/>
                  </a:lnTo>
                  <a:lnTo>
                    <a:pt x="1180046" y="338493"/>
                  </a:lnTo>
                  <a:lnTo>
                    <a:pt x="1183224" y="341392"/>
                  </a:lnTo>
                  <a:lnTo>
                    <a:pt x="1183373" y="342966"/>
                  </a:lnTo>
                  <a:lnTo>
                    <a:pt x="1182177" y="343880"/>
                  </a:lnTo>
                  <a:lnTo>
                    <a:pt x="1176345" y="337984"/>
                  </a:lnTo>
                  <a:lnTo>
                    <a:pt x="1176233" y="333805"/>
                  </a:lnTo>
                  <a:lnTo>
                    <a:pt x="1172943" y="331456"/>
                  </a:lnTo>
                  <a:lnTo>
                    <a:pt x="1169130" y="330792"/>
                  </a:lnTo>
                  <a:lnTo>
                    <a:pt x="1166662" y="337068"/>
                  </a:lnTo>
                  <a:lnTo>
                    <a:pt x="1164943" y="346364"/>
                  </a:lnTo>
                  <a:lnTo>
                    <a:pt x="1161354" y="348136"/>
                  </a:lnTo>
                  <a:lnTo>
                    <a:pt x="1159261" y="346718"/>
                  </a:lnTo>
                  <a:lnTo>
                    <a:pt x="1156980" y="347326"/>
                  </a:lnTo>
                  <a:lnTo>
                    <a:pt x="1154999" y="350160"/>
                  </a:lnTo>
                  <a:lnTo>
                    <a:pt x="1154512" y="352786"/>
                  </a:lnTo>
                  <a:lnTo>
                    <a:pt x="1148868" y="357827"/>
                  </a:lnTo>
                  <a:lnTo>
                    <a:pt x="1130624" y="359287"/>
                  </a:lnTo>
                  <a:lnTo>
                    <a:pt x="1130362" y="361749"/>
                  </a:lnTo>
                  <a:lnTo>
                    <a:pt x="1135709" y="369867"/>
                  </a:lnTo>
                  <a:lnTo>
                    <a:pt x="1132793" y="375957"/>
                  </a:lnTo>
                  <a:lnTo>
                    <a:pt x="1129951" y="374262"/>
                  </a:lnTo>
                  <a:lnTo>
                    <a:pt x="1123222" y="374511"/>
                  </a:lnTo>
                  <a:lnTo>
                    <a:pt x="1112642" y="371966"/>
                  </a:lnTo>
                  <a:lnTo>
                    <a:pt x="1109053" y="366113"/>
                  </a:lnTo>
                  <a:lnTo>
                    <a:pt x="1106921" y="365011"/>
                  </a:lnTo>
                  <a:lnTo>
                    <a:pt x="1103146" y="366815"/>
                  </a:lnTo>
                  <a:lnTo>
                    <a:pt x="1100641" y="368917"/>
                  </a:lnTo>
                  <a:lnTo>
                    <a:pt x="1098323" y="376754"/>
                  </a:lnTo>
                  <a:lnTo>
                    <a:pt x="1087930" y="389262"/>
                  </a:lnTo>
                  <a:lnTo>
                    <a:pt x="1082510" y="390300"/>
                  </a:lnTo>
                  <a:lnTo>
                    <a:pt x="1080790" y="392721"/>
                  </a:lnTo>
                  <a:lnTo>
                    <a:pt x="1076043" y="395977"/>
                  </a:lnTo>
                  <a:lnTo>
                    <a:pt x="1068902" y="399079"/>
                  </a:lnTo>
                  <a:lnTo>
                    <a:pt x="1067331" y="401341"/>
                  </a:lnTo>
                  <a:lnTo>
                    <a:pt x="1065088" y="401439"/>
                  </a:lnTo>
                  <a:lnTo>
                    <a:pt x="1054658" y="411142"/>
                  </a:lnTo>
                  <a:lnTo>
                    <a:pt x="1054135" y="413877"/>
                  </a:lnTo>
                  <a:lnTo>
                    <a:pt x="1052153" y="416023"/>
                  </a:lnTo>
                  <a:lnTo>
                    <a:pt x="1048826" y="418264"/>
                  </a:lnTo>
                  <a:lnTo>
                    <a:pt x="1041648" y="418751"/>
                  </a:lnTo>
                  <a:lnTo>
                    <a:pt x="1039367" y="417192"/>
                  </a:lnTo>
                  <a:lnTo>
                    <a:pt x="1037910" y="419773"/>
                  </a:lnTo>
                  <a:lnTo>
                    <a:pt x="1033087" y="420357"/>
                  </a:lnTo>
                  <a:lnTo>
                    <a:pt x="1030545" y="422447"/>
                  </a:lnTo>
                  <a:lnTo>
                    <a:pt x="1026508" y="422787"/>
                  </a:lnTo>
                  <a:lnTo>
                    <a:pt x="1022508" y="424777"/>
                  </a:lnTo>
                  <a:lnTo>
                    <a:pt x="1012040" y="431074"/>
                  </a:lnTo>
                  <a:lnTo>
                    <a:pt x="1004712" y="439469"/>
                  </a:lnTo>
                  <a:lnTo>
                    <a:pt x="1002245" y="440961"/>
                  </a:lnTo>
                  <a:lnTo>
                    <a:pt x="998357" y="440768"/>
                  </a:lnTo>
                  <a:lnTo>
                    <a:pt x="997460" y="442067"/>
                  </a:lnTo>
                  <a:lnTo>
                    <a:pt x="997796" y="444469"/>
                  </a:lnTo>
                  <a:lnTo>
                    <a:pt x="990955" y="446005"/>
                  </a:lnTo>
                  <a:lnTo>
                    <a:pt x="988600" y="447731"/>
                  </a:lnTo>
                  <a:lnTo>
                    <a:pt x="987702" y="448019"/>
                  </a:lnTo>
                  <a:lnTo>
                    <a:pt x="986543" y="442980"/>
                  </a:lnTo>
                  <a:lnTo>
                    <a:pt x="998432" y="437976"/>
                  </a:lnTo>
                  <a:lnTo>
                    <a:pt x="997347" y="434987"/>
                  </a:lnTo>
                  <a:lnTo>
                    <a:pt x="1001311" y="430542"/>
                  </a:lnTo>
                  <a:lnTo>
                    <a:pt x="990020" y="430590"/>
                  </a:lnTo>
                  <a:lnTo>
                    <a:pt x="990544" y="428751"/>
                  </a:lnTo>
                  <a:lnTo>
                    <a:pt x="989871" y="426281"/>
                  </a:lnTo>
                  <a:lnTo>
                    <a:pt x="995067" y="423709"/>
                  </a:lnTo>
                  <a:lnTo>
                    <a:pt x="994170" y="420600"/>
                  </a:lnTo>
                  <a:lnTo>
                    <a:pt x="995067" y="418167"/>
                  </a:lnTo>
                  <a:lnTo>
                    <a:pt x="1000936" y="415292"/>
                  </a:lnTo>
                  <a:lnTo>
                    <a:pt x="1009049" y="404237"/>
                  </a:lnTo>
                  <a:lnTo>
                    <a:pt x="1010806" y="399226"/>
                  </a:lnTo>
                  <a:lnTo>
                    <a:pt x="1008787" y="397553"/>
                  </a:lnTo>
                  <a:lnTo>
                    <a:pt x="1008002" y="395188"/>
                  </a:lnTo>
                  <a:lnTo>
                    <a:pt x="1002132" y="390992"/>
                  </a:lnTo>
                  <a:lnTo>
                    <a:pt x="1001647" y="387381"/>
                  </a:lnTo>
                  <a:lnTo>
                    <a:pt x="999441" y="390893"/>
                  </a:lnTo>
                  <a:lnTo>
                    <a:pt x="987927" y="389361"/>
                  </a:lnTo>
                  <a:lnTo>
                    <a:pt x="979552" y="397947"/>
                  </a:lnTo>
                  <a:lnTo>
                    <a:pt x="973496" y="407668"/>
                  </a:lnTo>
                  <a:lnTo>
                    <a:pt x="955065" y="416608"/>
                  </a:lnTo>
                  <a:lnTo>
                    <a:pt x="950878" y="420648"/>
                  </a:lnTo>
                  <a:lnTo>
                    <a:pt x="948187" y="425844"/>
                  </a:lnTo>
                  <a:lnTo>
                    <a:pt x="947439" y="429961"/>
                  </a:lnTo>
                  <a:lnTo>
                    <a:pt x="942280" y="436000"/>
                  </a:lnTo>
                  <a:lnTo>
                    <a:pt x="935027" y="436145"/>
                  </a:lnTo>
                  <a:lnTo>
                    <a:pt x="928186" y="439084"/>
                  </a:lnTo>
                  <a:lnTo>
                    <a:pt x="925083" y="435662"/>
                  </a:lnTo>
                  <a:lnTo>
                    <a:pt x="922839" y="434794"/>
                  </a:lnTo>
                  <a:lnTo>
                    <a:pt x="917531" y="437301"/>
                  </a:lnTo>
                  <a:lnTo>
                    <a:pt x="912746" y="449121"/>
                  </a:lnTo>
                  <a:lnTo>
                    <a:pt x="914840" y="456196"/>
                  </a:lnTo>
                  <a:lnTo>
                    <a:pt x="917158" y="459200"/>
                  </a:lnTo>
                  <a:lnTo>
                    <a:pt x="922317" y="462580"/>
                  </a:lnTo>
                  <a:lnTo>
                    <a:pt x="933270" y="464909"/>
                  </a:lnTo>
                  <a:lnTo>
                    <a:pt x="938616" y="464101"/>
                  </a:lnTo>
                  <a:lnTo>
                    <a:pt x="941532" y="466286"/>
                  </a:lnTo>
                  <a:lnTo>
                    <a:pt x="944635" y="475285"/>
                  </a:lnTo>
                  <a:lnTo>
                    <a:pt x="942579" y="476843"/>
                  </a:lnTo>
                  <a:lnTo>
                    <a:pt x="941794" y="484947"/>
                  </a:lnTo>
                  <a:lnTo>
                    <a:pt x="945084" y="488376"/>
                  </a:lnTo>
                  <a:lnTo>
                    <a:pt x="948747" y="490018"/>
                  </a:lnTo>
                  <a:lnTo>
                    <a:pt x="958580" y="489549"/>
                  </a:lnTo>
                  <a:lnTo>
                    <a:pt x="961197" y="487014"/>
                  </a:lnTo>
                  <a:lnTo>
                    <a:pt x="961122" y="484477"/>
                  </a:lnTo>
                  <a:lnTo>
                    <a:pt x="970020" y="477315"/>
                  </a:lnTo>
                  <a:lnTo>
                    <a:pt x="968898" y="475852"/>
                  </a:lnTo>
                  <a:lnTo>
                    <a:pt x="979104" y="471785"/>
                  </a:lnTo>
                  <a:lnTo>
                    <a:pt x="985310" y="474670"/>
                  </a:lnTo>
                  <a:lnTo>
                    <a:pt x="988861" y="477929"/>
                  </a:lnTo>
                  <a:lnTo>
                    <a:pt x="992375" y="478495"/>
                  </a:lnTo>
                  <a:lnTo>
                    <a:pt x="997609" y="481606"/>
                  </a:lnTo>
                  <a:lnTo>
                    <a:pt x="1004338" y="481983"/>
                  </a:lnTo>
                  <a:lnTo>
                    <a:pt x="1006245" y="479815"/>
                  </a:lnTo>
                  <a:lnTo>
                    <a:pt x="1012077" y="483018"/>
                  </a:lnTo>
                  <a:lnTo>
                    <a:pt x="1018919" y="483112"/>
                  </a:lnTo>
                  <a:lnTo>
                    <a:pt x="1016975" y="485323"/>
                  </a:lnTo>
                  <a:lnTo>
                    <a:pt x="1017274" y="488892"/>
                  </a:lnTo>
                  <a:lnTo>
                    <a:pt x="1014357" y="491846"/>
                  </a:lnTo>
                  <a:lnTo>
                    <a:pt x="1015966" y="493532"/>
                  </a:lnTo>
                  <a:lnTo>
                    <a:pt x="1015890" y="494983"/>
                  </a:lnTo>
                  <a:lnTo>
                    <a:pt x="1012152" y="497974"/>
                  </a:lnTo>
                  <a:lnTo>
                    <a:pt x="1010095" y="497507"/>
                  </a:lnTo>
                  <a:lnTo>
                    <a:pt x="1008451" y="494655"/>
                  </a:lnTo>
                  <a:lnTo>
                    <a:pt x="1003666" y="494655"/>
                  </a:lnTo>
                  <a:lnTo>
                    <a:pt x="985422" y="503665"/>
                  </a:lnTo>
                  <a:lnTo>
                    <a:pt x="980375" y="503106"/>
                  </a:lnTo>
                  <a:lnTo>
                    <a:pt x="982132" y="507991"/>
                  </a:lnTo>
                  <a:lnTo>
                    <a:pt x="979664" y="507712"/>
                  </a:lnTo>
                  <a:lnTo>
                    <a:pt x="978318" y="508781"/>
                  </a:lnTo>
                  <a:lnTo>
                    <a:pt x="977683" y="515089"/>
                  </a:lnTo>
                  <a:lnTo>
                    <a:pt x="976786" y="516107"/>
                  </a:lnTo>
                  <a:lnTo>
                    <a:pt x="971702" y="518051"/>
                  </a:lnTo>
                  <a:lnTo>
                    <a:pt x="970393" y="516617"/>
                  </a:lnTo>
                  <a:lnTo>
                    <a:pt x="970356" y="513560"/>
                  </a:lnTo>
                  <a:lnTo>
                    <a:pt x="967365" y="514255"/>
                  </a:lnTo>
                  <a:lnTo>
                    <a:pt x="965496" y="516386"/>
                  </a:lnTo>
                  <a:lnTo>
                    <a:pt x="967290" y="518975"/>
                  </a:lnTo>
                  <a:lnTo>
                    <a:pt x="969458" y="519853"/>
                  </a:lnTo>
                  <a:lnTo>
                    <a:pt x="964673" y="522993"/>
                  </a:lnTo>
                  <a:lnTo>
                    <a:pt x="963104" y="526081"/>
                  </a:lnTo>
                  <a:lnTo>
                    <a:pt x="957720" y="529946"/>
                  </a:lnTo>
                  <a:lnTo>
                    <a:pt x="953720" y="535822"/>
                  </a:lnTo>
                  <a:lnTo>
                    <a:pt x="951701" y="537288"/>
                  </a:lnTo>
                  <a:lnTo>
                    <a:pt x="950094" y="542047"/>
                  </a:lnTo>
                  <a:lnTo>
                    <a:pt x="947252" y="544650"/>
                  </a:lnTo>
                  <a:lnTo>
                    <a:pt x="946206" y="548800"/>
                  </a:lnTo>
                  <a:lnTo>
                    <a:pt x="946953" y="551304"/>
                  </a:lnTo>
                  <a:lnTo>
                    <a:pt x="950056" y="551304"/>
                  </a:lnTo>
                  <a:lnTo>
                    <a:pt x="954879" y="555531"/>
                  </a:lnTo>
                  <a:lnTo>
                    <a:pt x="962767" y="558888"/>
                  </a:lnTo>
                  <a:lnTo>
                    <a:pt x="969085" y="563281"/>
                  </a:lnTo>
                  <a:lnTo>
                    <a:pt x="974019" y="579191"/>
                  </a:lnTo>
                  <a:lnTo>
                    <a:pt x="981646" y="594628"/>
                  </a:lnTo>
                  <a:lnTo>
                    <a:pt x="982169" y="598948"/>
                  </a:lnTo>
                  <a:lnTo>
                    <a:pt x="981272" y="603438"/>
                  </a:lnTo>
                  <a:lnTo>
                    <a:pt x="991403" y="609247"/>
                  </a:lnTo>
                  <a:lnTo>
                    <a:pt x="992637" y="610576"/>
                  </a:lnTo>
                  <a:lnTo>
                    <a:pt x="992711" y="614644"/>
                  </a:lnTo>
                  <a:lnTo>
                    <a:pt x="993683" y="615925"/>
                  </a:lnTo>
                  <a:lnTo>
                    <a:pt x="998319" y="618441"/>
                  </a:lnTo>
                  <a:lnTo>
                    <a:pt x="1001609" y="622143"/>
                  </a:lnTo>
                  <a:lnTo>
                    <a:pt x="1002320" y="626937"/>
                  </a:lnTo>
                  <a:lnTo>
                    <a:pt x="1000151" y="627025"/>
                  </a:lnTo>
                  <a:lnTo>
                    <a:pt x="991628" y="623155"/>
                  </a:lnTo>
                  <a:lnTo>
                    <a:pt x="983777" y="622891"/>
                  </a:lnTo>
                  <a:lnTo>
                    <a:pt x="979963" y="618926"/>
                  </a:lnTo>
                  <a:lnTo>
                    <a:pt x="974356" y="617073"/>
                  </a:lnTo>
                  <a:lnTo>
                    <a:pt x="964299" y="621262"/>
                  </a:lnTo>
                  <a:lnTo>
                    <a:pt x="967514" y="621967"/>
                  </a:lnTo>
                  <a:lnTo>
                    <a:pt x="973870" y="619191"/>
                  </a:lnTo>
                  <a:lnTo>
                    <a:pt x="978393" y="620072"/>
                  </a:lnTo>
                  <a:lnTo>
                    <a:pt x="979889" y="624079"/>
                  </a:lnTo>
                  <a:lnTo>
                    <a:pt x="985459" y="626542"/>
                  </a:lnTo>
                  <a:lnTo>
                    <a:pt x="991590" y="632248"/>
                  </a:lnTo>
                  <a:lnTo>
                    <a:pt x="998020" y="636277"/>
                  </a:lnTo>
                  <a:lnTo>
                    <a:pt x="1001647" y="642571"/>
                  </a:lnTo>
                  <a:lnTo>
                    <a:pt x="1002544" y="646059"/>
                  </a:lnTo>
                  <a:lnTo>
                    <a:pt x="993011" y="649151"/>
                  </a:lnTo>
                  <a:lnTo>
                    <a:pt x="984263" y="654715"/>
                  </a:lnTo>
                  <a:lnTo>
                    <a:pt x="982169" y="658706"/>
                  </a:lnTo>
                  <a:lnTo>
                    <a:pt x="980599" y="659616"/>
                  </a:lnTo>
                  <a:lnTo>
                    <a:pt x="972898" y="658836"/>
                  </a:lnTo>
                  <a:lnTo>
                    <a:pt x="967589" y="662344"/>
                  </a:lnTo>
                  <a:lnTo>
                    <a:pt x="973795" y="660872"/>
                  </a:lnTo>
                  <a:lnTo>
                    <a:pt x="976711" y="664938"/>
                  </a:lnTo>
                  <a:lnTo>
                    <a:pt x="982319" y="664290"/>
                  </a:lnTo>
                  <a:lnTo>
                    <a:pt x="987628" y="660915"/>
                  </a:lnTo>
                  <a:lnTo>
                    <a:pt x="989683" y="660829"/>
                  </a:lnTo>
                  <a:lnTo>
                    <a:pt x="993310" y="662690"/>
                  </a:lnTo>
                  <a:lnTo>
                    <a:pt x="998395" y="668653"/>
                  </a:lnTo>
                  <a:lnTo>
                    <a:pt x="1006806" y="671241"/>
                  </a:lnTo>
                  <a:lnTo>
                    <a:pt x="994806" y="680493"/>
                  </a:lnTo>
                  <a:lnTo>
                    <a:pt x="998656" y="679848"/>
                  </a:lnTo>
                  <a:lnTo>
                    <a:pt x="1002768" y="677054"/>
                  </a:lnTo>
                  <a:lnTo>
                    <a:pt x="1003852" y="677570"/>
                  </a:lnTo>
                  <a:lnTo>
                    <a:pt x="1004413" y="680320"/>
                  </a:lnTo>
                  <a:lnTo>
                    <a:pt x="1003366" y="688810"/>
                  </a:lnTo>
                  <a:lnTo>
                    <a:pt x="1002021" y="688938"/>
                  </a:lnTo>
                  <a:lnTo>
                    <a:pt x="1000749" y="686669"/>
                  </a:lnTo>
                  <a:lnTo>
                    <a:pt x="999217" y="685898"/>
                  </a:lnTo>
                  <a:lnTo>
                    <a:pt x="995403" y="686369"/>
                  </a:lnTo>
                  <a:lnTo>
                    <a:pt x="993609" y="688895"/>
                  </a:lnTo>
                  <a:lnTo>
                    <a:pt x="998133" y="691761"/>
                  </a:lnTo>
                  <a:lnTo>
                    <a:pt x="998432" y="693129"/>
                  </a:lnTo>
                  <a:lnTo>
                    <a:pt x="997609" y="694026"/>
                  </a:lnTo>
                  <a:lnTo>
                    <a:pt x="995516" y="693641"/>
                  </a:lnTo>
                  <a:lnTo>
                    <a:pt x="998058" y="695520"/>
                  </a:lnTo>
                  <a:lnTo>
                    <a:pt x="997385" y="697526"/>
                  </a:lnTo>
                  <a:lnTo>
                    <a:pt x="995105" y="698805"/>
                  </a:lnTo>
                  <a:lnTo>
                    <a:pt x="994170" y="700509"/>
                  </a:lnTo>
                  <a:lnTo>
                    <a:pt x="996973" y="708759"/>
                  </a:lnTo>
                  <a:lnTo>
                    <a:pt x="994917" y="707995"/>
                  </a:lnTo>
                  <a:lnTo>
                    <a:pt x="989945" y="710415"/>
                  </a:lnTo>
                  <a:lnTo>
                    <a:pt x="988824" y="707485"/>
                  </a:lnTo>
                  <a:lnTo>
                    <a:pt x="987329" y="707953"/>
                  </a:lnTo>
                  <a:lnTo>
                    <a:pt x="983440" y="714781"/>
                  </a:lnTo>
                  <a:lnTo>
                    <a:pt x="979066" y="715416"/>
                  </a:lnTo>
                  <a:lnTo>
                    <a:pt x="980824" y="717109"/>
                  </a:lnTo>
                  <a:lnTo>
                    <a:pt x="980824" y="718209"/>
                  </a:lnTo>
                  <a:lnTo>
                    <a:pt x="975739" y="725474"/>
                  </a:lnTo>
                  <a:lnTo>
                    <a:pt x="976599" y="727793"/>
                  </a:lnTo>
                  <a:lnTo>
                    <a:pt x="976151" y="729436"/>
                  </a:lnTo>
                  <a:lnTo>
                    <a:pt x="971515" y="735451"/>
                  </a:lnTo>
                  <a:lnTo>
                    <a:pt x="969347" y="736795"/>
                  </a:lnTo>
                  <a:lnTo>
                    <a:pt x="966431" y="741704"/>
                  </a:lnTo>
                  <a:lnTo>
                    <a:pt x="965346" y="746687"/>
                  </a:lnTo>
                  <a:lnTo>
                    <a:pt x="964449" y="747566"/>
                  </a:lnTo>
                  <a:lnTo>
                    <a:pt x="962879" y="748695"/>
                  </a:lnTo>
                  <a:lnTo>
                    <a:pt x="961084" y="748109"/>
                  </a:lnTo>
                  <a:lnTo>
                    <a:pt x="961047" y="746436"/>
                  </a:lnTo>
                  <a:lnTo>
                    <a:pt x="959814" y="745181"/>
                  </a:lnTo>
                  <a:lnTo>
                    <a:pt x="959888" y="742626"/>
                  </a:lnTo>
                  <a:lnTo>
                    <a:pt x="957534" y="745390"/>
                  </a:lnTo>
                  <a:lnTo>
                    <a:pt x="954991" y="744050"/>
                  </a:lnTo>
                  <a:lnTo>
                    <a:pt x="956037" y="747858"/>
                  </a:lnTo>
                  <a:lnTo>
                    <a:pt x="957832" y="748151"/>
                  </a:lnTo>
                  <a:lnTo>
                    <a:pt x="959065" y="749614"/>
                  </a:lnTo>
                  <a:lnTo>
                    <a:pt x="961084" y="754541"/>
                  </a:lnTo>
                  <a:lnTo>
                    <a:pt x="952374" y="760999"/>
                  </a:lnTo>
                  <a:lnTo>
                    <a:pt x="945682" y="759459"/>
                  </a:lnTo>
                  <a:lnTo>
                    <a:pt x="949683" y="763453"/>
                  </a:lnTo>
                  <a:lnTo>
                    <a:pt x="953159" y="762039"/>
                  </a:lnTo>
                  <a:lnTo>
                    <a:pt x="955626" y="762205"/>
                  </a:lnTo>
                  <a:lnTo>
                    <a:pt x="956225" y="764160"/>
                  </a:lnTo>
                  <a:lnTo>
                    <a:pt x="953981" y="771714"/>
                  </a:lnTo>
                  <a:lnTo>
                    <a:pt x="955701" y="776312"/>
                  </a:lnTo>
                  <a:lnTo>
                    <a:pt x="955065" y="776849"/>
                  </a:lnTo>
                  <a:lnTo>
                    <a:pt x="951514" y="774738"/>
                  </a:lnTo>
                  <a:lnTo>
                    <a:pt x="946505" y="774945"/>
                  </a:lnTo>
                  <a:lnTo>
                    <a:pt x="945794" y="775773"/>
                  </a:lnTo>
                  <a:lnTo>
                    <a:pt x="946280" y="777098"/>
                  </a:lnTo>
                  <a:lnTo>
                    <a:pt x="948711" y="779950"/>
                  </a:lnTo>
                  <a:lnTo>
                    <a:pt x="942317" y="780488"/>
                  </a:lnTo>
                  <a:lnTo>
                    <a:pt x="941009" y="782388"/>
                  </a:lnTo>
                  <a:lnTo>
                    <a:pt x="941831" y="785153"/>
                  </a:lnTo>
                  <a:lnTo>
                    <a:pt x="940897" y="786926"/>
                  </a:lnTo>
                  <a:lnTo>
                    <a:pt x="935214" y="789028"/>
                  </a:lnTo>
                  <a:lnTo>
                    <a:pt x="936933" y="791087"/>
                  </a:lnTo>
                  <a:lnTo>
                    <a:pt x="935663" y="793926"/>
                  </a:lnTo>
                  <a:lnTo>
                    <a:pt x="933643" y="794872"/>
                  </a:lnTo>
                  <a:lnTo>
                    <a:pt x="928148" y="795036"/>
                  </a:lnTo>
                  <a:lnTo>
                    <a:pt x="923812" y="793803"/>
                  </a:lnTo>
                  <a:lnTo>
                    <a:pt x="922279" y="795365"/>
                  </a:lnTo>
                  <a:lnTo>
                    <a:pt x="922129" y="797132"/>
                  </a:lnTo>
                  <a:lnTo>
                    <a:pt x="918728" y="797296"/>
                  </a:lnTo>
                  <a:lnTo>
                    <a:pt x="919475" y="799103"/>
                  </a:lnTo>
                  <a:lnTo>
                    <a:pt x="922503" y="799472"/>
                  </a:lnTo>
                  <a:lnTo>
                    <a:pt x="923176" y="802508"/>
                  </a:lnTo>
                  <a:lnTo>
                    <a:pt x="918653" y="807833"/>
                  </a:lnTo>
                  <a:lnTo>
                    <a:pt x="916634" y="807751"/>
                  </a:lnTo>
                  <a:lnTo>
                    <a:pt x="914279" y="811800"/>
                  </a:lnTo>
                  <a:lnTo>
                    <a:pt x="910915" y="811719"/>
                  </a:lnTo>
                  <a:lnTo>
                    <a:pt x="909905" y="816701"/>
                  </a:lnTo>
                  <a:lnTo>
                    <a:pt x="908858" y="817435"/>
                  </a:lnTo>
                  <a:lnTo>
                    <a:pt x="908110" y="814701"/>
                  </a:lnTo>
                  <a:lnTo>
                    <a:pt x="907289" y="814578"/>
                  </a:lnTo>
                  <a:lnTo>
                    <a:pt x="902951" y="817680"/>
                  </a:lnTo>
                  <a:lnTo>
                    <a:pt x="899363" y="816129"/>
                  </a:lnTo>
                  <a:lnTo>
                    <a:pt x="898353" y="820534"/>
                  </a:lnTo>
                  <a:lnTo>
                    <a:pt x="893530" y="822774"/>
                  </a:lnTo>
                  <a:lnTo>
                    <a:pt x="894988" y="824484"/>
                  </a:lnTo>
                  <a:lnTo>
                    <a:pt x="891624" y="826681"/>
                  </a:lnTo>
                  <a:lnTo>
                    <a:pt x="891250" y="830623"/>
                  </a:lnTo>
                  <a:lnTo>
                    <a:pt x="890241" y="831963"/>
                  </a:lnTo>
                  <a:lnTo>
                    <a:pt x="885680" y="831192"/>
                  </a:lnTo>
                  <a:lnTo>
                    <a:pt x="883736" y="833303"/>
                  </a:lnTo>
                  <a:lnTo>
                    <a:pt x="877380" y="835209"/>
                  </a:lnTo>
                  <a:lnTo>
                    <a:pt x="873006" y="834073"/>
                  </a:lnTo>
                  <a:lnTo>
                    <a:pt x="871361" y="834723"/>
                  </a:lnTo>
                  <a:lnTo>
                    <a:pt x="870053" y="837074"/>
                  </a:lnTo>
                  <a:lnTo>
                    <a:pt x="867623" y="837074"/>
                  </a:lnTo>
                  <a:lnTo>
                    <a:pt x="863772" y="834885"/>
                  </a:lnTo>
                  <a:lnTo>
                    <a:pt x="857902" y="837844"/>
                  </a:lnTo>
                  <a:lnTo>
                    <a:pt x="856669" y="839384"/>
                  </a:lnTo>
                  <a:lnTo>
                    <a:pt x="854501" y="839181"/>
                  </a:lnTo>
                  <a:lnTo>
                    <a:pt x="853678" y="836628"/>
                  </a:lnTo>
                  <a:lnTo>
                    <a:pt x="852445" y="836263"/>
                  </a:lnTo>
                  <a:lnTo>
                    <a:pt x="850239" y="839302"/>
                  </a:lnTo>
                  <a:lnTo>
                    <a:pt x="850426" y="841367"/>
                  </a:lnTo>
                  <a:lnTo>
                    <a:pt x="846015" y="839910"/>
                  </a:lnTo>
                  <a:lnTo>
                    <a:pt x="844444" y="841084"/>
                  </a:lnTo>
                  <a:lnTo>
                    <a:pt x="841491" y="840558"/>
                  </a:lnTo>
                  <a:lnTo>
                    <a:pt x="839248" y="841732"/>
                  </a:lnTo>
                  <a:lnTo>
                    <a:pt x="835360" y="839586"/>
                  </a:lnTo>
                  <a:lnTo>
                    <a:pt x="831023" y="833871"/>
                  </a:lnTo>
                  <a:lnTo>
                    <a:pt x="830351" y="830298"/>
                  </a:lnTo>
                  <a:lnTo>
                    <a:pt x="831061" y="827860"/>
                  </a:lnTo>
                  <a:lnTo>
                    <a:pt x="828967" y="828429"/>
                  </a:lnTo>
                  <a:lnTo>
                    <a:pt x="827397" y="829526"/>
                  </a:lnTo>
                  <a:lnTo>
                    <a:pt x="827322" y="832085"/>
                  </a:lnTo>
                  <a:lnTo>
                    <a:pt x="825042" y="832734"/>
                  </a:lnTo>
                  <a:lnTo>
                    <a:pt x="829640" y="839910"/>
                  </a:lnTo>
                  <a:lnTo>
                    <a:pt x="829603" y="844159"/>
                  </a:lnTo>
                  <a:lnTo>
                    <a:pt x="830388" y="845372"/>
                  </a:lnTo>
                  <a:lnTo>
                    <a:pt x="829565" y="848200"/>
                  </a:lnTo>
                  <a:lnTo>
                    <a:pt x="828407" y="847836"/>
                  </a:lnTo>
                  <a:lnTo>
                    <a:pt x="828107" y="848846"/>
                  </a:lnTo>
                  <a:lnTo>
                    <a:pt x="823695" y="851227"/>
                  </a:lnTo>
                  <a:lnTo>
                    <a:pt x="821266" y="851550"/>
                  </a:lnTo>
                  <a:lnTo>
                    <a:pt x="819995" y="848563"/>
                  </a:lnTo>
                  <a:lnTo>
                    <a:pt x="818313" y="850541"/>
                  </a:lnTo>
                  <a:lnTo>
                    <a:pt x="817191" y="855300"/>
                  </a:lnTo>
                  <a:lnTo>
                    <a:pt x="816144" y="855904"/>
                  </a:lnTo>
                  <a:lnTo>
                    <a:pt x="814163" y="854494"/>
                  </a:lnTo>
                  <a:lnTo>
                    <a:pt x="809564" y="858239"/>
                  </a:lnTo>
                  <a:lnTo>
                    <a:pt x="806126" y="855904"/>
                  </a:lnTo>
                  <a:lnTo>
                    <a:pt x="806312" y="854171"/>
                  </a:lnTo>
                  <a:lnTo>
                    <a:pt x="804854" y="853728"/>
                  </a:lnTo>
                  <a:lnTo>
                    <a:pt x="805490" y="857676"/>
                  </a:lnTo>
                  <a:lnTo>
                    <a:pt x="803732" y="859005"/>
                  </a:lnTo>
                  <a:lnTo>
                    <a:pt x="796218" y="856589"/>
                  </a:lnTo>
                  <a:lnTo>
                    <a:pt x="794760" y="859568"/>
                  </a:lnTo>
                  <a:lnTo>
                    <a:pt x="792742" y="859527"/>
                  </a:lnTo>
                  <a:lnTo>
                    <a:pt x="789153" y="863107"/>
                  </a:lnTo>
                  <a:lnTo>
                    <a:pt x="784778" y="863629"/>
                  </a:lnTo>
                  <a:lnTo>
                    <a:pt x="783246" y="864715"/>
                  </a:lnTo>
                  <a:lnTo>
                    <a:pt x="776965" y="864152"/>
                  </a:lnTo>
                  <a:lnTo>
                    <a:pt x="776554" y="865960"/>
                  </a:lnTo>
                  <a:lnTo>
                    <a:pt x="771843" y="866964"/>
                  </a:lnTo>
                  <a:lnTo>
                    <a:pt x="767619" y="870776"/>
                  </a:lnTo>
                  <a:lnTo>
                    <a:pt x="765376" y="870415"/>
                  </a:lnTo>
                  <a:lnTo>
                    <a:pt x="764366" y="868007"/>
                  </a:lnTo>
                  <a:lnTo>
                    <a:pt x="763619" y="871738"/>
                  </a:lnTo>
                  <a:lnTo>
                    <a:pt x="759880" y="874703"/>
                  </a:lnTo>
                  <a:lnTo>
                    <a:pt x="759057" y="876785"/>
                  </a:lnTo>
                  <a:lnTo>
                    <a:pt x="759581" y="878706"/>
                  </a:lnTo>
                  <a:lnTo>
                    <a:pt x="763432" y="879187"/>
                  </a:lnTo>
                  <a:lnTo>
                    <a:pt x="763918" y="880226"/>
                  </a:lnTo>
                  <a:lnTo>
                    <a:pt x="762348" y="882865"/>
                  </a:lnTo>
                  <a:lnTo>
                    <a:pt x="766460" y="886259"/>
                  </a:lnTo>
                  <a:lnTo>
                    <a:pt x="766609" y="887537"/>
                  </a:lnTo>
                  <a:lnTo>
                    <a:pt x="765189" y="889850"/>
                  </a:lnTo>
                  <a:lnTo>
                    <a:pt x="763021" y="891205"/>
                  </a:lnTo>
                  <a:lnTo>
                    <a:pt x="758422" y="891883"/>
                  </a:lnTo>
                  <a:lnTo>
                    <a:pt x="754572" y="891205"/>
                  </a:lnTo>
                  <a:lnTo>
                    <a:pt x="753413" y="889690"/>
                  </a:lnTo>
                  <a:lnTo>
                    <a:pt x="753487" y="888574"/>
                  </a:lnTo>
                  <a:lnTo>
                    <a:pt x="755506" y="888813"/>
                  </a:lnTo>
                  <a:lnTo>
                    <a:pt x="755207" y="887816"/>
                  </a:lnTo>
                  <a:lnTo>
                    <a:pt x="752965" y="886339"/>
                  </a:lnTo>
                  <a:lnTo>
                    <a:pt x="751543" y="883943"/>
                  </a:lnTo>
                  <a:lnTo>
                    <a:pt x="751805" y="881985"/>
                  </a:lnTo>
                  <a:lnTo>
                    <a:pt x="748852" y="877426"/>
                  </a:lnTo>
                  <a:lnTo>
                    <a:pt x="749712" y="874383"/>
                  </a:lnTo>
                  <a:lnTo>
                    <a:pt x="749225" y="872620"/>
                  </a:lnTo>
                  <a:lnTo>
                    <a:pt x="750870" y="870455"/>
                  </a:lnTo>
                  <a:lnTo>
                    <a:pt x="751282" y="868048"/>
                  </a:lnTo>
                  <a:lnTo>
                    <a:pt x="754198" y="867164"/>
                  </a:lnTo>
                  <a:lnTo>
                    <a:pt x="754422" y="864835"/>
                  </a:lnTo>
                  <a:lnTo>
                    <a:pt x="752292" y="864795"/>
                  </a:lnTo>
                  <a:lnTo>
                    <a:pt x="750833" y="863067"/>
                  </a:lnTo>
                  <a:lnTo>
                    <a:pt x="749338" y="863871"/>
                  </a:lnTo>
                  <a:lnTo>
                    <a:pt x="746833" y="860172"/>
                  </a:lnTo>
                  <a:lnTo>
                    <a:pt x="745898" y="860091"/>
                  </a:lnTo>
                  <a:lnTo>
                    <a:pt x="746384" y="863549"/>
                  </a:lnTo>
                  <a:lnTo>
                    <a:pt x="744142" y="864875"/>
                  </a:lnTo>
                  <a:lnTo>
                    <a:pt x="738159" y="866080"/>
                  </a:lnTo>
                  <a:lnTo>
                    <a:pt x="736776" y="865759"/>
                  </a:lnTo>
                  <a:lnTo>
                    <a:pt x="737861" y="863429"/>
                  </a:lnTo>
                  <a:lnTo>
                    <a:pt x="737188" y="862383"/>
                  </a:lnTo>
                  <a:lnTo>
                    <a:pt x="735730" y="861579"/>
                  </a:lnTo>
                  <a:lnTo>
                    <a:pt x="730347" y="861499"/>
                  </a:lnTo>
                  <a:lnTo>
                    <a:pt x="727094" y="858360"/>
                  </a:lnTo>
                  <a:lnTo>
                    <a:pt x="726645" y="855461"/>
                  </a:lnTo>
                  <a:lnTo>
                    <a:pt x="724290" y="855380"/>
                  </a:lnTo>
                  <a:lnTo>
                    <a:pt x="724738" y="861418"/>
                  </a:lnTo>
                  <a:lnTo>
                    <a:pt x="723543" y="862022"/>
                  </a:lnTo>
                  <a:lnTo>
                    <a:pt x="721038" y="860091"/>
                  </a:lnTo>
                  <a:lnTo>
                    <a:pt x="719430" y="863107"/>
                  </a:lnTo>
                  <a:lnTo>
                    <a:pt x="715692" y="86383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0" name="oPE_MapPart_CHN_13_610" descr="Volksrepublik China">
              <a:extLst>
                <a:ext uri="{FF2B5EF4-FFF2-40B4-BE49-F238E27FC236}">
                  <a16:creationId xmlns:a16="http://schemas.microsoft.com/office/drawing/2014/main" id="{66B4F9E8-657E-53A0-766E-6807323AABA1}"/>
                </a:ext>
              </a:extLst>
            </p:cNvPr>
            <p:cNvSpPr/>
            <p:nvPr>
              <p:custDataLst>
                <p:tags r:id="rId610"/>
              </p:custDataLst>
            </p:nvPr>
          </p:nvSpPr>
          <p:spPr>
            <a:xfrm>
              <a:off x="8352312" y="3964796"/>
              <a:ext cx="49348" cy="42237"/>
            </a:xfrm>
            <a:custGeom>
              <a:avLst/>
              <a:gdLst/>
              <a:ahLst/>
              <a:cxnLst/>
              <a:rect l="0" t="0" r="0" b="0"/>
              <a:pathLst>
                <a:path w="49348" h="42237">
                  <a:moveTo>
                    <a:pt x="46768" y="3224"/>
                  </a:moveTo>
                  <a:lnTo>
                    <a:pt x="48450" y="5650"/>
                  </a:lnTo>
                  <a:lnTo>
                    <a:pt x="49347" y="10655"/>
                  </a:lnTo>
                  <a:lnTo>
                    <a:pt x="45385" y="12798"/>
                  </a:lnTo>
                  <a:lnTo>
                    <a:pt x="41609" y="18705"/>
                  </a:lnTo>
                  <a:lnTo>
                    <a:pt x="37684" y="30607"/>
                  </a:lnTo>
                  <a:lnTo>
                    <a:pt x="29309" y="35933"/>
                  </a:lnTo>
                  <a:lnTo>
                    <a:pt x="29721" y="37195"/>
                  </a:lnTo>
                  <a:lnTo>
                    <a:pt x="28711" y="37904"/>
                  </a:lnTo>
                  <a:lnTo>
                    <a:pt x="24487" y="38338"/>
                  </a:lnTo>
                  <a:lnTo>
                    <a:pt x="22132" y="41331"/>
                  </a:lnTo>
                  <a:lnTo>
                    <a:pt x="18318" y="42236"/>
                  </a:lnTo>
                  <a:lnTo>
                    <a:pt x="8150" y="38968"/>
                  </a:lnTo>
                  <a:lnTo>
                    <a:pt x="1346" y="35302"/>
                  </a:lnTo>
                  <a:lnTo>
                    <a:pt x="0" y="28041"/>
                  </a:lnTo>
                  <a:lnTo>
                    <a:pt x="598" y="18388"/>
                  </a:lnTo>
                  <a:lnTo>
                    <a:pt x="13271" y="8352"/>
                  </a:lnTo>
                  <a:lnTo>
                    <a:pt x="11215" y="8193"/>
                  </a:lnTo>
                  <a:lnTo>
                    <a:pt x="14056" y="5173"/>
                  </a:lnTo>
                  <a:lnTo>
                    <a:pt x="18207" y="5173"/>
                  </a:lnTo>
                  <a:lnTo>
                    <a:pt x="21047" y="3423"/>
                  </a:lnTo>
                  <a:lnTo>
                    <a:pt x="30020" y="3224"/>
                  </a:lnTo>
                  <a:lnTo>
                    <a:pt x="31851" y="1871"/>
                  </a:lnTo>
                  <a:lnTo>
                    <a:pt x="35440" y="2190"/>
                  </a:lnTo>
                  <a:lnTo>
                    <a:pt x="36450" y="3582"/>
                  </a:lnTo>
                  <a:lnTo>
                    <a:pt x="36973" y="1831"/>
                  </a:lnTo>
                  <a:lnTo>
                    <a:pt x="40525" y="3582"/>
                  </a:lnTo>
                  <a:lnTo>
                    <a:pt x="40525" y="1473"/>
                  </a:lnTo>
                  <a:lnTo>
                    <a:pt x="41833" y="0"/>
                  </a:lnTo>
                  <a:lnTo>
                    <a:pt x="45123" y="27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1" name="oPE_MapPart_PER_1_611" descr="Peru">
              <a:extLst>
                <a:ext uri="{FF2B5EF4-FFF2-40B4-BE49-F238E27FC236}">
                  <a16:creationId xmlns:a16="http://schemas.microsoft.com/office/drawing/2014/main" id="{1F002E02-3A1E-970C-84EF-FEC34BB0E0B7}"/>
                </a:ext>
              </a:extLst>
            </p:cNvPr>
            <p:cNvSpPr/>
            <p:nvPr>
              <p:custDataLst>
                <p:tags r:id="rId611"/>
              </p:custDataLst>
            </p:nvPr>
          </p:nvSpPr>
          <p:spPr>
            <a:xfrm>
              <a:off x="4406701" y="4392803"/>
              <a:ext cx="262778" cy="386848"/>
            </a:xfrm>
            <a:custGeom>
              <a:avLst/>
              <a:gdLst/>
              <a:ahLst/>
              <a:cxnLst/>
              <a:rect l="0" t="0" r="0" b="0"/>
              <a:pathLst>
                <a:path w="262778" h="386848">
                  <a:moveTo>
                    <a:pt x="236159" y="87186"/>
                  </a:moveTo>
                  <a:lnTo>
                    <a:pt x="236047" y="88573"/>
                  </a:lnTo>
                  <a:lnTo>
                    <a:pt x="234327" y="89211"/>
                  </a:lnTo>
                  <a:lnTo>
                    <a:pt x="232794" y="88236"/>
                  </a:lnTo>
                  <a:lnTo>
                    <a:pt x="230476" y="88573"/>
                  </a:lnTo>
                  <a:lnTo>
                    <a:pt x="227037" y="85424"/>
                  </a:lnTo>
                  <a:lnTo>
                    <a:pt x="218850" y="85912"/>
                  </a:lnTo>
                  <a:lnTo>
                    <a:pt x="215223" y="89585"/>
                  </a:lnTo>
                  <a:lnTo>
                    <a:pt x="197129" y="92773"/>
                  </a:lnTo>
                  <a:lnTo>
                    <a:pt x="186586" y="98662"/>
                  </a:lnTo>
                  <a:lnTo>
                    <a:pt x="179409" y="104516"/>
                  </a:lnTo>
                  <a:lnTo>
                    <a:pt x="175484" y="105679"/>
                  </a:lnTo>
                  <a:lnTo>
                    <a:pt x="173577" y="116343"/>
                  </a:lnTo>
                  <a:lnTo>
                    <a:pt x="168268" y="126039"/>
                  </a:lnTo>
                  <a:lnTo>
                    <a:pt x="170324" y="131191"/>
                  </a:lnTo>
                  <a:lnTo>
                    <a:pt x="170287" y="133711"/>
                  </a:lnTo>
                  <a:lnTo>
                    <a:pt x="168156" y="135781"/>
                  </a:lnTo>
                  <a:lnTo>
                    <a:pt x="162773" y="138190"/>
                  </a:lnTo>
                  <a:lnTo>
                    <a:pt x="157389" y="142933"/>
                  </a:lnTo>
                  <a:lnTo>
                    <a:pt x="156417" y="146549"/>
                  </a:lnTo>
                  <a:lnTo>
                    <a:pt x="158174" y="151372"/>
                  </a:lnTo>
                  <a:lnTo>
                    <a:pt x="153127" y="152805"/>
                  </a:lnTo>
                  <a:lnTo>
                    <a:pt x="153239" y="155482"/>
                  </a:lnTo>
                  <a:lnTo>
                    <a:pt x="152342" y="156538"/>
                  </a:lnTo>
                  <a:lnTo>
                    <a:pt x="156081" y="160348"/>
                  </a:lnTo>
                  <a:lnTo>
                    <a:pt x="158174" y="161291"/>
                  </a:lnTo>
                  <a:lnTo>
                    <a:pt x="157053" y="164499"/>
                  </a:lnTo>
                  <a:lnTo>
                    <a:pt x="159744" y="167367"/>
                  </a:lnTo>
                  <a:lnTo>
                    <a:pt x="161726" y="173109"/>
                  </a:lnTo>
                  <a:lnTo>
                    <a:pt x="165651" y="175906"/>
                  </a:lnTo>
                  <a:lnTo>
                    <a:pt x="166848" y="179573"/>
                  </a:lnTo>
                  <a:lnTo>
                    <a:pt x="168941" y="180934"/>
                  </a:lnTo>
                  <a:lnTo>
                    <a:pt x="173689" y="186686"/>
                  </a:lnTo>
                  <a:lnTo>
                    <a:pt x="173764" y="189373"/>
                  </a:lnTo>
                  <a:lnTo>
                    <a:pt x="168792" y="195510"/>
                  </a:lnTo>
                  <a:lnTo>
                    <a:pt x="177016" y="195472"/>
                  </a:lnTo>
                  <a:lnTo>
                    <a:pt x="186026" y="197556"/>
                  </a:lnTo>
                  <a:lnTo>
                    <a:pt x="187297" y="198542"/>
                  </a:lnTo>
                  <a:lnTo>
                    <a:pt x="188531" y="203130"/>
                  </a:lnTo>
                  <a:lnTo>
                    <a:pt x="190325" y="204610"/>
                  </a:lnTo>
                  <a:lnTo>
                    <a:pt x="190138" y="207988"/>
                  </a:lnTo>
                  <a:lnTo>
                    <a:pt x="209728" y="207191"/>
                  </a:lnTo>
                  <a:lnTo>
                    <a:pt x="224195" y="196040"/>
                  </a:lnTo>
                  <a:lnTo>
                    <a:pt x="223149" y="198276"/>
                  </a:lnTo>
                  <a:lnTo>
                    <a:pt x="223672" y="201651"/>
                  </a:lnTo>
                  <a:lnTo>
                    <a:pt x="222214" y="204192"/>
                  </a:lnTo>
                  <a:lnTo>
                    <a:pt x="222102" y="229243"/>
                  </a:lnTo>
                  <a:lnTo>
                    <a:pt x="224382" y="227910"/>
                  </a:lnTo>
                  <a:lnTo>
                    <a:pt x="227298" y="230271"/>
                  </a:lnTo>
                  <a:lnTo>
                    <a:pt x="229429" y="230385"/>
                  </a:lnTo>
                  <a:lnTo>
                    <a:pt x="236271" y="227529"/>
                  </a:lnTo>
                  <a:lnTo>
                    <a:pt x="244197" y="227986"/>
                  </a:lnTo>
                  <a:lnTo>
                    <a:pt x="262777" y="260900"/>
                  </a:lnTo>
                  <a:lnTo>
                    <a:pt x="261132" y="263121"/>
                  </a:lnTo>
                  <a:lnTo>
                    <a:pt x="261244" y="264807"/>
                  </a:lnTo>
                  <a:lnTo>
                    <a:pt x="256683" y="268947"/>
                  </a:lnTo>
                  <a:lnTo>
                    <a:pt x="256571" y="282079"/>
                  </a:lnTo>
                  <a:lnTo>
                    <a:pt x="254664" y="286079"/>
                  </a:lnTo>
                  <a:lnTo>
                    <a:pt x="258889" y="296478"/>
                  </a:lnTo>
                  <a:lnTo>
                    <a:pt x="256122" y="298522"/>
                  </a:lnTo>
                  <a:lnTo>
                    <a:pt x="255935" y="300914"/>
                  </a:lnTo>
                  <a:lnTo>
                    <a:pt x="251337" y="305626"/>
                  </a:lnTo>
                  <a:lnTo>
                    <a:pt x="250477" y="308833"/>
                  </a:lnTo>
                  <a:lnTo>
                    <a:pt x="248757" y="309915"/>
                  </a:lnTo>
                  <a:lnTo>
                    <a:pt x="248421" y="313513"/>
                  </a:lnTo>
                  <a:lnTo>
                    <a:pt x="252646" y="319399"/>
                  </a:lnTo>
                  <a:lnTo>
                    <a:pt x="247486" y="328086"/>
                  </a:lnTo>
                  <a:lnTo>
                    <a:pt x="251711" y="339086"/>
                  </a:lnTo>
                  <a:lnTo>
                    <a:pt x="253430" y="340644"/>
                  </a:lnTo>
                  <a:lnTo>
                    <a:pt x="258029" y="341500"/>
                  </a:lnTo>
                  <a:lnTo>
                    <a:pt x="259487" y="343175"/>
                  </a:lnTo>
                  <a:lnTo>
                    <a:pt x="255524" y="346137"/>
                  </a:lnTo>
                  <a:lnTo>
                    <a:pt x="255786" y="349764"/>
                  </a:lnTo>
                  <a:lnTo>
                    <a:pt x="252084" y="352496"/>
                  </a:lnTo>
                  <a:lnTo>
                    <a:pt x="247112" y="359453"/>
                  </a:lnTo>
                  <a:lnTo>
                    <a:pt x="243262" y="361878"/>
                  </a:lnTo>
                  <a:lnTo>
                    <a:pt x="242813" y="362935"/>
                  </a:lnTo>
                  <a:lnTo>
                    <a:pt x="245393" y="365989"/>
                  </a:lnTo>
                  <a:lnTo>
                    <a:pt x="245617" y="368537"/>
                  </a:lnTo>
                  <a:lnTo>
                    <a:pt x="241990" y="371635"/>
                  </a:lnTo>
                  <a:lnTo>
                    <a:pt x="238514" y="372812"/>
                  </a:lnTo>
                  <a:lnTo>
                    <a:pt x="239560" y="377092"/>
                  </a:lnTo>
                  <a:lnTo>
                    <a:pt x="238776" y="381337"/>
                  </a:lnTo>
                  <a:lnTo>
                    <a:pt x="236981" y="383776"/>
                  </a:lnTo>
                  <a:lnTo>
                    <a:pt x="234215" y="385469"/>
                  </a:lnTo>
                  <a:lnTo>
                    <a:pt x="226775" y="386847"/>
                  </a:lnTo>
                  <a:lnTo>
                    <a:pt x="215896" y="377799"/>
                  </a:lnTo>
                  <a:lnTo>
                    <a:pt x="207672" y="372380"/>
                  </a:lnTo>
                  <a:lnTo>
                    <a:pt x="205615" y="365480"/>
                  </a:lnTo>
                  <a:lnTo>
                    <a:pt x="191596" y="357576"/>
                  </a:lnTo>
                  <a:lnTo>
                    <a:pt x="184194" y="351169"/>
                  </a:lnTo>
                  <a:lnTo>
                    <a:pt x="177427" y="349140"/>
                  </a:lnTo>
                  <a:lnTo>
                    <a:pt x="164829" y="342435"/>
                  </a:lnTo>
                  <a:lnTo>
                    <a:pt x="158025" y="340216"/>
                  </a:lnTo>
                  <a:lnTo>
                    <a:pt x="149314" y="333952"/>
                  </a:lnTo>
                  <a:lnTo>
                    <a:pt x="144641" y="332281"/>
                  </a:lnTo>
                  <a:lnTo>
                    <a:pt x="129426" y="323158"/>
                  </a:lnTo>
                  <a:lnTo>
                    <a:pt x="120528" y="312120"/>
                  </a:lnTo>
                  <a:lnTo>
                    <a:pt x="112229" y="306437"/>
                  </a:lnTo>
                  <a:lnTo>
                    <a:pt x="107182" y="297712"/>
                  </a:lnTo>
                  <a:lnTo>
                    <a:pt x="104827" y="295708"/>
                  </a:lnTo>
                  <a:lnTo>
                    <a:pt x="104677" y="291738"/>
                  </a:lnTo>
                  <a:lnTo>
                    <a:pt x="103032" y="289928"/>
                  </a:lnTo>
                  <a:lnTo>
                    <a:pt x="105462" y="288619"/>
                  </a:lnTo>
                  <a:lnTo>
                    <a:pt x="107032" y="282464"/>
                  </a:lnTo>
                  <a:lnTo>
                    <a:pt x="106210" y="279389"/>
                  </a:lnTo>
                  <a:lnTo>
                    <a:pt x="101948" y="273820"/>
                  </a:lnTo>
                  <a:lnTo>
                    <a:pt x="93536" y="257608"/>
                  </a:lnTo>
                  <a:lnTo>
                    <a:pt x="86882" y="251487"/>
                  </a:lnTo>
                  <a:lnTo>
                    <a:pt x="85498" y="243083"/>
                  </a:lnTo>
                  <a:lnTo>
                    <a:pt x="83630" y="240297"/>
                  </a:lnTo>
                  <a:lnTo>
                    <a:pt x="76900" y="235111"/>
                  </a:lnTo>
                  <a:lnTo>
                    <a:pt x="76265" y="229471"/>
                  </a:lnTo>
                  <a:lnTo>
                    <a:pt x="74769" y="225549"/>
                  </a:lnTo>
                  <a:lnTo>
                    <a:pt x="65460" y="209773"/>
                  </a:lnTo>
                  <a:lnTo>
                    <a:pt x="60040" y="194638"/>
                  </a:lnTo>
                  <a:lnTo>
                    <a:pt x="55479" y="186231"/>
                  </a:lnTo>
                  <a:lnTo>
                    <a:pt x="53460" y="178778"/>
                  </a:lnTo>
                  <a:lnTo>
                    <a:pt x="48264" y="170238"/>
                  </a:lnTo>
                  <a:lnTo>
                    <a:pt x="40712" y="162385"/>
                  </a:lnTo>
                  <a:lnTo>
                    <a:pt x="35702" y="151071"/>
                  </a:lnTo>
                  <a:lnTo>
                    <a:pt x="27852" y="140072"/>
                  </a:lnTo>
                  <a:lnTo>
                    <a:pt x="25459" y="137550"/>
                  </a:lnTo>
                  <a:lnTo>
                    <a:pt x="10916" y="129874"/>
                  </a:lnTo>
                  <a:lnTo>
                    <a:pt x="4038" y="125175"/>
                  </a:lnTo>
                  <a:lnTo>
                    <a:pt x="3589" y="121378"/>
                  </a:lnTo>
                  <a:lnTo>
                    <a:pt x="5084" y="120063"/>
                  </a:lnTo>
                  <a:lnTo>
                    <a:pt x="7178" y="121077"/>
                  </a:lnTo>
                  <a:lnTo>
                    <a:pt x="8449" y="120664"/>
                  </a:lnTo>
                  <a:lnTo>
                    <a:pt x="9458" y="116381"/>
                  </a:lnTo>
                  <a:lnTo>
                    <a:pt x="8187" y="113037"/>
                  </a:lnTo>
                  <a:lnTo>
                    <a:pt x="3514" y="106617"/>
                  </a:lnTo>
                  <a:lnTo>
                    <a:pt x="4748" y="103690"/>
                  </a:lnTo>
                  <a:lnTo>
                    <a:pt x="0" y="96224"/>
                  </a:lnTo>
                  <a:lnTo>
                    <a:pt x="1121" y="88986"/>
                  </a:lnTo>
                  <a:lnTo>
                    <a:pt x="2168" y="87149"/>
                  </a:lnTo>
                  <a:lnTo>
                    <a:pt x="11178" y="76693"/>
                  </a:lnTo>
                  <a:lnTo>
                    <a:pt x="21010" y="69539"/>
                  </a:lnTo>
                  <a:lnTo>
                    <a:pt x="22095" y="70325"/>
                  </a:lnTo>
                  <a:lnTo>
                    <a:pt x="24038" y="79728"/>
                  </a:lnTo>
                  <a:lnTo>
                    <a:pt x="21459" y="82389"/>
                  </a:lnTo>
                  <a:lnTo>
                    <a:pt x="18692" y="81827"/>
                  </a:lnTo>
                  <a:lnTo>
                    <a:pt x="17571" y="82501"/>
                  </a:lnTo>
                  <a:lnTo>
                    <a:pt x="17608" y="85724"/>
                  </a:lnTo>
                  <a:lnTo>
                    <a:pt x="18318" y="86549"/>
                  </a:lnTo>
                  <a:lnTo>
                    <a:pt x="20449" y="86624"/>
                  </a:lnTo>
                  <a:lnTo>
                    <a:pt x="17608" y="90485"/>
                  </a:lnTo>
                  <a:lnTo>
                    <a:pt x="17832" y="91236"/>
                  </a:lnTo>
                  <a:lnTo>
                    <a:pt x="19814" y="91948"/>
                  </a:lnTo>
                  <a:lnTo>
                    <a:pt x="24861" y="88461"/>
                  </a:lnTo>
                  <a:lnTo>
                    <a:pt x="31964" y="92211"/>
                  </a:lnTo>
                  <a:lnTo>
                    <a:pt x="35254" y="91760"/>
                  </a:lnTo>
                  <a:lnTo>
                    <a:pt x="37796" y="93523"/>
                  </a:lnTo>
                  <a:lnTo>
                    <a:pt x="38095" y="96261"/>
                  </a:lnTo>
                  <a:lnTo>
                    <a:pt x="41646" y="101626"/>
                  </a:lnTo>
                  <a:lnTo>
                    <a:pt x="46955" y="102939"/>
                  </a:lnTo>
                  <a:lnTo>
                    <a:pt x="47852" y="102489"/>
                  </a:lnTo>
                  <a:lnTo>
                    <a:pt x="49049" y="100462"/>
                  </a:lnTo>
                  <a:lnTo>
                    <a:pt x="50208" y="100162"/>
                  </a:lnTo>
                  <a:lnTo>
                    <a:pt x="50432" y="97161"/>
                  </a:lnTo>
                  <a:lnTo>
                    <a:pt x="55068" y="94011"/>
                  </a:lnTo>
                  <a:lnTo>
                    <a:pt x="55741" y="91836"/>
                  </a:lnTo>
                  <a:lnTo>
                    <a:pt x="55179" y="89061"/>
                  </a:lnTo>
                  <a:lnTo>
                    <a:pt x="57871" y="82014"/>
                  </a:lnTo>
                  <a:lnTo>
                    <a:pt x="60563" y="77630"/>
                  </a:lnTo>
                  <a:lnTo>
                    <a:pt x="62133" y="69726"/>
                  </a:lnTo>
                  <a:lnTo>
                    <a:pt x="63404" y="69763"/>
                  </a:lnTo>
                  <a:lnTo>
                    <a:pt x="64600" y="71636"/>
                  </a:lnTo>
                  <a:lnTo>
                    <a:pt x="66021" y="71149"/>
                  </a:lnTo>
                  <a:lnTo>
                    <a:pt x="65498" y="68753"/>
                  </a:lnTo>
                  <a:lnTo>
                    <a:pt x="72190" y="61077"/>
                  </a:lnTo>
                  <a:lnTo>
                    <a:pt x="96714" y="52394"/>
                  </a:lnTo>
                  <a:lnTo>
                    <a:pt x="108976" y="43451"/>
                  </a:lnTo>
                  <a:lnTo>
                    <a:pt x="119743" y="30958"/>
                  </a:lnTo>
                  <a:lnTo>
                    <a:pt x="123145" y="18356"/>
                  </a:lnTo>
                  <a:lnTo>
                    <a:pt x="124378" y="19217"/>
                  </a:lnTo>
                  <a:lnTo>
                    <a:pt x="126435" y="18918"/>
                  </a:lnTo>
                  <a:lnTo>
                    <a:pt x="126210" y="11403"/>
                  </a:lnTo>
                  <a:lnTo>
                    <a:pt x="122771" y="7627"/>
                  </a:lnTo>
                  <a:lnTo>
                    <a:pt x="121425" y="4299"/>
                  </a:lnTo>
                  <a:lnTo>
                    <a:pt x="118472" y="2430"/>
                  </a:lnTo>
                  <a:lnTo>
                    <a:pt x="118584" y="1682"/>
                  </a:lnTo>
                  <a:lnTo>
                    <a:pt x="124528" y="2094"/>
                  </a:lnTo>
                  <a:lnTo>
                    <a:pt x="126958" y="0"/>
                  </a:lnTo>
                  <a:lnTo>
                    <a:pt x="128715" y="187"/>
                  </a:lnTo>
                  <a:lnTo>
                    <a:pt x="132753" y="3066"/>
                  </a:lnTo>
                  <a:lnTo>
                    <a:pt x="135706" y="3290"/>
                  </a:lnTo>
                  <a:lnTo>
                    <a:pt x="136678" y="5346"/>
                  </a:lnTo>
                  <a:lnTo>
                    <a:pt x="140865" y="8075"/>
                  </a:lnTo>
                  <a:lnTo>
                    <a:pt x="143707" y="11216"/>
                  </a:lnTo>
                  <a:lnTo>
                    <a:pt x="145426" y="16824"/>
                  </a:lnTo>
                  <a:lnTo>
                    <a:pt x="147258" y="19291"/>
                  </a:lnTo>
                  <a:lnTo>
                    <a:pt x="151258" y="20488"/>
                  </a:lnTo>
                  <a:lnTo>
                    <a:pt x="155221" y="24003"/>
                  </a:lnTo>
                  <a:lnTo>
                    <a:pt x="159333" y="25087"/>
                  </a:lnTo>
                  <a:lnTo>
                    <a:pt x="162324" y="29238"/>
                  </a:lnTo>
                  <a:lnTo>
                    <a:pt x="162847" y="34324"/>
                  </a:lnTo>
                  <a:lnTo>
                    <a:pt x="165876" y="36194"/>
                  </a:lnTo>
                  <a:lnTo>
                    <a:pt x="168493" y="36269"/>
                  </a:lnTo>
                  <a:lnTo>
                    <a:pt x="169053" y="37167"/>
                  </a:lnTo>
                  <a:lnTo>
                    <a:pt x="170511" y="42367"/>
                  </a:lnTo>
                  <a:lnTo>
                    <a:pt x="169577" y="45022"/>
                  </a:lnTo>
                  <a:lnTo>
                    <a:pt x="169951" y="46482"/>
                  </a:lnTo>
                  <a:lnTo>
                    <a:pt x="174362" y="48876"/>
                  </a:lnTo>
                  <a:lnTo>
                    <a:pt x="179073" y="48839"/>
                  </a:lnTo>
                  <a:lnTo>
                    <a:pt x="180941" y="47978"/>
                  </a:lnTo>
                  <a:lnTo>
                    <a:pt x="185689" y="49587"/>
                  </a:lnTo>
                  <a:lnTo>
                    <a:pt x="189391" y="49026"/>
                  </a:lnTo>
                  <a:lnTo>
                    <a:pt x="194251" y="47492"/>
                  </a:lnTo>
                  <a:lnTo>
                    <a:pt x="199036" y="43863"/>
                  </a:lnTo>
                  <a:lnTo>
                    <a:pt x="206438" y="47641"/>
                  </a:lnTo>
                  <a:lnTo>
                    <a:pt x="210588" y="47193"/>
                  </a:lnTo>
                  <a:lnTo>
                    <a:pt x="215335" y="44985"/>
                  </a:lnTo>
                  <a:lnTo>
                    <a:pt x="221990" y="49138"/>
                  </a:lnTo>
                  <a:lnTo>
                    <a:pt x="233467" y="54377"/>
                  </a:lnTo>
                  <a:lnTo>
                    <a:pt x="233916" y="56286"/>
                  </a:lnTo>
                  <a:lnTo>
                    <a:pt x="220195" y="77743"/>
                  </a:lnTo>
                  <a:lnTo>
                    <a:pt x="225354" y="79578"/>
                  </a:lnTo>
                  <a:lnTo>
                    <a:pt x="228383" y="78417"/>
                  </a:lnTo>
                  <a:lnTo>
                    <a:pt x="230476" y="79840"/>
                  </a:lnTo>
                  <a:lnTo>
                    <a:pt x="231972" y="83326"/>
                  </a:lnTo>
                  <a:lnTo>
                    <a:pt x="235112" y="85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2" name="oPE_MapPart_PHL_1_612" descr="Philippinen">
              <a:extLst>
                <a:ext uri="{FF2B5EF4-FFF2-40B4-BE49-F238E27FC236}">
                  <a16:creationId xmlns:a16="http://schemas.microsoft.com/office/drawing/2014/main" id="{5915605E-C778-22F2-1633-AB4AB65804B3}"/>
                </a:ext>
              </a:extLst>
            </p:cNvPr>
            <p:cNvSpPr/>
            <p:nvPr>
              <p:custDataLst>
                <p:tags r:id="rId612"/>
              </p:custDataLst>
            </p:nvPr>
          </p:nvSpPr>
          <p:spPr>
            <a:xfrm>
              <a:off x="8583498" y="3998324"/>
              <a:ext cx="90846" cy="130482"/>
            </a:xfrm>
            <a:custGeom>
              <a:avLst/>
              <a:gdLst/>
              <a:ahLst/>
              <a:cxnLst/>
              <a:rect l="0" t="0" r="0" b="0"/>
              <a:pathLst>
                <a:path w="90846" h="130482">
                  <a:moveTo>
                    <a:pt x="27702" y="0"/>
                  </a:moveTo>
                  <a:lnTo>
                    <a:pt x="43142" y="7015"/>
                  </a:lnTo>
                  <a:lnTo>
                    <a:pt x="45273" y="7252"/>
                  </a:lnTo>
                  <a:lnTo>
                    <a:pt x="47142" y="6306"/>
                  </a:lnTo>
                  <a:lnTo>
                    <a:pt x="49386" y="2839"/>
                  </a:lnTo>
                  <a:lnTo>
                    <a:pt x="50956" y="2524"/>
                  </a:lnTo>
                  <a:lnTo>
                    <a:pt x="51852" y="3430"/>
                  </a:lnTo>
                  <a:lnTo>
                    <a:pt x="52900" y="6464"/>
                  </a:lnTo>
                  <a:lnTo>
                    <a:pt x="50058" y="12052"/>
                  </a:lnTo>
                  <a:lnTo>
                    <a:pt x="49498" y="20772"/>
                  </a:lnTo>
                  <a:lnTo>
                    <a:pt x="51254" y="25790"/>
                  </a:lnTo>
                  <a:lnTo>
                    <a:pt x="54395" y="28572"/>
                  </a:lnTo>
                  <a:lnTo>
                    <a:pt x="54806" y="31390"/>
                  </a:lnTo>
                  <a:lnTo>
                    <a:pt x="57123" y="32525"/>
                  </a:lnTo>
                  <a:lnTo>
                    <a:pt x="55180" y="39092"/>
                  </a:lnTo>
                  <a:lnTo>
                    <a:pt x="49161" y="52895"/>
                  </a:lnTo>
                  <a:lnTo>
                    <a:pt x="41946" y="55229"/>
                  </a:lnTo>
                  <a:lnTo>
                    <a:pt x="37946" y="58341"/>
                  </a:lnTo>
                  <a:lnTo>
                    <a:pt x="37235" y="60634"/>
                  </a:lnTo>
                  <a:lnTo>
                    <a:pt x="38170" y="64052"/>
                  </a:lnTo>
                  <a:lnTo>
                    <a:pt x="33721" y="71462"/>
                  </a:lnTo>
                  <a:lnTo>
                    <a:pt x="40039" y="84120"/>
                  </a:lnTo>
                  <a:lnTo>
                    <a:pt x="38580" y="85279"/>
                  </a:lnTo>
                  <a:lnTo>
                    <a:pt x="38618" y="87443"/>
                  </a:lnTo>
                  <a:lnTo>
                    <a:pt x="41497" y="96319"/>
                  </a:lnTo>
                  <a:lnTo>
                    <a:pt x="44525" y="99480"/>
                  </a:lnTo>
                  <a:lnTo>
                    <a:pt x="50731" y="101406"/>
                  </a:lnTo>
                  <a:lnTo>
                    <a:pt x="52339" y="99981"/>
                  </a:lnTo>
                  <a:lnTo>
                    <a:pt x="50507" y="96743"/>
                  </a:lnTo>
                  <a:lnTo>
                    <a:pt x="56526" y="93002"/>
                  </a:lnTo>
                  <a:lnTo>
                    <a:pt x="59367" y="93118"/>
                  </a:lnTo>
                  <a:lnTo>
                    <a:pt x="64115" y="94546"/>
                  </a:lnTo>
                  <a:lnTo>
                    <a:pt x="65760" y="95895"/>
                  </a:lnTo>
                  <a:lnTo>
                    <a:pt x="68601" y="100751"/>
                  </a:lnTo>
                  <a:lnTo>
                    <a:pt x="68377" y="104448"/>
                  </a:lnTo>
                  <a:lnTo>
                    <a:pt x="69237" y="105257"/>
                  </a:lnTo>
                  <a:lnTo>
                    <a:pt x="71929" y="105333"/>
                  </a:lnTo>
                  <a:lnTo>
                    <a:pt x="73274" y="103409"/>
                  </a:lnTo>
                  <a:lnTo>
                    <a:pt x="73460" y="101252"/>
                  </a:lnTo>
                  <a:lnTo>
                    <a:pt x="72488" y="100443"/>
                  </a:lnTo>
                  <a:lnTo>
                    <a:pt x="73760" y="98594"/>
                  </a:lnTo>
                  <a:lnTo>
                    <a:pt x="76115" y="100636"/>
                  </a:lnTo>
                  <a:lnTo>
                    <a:pt x="84078" y="103409"/>
                  </a:lnTo>
                  <a:lnTo>
                    <a:pt x="84938" y="104217"/>
                  </a:lnTo>
                  <a:lnTo>
                    <a:pt x="83854" y="105872"/>
                  </a:lnTo>
                  <a:lnTo>
                    <a:pt x="79741" y="106218"/>
                  </a:lnTo>
                  <a:lnTo>
                    <a:pt x="78545" y="107488"/>
                  </a:lnTo>
                  <a:lnTo>
                    <a:pt x="84116" y="115523"/>
                  </a:lnTo>
                  <a:lnTo>
                    <a:pt x="83443" y="118901"/>
                  </a:lnTo>
                  <a:lnTo>
                    <a:pt x="90845" y="120513"/>
                  </a:lnTo>
                  <a:lnTo>
                    <a:pt x="90733" y="125730"/>
                  </a:lnTo>
                  <a:lnTo>
                    <a:pt x="89125" y="130481"/>
                  </a:lnTo>
                  <a:lnTo>
                    <a:pt x="87106" y="129907"/>
                  </a:lnTo>
                  <a:lnTo>
                    <a:pt x="85350" y="127876"/>
                  </a:lnTo>
                  <a:lnTo>
                    <a:pt x="86807" y="123045"/>
                  </a:lnTo>
                  <a:lnTo>
                    <a:pt x="80153" y="123160"/>
                  </a:lnTo>
                  <a:lnTo>
                    <a:pt x="73574" y="120322"/>
                  </a:lnTo>
                  <a:lnTo>
                    <a:pt x="73274" y="116674"/>
                  </a:lnTo>
                  <a:lnTo>
                    <a:pt x="70507" y="111834"/>
                  </a:lnTo>
                  <a:lnTo>
                    <a:pt x="64264" y="108104"/>
                  </a:lnTo>
                  <a:lnTo>
                    <a:pt x="58694" y="101907"/>
                  </a:lnTo>
                  <a:lnTo>
                    <a:pt x="56451" y="101406"/>
                  </a:lnTo>
                  <a:lnTo>
                    <a:pt x="56077" y="102331"/>
                  </a:lnTo>
                  <a:lnTo>
                    <a:pt x="56900" y="107258"/>
                  </a:lnTo>
                  <a:lnTo>
                    <a:pt x="60227" y="112833"/>
                  </a:lnTo>
                  <a:lnTo>
                    <a:pt x="60376" y="115868"/>
                  </a:lnTo>
                  <a:lnTo>
                    <a:pt x="58806" y="117135"/>
                  </a:lnTo>
                  <a:lnTo>
                    <a:pt x="57049" y="115714"/>
                  </a:lnTo>
                  <a:lnTo>
                    <a:pt x="54806" y="110757"/>
                  </a:lnTo>
                  <a:lnTo>
                    <a:pt x="47853" y="104448"/>
                  </a:lnTo>
                  <a:lnTo>
                    <a:pt x="41721" y="101252"/>
                  </a:lnTo>
                  <a:lnTo>
                    <a:pt x="36001" y="103293"/>
                  </a:lnTo>
                  <a:lnTo>
                    <a:pt x="34843" y="106065"/>
                  </a:lnTo>
                  <a:lnTo>
                    <a:pt x="32712" y="107411"/>
                  </a:lnTo>
                  <a:lnTo>
                    <a:pt x="27553" y="106757"/>
                  </a:lnTo>
                  <a:lnTo>
                    <a:pt x="25721" y="105103"/>
                  </a:lnTo>
                  <a:lnTo>
                    <a:pt x="24187" y="105026"/>
                  </a:lnTo>
                  <a:lnTo>
                    <a:pt x="22281" y="102369"/>
                  </a:lnTo>
                  <a:lnTo>
                    <a:pt x="19964" y="102023"/>
                  </a:lnTo>
                  <a:lnTo>
                    <a:pt x="18057" y="104102"/>
                  </a:lnTo>
                  <a:lnTo>
                    <a:pt x="17608" y="95895"/>
                  </a:lnTo>
                  <a:lnTo>
                    <a:pt x="23964" y="89335"/>
                  </a:lnTo>
                  <a:lnTo>
                    <a:pt x="24375" y="86091"/>
                  </a:lnTo>
                  <a:lnTo>
                    <a:pt x="23253" y="84583"/>
                  </a:lnTo>
                  <a:lnTo>
                    <a:pt x="19515" y="83269"/>
                  </a:lnTo>
                  <a:lnTo>
                    <a:pt x="16935" y="81026"/>
                  </a:lnTo>
                  <a:lnTo>
                    <a:pt x="16151" y="83501"/>
                  </a:lnTo>
                  <a:lnTo>
                    <a:pt x="17048" y="89567"/>
                  </a:lnTo>
                  <a:lnTo>
                    <a:pt x="15104" y="90494"/>
                  </a:lnTo>
                  <a:lnTo>
                    <a:pt x="13047" y="89335"/>
                  </a:lnTo>
                  <a:lnTo>
                    <a:pt x="10019" y="82883"/>
                  </a:lnTo>
                  <a:lnTo>
                    <a:pt x="7664" y="82766"/>
                  </a:lnTo>
                  <a:lnTo>
                    <a:pt x="6505" y="81645"/>
                  </a:lnTo>
                  <a:lnTo>
                    <a:pt x="3403" y="69174"/>
                  </a:lnTo>
                  <a:lnTo>
                    <a:pt x="2355" y="59623"/>
                  </a:lnTo>
                  <a:lnTo>
                    <a:pt x="0" y="56708"/>
                  </a:lnTo>
                  <a:lnTo>
                    <a:pt x="75" y="51376"/>
                  </a:lnTo>
                  <a:lnTo>
                    <a:pt x="1308" y="49857"/>
                  </a:lnTo>
                  <a:lnTo>
                    <a:pt x="8112" y="55891"/>
                  </a:lnTo>
                  <a:lnTo>
                    <a:pt x="11814" y="55463"/>
                  </a:lnTo>
                  <a:lnTo>
                    <a:pt x="12487" y="54529"/>
                  </a:lnTo>
                  <a:lnTo>
                    <a:pt x="12898" y="52116"/>
                  </a:lnTo>
                  <a:lnTo>
                    <a:pt x="11553" y="48259"/>
                  </a:lnTo>
                  <a:lnTo>
                    <a:pt x="11141" y="42956"/>
                  </a:lnTo>
                  <a:lnTo>
                    <a:pt x="13309" y="36200"/>
                  </a:lnTo>
                  <a:lnTo>
                    <a:pt x="13683" y="27044"/>
                  </a:lnTo>
                  <a:lnTo>
                    <a:pt x="12263" y="21360"/>
                  </a:lnTo>
                  <a:lnTo>
                    <a:pt x="17272" y="2366"/>
                  </a:lnTo>
                  <a:lnTo>
                    <a:pt x="21721" y="276"/>
                  </a:lnTo>
                  <a:lnTo>
                    <a:pt x="26656" y="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3" name="oPE_MapPart_PHL_2_613" descr="Philippinen">
              <a:extLst>
                <a:ext uri="{FF2B5EF4-FFF2-40B4-BE49-F238E27FC236}">
                  <a16:creationId xmlns:a16="http://schemas.microsoft.com/office/drawing/2014/main" id="{BDACC9A8-7D18-A612-586D-150B6A9C7E8D}"/>
                </a:ext>
              </a:extLst>
            </p:cNvPr>
            <p:cNvSpPr/>
            <p:nvPr>
              <p:custDataLst>
                <p:tags r:id="rId613"/>
              </p:custDataLst>
            </p:nvPr>
          </p:nvSpPr>
          <p:spPr>
            <a:xfrm>
              <a:off x="8627873" y="4188256"/>
              <a:ext cx="97127" cy="87199"/>
            </a:xfrm>
            <a:custGeom>
              <a:avLst/>
              <a:gdLst/>
              <a:ahLst/>
              <a:cxnLst/>
              <a:rect l="0" t="0" r="0" b="0"/>
              <a:pathLst>
                <a:path w="97127" h="87199">
                  <a:moveTo>
                    <a:pt x="85163" y="9250"/>
                  </a:moveTo>
                  <a:lnTo>
                    <a:pt x="86883" y="10500"/>
                  </a:lnTo>
                  <a:lnTo>
                    <a:pt x="89051" y="10159"/>
                  </a:lnTo>
                  <a:lnTo>
                    <a:pt x="89051" y="13378"/>
                  </a:lnTo>
                  <a:lnTo>
                    <a:pt x="91368" y="17013"/>
                  </a:lnTo>
                  <a:lnTo>
                    <a:pt x="91705" y="19245"/>
                  </a:lnTo>
                  <a:lnTo>
                    <a:pt x="87967" y="24502"/>
                  </a:lnTo>
                  <a:lnTo>
                    <a:pt x="92640" y="26846"/>
                  </a:lnTo>
                  <a:lnTo>
                    <a:pt x="92939" y="30134"/>
                  </a:lnTo>
                  <a:lnTo>
                    <a:pt x="94584" y="32741"/>
                  </a:lnTo>
                  <a:lnTo>
                    <a:pt x="94098" y="40480"/>
                  </a:lnTo>
                  <a:lnTo>
                    <a:pt x="96901" y="43762"/>
                  </a:lnTo>
                  <a:lnTo>
                    <a:pt x="97126" y="52736"/>
                  </a:lnTo>
                  <a:lnTo>
                    <a:pt x="94173" y="57672"/>
                  </a:lnTo>
                  <a:lnTo>
                    <a:pt x="91144" y="60383"/>
                  </a:lnTo>
                  <a:lnTo>
                    <a:pt x="89537" y="60233"/>
                  </a:lnTo>
                  <a:lnTo>
                    <a:pt x="89051" y="61023"/>
                  </a:lnTo>
                  <a:lnTo>
                    <a:pt x="90023" y="63509"/>
                  </a:lnTo>
                  <a:lnTo>
                    <a:pt x="88976" y="72389"/>
                  </a:lnTo>
                  <a:lnTo>
                    <a:pt x="87331" y="68627"/>
                  </a:lnTo>
                  <a:lnTo>
                    <a:pt x="85949" y="61212"/>
                  </a:lnTo>
                  <a:lnTo>
                    <a:pt x="81388" y="50964"/>
                  </a:lnTo>
                  <a:lnTo>
                    <a:pt x="78583" y="52435"/>
                  </a:lnTo>
                  <a:lnTo>
                    <a:pt x="77574" y="55750"/>
                  </a:lnTo>
                  <a:lnTo>
                    <a:pt x="73948" y="59781"/>
                  </a:lnTo>
                  <a:lnTo>
                    <a:pt x="72191" y="64412"/>
                  </a:lnTo>
                  <a:lnTo>
                    <a:pt x="76490" y="69116"/>
                  </a:lnTo>
                  <a:lnTo>
                    <a:pt x="78210" y="74156"/>
                  </a:lnTo>
                  <a:lnTo>
                    <a:pt x="78172" y="79307"/>
                  </a:lnTo>
                  <a:lnTo>
                    <a:pt x="73760" y="85846"/>
                  </a:lnTo>
                  <a:lnTo>
                    <a:pt x="71480" y="87198"/>
                  </a:lnTo>
                  <a:lnTo>
                    <a:pt x="70246" y="86522"/>
                  </a:lnTo>
                  <a:lnTo>
                    <a:pt x="69274" y="83930"/>
                  </a:lnTo>
                  <a:lnTo>
                    <a:pt x="69873" y="78142"/>
                  </a:lnTo>
                  <a:lnTo>
                    <a:pt x="69088" y="77390"/>
                  </a:lnTo>
                  <a:lnTo>
                    <a:pt x="65013" y="81562"/>
                  </a:lnTo>
                  <a:lnTo>
                    <a:pt x="62769" y="81449"/>
                  </a:lnTo>
                  <a:lnTo>
                    <a:pt x="47928" y="73968"/>
                  </a:lnTo>
                  <a:lnTo>
                    <a:pt x="45124" y="70395"/>
                  </a:lnTo>
                  <a:lnTo>
                    <a:pt x="43218" y="58086"/>
                  </a:lnTo>
                  <a:lnTo>
                    <a:pt x="47480" y="52359"/>
                  </a:lnTo>
                  <a:lnTo>
                    <a:pt x="47816" y="49645"/>
                  </a:lnTo>
                  <a:lnTo>
                    <a:pt x="42843" y="44027"/>
                  </a:lnTo>
                  <a:lnTo>
                    <a:pt x="36562" y="40820"/>
                  </a:lnTo>
                  <a:lnTo>
                    <a:pt x="32974" y="41008"/>
                  </a:lnTo>
                  <a:lnTo>
                    <a:pt x="30881" y="49419"/>
                  </a:lnTo>
                  <a:lnTo>
                    <a:pt x="26431" y="46855"/>
                  </a:lnTo>
                  <a:lnTo>
                    <a:pt x="24749" y="43273"/>
                  </a:lnTo>
                  <a:lnTo>
                    <a:pt x="22543" y="46516"/>
                  </a:lnTo>
                  <a:lnTo>
                    <a:pt x="19478" y="46855"/>
                  </a:lnTo>
                  <a:lnTo>
                    <a:pt x="18432" y="42819"/>
                  </a:lnTo>
                  <a:lnTo>
                    <a:pt x="16787" y="41725"/>
                  </a:lnTo>
                  <a:lnTo>
                    <a:pt x="14768" y="41952"/>
                  </a:lnTo>
                  <a:lnTo>
                    <a:pt x="11814" y="44555"/>
                  </a:lnTo>
                  <a:lnTo>
                    <a:pt x="4936" y="58990"/>
                  </a:lnTo>
                  <a:lnTo>
                    <a:pt x="4001" y="59743"/>
                  </a:lnTo>
                  <a:lnTo>
                    <a:pt x="2543" y="59442"/>
                  </a:lnTo>
                  <a:lnTo>
                    <a:pt x="0" y="56353"/>
                  </a:lnTo>
                  <a:lnTo>
                    <a:pt x="413" y="53753"/>
                  </a:lnTo>
                  <a:lnTo>
                    <a:pt x="2954" y="50324"/>
                  </a:lnTo>
                  <a:lnTo>
                    <a:pt x="4711" y="40970"/>
                  </a:lnTo>
                  <a:lnTo>
                    <a:pt x="7029" y="38140"/>
                  </a:lnTo>
                  <a:lnTo>
                    <a:pt x="10020" y="36026"/>
                  </a:lnTo>
                  <a:lnTo>
                    <a:pt x="20898" y="33723"/>
                  </a:lnTo>
                  <a:lnTo>
                    <a:pt x="22656" y="32363"/>
                  </a:lnTo>
                  <a:lnTo>
                    <a:pt x="22731" y="29529"/>
                  </a:lnTo>
                  <a:lnTo>
                    <a:pt x="23777" y="27866"/>
                  </a:lnTo>
                  <a:lnTo>
                    <a:pt x="25796" y="26166"/>
                  </a:lnTo>
                  <a:lnTo>
                    <a:pt x="29834" y="25032"/>
                  </a:lnTo>
                  <a:lnTo>
                    <a:pt x="31778" y="22234"/>
                  </a:lnTo>
                  <a:lnTo>
                    <a:pt x="36862" y="23973"/>
                  </a:lnTo>
                  <a:lnTo>
                    <a:pt x="39031" y="25485"/>
                  </a:lnTo>
                  <a:lnTo>
                    <a:pt x="40376" y="27904"/>
                  </a:lnTo>
                  <a:lnTo>
                    <a:pt x="40975" y="33043"/>
                  </a:lnTo>
                  <a:lnTo>
                    <a:pt x="38395" y="35761"/>
                  </a:lnTo>
                  <a:lnTo>
                    <a:pt x="39330" y="35951"/>
                  </a:lnTo>
                  <a:lnTo>
                    <a:pt x="47628" y="32174"/>
                  </a:lnTo>
                  <a:lnTo>
                    <a:pt x="51928" y="24389"/>
                  </a:lnTo>
                  <a:lnTo>
                    <a:pt x="56414" y="26015"/>
                  </a:lnTo>
                  <a:lnTo>
                    <a:pt x="58694" y="25183"/>
                  </a:lnTo>
                  <a:lnTo>
                    <a:pt x="59853" y="18640"/>
                  </a:lnTo>
                  <a:lnTo>
                    <a:pt x="61573" y="16558"/>
                  </a:lnTo>
                  <a:lnTo>
                    <a:pt x="67218" y="18753"/>
                  </a:lnTo>
                  <a:lnTo>
                    <a:pt x="68640" y="15423"/>
                  </a:lnTo>
                  <a:lnTo>
                    <a:pt x="72078" y="16180"/>
                  </a:lnTo>
                  <a:lnTo>
                    <a:pt x="74658" y="15688"/>
                  </a:lnTo>
                  <a:lnTo>
                    <a:pt x="75368" y="13038"/>
                  </a:lnTo>
                  <a:lnTo>
                    <a:pt x="72863" y="1897"/>
                  </a:lnTo>
                  <a:lnTo>
                    <a:pt x="74059" y="76"/>
                  </a:lnTo>
                  <a:lnTo>
                    <a:pt x="75107" y="0"/>
                  </a:lnTo>
                  <a:lnTo>
                    <a:pt x="84116" y="701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4" name="oPE_MapPart_PHL_3_614" descr="Philippinen">
              <a:extLst>
                <a:ext uri="{FF2B5EF4-FFF2-40B4-BE49-F238E27FC236}">
                  <a16:creationId xmlns:a16="http://schemas.microsoft.com/office/drawing/2014/main" id="{F99521FE-B8A3-D558-BC49-C4B6B74975F1}"/>
                </a:ext>
              </a:extLst>
            </p:cNvPr>
            <p:cNvSpPr/>
            <p:nvPr>
              <p:custDataLst>
                <p:tags r:id="rId614"/>
              </p:custDataLst>
            </p:nvPr>
          </p:nvSpPr>
          <p:spPr>
            <a:xfrm>
              <a:off x="8638154" y="4162298"/>
              <a:ext cx="24264" cy="40701"/>
            </a:xfrm>
            <a:custGeom>
              <a:avLst/>
              <a:gdLst/>
              <a:ahLst/>
              <a:cxnLst/>
              <a:rect l="0" t="0" r="0" b="0"/>
              <a:pathLst>
                <a:path w="24264" h="40701">
                  <a:moveTo>
                    <a:pt x="15178" y="40586"/>
                  </a:moveTo>
                  <a:lnTo>
                    <a:pt x="12337" y="40700"/>
                  </a:lnTo>
                  <a:lnTo>
                    <a:pt x="9683" y="35208"/>
                  </a:lnTo>
                  <a:lnTo>
                    <a:pt x="3365" y="31798"/>
                  </a:lnTo>
                  <a:lnTo>
                    <a:pt x="225" y="27362"/>
                  </a:lnTo>
                  <a:lnTo>
                    <a:pt x="0" y="24631"/>
                  </a:lnTo>
                  <a:lnTo>
                    <a:pt x="1495" y="21709"/>
                  </a:lnTo>
                  <a:lnTo>
                    <a:pt x="6506" y="21101"/>
                  </a:lnTo>
                  <a:lnTo>
                    <a:pt x="9459" y="19051"/>
                  </a:lnTo>
                  <a:lnTo>
                    <a:pt x="9683" y="14911"/>
                  </a:lnTo>
                  <a:lnTo>
                    <a:pt x="8673" y="10274"/>
                  </a:lnTo>
                  <a:lnTo>
                    <a:pt x="11589" y="6128"/>
                  </a:lnTo>
                  <a:lnTo>
                    <a:pt x="12113" y="2170"/>
                  </a:lnTo>
                  <a:lnTo>
                    <a:pt x="17085" y="0"/>
                  </a:lnTo>
                  <a:lnTo>
                    <a:pt x="23067" y="1408"/>
                  </a:lnTo>
                  <a:lnTo>
                    <a:pt x="24263" y="4416"/>
                  </a:lnTo>
                  <a:lnTo>
                    <a:pt x="15814" y="23758"/>
                  </a:lnTo>
                  <a:lnTo>
                    <a:pt x="15590" y="29182"/>
                  </a:lnTo>
                  <a:lnTo>
                    <a:pt x="19141" y="35284"/>
                  </a:lnTo>
                  <a:lnTo>
                    <a:pt x="16450" y="400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5" name="oPE_MapPart_PHL_4_615" descr="Philippinen">
              <a:extLst>
                <a:ext uri="{FF2B5EF4-FFF2-40B4-BE49-F238E27FC236}">
                  <a16:creationId xmlns:a16="http://schemas.microsoft.com/office/drawing/2014/main" id="{EED1CAB3-0C85-4B13-D649-D98D3D737648}"/>
                </a:ext>
              </a:extLst>
            </p:cNvPr>
            <p:cNvSpPr/>
            <p:nvPr>
              <p:custDataLst>
                <p:tags r:id="rId615"/>
              </p:custDataLst>
            </p:nvPr>
          </p:nvSpPr>
          <p:spPr>
            <a:xfrm>
              <a:off x="8677520" y="4128690"/>
              <a:ext cx="30208" cy="32314"/>
            </a:xfrm>
            <a:custGeom>
              <a:avLst/>
              <a:gdLst/>
              <a:ahLst/>
              <a:cxnLst/>
              <a:rect l="0" t="0" r="0" b="0"/>
              <a:pathLst>
                <a:path w="30208" h="32314">
                  <a:moveTo>
                    <a:pt x="19627" y="958"/>
                  </a:moveTo>
                  <a:lnTo>
                    <a:pt x="21085" y="2681"/>
                  </a:lnTo>
                  <a:lnTo>
                    <a:pt x="21273" y="5360"/>
                  </a:lnTo>
                  <a:lnTo>
                    <a:pt x="25758" y="8115"/>
                  </a:lnTo>
                  <a:lnTo>
                    <a:pt x="24113" y="13199"/>
                  </a:lnTo>
                  <a:lnTo>
                    <a:pt x="24861" y="20799"/>
                  </a:lnTo>
                  <a:lnTo>
                    <a:pt x="27291" y="26520"/>
                  </a:lnTo>
                  <a:lnTo>
                    <a:pt x="26544" y="28350"/>
                  </a:lnTo>
                  <a:lnTo>
                    <a:pt x="29273" y="29875"/>
                  </a:lnTo>
                  <a:lnTo>
                    <a:pt x="30207" y="31818"/>
                  </a:lnTo>
                  <a:lnTo>
                    <a:pt x="29908" y="32313"/>
                  </a:lnTo>
                  <a:lnTo>
                    <a:pt x="27665" y="30599"/>
                  </a:lnTo>
                  <a:lnTo>
                    <a:pt x="19478" y="30294"/>
                  </a:lnTo>
                  <a:lnTo>
                    <a:pt x="13496" y="23240"/>
                  </a:lnTo>
                  <a:lnTo>
                    <a:pt x="12898" y="21562"/>
                  </a:lnTo>
                  <a:lnTo>
                    <a:pt x="14207" y="19844"/>
                  </a:lnTo>
                  <a:lnTo>
                    <a:pt x="14543" y="17172"/>
                  </a:lnTo>
                  <a:lnTo>
                    <a:pt x="12226" y="16943"/>
                  </a:lnTo>
                  <a:lnTo>
                    <a:pt x="7926" y="11747"/>
                  </a:lnTo>
                  <a:lnTo>
                    <a:pt x="3141" y="8918"/>
                  </a:lnTo>
                  <a:lnTo>
                    <a:pt x="636" y="3600"/>
                  </a:lnTo>
                  <a:lnTo>
                    <a:pt x="0" y="77"/>
                  </a:lnTo>
                  <a:lnTo>
                    <a:pt x="5608" y="996"/>
                  </a:lnTo>
                  <a:lnTo>
                    <a:pt x="1775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6" name="oPE_MapPart_PHL_5_616" descr="Philippinen">
              <a:extLst>
                <a:ext uri="{FF2B5EF4-FFF2-40B4-BE49-F238E27FC236}">
                  <a16:creationId xmlns:a16="http://schemas.microsoft.com/office/drawing/2014/main" id="{957F670B-EE4D-B196-B71E-E21ED6863BC0}"/>
                </a:ext>
              </a:extLst>
            </p:cNvPr>
            <p:cNvSpPr/>
            <p:nvPr>
              <p:custDataLst>
                <p:tags r:id="rId616"/>
              </p:custDataLst>
            </p:nvPr>
          </p:nvSpPr>
          <p:spPr>
            <a:xfrm>
              <a:off x="8627575" y="4143035"/>
              <a:ext cx="26319" cy="30793"/>
            </a:xfrm>
            <a:custGeom>
              <a:avLst/>
              <a:gdLst/>
              <a:ahLst/>
              <a:cxnLst/>
              <a:rect l="0" t="0" r="0" b="0"/>
              <a:pathLst>
                <a:path w="26319" h="30793">
                  <a:moveTo>
                    <a:pt x="12561" y="5995"/>
                  </a:moveTo>
                  <a:lnTo>
                    <a:pt x="14990" y="7064"/>
                  </a:lnTo>
                  <a:lnTo>
                    <a:pt x="17346" y="6148"/>
                  </a:lnTo>
                  <a:lnTo>
                    <a:pt x="19665" y="6416"/>
                  </a:lnTo>
                  <a:lnTo>
                    <a:pt x="21608" y="7827"/>
                  </a:lnTo>
                  <a:lnTo>
                    <a:pt x="20860" y="9697"/>
                  </a:lnTo>
                  <a:lnTo>
                    <a:pt x="26318" y="7674"/>
                  </a:lnTo>
                  <a:lnTo>
                    <a:pt x="25533" y="12976"/>
                  </a:lnTo>
                  <a:lnTo>
                    <a:pt x="23402" y="16558"/>
                  </a:lnTo>
                  <a:lnTo>
                    <a:pt x="18954" y="19225"/>
                  </a:lnTo>
                  <a:lnTo>
                    <a:pt x="18280" y="22766"/>
                  </a:lnTo>
                  <a:lnTo>
                    <a:pt x="13122" y="25543"/>
                  </a:lnTo>
                  <a:lnTo>
                    <a:pt x="6393" y="26989"/>
                  </a:lnTo>
                  <a:lnTo>
                    <a:pt x="1308" y="30792"/>
                  </a:lnTo>
                  <a:lnTo>
                    <a:pt x="1869" y="26685"/>
                  </a:lnTo>
                  <a:lnTo>
                    <a:pt x="1233" y="24173"/>
                  </a:lnTo>
                  <a:lnTo>
                    <a:pt x="3328" y="16977"/>
                  </a:lnTo>
                  <a:lnTo>
                    <a:pt x="4411" y="5423"/>
                  </a:lnTo>
                  <a:lnTo>
                    <a:pt x="3664" y="3705"/>
                  </a:lnTo>
                  <a:lnTo>
                    <a:pt x="0" y="2293"/>
                  </a:lnTo>
                  <a:lnTo>
                    <a:pt x="1532" y="0"/>
                  </a:lnTo>
                  <a:lnTo>
                    <a:pt x="2878" y="38"/>
                  </a:lnTo>
                  <a:lnTo>
                    <a:pt x="10579" y="41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7" name="oPE_MapPart_PHL_6_617" descr="Philippinen">
              <a:extLst>
                <a:ext uri="{FF2B5EF4-FFF2-40B4-BE49-F238E27FC236}">
                  <a16:creationId xmlns:a16="http://schemas.microsoft.com/office/drawing/2014/main" id="{50E2F85B-AFA1-2C60-FFC9-CA70FF4CDFF4}"/>
                </a:ext>
              </a:extLst>
            </p:cNvPr>
            <p:cNvSpPr/>
            <p:nvPr>
              <p:custDataLst>
                <p:tags r:id="rId617"/>
              </p:custDataLst>
            </p:nvPr>
          </p:nvSpPr>
          <p:spPr>
            <a:xfrm>
              <a:off x="8530524" y="4154715"/>
              <a:ext cx="51293" cy="62845"/>
            </a:xfrm>
            <a:custGeom>
              <a:avLst/>
              <a:gdLst/>
              <a:ahLst/>
              <a:cxnLst/>
              <a:rect l="0" t="0" r="0" b="0"/>
              <a:pathLst>
                <a:path w="51293" h="62845">
                  <a:moveTo>
                    <a:pt x="1944" y="61294"/>
                  </a:moveTo>
                  <a:lnTo>
                    <a:pt x="0" y="62844"/>
                  </a:lnTo>
                  <a:lnTo>
                    <a:pt x="225" y="60954"/>
                  </a:lnTo>
                  <a:lnTo>
                    <a:pt x="2729" y="55547"/>
                  </a:lnTo>
                  <a:lnTo>
                    <a:pt x="13870" y="44458"/>
                  </a:lnTo>
                  <a:lnTo>
                    <a:pt x="16748" y="43852"/>
                  </a:lnTo>
                  <a:lnTo>
                    <a:pt x="18618" y="42223"/>
                  </a:lnTo>
                  <a:lnTo>
                    <a:pt x="37497" y="21012"/>
                  </a:lnTo>
                  <a:lnTo>
                    <a:pt x="41647" y="18389"/>
                  </a:lnTo>
                  <a:lnTo>
                    <a:pt x="43515" y="13977"/>
                  </a:lnTo>
                  <a:lnTo>
                    <a:pt x="42432" y="10628"/>
                  </a:lnTo>
                  <a:lnTo>
                    <a:pt x="47441" y="0"/>
                  </a:lnTo>
                  <a:lnTo>
                    <a:pt x="48638" y="1715"/>
                  </a:lnTo>
                  <a:lnTo>
                    <a:pt x="47965" y="8344"/>
                  </a:lnTo>
                  <a:lnTo>
                    <a:pt x="51292" y="17895"/>
                  </a:lnTo>
                  <a:lnTo>
                    <a:pt x="49385" y="19872"/>
                  </a:lnTo>
                  <a:lnTo>
                    <a:pt x="44675" y="21582"/>
                  </a:lnTo>
                  <a:lnTo>
                    <a:pt x="42918" y="23178"/>
                  </a:lnTo>
                  <a:lnTo>
                    <a:pt x="41011" y="27203"/>
                  </a:lnTo>
                  <a:lnTo>
                    <a:pt x="32487" y="30240"/>
                  </a:lnTo>
                  <a:lnTo>
                    <a:pt x="32301" y="33390"/>
                  </a:lnTo>
                  <a:lnTo>
                    <a:pt x="25272" y="44155"/>
                  </a:lnTo>
                  <a:lnTo>
                    <a:pt x="19029" y="47411"/>
                  </a:lnTo>
                  <a:lnTo>
                    <a:pt x="16038" y="52105"/>
                  </a:lnTo>
                  <a:lnTo>
                    <a:pt x="7365" y="57060"/>
                  </a:lnTo>
                  <a:lnTo>
                    <a:pt x="6206" y="59215"/>
                  </a:lnTo>
                  <a:lnTo>
                    <a:pt x="4037" y="601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8" name="oPE_MapPart_PHL_7_618" descr="Philippinen">
              <a:extLst>
                <a:ext uri="{FF2B5EF4-FFF2-40B4-BE49-F238E27FC236}">
                  <a16:creationId xmlns:a16="http://schemas.microsoft.com/office/drawing/2014/main" id="{B7DC694A-8C21-863E-ABA2-423C98C65EFF}"/>
                </a:ext>
              </a:extLst>
            </p:cNvPr>
            <p:cNvSpPr/>
            <p:nvPr>
              <p:custDataLst>
                <p:tags r:id="rId618"/>
              </p:custDataLst>
            </p:nvPr>
          </p:nvSpPr>
          <p:spPr>
            <a:xfrm>
              <a:off x="8595349" y="4108582"/>
              <a:ext cx="24974" cy="27650"/>
            </a:xfrm>
            <a:custGeom>
              <a:avLst/>
              <a:gdLst/>
              <a:ahLst/>
              <a:cxnLst/>
              <a:rect l="0" t="0" r="0" b="0"/>
              <a:pathLst>
                <a:path w="24974" h="27650">
                  <a:moveTo>
                    <a:pt x="7589" y="768"/>
                  </a:moveTo>
                  <a:lnTo>
                    <a:pt x="11963" y="307"/>
                  </a:lnTo>
                  <a:lnTo>
                    <a:pt x="16262" y="2883"/>
                  </a:lnTo>
                  <a:lnTo>
                    <a:pt x="17945" y="1806"/>
                  </a:lnTo>
                  <a:lnTo>
                    <a:pt x="24599" y="8221"/>
                  </a:lnTo>
                  <a:lnTo>
                    <a:pt x="23590" y="12480"/>
                  </a:lnTo>
                  <a:lnTo>
                    <a:pt x="24973" y="18729"/>
                  </a:lnTo>
                  <a:lnTo>
                    <a:pt x="24525" y="19878"/>
                  </a:lnTo>
                  <a:lnTo>
                    <a:pt x="22282" y="23287"/>
                  </a:lnTo>
                  <a:lnTo>
                    <a:pt x="21908" y="25889"/>
                  </a:lnTo>
                  <a:lnTo>
                    <a:pt x="20412" y="25851"/>
                  </a:lnTo>
                  <a:lnTo>
                    <a:pt x="18655" y="27649"/>
                  </a:lnTo>
                  <a:lnTo>
                    <a:pt x="16973" y="27266"/>
                  </a:lnTo>
                  <a:lnTo>
                    <a:pt x="12935" y="22789"/>
                  </a:lnTo>
                  <a:lnTo>
                    <a:pt x="11626" y="18576"/>
                  </a:lnTo>
                  <a:lnTo>
                    <a:pt x="9496" y="16392"/>
                  </a:lnTo>
                  <a:lnTo>
                    <a:pt x="8823" y="11675"/>
                  </a:lnTo>
                  <a:lnTo>
                    <a:pt x="7103" y="8221"/>
                  </a:lnTo>
                  <a:lnTo>
                    <a:pt x="3514" y="5456"/>
                  </a:lnTo>
                  <a:lnTo>
                    <a:pt x="2430" y="2614"/>
                  </a:lnTo>
                  <a:lnTo>
                    <a:pt x="0" y="2229"/>
                  </a:lnTo>
                  <a:lnTo>
                    <a:pt x="1308" y="0"/>
                  </a:lnTo>
                  <a:lnTo>
                    <a:pt x="6543" y="38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9" name="oPE_MapPart_PHL_8_619" descr="Philippinen">
              <a:extLst>
                <a:ext uri="{FF2B5EF4-FFF2-40B4-BE49-F238E27FC236}">
                  <a16:creationId xmlns:a16="http://schemas.microsoft.com/office/drawing/2014/main" id="{22F2355C-F8DF-3E70-E624-AB7B25970F41}"/>
                </a:ext>
              </a:extLst>
            </p:cNvPr>
            <p:cNvSpPr/>
            <p:nvPr>
              <p:custDataLst>
                <p:tags r:id="rId619"/>
              </p:custDataLst>
            </p:nvPr>
          </p:nvSpPr>
          <p:spPr>
            <a:xfrm>
              <a:off x="8677782" y="4150747"/>
              <a:ext cx="19965" cy="31742"/>
            </a:xfrm>
            <a:custGeom>
              <a:avLst/>
              <a:gdLst/>
              <a:ahLst/>
              <a:cxnLst/>
              <a:rect l="0" t="0" r="0" b="0"/>
              <a:pathLst>
                <a:path w="19965" h="31742">
                  <a:moveTo>
                    <a:pt x="5533" y="4044"/>
                  </a:moveTo>
                  <a:lnTo>
                    <a:pt x="6991" y="4806"/>
                  </a:lnTo>
                  <a:lnTo>
                    <a:pt x="10655" y="2824"/>
                  </a:lnTo>
                  <a:lnTo>
                    <a:pt x="12936" y="3434"/>
                  </a:lnTo>
                  <a:lnTo>
                    <a:pt x="15290" y="8465"/>
                  </a:lnTo>
                  <a:lnTo>
                    <a:pt x="14655" y="15853"/>
                  </a:lnTo>
                  <a:lnTo>
                    <a:pt x="17795" y="18973"/>
                  </a:lnTo>
                  <a:lnTo>
                    <a:pt x="19964" y="25930"/>
                  </a:lnTo>
                  <a:lnTo>
                    <a:pt x="19627" y="26880"/>
                  </a:lnTo>
                  <a:lnTo>
                    <a:pt x="17459" y="26690"/>
                  </a:lnTo>
                  <a:lnTo>
                    <a:pt x="17346" y="28437"/>
                  </a:lnTo>
                  <a:lnTo>
                    <a:pt x="14094" y="24676"/>
                  </a:lnTo>
                  <a:lnTo>
                    <a:pt x="14917" y="31741"/>
                  </a:lnTo>
                  <a:lnTo>
                    <a:pt x="9833" y="28893"/>
                  </a:lnTo>
                  <a:lnTo>
                    <a:pt x="10019" y="25512"/>
                  </a:lnTo>
                  <a:lnTo>
                    <a:pt x="8935" y="23156"/>
                  </a:lnTo>
                  <a:lnTo>
                    <a:pt x="9944" y="15929"/>
                  </a:lnTo>
                  <a:lnTo>
                    <a:pt x="7365" y="12122"/>
                  </a:lnTo>
                  <a:lnTo>
                    <a:pt x="4038" y="13341"/>
                  </a:lnTo>
                  <a:lnTo>
                    <a:pt x="2842" y="12922"/>
                  </a:lnTo>
                  <a:lnTo>
                    <a:pt x="1197" y="3472"/>
                  </a:lnTo>
                  <a:lnTo>
                    <a:pt x="0" y="1031"/>
                  </a:lnTo>
                  <a:lnTo>
                    <a:pt x="486" y="0"/>
                  </a:lnTo>
                  <a:lnTo>
                    <a:pt x="4973" y="293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0" name="oPE_MapPart_PHL_9_620" descr="Philippinen">
              <a:extLst>
                <a:ext uri="{FF2B5EF4-FFF2-40B4-BE49-F238E27FC236}">
                  <a16:creationId xmlns:a16="http://schemas.microsoft.com/office/drawing/2014/main" id="{D0D81AB5-F703-5900-4D39-379D51B7484E}"/>
                </a:ext>
              </a:extLst>
            </p:cNvPr>
            <p:cNvSpPr/>
            <p:nvPr>
              <p:custDataLst>
                <p:tags r:id="rId620"/>
              </p:custDataLst>
            </p:nvPr>
          </p:nvSpPr>
          <p:spPr>
            <a:xfrm>
              <a:off x="8657183" y="4156278"/>
              <a:ext cx="15255" cy="39069"/>
            </a:xfrm>
            <a:custGeom>
              <a:avLst/>
              <a:gdLst/>
              <a:ahLst/>
              <a:cxnLst/>
              <a:rect l="0" t="0" r="0" b="0"/>
              <a:pathLst>
                <a:path w="15255" h="39069">
                  <a:moveTo>
                    <a:pt x="1122" y="38500"/>
                  </a:moveTo>
                  <a:lnTo>
                    <a:pt x="337" y="39068"/>
                  </a:lnTo>
                  <a:lnTo>
                    <a:pt x="0" y="37666"/>
                  </a:lnTo>
                  <a:lnTo>
                    <a:pt x="1833" y="29246"/>
                  </a:lnTo>
                  <a:lnTo>
                    <a:pt x="1458" y="27615"/>
                  </a:lnTo>
                  <a:lnTo>
                    <a:pt x="8225" y="16902"/>
                  </a:lnTo>
                  <a:lnTo>
                    <a:pt x="12748" y="6553"/>
                  </a:lnTo>
                  <a:lnTo>
                    <a:pt x="13533" y="1829"/>
                  </a:lnTo>
                  <a:lnTo>
                    <a:pt x="14992" y="0"/>
                  </a:lnTo>
                  <a:lnTo>
                    <a:pt x="15254" y="14545"/>
                  </a:lnTo>
                  <a:lnTo>
                    <a:pt x="14319" y="18461"/>
                  </a:lnTo>
                  <a:lnTo>
                    <a:pt x="13197" y="20247"/>
                  </a:lnTo>
                  <a:lnTo>
                    <a:pt x="7963" y="24198"/>
                  </a:lnTo>
                  <a:lnTo>
                    <a:pt x="3701" y="355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1" name="oPE_MapPart_PHL_10_621" descr="Philippinen">
              <a:extLst>
                <a:ext uri="{FF2B5EF4-FFF2-40B4-BE49-F238E27FC236}">
                  <a16:creationId xmlns:a16="http://schemas.microsoft.com/office/drawing/2014/main" id="{6B58D543-40CD-DE41-E3E4-C1F4531A2EB9}"/>
                </a:ext>
              </a:extLst>
            </p:cNvPr>
            <p:cNvSpPr/>
            <p:nvPr>
              <p:custDataLst>
                <p:tags r:id="rId621"/>
              </p:custDataLst>
            </p:nvPr>
          </p:nvSpPr>
          <p:spPr>
            <a:xfrm>
              <a:off x="8667576" y="4179830"/>
              <a:ext cx="16152" cy="11803"/>
            </a:xfrm>
            <a:custGeom>
              <a:avLst/>
              <a:gdLst/>
              <a:ahLst/>
              <a:cxnLst/>
              <a:rect l="0" t="0" r="0" b="0"/>
              <a:pathLst>
                <a:path w="16152" h="11803">
                  <a:moveTo>
                    <a:pt x="16151" y="7857"/>
                  </a:moveTo>
                  <a:lnTo>
                    <a:pt x="15926" y="8616"/>
                  </a:lnTo>
                  <a:lnTo>
                    <a:pt x="13720" y="8654"/>
                  </a:lnTo>
                  <a:lnTo>
                    <a:pt x="11290" y="11157"/>
                  </a:lnTo>
                  <a:lnTo>
                    <a:pt x="6355" y="11802"/>
                  </a:lnTo>
                  <a:lnTo>
                    <a:pt x="2468" y="11271"/>
                  </a:lnTo>
                  <a:lnTo>
                    <a:pt x="262" y="8389"/>
                  </a:lnTo>
                  <a:lnTo>
                    <a:pt x="0" y="7212"/>
                  </a:lnTo>
                  <a:lnTo>
                    <a:pt x="972" y="5922"/>
                  </a:lnTo>
                  <a:lnTo>
                    <a:pt x="5047" y="3341"/>
                  </a:lnTo>
                  <a:lnTo>
                    <a:pt x="7402" y="494"/>
                  </a:lnTo>
                  <a:lnTo>
                    <a:pt x="10767" y="0"/>
                  </a:lnTo>
                  <a:lnTo>
                    <a:pt x="15814" y="2810"/>
                  </a:lnTo>
                  <a:lnTo>
                    <a:pt x="15889" y="69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2" name="oPE_MapPart_PHL_11_622" descr="Philippinen">
              <a:extLst>
                <a:ext uri="{FF2B5EF4-FFF2-40B4-BE49-F238E27FC236}">
                  <a16:creationId xmlns:a16="http://schemas.microsoft.com/office/drawing/2014/main" id="{C44C736C-98D8-DC2E-E6A3-43DC1334E0B7}"/>
                </a:ext>
              </a:extLst>
            </p:cNvPr>
            <p:cNvSpPr/>
            <p:nvPr>
              <p:custDataLst>
                <p:tags r:id="rId622"/>
              </p:custDataLst>
            </p:nvPr>
          </p:nvSpPr>
          <p:spPr>
            <a:xfrm>
              <a:off x="8653893" y="4128460"/>
              <a:ext cx="18431" cy="17670"/>
            </a:xfrm>
            <a:custGeom>
              <a:avLst/>
              <a:gdLst/>
              <a:ahLst/>
              <a:cxnLst/>
              <a:rect l="0" t="0" r="0" b="0"/>
              <a:pathLst>
                <a:path w="18431" h="17670">
                  <a:moveTo>
                    <a:pt x="11590" y="6317"/>
                  </a:moveTo>
                  <a:lnTo>
                    <a:pt x="15590" y="8803"/>
                  </a:lnTo>
                  <a:lnTo>
                    <a:pt x="18319" y="13124"/>
                  </a:lnTo>
                  <a:lnTo>
                    <a:pt x="18430" y="17669"/>
                  </a:lnTo>
                  <a:lnTo>
                    <a:pt x="14319" y="14231"/>
                  </a:lnTo>
                  <a:lnTo>
                    <a:pt x="11777" y="13429"/>
                  </a:lnTo>
                  <a:lnTo>
                    <a:pt x="12001" y="12359"/>
                  </a:lnTo>
                  <a:lnTo>
                    <a:pt x="6580" y="7809"/>
                  </a:lnTo>
                  <a:lnTo>
                    <a:pt x="0" y="14002"/>
                  </a:lnTo>
                  <a:lnTo>
                    <a:pt x="2281" y="4021"/>
                  </a:lnTo>
                  <a:lnTo>
                    <a:pt x="1645" y="0"/>
                  </a:lnTo>
                  <a:lnTo>
                    <a:pt x="6356" y="1762"/>
                  </a:lnTo>
                  <a:lnTo>
                    <a:pt x="8674" y="37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3" name="oPE_MapPart_PHL_12_623" descr="Philippinen">
              <a:extLst>
                <a:ext uri="{FF2B5EF4-FFF2-40B4-BE49-F238E27FC236}">
                  <a16:creationId xmlns:a16="http://schemas.microsoft.com/office/drawing/2014/main" id="{0106D61D-9FE0-02BB-1A7E-AED5D20AB196}"/>
                </a:ext>
              </a:extLst>
            </p:cNvPr>
            <p:cNvSpPr/>
            <p:nvPr>
              <p:custDataLst>
                <p:tags r:id="rId623"/>
              </p:custDataLst>
            </p:nvPr>
          </p:nvSpPr>
          <p:spPr>
            <a:xfrm>
              <a:off x="8672175" y="4096571"/>
              <a:ext cx="7888" cy="11666"/>
            </a:xfrm>
            <a:custGeom>
              <a:avLst/>
              <a:gdLst/>
              <a:ahLst/>
              <a:cxnLst/>
              <a:rect l="0" t="0" r="0" b="0"/>
              <a:pathLst>
                <a:path w="7888" h="11666">
                  <a:moveTo>
                    <a:pt x="6542" y="9549"/>
                  </a:moveTo>
                  <a:lnTo>
                    <a:pt x="6018" y="10934"/>
                  </a:lnTo>
                  <a:lnTo>
                    <a:pt x="4373" y="10511"/>
                  </a:lnTo>
                  <a:lnTo>
                    <a:pt x="2841" y="11665"/>
                  </a:lnTo>
                  <a:lnTo>
                    <a:pt x="411" y="10088"/>
                  </a:lnTo>
                  <a:lnTo>
                    <a:pt x="0" y="8857"/>
                  </a:lnTo>
                  <a:lnTo>
                    <a:pt x="1794" y="6163"/>
                  </a:lnTo>
                  <a:lnTo>
                    <a:pt x="1756" y="2119"/>
                  </a:lnTo>
                  <a:lnTo>
                    <a:pt x="3064" y="385"/>
                  </a:lnTo>
                  <a:lnTo>
                    <a:pt x="3888" y="0"/>
                  </a:lnTo>
                  <a:lnTo>
                    <a:pt x="5607" y="2813"/>
                  </a:lnTo>
                  <a:lnTo>
                    <a:pt x="7887" y="4430"/>
                  </a:lnTo>
                  <a:lnTo>
                    <a:pt x="7588" y="85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4" name="oPE_MapPart_PHL_13_624" descr="Philippinen">
              <a:extLst>
                <a:ext uri="{FF2B5EF4-FFF2-40B4-BE49-F238E27FC236}">
                  <a16:creationId xmlns:a16="http://schemas.microsoft.com/office/drawing/2014/main" id="{7C1DC834-F8A9-3CC2-2DBD-094FF1461237}"/>
                </a:ext>
              </a:extLst>
            </p:cNvPr>
            <p:cNvSpPr/>
            <p:nvPr>
              <p:custDataLst>
                <p:tags r:id="rId624"/>
              </p:custDataLst>
            </p:nvPr>
          </p:nvSpPr>
          <p:spPr>
            <a:xfrm>
              <a:off x="8625855" y="4251613"/>
              <a:ext cx="10730" cy="6813"/>
            </a:xfrm>
            <a:custGeom>
              <a:avLst/>
              <a:gdLst/>
              <a:ahLst/>
              <a:cxnLst/>
              <a:rect l="0" t="0" r="0" b="0"/>
              <a:pathLst>
                <a:path w="10730" h="6813">
                  <a:moveTo>
                    <a:pt x="5906" y="6549"/>
                  </a:moveTo>
                  <a:lnTo>
                    <a:pt x="3140" y="6812"/>
                  </a:lnTo>
                  <a:lnTo>
                    <a:pt x="0" y="2673"/>
                  </a:lnTo>
                  <a:lnTo>
                    <a:pt x="486" y="1619"/>
                  </a:lnTo>
                  <a:lnTo>
                    <a:pt x="5196" y="0"/>
                  </a:lnTo>
                  <a:lnTo>
                    <a:pt x="9982" y="2146"/>
                  </a:lnTo>
                  <a:lnTo>
                    <a:pt x="10729" y="2899"/>
                  </a:lnTo>
                  <a:lnTo>
                    <a:pt x="9234" y="3388"/>
                  </a:lnTo>
                  <a:lnTo>
                    <a:pt x="8150" y="53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5" name="oPE_MapPart_PHL_14_625" descr="Philippinen">
              <a:extLst>
                <a:ext uri="{FF2B5EF4-FFF2-40B4-BE49-F238E27FC236}">
                  <a16:creationId xmlns:a16="http://schemas.microsoft.com/office/drawing/2014/main" id="{3C2D81B8-F094-600C-6F18-680005580D1A}"/>
                </a:ext>
              </a:extLst>
            </p:cNvPr>
            <p:cNvSpPr/>
            <p:nvPr>
              <p:custDataLst>
                <p:tags r:id="rId625"/>
              </p:custDataLst>
            </p:nvPr>
          </p:nvSpPr>
          <p:spPr>
            <a:xfrm>
              <a:off x="8585517" y="4134088"/>
              <a:ext cx="9871" cy="6923"/>
            </a:xfrm>
            <a:custGeom>
              <a:avLst/>
              <a:gdLst/>
              <a:ahLst/>
              <a:cxnLst/>
              <a:rect l="0" t="0" r="0" b="0"/>
              <a:pathLst>
                <a:path w="9871" h="6923">
                  <a:moveTo>
                    <a:pt x="4859" y="3214"/>
                  </a:moveTo>
                  <a:lnTo>
                    <a:pt x="6803" y="3252"/>
                  </a:lnTo>
                  <a:lnTo>
                    <a:pt x="7514" y="2104"/>
                  </a:lnTo>
                  <a:lnTo>
                    <a:pt x="9870" y="5126"/>
                  </a:lnTo>
                  <a:lnTo>
                    <a:pt x="9309" y="6502"/>
                  </a:lnTo>
                  <a:lnTo>
                    <a:pt x="4859" y="6922"/>
                  </a:lnTo>
                  <a:lnTo>
                    <a:pt x="3029" y="6616"/>
                  </a:lnTo>
                  <a:lnTo>
                    <a:pt x="0" y="2563"/>
                  </a:lnTo>
                  <a:lnTo>
                    <a:pt x="1047" y="0"/>
                  </a:lnTo>
                  <a:lnTo>
                    <a:pt x="4411" y="25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6" name="oPE_MapPart_PHL_15_626" descr="Philippinen">
              <a:extLst>
                <a:ext uri="{FF2B5EF4-FFF2-40B4-BE49-F238E27FC236}">
                  <a16:creationId xmlns:a16="http://schemas.microsoft.com/office/drawing/2014/main" id="{24C25623-4FC3-7D75-5D79-0CA62A08FA41}"/>
                </a:ext>
              </a:extLst>
            </p:cNvPr>
            <p:cNvSpPr/>
            <p:nvPr>
              <p:custDataLst>
                <p:tags r:id="rId626"/>
              </p:custDataLst>
            </p:nvPr>
          </p:nvSpPr>
          <p:spPr>
            <a:xfrm>
              <a:off x="8626004" y="4107505"/>
              <a:ext cx="6394" cy="7725"/>
            </a:xfrm>
            <a:custGeom>
              <a:avLst/>
              <a:gdLst/>
              <a:ahLst/>
              <a:cxnLst/>
              <a:rect l="0" t="0" r="0" b="0"/>
              <a:pathLst>
                <a:path w="6394" h="7725">
                  <a:moveTo>
                    <a:pt x="2057" y="577"/>
                  </a:moveTo>
                  <a:lnTo>
                    <a:pt x="3739" y="423"/>
                  </a:lnTo>
                  <a:lnTo>
                    <a:pt x="6207" y="2191"/>
                  </a:lnTo>
                  <a:lnTo>
                    <a:pt x="6393" y="4305"/>
                  </a:lnTo>
                  <a:lnTo>
                    <a:pt x="3927" y="7724"/>
                  </a:lnTo>
                  <a:lnTo>
                    <a:pt x="300" y="5074"/>
                  </a:lnTo>
                  <a:lnTo>
                    <a:pt x="0" y="3037"/>
                  </a:lnTo>
                  <a:lnTo>
                    <a:pt x="10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7" name="oPE_MapPart_PHL_16_627" descr="Philippinen">
              <a:extLst>
                <a:ext uri="{FF2B5EF4-FFF2-40B4-BE49-F238E27FC236}">
                  <a16:creationId xmlns:a16="http://schemas.microsoft.com/office/drawing/2014/main" id="{0BE791E2-996F-CE2A-81B6-607E5BEF918F}"/>
                </a:ext>
              </a:extLst>
            </p:cNvPr>
            <p:cNvSpPr/>
            <p:nvPr>
              <p:custDataLst>
                <p:tags r:id="rId627"/>
              </p:custDataLst>
            </p:nvPr>
          </p:nvSpPr>
          <p:spPr>
            <a:xfrm>
              <a:off x="8606527" y="4265082"/>
              <a:ext cx="11105" cy="4737"/>
            </a:xfrm>
            <a:custGeom>
              <a:avLst/>
              <a:gdLst/>
              <a:ahLst/>
              <a:cxnLst/>
              <a:rect l="0" t="0" r="0" b="0"/>
              <a:pathLst>
                <a:path w="11105" h="4737">
                  <a:moveTo>
                    <a:pt x="5870" y="451"/>
                  </a:moveTo>
                  <a:lnTo>
                    <a:pt x="6991" y="1954"/>
                  </a:lnTo>
                  <a:lnTo>
                    <a:pt x="10692" y="1954"/>
                  </a:lnTo>
                  <a:lnTo>
                    <a:pt x="11104" y="3271"/>
                  </a:lnTo>
                  <a:lnTo>
                    <a:pt x="8673" y="4736"/>
                  </a:lnTo>
                  <a:lnTo>
                    <a:pt x="7066" y="3195"/>
                  </a:lnTo>
                  <a:lnTo>
                    <a:pt x="4262" y="4247"/>
                  </a:lnTo>
                  <a:lnTo>
                    <a:pt x="2954" y="3609"/>
                  </a:lnTo>
                  <a:lnTo>
                    <a:pt x="1121" y="4172"/>
                  </a:lnTo>
                  <a:lnTo>
                    <a:pt x="0" y="3007"/>
                  </a:lnTo>
                  <a:lnTo>
                    <a:pt x="448" y="1880"/>
                  </a:lnTo>
                  <a:lnTo>
                    <a:pt x="332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8" name="oPE_MapPart_PCN_1_628" descr="Pitcairninseln">
              <a:extLst>
                <a:ext uri="{FF2B5EF4-FFF2-40B4-BE49-F238E27FC236}">
                  <a16:creationId xmlns:a16="http://schemas.microsoft.com/office/drawing/2014/main" id="{A06C02E0-9E93-CBB1-EB84-1AB5E1EB42C1}"/>
                </a:ext>
              </a:extLst>
            </p:cNvPr>
            <p:cNvSpPr/>
            <p:nvPr>
              <p:custDataLst>
                <p:tags r:id="rId628"/>
              </p:custDataLst>
            </p:nvPr>
          </p:nvSpPr>
          <p:spPr>
            <a:xfrm>
              <a:off x="3419672" y="4901757"/>
              <a:ext cx="22432" cy="24625"/>
            </a:xfrm>
            <a:custGeom>
              <a:avLst/>
              <a:gdLst/>
              <a:ahLst/>
              <a:cxnLst/>
              <a:rect l="0" t="0" r="0" b="0"/>
              <a:pathLst>
                <a:path w="22432" h="24625">
                  <a:moveTo>
                    <a:pt x="0" y="0"/>
                  </a:moveTo>
                  <a:lnTo>
                    <a:pt x="22431" y="0"/>
                  </a:lnTo>
                  <a:lnTo>
                    <a:pt x="22431" y="24624"/>
                  </a:lnTo>
                  <a:lnTo>
                    <a:pt x="0" y="2462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9" name="oPE_MapPart_POL_1_629" descr="Polen">
              <a:extLst>
                <a:ext uri="{FF2B5EF4-FFF2-40B4-BE49-F238E27FC236}">
                  <a16:creationId xmlns:a16="http://schemas.microsoft.com/office/drawing/2014/main" id="{63056AA1-816F-5049-1F9F-7E75F3FE37FE}"/>
                </a:ext>
              </a:extLst>
            </p:cNvPr>
            <p:cNvSpPr/>
            <p:nvPr>
              <p:custDataLst>
                <p:tags r:id="rId629"/>
              </p:custDataLst>
            </p:nvPr>
          </p:nvSpPr>
          <p:spPr>
            <a:xfrm>
              <a:off x="6389432" y="3024241"/>
              <a:ext cx="207224" cy="196311"/>
            </a:xfrm>
            <a:custGeom>
              <a:avLst/>
              <a:gdLst/>
              <a:ahLst/>
              <a:cxnLst/>
              <a:rect l="0" t="0" r="0" b="0"/>
              <a:pathLst>
                <a:path w="207224" h="196311">
                  <a:moveTo>
                    <a:pt x="196830" y="115161"/>
                  </a:moveTo>
                  <a:lnTo>
                    <a:pt x="198363" y="119241"/>
                  </a:lnTo>
                  <a:lnTo>
                    <a:pt x="198064" y="122054"/>
                  </a:lnTo>
                  <a:lnTo>
                    <a:pt x="202177" y="128202"/>
                  </a:lnTo>
                  <a:lnTo>
                    <a:pt x="204718" y="134325"/>
                  </a:lnTo>
                  <a:lnTo>
                    <a:pt x="207036" y="136519"/>
                  </a:lnTo>
                  <a:lnTo>
                    <a:pt x="207223" y="137466"/>
                  </a:lnTo>
                  <a:lnTo>
                    <a:pt x="204569" y="139419"/>
                  </a:lnTo>
                  <a:lnTo>
                    <a:pt x="206999" y="144908"/>
                  </a:lnTo>
                  <a:lnTo>
                    <a:pt x="206886" y="147793"/>
                  </a:lnTo>
                  <a:lnTo>
                    <a:pt x="204457" y="151669"/>
                  </a:lnTo>
                  <a:lnTo>
                    <a:pt x="199036" y="152783"/>
                  </a:lnTo>
                  <a:lnTo>
                    <a:pt x="192755" y="159393"/>
                  </a:lnTo>
                  <a:lnTo>
                    <a:pt x="185016" y="168240"/>
                  </a:lnTo>
                  <a:lnTo>
                    <a:pt x="176979" y="179805"/>
                  </a:lnTo>
                  <a:lnTo>
                    <a:pt x="178699" y="187621"/>
                  </a:lnTo>
                  <a:lnTo>
                    <a:pt x="178138" y="191571"/>
                  </a:lnTo>
                  <a:lnTo>
                    <a:pt x="181091" y="194427"/>
                  </a:lnTo>
                  <a:lnTo>
                    <a:pt x="180306" y="196310"/>
                  </a:lnTo>
                  <a:lnTo>
                    <a:pt x="163894" y="190313"/>
                  </a:lnTo>
                  <a:lnTo>
                    <a:pt x="161202" y="186072"/>
                  </a:lnTo>
                  <a:lnTo>
                    <a:pt x="156006" y="183890"/>
                  </a:lnTo>
                  <a:lnTo>
                    <a:pt x="144379" y="183660"/>
                  </a:lnTo>
                  <a:lnTo>
                    <a:pt x="142734" y="186187"/>
                  </a:lnTo>
                  <a:lnTo>
                    <a:pt x="140005" y="186990"/>
                  </a:lnTo>
                  <a:lnTo>
                    <a:pt x="134734" y="184522"/>
                  </a:lnTo>
                  <a:lnTo>
                    <a:pt x="130734" y="184522"/>
                  </a:lnTo>
                  <a:lnTo>
                    <a:pt x="125350" y="186933"/>
                  </a:lnTo>
                  <a:lnTo>
                    <a:pt x="123145" y="191228"/>
                  </a:lnTo>
                  <a:lnTo>
                    <a:pt x="120229" y="189969"/>
                  </a:lnTo>
                  <a:lnTo>
                    <a:pt x="117836" y="190885"/>
                  </a:lnTo>
                  <a:lnTo>
                    <a:pt x="116902" y="190484"/>
                  </a:lnTo>
                  <a:lnTo>
                    <a:pt x="117275" y="185154"/>
                  </a:lnTo>
                  <a:lnTo>
                    <a:pt x="114285" y="184063"/>
                  </a:lnTo>
                  <a:lnTo>
                    <a:pt x="110360" y="177961"/>
                  </a:lnTo>
                  <a:lnTo>
                    <a:pt x="106397" y="180727"/>
                  </a:lnTo>
                  <a:lnTo>
                    <a:pt x="104303" y="184292"/>
                  </a:lnTo>
                  <a:lnTo>
                    <a:pt x="100527" y="184407"/>
                  </a:lnTo>
                  <a:lnTo>
                    <a:pt x="99891" y="181130"/>
                  </a:lnTo>
                  <a:lnTo>
                    <a:pt x="97686" y="180727"/>
                  </a:lnTo>
                  <a:lnTo>
                    <a:pt x="97163" y="177441"/>
                  </a:lnTo>
                  <a:lnTo>
                    <a:pt x="92751" y="172819"/>
                  </a:lnTo>
                  <a:lnTo>
                    <a:pt x="92078" y="168879"/>
                  </a:lnTo>
                  <a:lnTo>
                    <a:pt x="91144" y="168124"/>
                  </a:lnTo>
                  <a:lnTo>
                    <a:pt x="86770" y="167776"/>
                  </a:lnTo>
                  <a:lnTo>
                    <a:pt x="81461" y="163940"/>
                  </a:lnTo>
                  <a:lnTo>
                    <a:pt x="76900" y="165510"/>
                  </a:lnTo>
                  <a:lnTo>
                    <a:pt x="71891" y="159919"/>
                  </a:lnTo>
                  <a:lnTo>
                    <a:pt x="74358" y="158751"/>
                  </a:lnTo>
                  <a:lnTo>
                    <a:pt x="74919" y="157524"/>
                  </a:lnTo>
                  <a:lnTo>
                    <a:pt x="74246" y="155068"/>
                  </a:lnTo>
                  <a:lnTo>
                    <a:pt x="68264" y="156764"/>
                  </a:lnTo>
                  <a:lnTo>
                    <a:pt x="62806" y="152725"/>
                  </a:lnTo>
                  <a:lnTo>
                    <a:pt x="57161" y="151141"/>
                  </a:lnTo>
                  <a:lnTo>
                    <a:pt x="59441" y="157349"/>
                  </a:lnTo>
                  <a:lnTo>
                    <a:pt x="52152" y="161668"/>
                  </a:lnTo>
                  <a:lnTo>
                    <a:pt x="45833" y="153076"/>
                  </a:lnTo>
                  <a:lnTo>
                    <a:pt x="43254" y="151259"/>
                  </a:lnTo>
                  <a:lnTo>
                    <a:pt x="47591" y="146380"/>
                  </a:lnTo>
                  <a:lnTo>
                    <a:pt x="44749" y="143670"/>
                  </a:lnTo>
                  <a:lnTo>
                    <a:pt x="39029" y="145085"/>
                  </a:lnTo>
                  <a:lnTo>
                    <a:pt x="37796" y="143199"/>
                  </a:lnTo>
                  <a:lnTo>
                    <a:pt x="33272" y="140896"/>
                  </a:lnTo>
                  <a:lnTo>
                    <a:pt x="25459" y="138531"/>
                  </a:lnTo>
                  <a:lnTo>
                    <a:pt x="23477" y="133732"/>
                  </a:lnTo>
                  <a:lnTo>
                    <a:pt x="17982" y="131891"/>
                  </a:lnTo>
                  <a:lnTo>
                    <a:pt x="17758" y="136104"/>
                  </a:lnTo>
                  <a:lnTo>
                    <a:pt x="14131" y="136992"/>
                  </a:lnTo>
                  <a:lnTo>
                    <a:pt x="18468" y="123967"/>
                  </a:lnTo>
                  <a:lnTo>
                    <a:pt x="16150" y="116962"/>
                  </a:lnTo>
                  <a:lnTo>
                    <a:pt x="12374" y="114981"/>
                  </a:lnTo>
                  <a:lnTo>
                    <a:pt x="12412" y="110347"/>
                  </a:lnTo>
                  <a:lnTo>
                    <a:pt x="9832" y="104611"/>
                  </a:lnTo>
                  <a:lnTo>
                    <a:pt x="12972" y="96239"/>
                  </a:lnTo>
                  <a:lnTo>
                    <a:pt x="11963" y="95265"/>
                  </a:lnTo>
                  <a:lnTo>
                    <a:pt x="11440" y="90510"/>
                  </a:lnTo>
                  <a:lnTo>
                    <a:pt x="8860" y="86780"/>
                  </a:lnTo>
                  <a:lnTo>
                    <a:pt x="10206" y="81015"/>
                  </a:lnTo>
                  <a:lnTo>
                    <a:pt x="8000" y="77015"/>
                  </a:lnTo>
                  <a:lnTo>
                    <a:pt x="0" y="69046"/>
                  </a:lnTo>
                  <a:lnTo>
                    <a:pt x="224" y="67186"/>
                  </a:lnTo>
                  <a:lnTo>
                    <a:pt x="5009" y="61220"/>
                  </a:lnTo>
                  <a:lnTo>
                    <a:pt x="5869" y="57978"/>
                  </a:lnTo>
                  <a:lnTo>
                    <a:pt x="2729" y="39453"/>
                  </a:lnTo>
                  <a:lnTo>
                    <a:pt x="9458" y="42609"/>
                  </a:lnTo>
                  <a:lnTo>
                    <a:pt x="8935" y="36163"/>
                  </a:lnTo>
                  <a:lnTo>
                    <a:pt x="1757" y="34515"/>
                  </a:lnTo>
                  <a:lnTo>
                    <a:pt x="1720" y="31723"/>
                  </a:lnTo>
                  <a:lnTo>
                    <a:pt x="5309" y="32612"/>
                  </a:lnTo>
                  <a:lnTo>
                    <a:pt x="24113" y="24973"/>
                  </a:lnTo>
                  <a:lnTo>
                    <a:pt x="42731" y="19667"/>
                  </a:lnTo>
                  <a:lnTo>
                    <a:pt x="50507" y="10222"/>
                  </a:lnTo>
                  <a:lnTo>
                    <a:pt x="57273" y="8738"/>
                  </a:lnTo>
                  <a:lnTo>
                    <a:pt x="65087" y="3955"/>
                  </a:lnTo>
                  <a:lnTo>
                    <a:pt x="77162" y="779"/>
                  </a:lnTo>
                  <a:lnTo>
                    <a:pt x="87143" y="0"/>
                  </a:lnTo>
                  <a:lnTo>
                    <a:pt x="96191" y="5573"/>
                  </a:lnTo>
                  <a:lnTo>
                    <a:pt x="97013" y="7382"/>
                  </a:lnTo>
                  <a:lnTo>
                    <a:pt x="89461" y="3372"/>
                  </a:lnTo>
                  <a:lnTo>
                    <a:pt x="94321" y="14663"/>
                  </a:lnTo>
                  <a:lnTo>
                    <a:pt x="100677" y="17552"/>
                  </a:lnTo>
                  <a:lnTo>
                    <a:pt x="109649" y="16269"/>
                  </a:lnTo>
                  <a:lnTo>
                    <a:pt x="113724" y="13634"/>
                  </a:lnTo>
                  <a:lnTo>
                    <a:pt x="166997" y="17167"/>
                  </a:lnTo>
                  <a:lnTo>
                    <a:pt x="178699" y="17552"/>
                  </a:lnTo>
                  <a:lnTo>
                    <a:pt x="180605" y="15884"/>
                  </a:lnTo>
                  <a:lnTo>
                    <a:pt x="191932" y="22866"/>
                  </a:lnTo>
                  <a:lnTo>
                    <a:pt x="194251" y="27142"/>
                  </a:lnTo>
                  <a:lnTo>
                    <a:pt x="194175" y="31405"/>
                  </a:lnTo>
                  <a:lnTo>
                    <a:pt x="196718" y="44059"/>
                  </a:lnTo>
                  <a:lnTo>
                    <a:pt x="202101" y="60971"/>
                  </a:lnTo>
                  <a:lnTo>
                    <a:pt x="203297" y="71088"/>
                  </a:lnTo>
                  <a:lnTo>
                    <a:pt x="202961" y="75042"/>
                  </a:lnTo>
                  <a:lnTo>
                    <a:pt x="201802" y="76399"/>
                  </a:lnTo>
                  <a:lnTo>
                    <a:pt x="192793" y="81445"/>
                  </a:lnTo>
                  <a:lnTo>
                    <a:pt x="188007" y="88616"/>
                  </a:lnTo>
                  <a:lnTo>
                    <a:pt x="188343" y="90266"/>
                  </a:lnTo>
                  <a:lnTo>
                    <a:pt x="196681" y="95509"/>
                  </a:lnTo>
                  <a:lnTo>
                    <a:pt x="197802" y="97638"/>
                  </a:lnTo>
                  <a:lnTo>
                    <a:pt x="197241" y="105397"/>
                  </a:lnTo>
                  <a:lnTo>
                    <a:pt x="195559" y="108719"/>
                  </a:lnTo>
                  <a:lnTo>
                    <a:pt x="195484" y="1117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0" name="oPE_MapPart_PRT_1_630" descr="Portugal">
              <a:extLst>
                <a:ext uri="{FF2B5EF4-FFF2-40B4-BE49-F238E27FC236}">
                  <a16:creationId xmlns:a16="http://schemas.microsoft.com/office/drawing/2014/main" id="{F149F6CD-4F18-41A0-F419-26592EAB9AD7}"/>
                </a:ext>
              </a:extLst>
            </p:cNvPr>
            <p:cNvSpPr/>
            <p:nvPr>
              <p:custDataLst>
                <p:tags r:id="rId630"/>
              </p:custDataLst>
            </p:nvPr>
          </p:nvSpPr>
          <p:spPr>
            <a:xfrm>
              <a:off x="5737930" y="3668450"/>
              <a:ext cx="11366" cy="5425"/>
            </a:xfrm>
            <a:custGeom>
              <a:avLst/>
              <a:gdLst/>
              <a:ahLst/>
              <a:cxnLst/>
              <a:rect l="0" t="0" r="0" b="0"/>
              <a:pathLst>
                <a:path w="11366" h="5425">
                  <a:moveTo>
                    <a:pt x="1047" y="0"/>
                  </a:moveTo>
                  <a:lnTo>
                    <a:pt x="3851" y="1290"/>
                  </a:lnTo>
                  <a:lnTo>
                    <a:pt x="6468" y="668"/>
                  </a:lnTo>
                  <a:lnTo>
                    <a:pt x="11365" y="2714"/>
                  </a:lnTo>
                  <a:lnTo>
                    <a:pt x="8374" y="5424"/>
                  </a:lnTo>
                  <a:lnTo>
                    <a:pt x="4598" y="5068"/>
                  </a:lnTo>
                  <a:lnTo>
                    <a:pt x="1421" y="3603"/>
                  </a:lnTo>
                  <a:lnTo>
                    <a:pt x="0" y="151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1" name="oPE_MapPart_PRT_2_631" descr="Portugal">
              <a:extLst>
                <a:ext uri="{FF2B5EF4-FFF2-40B4-BE49-F238E27FC236}">
                  <a16:creationId xmlns:a16="http://schemas.microsoft.com/office/drawing/2014/main" id="{62508A16-26CD-6738-7703-2E97627A79AC}"/>
                </a:ext>
              </a:extLst>
            </p:cNvPr>
            <p:cNvSpPr/>
            <p:nvPr>
              <p:custDataLst>
                <p:tags r:id="rId631"/>
              </p:custDataLst>
            </p:nvPr>
          </p:nvSpPr>
          <p:spPr>
            <a:xfrm>
              <a:off x="5899095" y="3425182"/>
              <a:ext cx="67892" cy="138382"/>
            </a:xfrm>
            <a:custGeom>
              <a:avLst/>
              <a:gdLst/>
              <a:ahLst/>
              <a:cxnLst/>
              <a:rect l="0" t="0" r="0" b="0"/>
              <a:pathLst>
                <a:path w="67892" h="138382">
                  <a:moveTo>
                    <a:pt x="14618" y="5487"/>
                  </a:moveTo>
                  <a:lnTo>
                    <a:pt x="18505" y="2368"/>
                  </a:lnTo>
                  <a:lnTo>
                    <a:pt x="25235" y="0"/>
                  </a:lnTo>
                  <a:lnTo>
                    <a:pt x="26319" y="100"/>
                  </a:lnTo>
                  <a:lnTo>
                    <a:pt x="28039" y="3374"/>
                  </a:lnTo>
                  <a:lnTo>
                    <a:pt x="26094" y="6793"/>
                  </a:lnTo>
                  <a:lnTo>
                    <a:pt x="27590" y="9101"/>
                  </a:lnTo>
                  <a:lnTo>
                    <a:pt x="32413" y="7094"/>
                  </a:lnTo>
                  <a:lnTo>
                    <a:pt x="43142" y="8499"/>
                  </a:lnTo>
                  <a:lnTo>
                    <a:pt x="47180" y="6793"/>
                  </a:lnTo>
                  <a:lnTo>
                    <a:pt x="48451" y="4380"/>
                  </a:lnTo>
                  <a:lnTo>
                    <a:pt x="59442" y="5487"/>
                  </a:lnTo>
                  <a:lnTo>
                    <a:pt x="60713" y="7395"/>
                  </a:lnTo>
                  <a:lnTo>
                    <a:pt x="61012" y="13010"/>
                  </a:lnTo>
                  <a:lnTo>
                    <a:pt x="65909" y="13810"/>
                  </a:lnTo>
                  <a:lnTo>
                    <a:pt x="67891" y="16909"/>
                  </a:lnTo>
                  <a:lnTo>
                    <a:pt x="53273" y="30541"/>
                  </a:lnTo>
                  <a:lnTo>
                    <a:pt x="54918" y="37714"/>
                  </a:lnTo>
                  <a:lnTo>
                    <a:pt x="54582" y="46873"/>
                  </a:lnTo>
                  <a:lnTo>
                    <a:pt x="55479" y="49573"/>
                  </a:lnTo>
                  <a:lnTo>
                    <a:pt x="50843" y="54324"/>
                  </a:lnTo>
                  <a:lnTo>
                    <a:pt x="53685" y="58332"/>
                  </a:lnTo>
                  <a:lnTo>
                    <a:pt x="52039" y="64376"/>
                  </a:lnTo>
                  <a:lnTo>
                    <a:pt x="49086" y="67535"/>
                  </a:lnTo>
                  <a:lnTo>
                    <a:pt x="40413" y="68070"/>
                  </a:lnTo>
                  <a:lnTo>
                    <a:pt x="44562" y="73356"/>
                  </a:lnTo>
                  <a:lnTo>
                    <a:pt x="45161" y="76742"/>
                  </a:lnTo>
                  <a:lnTo>
                    <a:pt x="47927" y="82196"/>
                  </a:lnTo>
                  <a:lnTo>
                    <a:pt x="50619" y="82967"/>
                  </a:lnTo>
                  <a:lnTo>
                    <a:pt x="51554" y="84316"/>
                  </a:lnTo>
                  <a:lnTo>
                    <a:pt x="50582" y="88307"/>
                  </a:lnTo>
                  <a:lnTo>
                    <a:pt x="45684" y="93441"/>
                  </a:lnTo>
                  <a:lnTo>
                    <a:pt x="44413" y="100280"/>
                  </a:lnTo>
                  <a:lnTo>
                    <a:pt x="49311" y="107571"/>
                  </a:lnTo>
                  <a:lnTo>
                    <a:pt x="52413" y="107428"/>
                  </a:lnTo>
                  <a:lnTo>
                    <a:pt x="51030" y="111182"/>
                  </a:lnTo>
                  <a:lnTo>
                    <a:pt x="47666" y="112178"/>
                  </a:lnTo>
                  <a:lnTo>
                    <a:pt x="42282" y="119519"/>
                  </a:lnTo>
                  <a:lnTo>
                    <a:pt x="41049" y="123249"/>
                  </a:lnTo>
                  <a:lnTo>
                    <a:pt x="43067" y="133882"/>
                  </a:lnTo>
                  <a:lnTo>
                    <a:pt x="34207" y="138381"/>
                  </a:lnTo>
                  <a:lnTo>
                    <a:pt x="18356" y="135383"/>
                  </a:lnTo>
                  <a:lnTo>
                    <a:pt x="13122" y="136555"/>
                  </a:lnTo>
                  <a:lnTo>
                    <a:pt x="11328" y="138147"/>
                  </a:lnTo>
                  <a:lnTo>
                    <a:pt x="10019" y="137726"/>
                  </a:lnTo>
                  <a:lnTo>
                    <a:pt x="13832" y="127302"/>
                  </a:lnTo>
                  <a:lnTo>
                    <a:pt x="14318" y="119377"/>
                  </a:lnTo>
                  <a:lnTo>
                    <a:pt x="12487" y="113459"/>
                  </a:lnTo>
                  <a:lnTo>
                    <a:pt x="14094" y="107523"/>
                  </a:lnTo>
                  <a:lnTo>
                    <a:pt x="12449" y="100566"/>
                  </a:lnTo>
                  <a:lnTo>
                    <a:pt x="16861" y="101139"/>
                  </a:lnTo>
                  <a:lnTo>
                    <a:pt x="14169" y="98656"/>
                  </a:lnTo>
                  <a:lnTo>
                    <a:pt x="5571" y="100519"/>
                  </a:lnTo>
                  <a:lnTo>
                    <a:pt x="4785" y="94974"/>
                  </a:lnTo>
                  <a:lnTo>
                    <a:pt x="9533" y="92578"/>
                  </a:lnTo>
                  <a:lnTo>
                    <a:pt x="10468" y="91092"/>
                  </a:lnTo>
                  <a:lnTo>
                    <a:pt x="9982" y="88404"/>
                  </a:lnTo>
                  <a:lnTo>
                    <a:pt x="11253" y="85856"/>
                  </a:lnTo>
                  <a:lnTo>
                    <a:pt x="14318" y="83738"/>
                  </a:lnTo>
                  <a:lnTo>
                    <a:pt x="10917" y="85374"/>
                  </a:lnTo>
                  <a:lnTo>
                    <a:pt x="7178" y="92674"/>
                  </a:lnTo>
                  <a:lnTo>
                    <a:pt x="2580" y="93872"/>
                  </a:lnTo>
                  <a:lnTo>
                    <a:pt x="150" y="93010"/>
                  </a:lnTo>
                  <a:lnTo>
                    <a:pt x="0" y="91188"/>
                  </a:lnTo>
                  <a:lnTo>
                    <a:pt x="2654" y="79158"/>
                  </a:lnTo>
                  <a:lnTo>
                    <a:pt x="2206" y="76742"/>
                  </a:lnTo>
                  <a:lnTo>
                    <a:pt x="6916" y="71272"/>
                  </a:lnTo>
                  <a:lnTo>
                    <a:pt x="13346" y="55792"/>
                  </a:lnTo>
                  <a:lnTo>
                    <a:pt x="12337" y="54031"/>
                  </a:lnTo>
                  <a:lnTo>
                    <a:pt x="12636" y="51876"/>
                  </a:lnTo>
                  <a:lnTo>
                    <a:pt x="14692" y="42397"/>
                  </a:lnTo>
                  <a:lnTo>
                    <a:pt x="16524" y="38404"/>
                  </a:lnTo>
                  <a:lnTo>
                    <a:pt x="17047" y="29202"/>
                  </a:lnTo>
                  <a:lnTo>
                    <a:pt x="14020" y="16110"/>
                  </a:lnTo>
                  <a:lnTo>
                    <a:pt x="13907" y="13560"/>
                  </a:lnTo>
                  <a:lnTo>
                    <a:pt x="15066" y="12259"/>
                  </a:lnTo>
                  <a:lnTo>
                    <a:pt x="13160" y="12059"/>
                  </a:lnTo>
                  <a:lnTo>
                    <a:pt x="12524" y="8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2" name="oPE_MapPart_PRT_3_632" descr="Portugal">
              <a:extLst>
                <a:ext uri="{FF2B5EF4-FFF2-40B4-BE49-F238E27FC236}">
                  <a16:creationId xmlns:a16="http://schemas.microsoft.com/office/drawing/2014/main" id="{90567ADE-C37B-A98B-500B-FF3C0F1448EE}"/>
                </a:ext>
              </a:extLst>
            </p:cNvPr>
            <p:cNvSpPr/>
            <p:nvPr>
              <p:custDataLst>
                <p:tags r:id="rId632"/>
              </p:custDataLst>
            </p:nvPr>
          </p:nvSpPr>
          <p:spPr>
            <a:xfrm>
              <a:off x="5572653" y="3563704"/>
              <a:ext cx="3552" cy="1498"/>
            </a:xfrm>
            <a:custGeom>
              <a:avLst/>
              <a:gdLst/>
              <a:ahLst/>
              <a:cxnLst/>
              <a:rect l="0" t="0" r="0" b="0"/>
              <a:pathLst>
                <a:path w="3552" h="1498">
                  <a:moveTo>
                    <a:pt x="3551" y="1076"/>
                  </a:moveTo>
                  <a:lnTo>
                    <a:pt x="785" y="1497"/>
                  </a:lnTo>
                  <a:lnTo>
                    <a:pt x="0" y="93"/>
                  </a:lnTo>
                  <a:lnTo>
                    <a:pt x="317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3" name="oPE_MapPart_PRT_4_633" descr="Portugal">
              <a:extLst>
                <a:ext uri="{FF2B5EF4-FFF2-40B4-BE49-F238E27FC236}">
                  <a16:creationId xmlns:a16="http://schemas.microsoft.com/office/drawing/2014/main" id="{5CFE2871-B61F-83DB-2EBA-A6E920F4D7F7}"/>
                </a:ext>
              </a:extLst>
            </p:cNvPr>
            <p:cNvSpPr/>
            <p:nvPr>
              <p:custDataLst>
                <p:tags r:id="rId633"/>
              </p:custDataLst>
            </p:nvPr>
          </p:nvSpPr>
          <p:spPr>
            <a:xfrm>
              <a:off x="5446293" y="3497036"/>
              <a:ext cx="3029" cy="4357"/>
            </a:xfrm>
            <a:custGeom>
              <a:avLst/>
              <a:gdLst/>
              <a:ahLst/>
              <a:cxnLst/>
              <a:rect l="0" t="0" r="0" b="0"/>
              <a:pathLst>
                <a:path w="3029" h="4357">
                  <a:moveTo>
                    <a:pt x="3028" y="3050"/>
                  </a:moveTo>
                  <a:lnTo>
                    <a:pt x="2093" y="4356"/>
                  </a:lnTo>
                  <a:lnTo>
                    <a:pt x="0" y="3389"/>
                  </a:lnTo>
                  <a:lnTo>
                    <a:pt x="448" y="630"/>
                  </a:lnTo>
                  <a:lnTo>
                    <a:pt x="1719" y="0"/>
                  </a:lnTo>
                  <a:lnTo>
                    <a:pt x="2990" y="111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4" name="oPE_MapPart_PRT_5_634" descr="Portugal">
              <a:extLst>
                <a:ext uri="{FF2B5EF4-FFF2-40B4-BE49-F238E27FC236}">
                  <a16:creationId xmlns:a16="http://schemas.microsoft.com/office/drawing/2014/main" id="{858DB459-7582-A9E6-075A-1C2564A04C40}"/>
                </a:ext>
              </a:extLst>
            </p:cNvPr>
            <p:cNvSpPr/>
            <p:nvPr>
              <p:custDataLst>
                <p:tags r:id="rId634"/>
              </p:custDataLst>
            </p:nvPr>
          </p:nvSpPr>
          <p:spPr>
            <a:xfrm>
              <a:off x="5527230" y="3516610"/>
              <a:ext cx="7142" cy="3882"/>
            </a:xfrm>
            <a:custGeom>
              <a:avLst/>
              <a:gdLst/>
              <a:ahLst/>
              <a:cxnLst/>
              <a:rect l="0" t="0" r="0" b="0"/>
              <a:pathLst>
                <a:path w="7142" h="3882">
                  <a:moveTo>
                    <a:pt x="6431" y="3881"/>
                  </a:moveTo>
                  <a:lnTo>
                    <a:pt x="1720" y="3450"/>
                  </a:lnTo>
                  <a:lnTo>
                    <a:pt x="0" y="623"/>
                  </a:lnTo>
                  <a:lnTo>
                    <a:pt x="5346" y="0"/>
                  </a:lnTo>
                  <a:lnTo>
                    <a:pt x="7141" y="1294"/>
                  </a:lnTo>
                  <a:lnTo>
                    <a:pt x="7141" y="29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5" name="oPE_MapPart_PRT_6_635" descr="Portugal">
              <a:extLst>
                <a:ext uri="{FF2B5EF4-FFF2-40B4-BE49-F238E27FC236}">
                  <a16:creationId xmlns:a16="http://schemas.microsoft.com/office/drawing/2014/main" id="{5F619E0A-17B1-C172-B333-2048CDF37D0C}"/>
                </a:ext>
              </a:extLst>
            </p:cNvPr>
            <p:cNvSpPr/>
            <p:nvPr>
              <p:custDataLst>
                <p:tags r:id="rId635"/>
              </p:custDataLst>
            </p:nvPr>
          </p:nvSpPr>
          <p:spPr>
            <a:xfrm>
              <a:off x="5508015" y="3517856"/>
              <a:ext cx="11066" cy="4980"/>
            </a:xfrm>
            <a:custGeom>
              <a:avLst/>
              <a:gdLst/>
              <a:ahLst/>
              <a:cxnLst/>
              <a:rect l="0" t="0" r="0" b="0"/>
              <a:pathLst>
                <a:path w="11066" h="4980">
                  <a:moveTo>
                    <a:pt x="11065" y="4979"/>
                  </a:moveTo>
                  <a:lnTo>
                    <a:pt x="2542" y="2348"/>
                  </a:lnTo>
                  <a:lnTo>
                    <a:pt x="0" y="0"/>
                  </a:lnTo>
                  <a:lnTo>
                    <a:pt x="7215" y="28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6" name="oPE_MapPart_PRT_7_636" descr="Portugal">
              <a:extLst>
                <a:ext uri="{FF2B5EF4-FFF2-40B4-BE49-F238E27FC236}">
                  <a16:creationId xmlns:a16="http://schemas.microsoft.com/office/drawing/2014/main" id="{3F82062B-24B8-DDCB-1614-A1DDF257B2A8}"/>
                </a:ext>
              </a:extLst>
            </p:cNvPr>
            <p:cNvSpPr/>
            <p:nvPr>
              <p:custDataLst>
                <p:tags r:id="rId636"/>
              </p:custDataLst>
            </p:nvPr>
          </p:nvSpPr>
          <p:spPr>
            <a:xfrm>
              <a:off x="5496986" y="3520634"/>
              <a:ext cx="4899" cy="3110"/>
            </a:xfrm>
            <a:custGeom>
              <a:avLst/>
              <a:gdLst/>
              <a:ahLst/>
              <a:cxnLst/>
              <a:rect l="0" t="0" r="0" b="0"/>
              <a:pathLst>
                <a:path w="4899" h="3110">
                  <a:moveTo>
                    <a:pt x="4150" y="3013"/>
                  </a:moveTo>
                  <a:lnTo>
                    <a:pt x="2019" y="3109"/>
                  </a:lnTo>
                  <a:lnTo>
                    <a:pt x="0" y="1053"/>
                  </a:lnTo>
                  <a:lnTo>
                    <a:pt x="2991" y="0"/>
                  </a:lnTo>
                  <a:lnTo>
                    <a:pt x="4898" y="23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7" name="oPE_MapPart_PRT_8_637" descr="Portugal">
              <a:extLst>
                <a:ext uri="{FF2B5EF4-FFF2-40B4-BE49-F238E27FC236}">
                  <a16:creationId xmlns:a16="http://schemas.microsoft.com/office/drawing/2014/main" id="{83641795-B308-978F-E187-C056E55234CD}"/>
                </a:ext>
              </a:extLst>
            </p:cNvPr>
            <p:cNvSpPr/>
            <p:nvPr>
              <p:custDataLst>
                <p:tags r:id="rId637"/>
              </p:custDataLst>
            </p:nvPr>
          </p:nvSpPr>
          <p:spPr>
            <a:xfrm>
              <a:off x="5503080" y="3522883"/>
              <a:ext cx="10020" cy="4489"/>
            </a:xfrm>
            <a:custGeom>
              <a:avLst/>
              <a:gdLst/>
              <a:ahLst/>
              <a:cxnLst/>
              <a:rect l="0" t="0" r="0" b="0"/>
              <a:pathLst>
                <a:path w="10020" h="4489">
                  <a:moveTo>
                    <a:pt x="8337" y="2675"/>
                  </a:moveTo>
                  <a:lnTo>
                    <a:pt x="10019" y="3772"/>
                  </a:lnTo>
                  <a:lnTo>
                    <a:pt x="6579" y="4488"/>
                  </a:lnTo>
                  <a:lnTo>
                    <a:pt x="1944" y="3868"/>
                  </a:lnTo>
                  <a:lnTo>
                    <a:pt x="0" y="955"/>
                  </a:lnTo>
                  <a:lnTo>
                    <a:pt x="302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8" name="oPE_MapPart_PRT_9_638" descr="Portugal">
              <a:extLst>
                <a:ext uri="{FF2B5EF4-FFF2-40B4-BE49-F238E27FC236}">
                  <a16:creationId xmlns:a16="http://schemas.microsoft.com/office/drawing/2014/main" id="{B214D89A-63D3-8A7D-31FE-4169649A819E}"/>
                </a:ext>
              </a:extLst>
            </p:cNvPr>
            <p:cNvSpPr/>
            <p:nvPr>
              <p:custDataLst>
                <p:tags r:id="rId638"/>
              </p:custDataLst>
            </p:nvPr>
          </p:nvSpPr>
          <p:spPr>
            <a:xfrm>
              <a:off x="5559194" y="3539873"/>
              <a:ext cx="13796" cy="5160"/>
            </a:xfrm>
            <a:custGeom>
              <a:avLst/>
              <a:gdLst/>
              <a:ahLst/>
              <a:cxnLst/>
              <a:rect l="0" t="0" r="0" b="0"/>
              <a:pathLst>
                <a:path w="13796" h="5160">
                  <a:moveTo>
                    <a:pt x="4112" y="1848"/>
                  </a:moveTo>
                  <a:lnTo>
                    <a:pt x="13795" y="1943"/>
                  </a:lnTo>
                  <a:lnTo>
                    <a:pt x="13608" y="3882"/>
                  </a:lnTo>
                  <a:lnTo>
                    <a:pt x="12374" y="4639"/>
                  </a:lnTo>
                  <a:lnTo>
                    <a:pt x="8449" y="5159"/>
                  </a:lnTo>
                  <a:lnTo>
                    <a:pt x="2318" y="3929"/>
                  </a:lnTo>
                  <a:lnTo>
                    <a:pt x="262" y="2274"/>
                  </a:lnTo>
                  <a:lnTo>
                    <a:pt x="0" y="474"/>
                  </a:lnTo>
                  <a:lnTo>
                    <a:pt x="130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9" name="oPE_MapPart_PRI_1_639" descr="Puerto Rico">
              <a:extLst>
                <a:ext uri="{FF2B5EF4-FFF2-40B4-BE49-F238E27FC236}">
                  <a16:creationId xmlns:a16="http://schemas.microsoft.com/office/drawing/2014/main" id="{2215E4C1-3249-AB42-1D43-6F757F7F4892}"/>
                </a:ext>
              </a:extLst>
            </p:cNvPr>
            <p:cNvSpPr/>
            <p:nvPr>
              <p:custDataLst>
                <p:tags r:id="rId639"/>
              </p:custDataLst>
            </p:nvPr>
          </p:nvSpPr>
          <p:spPr>
            <a:xfrm>
              <a:off x="4698974" y="4000887"/>
              <a:ext cx="34133" cy="12045"/>
            </a:xfrm>
            <a:custGeom>
              <a:avLst/>
              <a:gdLst/>
              <a:ahLst/>
              <a:cxnLst/>
              <a:rect l="0" t="0" r="0" b="0"/>
              <a:pathLst>
                <a:path w="34133" h="12045">
                  <a:moveTo>
                    <a:pt x="23552" y="1183"/>
                  </a:moveTo>
                  <a:lnTo>
                    <a:pt x="24823" y="1537"/>
                  </a:lnTo>
                  <a:lnTo>
                    <a:pt x="24786" y="631"/>
                  </a:lnTo>
                  <a:lnTo>
                    <a:pt x="33983" y="2562"/>
                  </a:lnTo>
                  <a:lnTo>
                    <a:pt x="34132" y="5594"/>
                  </a:lnTo>
                  <a:lnTo>
                    <a:pt x="26879" y="11455"/>
                  </a:lnTo>
                  <a:lnTo>
                    <a:pt x="21160" y="12044"/>
                  </a:lnTo>
                  <a:lnTo>
                    <a:pt x="10206" y="11179"/>
                  </a:lnTo>
                  <a:lnTo>
                    <a:pt x="7552" y="12044"/>
                  </a:lnTo>
                  <a:lnTo>
                    <a:pt x="1383" y="11022"/>
                  </a:lnTo>
                  <a:lnTo>
                    <a:pt x="1907" y="5988"/>
                  </a:lnTo>
                  <a:lnTo>
                    <a:pt x="0" y="2916"/>
                  </a:lnTo>
                  <a:lnTo>
                    <a:pt x="1907" y="1380"/>
                  </a:lnTo>
                  <a:lnTo>
                    <a:pt x="2206" y="0"/>
                  </a:lnTo>
                  <a:lnTo>
                    <a:pt x="23066" y="63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0" name="oPE_MapPart_PRI_2_640" descr="Puerto Rico">
              <a:extLst>
                <a:ext uri="{FF2B5EF4-FFF2-40B4-BE49-F238E27FC236}">
                  <a16:creationId xmlns:a16="http://schemas.microsoft.com/office/drawing/2014/main" id="{68515C17-E6DE-C012-A160-93D7FAA7E556}"/>
                </a:ext>
              </a:extLst>
            </p:cNvPr>
            <p:cNvSpPr/>
            <p:nvPr>
              <p:custDataLst>
                <p:tags r:id="rId640"/>
              </p:custDataLst>
            </p:nvPr>
          </p:nvSpPr>
          <p:spPr>
            <a:xfrm>
              <a:off x="4734116" y="4008173"/>
              <a:ext cx="5758" cy="1299"/>
            </a:xfrm>
            <a:custGeom>
              <a:avLst/>
              <a:gdLst/>
              <a:ahLst/>
              <a:cxnLst/>
              <a:rect l="0" t="0" r="0" b="0"/>
              <a:pathLst>
                <a:path w="5758" h="1299">
                  <a:moveTo>
                    <a:pt x="3028" y="1298"/>
                  </a:moveTo>
                  <a:lnTo>
                    <a:pt x="373" y="1259"/>
                  </a:lnTo>
                  <a:lnTo>
                    <a:pt x="0" y="630"/>
                  </a:lnTo>
                  <a:lnTo>
                    <a:pt x="1981" y="0"/>
                  </a:lnTo>
                  <a:lnTo>
                    <a:pt x="5757" y="7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1" name="oPE_MapPart_PRI_3_641" descr="Puerto Rico">
              <a:extLst>
                <a:ext uri="{FF2B5EF4-FFF2-40B4-BE49-F238E27FC236}">
                  <a16:creationId xmlns:a16="http://schemas.microsoft.com/office/drawing/2014/main" id="{93110EF3-F8E7-70C3-35AA-CE10A7A85C32}"/>
                </a:ext>
              </a:extLst>
            </p:cNvPr>
            <p:cNvSpPr/>
            <p:nvPr>
              <p:custDataLst>
                <p:tags r:id="rId641"/>
              </p:custDataLst>
            </p:nvPr>
          </p:nvSpPr>
          <p:spPr>
            <a:xfrm>
              <a:off x="4685142" y="4009275"/>
              <a:ext cx="1795" cy="1220"/>
            </a:xfrm>
            <a:custGeom>
              <a:avLst/>
              <a:gdLst/>
              <a:ahLst/>
              <a:cxnLst/>
              <a:rect l="0" t="0" r="0" b="0"/>
              <a:pathLst>
                <a:path w="1795" h="1220">
                  <a:moveTo>
                    <a:pt x="1196" y="1219"/>
                  </a:moveTo>
                  <a:lnTo>
                    <a:pt x="0" y="0"/>
                  </a:lnTo>
                  <a:lnTo>
                    <a:pt x="1794" y="78"/>
                  </a:lnTo>
                  <a:lnTo>
                    <a:pt x="1271" y="11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2" name="oPE_MapPart_QAT_1_642" descr="Katar">
              <a:extLst>
                <a:ext uri="{FF2B5EF4-FFF2-40B4-BE49-F238E27FC236}">
                  <a16:creationId xmlns:a16="http://schemas.microsoft.com/office/drawing/2014/main" id="{8C2B2D94-CBE4-A65A-5E8D-B077764826A0}"/>
                </a:ext>
              </a:extLst>
            </p:cNvPr>
            <p:cNvSpPr/>
            <p:nvPr>
              <p:custDataLst>
                <p:tags r:id="rId642"/>
              </p:custDataLst>
            </p:nvPr>
          </p:nvSpPr>
          <p:spPr>
            <a:xfrm>
              <a:off x="7150134" y="3828834"/>
              <a:ext cx="17759" cy="36328"/>
            </a:xfrm>
            <a:custGeom>
              <a:avLst/>
              <a:gdLst/>
              <a:ahLst/>
              <a:cxnLst/>
              <a:rect l="0" t="0" r="0" b="0"/>
              <a:pathLst>
                <a:path w="17759" h="36328">
                  <a:moveTo>
                    <a:pt x="10655" y="35546"/>
                  </a:moveTo>
                  <a:lnTo>
                    <a:pt x="4374" y="36327"/>
                  </a:lnTo>
                  <a:lnTo>
                    <a:pt x="2094" y="33901"/>
                  </a:lnTo>
                  <a:lnTo>
                    <a:pt x="1047" y="31390"/>
                  </a:lnTo>
                  <a:lnTo>
                    <a:pt x="1907" y="29124"/>
                  </a:lnTo>
                  <a:lnTo>
                    <a:pt x="0" y="17395"/>
                  </a:lnTo>
                  <a:lnTo>
                    <a:pt x="5159" y="3996"/>
                  </a:lnTo>
                  <a:lnTo>
                    <a:pt x="10543" y="0"/>
                  </a:lnTo>
                  <a:lnTo>
                    <a:pt x="16374" y="5825"/>
                  </a:lnTo>
                  <a:lnTo>
                    <a:pt x="16973" y="8608"/>
                  </a:lnTo>
                  <a:lnTo>
                    <a:pt x="15179" y="14538"/>
                  </a:lnTo>
                  <a:lnTo>
                    <a:pt x="17758" y="25371"/>
                  </a:lnTo>
                  <a:lnTo>
                    <a:pt x="13347" y="346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3" name="oPE_MapPart_COG_1_643" descr="Republik Kongo">
              <a:extLst>
                <a:ext uri="{FF2B5EF4-FFF2-40B4-BE49-F238E27FC236}">
                  <a16:creationId xmlns:a16="http://schemas.microsoft.com/office/drawing/2014/main" id="{52761B0D-E4A0-6062-62AC-BBE05ECE862E}"/>
                </a:ext>
              </a:extLst>
            </p:cNvPr>
            <p:cNvSpPr/>
            <p:nvPr>
              <p:custDataLst>
                <p:tags r:id="rId643"/>
              </p:custDataLst>
            </p:nvPr>
          </p:nvSpPr>
          <p:spPr>
            <a:xfrm>
              <a:off x="6327149" y="4315289"/>
              <a:ext cx="155633" cy="180717"/>
            </a:xfrm>
            <a:custGeom>
              <a:avLst/>
              <a:gdLst/>
              <a:ahLst/>
              <a:cxnLst/>
              <a:rect l="0" t="0" r="0" b="0"/>
              <a:pathLst>
                <a:path w="155633" h="180717">
                  <a:moveTo>
                    <a:pt x="0" y="158067"/>
                  </a:moveTo>
                  <a:lnTo>
                    <a:pt x="2169" y="153345"/>
                  </a:lnTo>
                  <a:lnTo>
                    <a:pt x="7776" y="149825"/>
                  </a:lnTo>
                  <a:lnTo>
                    <a:pt x="11552" y="153196"/>
                  </a:lnTo>
                  <a:lnTo>
                    <a:pt x="14954" y="153496"/>
                  </a:lnTo>
                  <a:lnTo>
                    <a:pt x="15589" y="152858"/>
                  </a:lnTo>
                  <a:lnTo>
                    <a:pt x="14617" y="150049"/>
                  </a:lnTo>
                  <a:lnTo>
                    <a:pt x="16711" y="145630"/>
                  </a:lnTo>
                  <a:lnTo>
                    <a:pt x="11626" y="141623"/>
                  </a:lnTo>
                  <a:lnTo>
                    <a:pt x="13085" y="138628"/>
                  </a:lnTo>
                  <a:lnTo>
                    <a:pt x="10580" y="135970"/>
                  </a:lnTo>
                  <a:lnTo>
                    <a:pt x="8486" y="135597"/>
                  </a:lnTo>
                  <a:lnTo>
                    <a:pt x="9645" y="132153"/>
                  </a:lnTo>
                  <a:lnTo>
                    <a:pt x="9870" y="125305"/>
                  </a:lnTo>
                  <a:lnTo>
                    <a:pt x="12412" y="126390"/>
                  </a:lnTo>
                  <a:lnTo>
                    <a:pt x="17047" y="125380"/>
                  </a:lnTo>
                  <a:lnTo>
                    <a:pt x="19403" y="126765"/>
                  </a:lnTo>
                  <a:lnTo>
                    <a:pt x="27365" y="125043"/>
                  </a:lnTo>
                  <a:lnTo>
                    <a:pt x="28039" y="120516"/>
                  </a:lnTo>
                  <a:lnTo>
                    <a:pt x="27067" y="116738"/>
                  </a:lnTo>
                  <a:lnTo>
                    <a:pt x="31142" y="114644"/>
                  </a:lnTo>
                  <a:lnTo>
                    <a:pt x="34581" y="116775"/>
                  </a:lnTo>
                  <a:lnTo>
                    <a:pt x="38693" y="124707"/>
                  </a:lnTo>
                  <a:lnTo>
                    <a:pt x="46283" y="126615"/>
                  </a:lnTo>
                  <a:lnTo>
                    <a:pt x="48525" y="126427"/>
                  </a:lnTo>
                  <a:lnTo>
                    <a:pt x="54096" y="121077"/>
                  </a:lnTo>
                  <a:lnTo>
                    <a:pt x="57087" y="125080"/>
                  </a:lnTo>
                  <a:lnTo>
                    <a:pt x="57273" y="127887"/>
                  </a:lnTo>
                  <a:lnTo>
                    <a:pt x="59479" y="128411"/>
                  </a:lnTo>
                  <a:lnTo>
                    <a:pt x="61423" y="127887"/>
                  </a:lnTo>
                  <a:lnTo>
                    <a:pt x="63778" y="125567"/>
                  </a:lnTo>
                  <a:lnTo>
                    <a:pt x="62994" y="122723"/>
                  </a:lnTo>
                  <a:lnTo>
                    <a:pt x="64825" y="118234"/>
                  </a:lnTo>
                  <a:lnTo>
                    <a:pt x="67592" y="115915"/>
                  </a:lnTo>
                  <a:lnTo>
                    <a:pt x="69087" y="106004"/>
                  </a:lnTo>
                  <a:lnTo>
                    <a:pt x="68152" y="96843"/>
                  </a:lnTo>
                  <a:lnTo>
                    <a:pt x="69461" y="88580"/>
                  </a:lnTo>
                  <a:lnTo>
                    <a:pt x="67180" y="86374"/>
                  </a:lnTo>
                  <a:lnTo>
                    <a:pt x="63928" y="85514"/>
                  </a:lnTo>
                  <a:lnTo>
                    <a:pt x="61049" y="82262"/>
                  </a:lnTo>
                  <a:lnTo>
                    <a:pt x="56713" y="80878"/>
                  </a:lnTo>
                  <a:lnTo>
                    <a:pt x="57236" y="72691"/>
                  </a:lnTo>
                  <a:lnTo>
                    <a:pt x="58582" y="69289"/>
                  </a:lnTo>
                  <a:lnTo>
                    <a:pt x="61423" y="65513"/>
                  </a:lnTo>
                  <a:lnTo>
                    <a:pt x="64414" y="65214"/>
                  </a:lnTo>
                  <a:lnTo>
                    <a:pt x="66358" y="63682"/>
                  </a:lnTo>
                  <a:lnTo>
                    <a:pt x="68638" y="59794"/>
                  </a:lnTo>
                  <a:lnTo>
                    <a:pt x="68564" y="57924"/>
                  </a:lnTo>
                  <a:lnTo>
                    <a:pt x="64601" y="49174"/>
                  </a:lnTo>
                  <a:lnTo>
                    <a:pt x="63367" y="48202"/>
                  </a:lnTo>
                  <a:lnTo>
                    <a:pt x="56526" y="47192"/>
                  </a:lnTo>
                  <a:lnTo>
                    <a:pt x="43329" y="50707"/>
                  </a:lnTo>
                  <a:lnTo>
                    <a:pt x="42806" y="50072"/>
                  </a:lnTo>
                  <a:lnTo>
                    <a:pt x="44002" y="48276"/>
                  </a:lnTo>
                  <a:lnTo>
                    <a:pt x="42245" y="42405"/>
                  </a:lnTo>
                  <a:lnTo>
                    <a:pt x="42432" y="39488"/>
                  </a:lnTo>
                  <a:lnTo>
                    <a:pt x="44936" y="31745"/>
                  </a:lnTo>
                  <a:lnTo>
                    <a:pt x="69685" y="31894"/>
                  </a:lnTo>
                  <a:lnTo>
                    <a:pt x="71629" y="30959"/>
                  </a:lnTo>
                  <a:lnTo>
                    <a:pt x="75480" y="33540"/>
                  </a:lnTo>
                  <a:lnTo>
                    <a:pt x="77798" y="33428"/>
                  </a:lnTo>
                  <a:lnTo>
                    <a:pt x="78358" y="34849"/>
                  </a:lnTo>
                  <a:lnTo>
                    <a:pt x="82471" y="35074"/>
                  </a:lnTo>
                  <a:lnTo>
                    <a:pt x="83705" y="34363"/>
                  </a:lnTo>
                  <a:lnTo>
                    <a:pt x="87443" y="36271"/>
                  </a:lnTo>
                  <a:lnTo>
                    <a:pt x="95779" y="36869"/>
                  </a:lnTo>
                  <a:lnTo>
                    <a:pt x="102397" y="41844"/>
                  </a:lnTo>
                  <a:lnTo>
                    <a:pt x="104004" y="40834"/>
                  </a:lnTo>
                  <a:lnTo>
                    <a:pt x="102808" y="32905"/>
                  </a:lnTo>
                  <a:lnTo>
                    <a:pt x="104827" y="30846"/>
                  </a:lnTo>
                  <a:lnTo>
                    <a:pt x="110883" y="17824"/>
                  </a:lnTo>
                  <a:lnTo>
                    <a:pt x="111070" y="10899"/>
                  </a:lnTo>
                  <a:lnTo>
                    <a:pt x="113837" y="3821"/>
                  </a:lnTo>
                  <a:lnTo>
                    <a:pt x="126585" y="1873"/>
                  </a:lnTo>
                  <a:lnTo>
                    <a:pt x="132155" y="0"/>
                  </a:lnTo>
                  <a:lnTo>
                    <a:pt x="140230" y="2809"/>
                  </a:lnTo>
                  <a:lnTo>
                    <a:pt x="145015" y="2847"/>
                  </a:lnTo>
                  <a:lnTo>
                    <a:pt x="146024" y="3933"/>
                  </a:lnTo>
                  <a:lnTo>
                    <a:pt x="149315" y="2247"/>
                  </a:lnTo>
                  <a:lnTo>
                    <a:pt x="153090" y="1761"/>
                  </a:lnTo>
                  <a:lnTo>
                    <a:pt x="155370" y="4383"/>
                  </a:lnTo>
                  <a:lnTo>
                    <a:pt x="155632" y="7978"/>
                  </a:lnTo>
                  <a:lnTo>
                    <a:pt x="152904" y="15878"/>
                  </a:lnTo>
                  <a:lnTo>
                    <a:pt x="147109" y="26469"/>
                  </a:lnTo>
                  <a:lnTo>
                    <a:pt x="144192" y="34849"/>
                  </a:lnTo>
                  <a:lnTo>
                    <a:pt x="143894" y="44761"/>
                  </a:lnTo>
                  <a:lnTo>
                    <a:pt x="140679" y="53437"/>
                  </a:lnTo>
                  <a:lnTo>
                    <a:pt x="141127" y="65476"/>
                  </a:lnTo>
                  <a:lnTo>
                    <a:pt x="140379" y="71794"/>
                  </a:lnTo>
                  <a:lnTo>
                    <a:pt x="136977" y="82412"/>
                  </a:lnTo>
                  <a:lnTo>
                    <a:pt x="137575" y="88057"/>
                  </a:lnTo>
                  <a:lnTo>
                    <a:pt x="127706" y="97404"/>
                  </a:lnTo>
                  <a:lnTo>
                    <a:pt x="121388" y="100320"/>
                  </a:lnTo>
                  <a:lnTo>
                    <a:pt x="119444" y="102115"/>
                  </a:lnTo>
                  <a:lnTo>
                    <a:pt x="112378" y="114868"/>
                  </a:lnTo>
                  <a:lnTo>
                    <a:pt x="105649" y="121901"/>
                  </a:lnTo>
                  <a:lnTo>
                    <a:pt x="105687" y="139602"/>
                  </a:lnTo>
                  <a:lnTo>
                    <a:pt x="104191" y="148663"/>
                  </a:lnTo>
                  <a:lnTo>
                    <a:pt x="98508" y="158441"/>
                  </a:lnTo>
                  <a:lnTo>
                    <a:pt x="91331" y="161627"/>
                  </a:lnTo>
                  <a:lnTo>
                    <a:pt x="90396" y="163389"/>
                  </a:lnTo>
                  <a:lnTo>
                    <a:pt x="85948" y="166200"/>
                  </a:lnTo>
                  <a:lnTo>
                    <a:pt x="74321" y="178164"/>
                  </a:lnTo>
                  <a:lnTo>
                    <a:pt x="68152" y="177114"/>
                  </a:lnTo>
                  <a:lnTo>
                    <a:pt x="67218" y="172012"/>
                  </a:lnTo>
                  <a:lnTo>
                    <a:pt x="68975" y="169162"/>
                  </a:lnTo>
                  <a:lnTo>
                    <a:pt x="67068" y="166050"/>
                  </a:lnTo>
                  <a:lnTo>
                    <a:pt x="58395" y="169874"/>
                  </a:lnTo>
                  <a:lnTo>
                    <a:pt x="54208" y="169012"/>
                  </a:lnTo>
                  <a:lnTo>
                    <a:pt x="52563" y="174825"/>
                  </a:lnTo>
                  <a:lnTo>
                    <a:pt x="47479" y="177226"/>
                  </a:lnTo>
                  <a:lnTo>
                    <a:pt x="41684" y="172387"/>
                  </a:lnTo>
                  <a:lnTo>
                    <a:pt x="40376" y="173025"/>
                  </a:lnTo>
                  <a:lnTo>
                    <a:pt x="36375" y="169087"/>
                  </a:lnTo>
                  <a:lnTo>
                    <a:pt x="34656" y="168750"/>
                  </a:lnTo>
                  <a:lnTo>
                    <a:pt x="26057" y="172687"/>
                  </a:lnTo>
                  <a:lnTo>
                    <a:pt x="24487" y="175763"/>
                  </a:lnTo>
                  <a:lnTo>
                    <a:pt x="22319" y="176026"/>
                  </a:lnTo>
                  <a:lnTo>
                    <a:pt x="18468" y="180716"/>
                  </a:lnTo>
                  <a:lnTo>
                    <a:pt x="14356" y="175538"/>
                  </a:lnTo>
                  <a:lnTo>
                    <a:pt x="13459" y="171600"/>
                  </a:lnTo>
                  <a:lnTo>
                    <a:pt x="4898" y="1625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4" name="oPE_MapPart_ROU_1_644" descr="Rumänien">
              <a:extLst>
                <a:ext uri="{FF2B5EF4-FFF2-40B4-BE49-F238E27FC236}">
                  <a16:creationId xmlns:a16="http://schemas.microsoft.com/office/drawing/2014/main" id="{24821F83-9A65-201E-6B8C-541D939C4ABB}"/>
                </a:ext>
              </a:extLst>
            </p:cNvPr>
            <p:cNvSpPr/>
            <p:nvPr>
              <p:custDataLst>
                <p:tags r:id="rId644"/>
              </p:custDataLst>
            </p:nvPr>
          </p:nvSpPr>
          <p:spPr>
            <a:xfrm>
              <a:off x="6516390" y="3244371"/>
              <a:ext cx="196569" cy="137324"/>
            </a:xfrm>
            <a:custGeom>
              <a:avLst/>
              <a:gdLst/>
              <a:ahLst/>
              <a:cxnLst/>
              <a:rect l="0" t="0" r="0" b="0"/>
              <a:pathLst>
                <a:path w="196569" h="137324">
                  <a:moveTo>
                    <a:pt x="165577" y="85477"/>
                  </a:moveTo>
                  <a:lnTo>
                    <a:pt x="167745" y="88512"/>
                  </a:lnTo>
                  <a:lnTo>
                    <a:pt x="170511" y="90160"/>
                  </a:lnTo>
                  <a:lnTo>
                    <a:pt x="176942" y="91859"/>
                  </a:lnTo>
                  <a:lnTo>
                    <a:pt x="177390" y="89629"/>
                  </a:lnTo>
                  <a:lnTo>
                    <a:pt x="179708" y="90213"/>
                  </a:lnTo>
                  <a:lnTo>
                    <a:pt x="186550" y="86862"/>
                  </a:lnTo>
                  <a:lnTo>
                    <a:pt x="190287" y="86383"/>
                  </a:lnTo>
                  <a:lnTo>
                    <a:pt x="193690" y="87820"/>
                  </a:lnTo>
                  <a:lnTo>
                    <a:pt x="196568" y="91116"/>
                  </a:lnTo>
                  <a:lnTo>
                    <a:pt x="195110" y="99328"/>
                  </a:lnTo>
                  <a:lnTo>
                    <a:pt x="193503" y="103340"/>
                  </a:lnTo>
                  <a:lnTo>
                    <a:pt x="182924" y="105869"/>
                  </a:lnTo>
                  <a:lnTo>
                    <a:pt x="183596" y="104658"/>
                  </a:lnTo>
                  <a:lnTo>
                    <a:pt x="182924" y="100913"/>
                  </a:lnTo>
                  <a:lnTo>
                    <a:pt x="183896" y="99487"/>
                  </a:lnTo>
                  <a:lnTo>
                    <a:pt x="181502" y="98958"/>
                  </a:lnTo>
                  <a:lnTo>
                    <a:pt x="179670" y="101124"/>
                  </a:lnTo>
                  <a:lnTo>
                    <a:pt x="180381" y="104342"/>
                  </a:lnTo>
                  <a:lnTo>
                    <a:pt x="178773" y="107079"/>
                  </a:lnTo>
                  <a:lnTo>
                    <a:pt x="177914" y="111493"/>
                  </a:lnTo>
                  <a:lnTo>
                    <a:pt x="179596" y="111178"/>
                  </a:lnTo>
                  <a:lnTo>
                    <a:pt x="174549" y="119293"/>
                  </a:lnTo>
                  <a:lnTo>
                    <a:pt x="174811" y="128358"/>
                  </a:lnTo>
                  <a:lnTo>
                    <a:pt x="173315" y="135306"/>
                  </a:lnTo>
                  <a:lnTo>
                    <a:pt x="165763" y="134426"/>
                  </a:lnTo>
                  <a:lnTo>
                    <a:pt x="162174" y="132976"/>
                  </a:lnTo>
                  <a:lnTo>
                    <a:pt x="158735" y="128254"/>
                  </a:lnTo>
                  <a:lnTo>
                    <a:pt x="155707" y="129137"/>
                  </a:lnTo>
                  <a:lnTo>
                    <a:pt x="152043" y="127267"/>
                  </a:lnTo>
                  <a:lnTo>
                    <a:pt x="149202" y="127267"/>
                  </a:lnTo>
                  <a:lnTo>
                    <a:pt x="142174" y="123050"/>
                  </a:lnTo>
                  <a:lnTo>
                    <a:pt x="124080" y="127682"/>
                  </a:lnTo>
                  <a:lnTo>
                    <a:pt x="118210" y="131576"/>
                  </a:lnTo>
                  <a:lnTo>
                    <a:pt x="115855" y="134581"/>
                  </a:lnTo>
                  <a:lnTo>
                    <a:pt x="109163" y="137323"/>
                  </a:lnTo>
                  <a:lnTo>
                    <a:pt x="87032" y="133804"/>
                  </a:lnTo>
                  <a:lnTo>
                    <a:pt x="82770" y="134685"/>
                  </a:lnTo>
                  <a:lnTo>
                    <a:pt x="61984" y="131524"/>
                  </a:lnTo>
                  <a:lnTo>
                    <a:pt x="55628" y="132665"/>
                  </a:lnTo>
                  <a:lnTo>
                    <a:pt x="54545" y="131783"/>
                  </a:lnTo>
                  <a:lnTo>
                    <a:pt x="54582" y="129345"/>
                  </a:lnTo>
                  <a:lnTo>
                    <a:pt x="57909" y="125602"/>
                  </a:lnTo>
                  <a:lnTo>
                    <a:pt x="50806" y="120703"/>
                  </a:lnTo>
                  <a:lnTo>
                    <a:pt x="46806" y="115267"/>
                  </a:lnTo>
                  <a:lnTo>
                    <a:pt x="48040" y="112175"/>
                  </a:lnTo>
                  <a:lnTo>
                    <a:pt x="51105" y="111755"/>
                  </a:lnTo>
                  <a:lnTo>
                    <a:pt x="51516" y="110285"/>
                  </a:lnTo>
                  <a:lnTo>
                    <a:pt x="46881" y="107343"/>
                  </a:lnTo>
                  <a:lnTo>
                    <a:pt x="38469" y="112123"/>
                  </a:lnTo>
                  <a:lnTo>
                    <a:pt x="34655" y="108500"/>
                  </a:lnTo>
                  <a:lnTo>
                    <a:pt x="28973" y="107238"/>
                  </a:lnTo>
                  <a:lnTo>
                    <a:pt x="26618" y="104921"/>
                  </a:lnTo>
                  <a:lnTo>
                    <a:pt x="23253" y="103815"/>
                  </a:lnTo>
                  <a:lnTo>
                    <a:pt x="23215" y="102813"/>
                  </a:lnTo>
                  <a:lnTo>
                    <a:pt x="26804" y="101652"/>
                  </a:lnTo>
                  <a:lnTo>
                    <a:pt x="23104" y="98482"/>
                  </a:lnTo>
                  <a:lnTo>
                    <a:pt x="24487" y="97795"/>
                  </a:lnTo>
                  <a:lnTo>
                    <a:pt x="25946" y="94406"/>
                  </a:lnTo>
                  <a:lnTo>
                    <a:pt x="16262" y="89257"/>
                  </a:lnTo>
                  <a:lnTo>
                    <a:pt x="11477" y="84944"/>
                  </a:lnTo>
                  <a:lnTo>
                    <a:pt x="11103" y="76553"/>
                  </a:lnTo>
                  <a:lnTo>
                    <a:pt x="9720" y="77036"/>
                  </a:lnTo>
                  <a:lnTo>
                    <a:pt x="7066" y="73014"/>
                  </a:lnTo>
                  <a:lnTo>
                    <a:pt x="2431" y="69843"/>
                  </a:lnTo>
                  <a:lnTo>
                    <a:pt x="0" y="65858"/>
                  </a:lnTo>
                  <a:lnTo>
                    <a:pt x="5533" y="64131"/>
                  </a:lnTo>
                  <a:lnTo>
                    <a:pt x="7739" y="65102"/>
                  </a:lnTo>
                  <a:lnTo>
                    <a:pt x="10767" y="61754"/>
                  </a:lnTo>
                  <a:lnTo>
                    <a:pt x="16599" y="61862"/>
                  </a:lnTo>
                  <a:lnTo>
                    <a:pt x="18281" y="60673"/>
                  </a:lnTo>
                  <a:lnTo>
                    <a:pt x="19740" y="57370"/>
                  </a:lnTo>
                  <a:lnTo>
                    <a:pt x="21271" y="56719"/>
                  </a:lnTo>
                  <a:lnTo>
                    <a:pt x="21010" y="54495"/>
                  </a:lnTo>
                  <a:lnTo>
                    <a:pt x="22431" y="50853"/>
                  </a:lnTo>
                  <a:lnTo>
                    <a:pt x="26094" y="47912"/>
                  </a:lnTo>
                  <a:lnTo>
                    <a:pt x="26020" y="45347"/>
                  </a:lnTo>
                  <a:lnTo>
                    <a:pt x="29310" y="40042"/>
                  </a:lnTo>
                  <a:lnTo>
                    <a:pt x="29496" y="37630"/>
                  </a:lnTo>
                  <a:lnTo>
                    <a:pt x="32076" y="34720"/>
                  </a:lnTo>
                  <a:lnTo>
                    <a:pt x="33833" y="29656"/>
                  </a:lnTo>
                  <a:lnTo>
                    <a:pt x="36450" y="26842"/>
                  </a:lnTo>
                  <a:lnTo>
                    <a:pt x="36525" y="23469"/>
                  </a:lnTo>
                  <a:lnTo>
                    <a:pt x="42581" y="16648"/>
                  </a:lnTo>
                  <a:lnTo>
                    <a:pt x="49161" y="15425"/>
                  </a:lnTo>
                  <a:lnTo>
                    <a:pt x="60190" y="5494"/>
                  </a:lnTo>
                  <a:lnTo>
                    <a:pt x="65797" y="8513"/>
                  </a:lnTo>
                  <a:lnTo>
                    <a:pt x="71180" y="8458"/>
                  </a:lnTo>
                  <a:lnTo>
                    <a:pt x="81761" y="11136"/>
                  </a:lnTo>
                  <a:lnTo>
                    <a:pt x="90097" y="10355"/>
                  </a:lnTo>
                  <a:lnTo>
                    <a:pt x="96639" y="16926"/>
                  </a:lnTo>
                  <a:lnTo>
                    <a:pt x="100378" y="16092"/>
                  </a:lnTo>
                  <a:lnTo>
                    <a:pt x="102359" y="13700"/>
                  </a:lnTo>
                  <a:lnTo>
                    <a:pt x="108490" y="10969"/>
                  </a:lnTo>
                  <a:lnTo>
                    <a:pt x="122995" y="8401"/>
                  </a:lnTo>
                  <a:lnTo>
                    <a:pt x="125949" y="1852"/>
                  </a:lnTo>
                  <a:lnTo>
                    <a:pt x="134435" y="0"/>
                  </a:lnTo>
                  <a:lnTo>
                    <a:pt x="139968" y="3366"/>
                  </a:lnTo>
                  <a:lnTo>
                    <a:pt x="143520" y="9463"/>
                  </a:lnTo>
                  <a:lnTo>
                    <a:pt x="147371" y="19314"/>
                  </a:lnTo>
                  <a:lnTo>
                    <a:pt x="153127" y="28553"/>
                  </a:lnTo>
                  <a:lnTo>
                    <a:pt x="158099" y="35434"/>
                  </a:lnTo>
                  <a:lnTo>
                    <a:pt x="162622" y="39604"/>
                  </a:lnTo>
                  <a:lnTo>
                    <a:pt x="166137" y="49818"/>
                  </a:lnTo>
                  <a:lnTo>
                    <a:pt x="166211" y="55580"/>
                  </a:lnTo>
                  <a:lnTo>
                    <a:pt x="163632" y="64941"/>
                  </a:lnTo>
                  <a:lnTo>
                    <a:pt x="163222" y="69951"/>
                  </a:lnTo>
                  <a:lnTo>
                    <a:pt x="164455" y="79605"/>
                  </a:lnTo>
                  <a:lnTo>
                    <a:pt x="162698" y="81048"/>
                  </a:lnTo>
                  <a:lnTo>
                    <a:pt x="164530" y="836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5" name="oPE_MapPart_RUS_1_645" descr="Russland">
              <a:extLst>
                <a:ext uri="{FF2B5EF4-FFF2-40B4-BE49-F238E27FC236}">
                  <a16:creationId xmlns:a16="http://schemas.microsoft.com/office/drawing/2014/main" id="{090DDED0-7BE8-E126-F267-AF4A54C8C137}"/>
                </a:ext>
              </a:extLst>
            </p:cNvPr>
            <p:cNvSpPr/>
            <p:nvPr>
              <p:custDataLst>
                <p:tags r:id="rId645"/>
              </p:custDataLst>
            </p:nvPr>
          </p:nvSpPr>
          <p:spPr>
            <a:xfrm>
              <a:off x="6664134" y="1737691"/>
              <a:ext cx="3170330" cy="1713219"/>
            </a:xfrm>
            <a:custGeom>
              <a:avLst/>
              <a:gdLst/>
              <a:ahLst/>
              <a:cxnLst/>
              <a:rect l="0" t="0" r="0" b="0"/>
              <a:pathLst>
                <a:path w="3170330" h="1713219">
                  <a:moveTo>
                    <a:pt x="2146139" y="1682897"/>
                  </a:moveTo>
                  <a:lnTo>
                    <a:pt x="2142812" y="1676314"/>
                  </a:lnTo>
                  <a:lnTo>
                    <a:pt x="2144008" y="1675400"/>
                  </a:lnTo>
                  <a:lnTo>
                    <a:pt x="2143859" y="1673826"/>
                  </a:lnTo>
                  <a:lnTo>
                    <a:pt x="2140681" y="1670927"/>
                  </a:lnTo>
                  <a:lnTo>
                    <a:pt x="2143859" y="1668534"/>
                  </a:lnTo>
                  <a:lnTo>
                    <a:pt x="2154065" y="1665933"/>
                  </a:lnTo>
                  <a:lnTo>
                    <a:pt x="2154439" y="1662101"/>
                  </a:lnTo>
                  <a:lnTo>
                    <a:pt x="2156270" y="1659132"/>
                  </a:lnTo>
                  <a:lnTo>
                    <a:pt x="2157990" y="1652407"/>
                  </a:lnTo>
                  <a:lnTo>
                    <a:pt x="2157691" y="1649833"/>
                  </a:lnTo>
                  <a:lnTo>
                    <a:pt x="2156421" y="1648751"/>
                  </a:lnTo>
                  <a:lnTo>
                    <a:pt x="2156270" y="1643072"/>
                  </a:lnTo>
                  <a:lnTo>
                    <a:pt x="2157056" y="1634466"/>
                  </a:lnTo>
                  <a:lnTo>
                    <a:pt x="2157952" y="1632490"/>
                  </a:lnTo>
                  <a:lnTo>
                    <a:pt x="2154439" y="1617281"/>
                  </a:lnTo>
                  <a:lnTo>
                    <a:pt x="2151971" y="1611285"/>
                  </a:lnTo>
                  <a:lnTo>
                    <a:pt x="2152270" y="1609967"/>
                  </a:lnTo>
                  <a:lnTo>
                    <a:pt x="2154364" y="1608068"/>
                  </a:lnTo>
                  <a:lnTo>
                    <a:pt x="2161916" y="1605903"/>
                  </a:lnTo>
                  <a:lnTo>
                    <a:pt x="2164645" y="1602993"/>
                  </a:lnTo>
                  <a:lnTo>
                    <a:pt x="2166215" y="1599389"/>
                  </a:lnTo>
                  <a:lnTo>
                    <a:pt x="2170327" y="1595777"/>
                  </a:lnTo>
                  <a:lnTo>
                    <a:pt x="2172944" y="1598221"/>
                  </a:lnTo>
                  <a:lnTo>
                    <a:pt x="2192832" y="1604527"/>
                  </a:lnTo>
                  <a:lnTo>
                    <a:pt x="2196534" y="1601563"/>
                  </a:lnTo>
                  <a:lnTo>
                    <a:pt x="2196534" y="1595937"/>
                  </a:lnTo>
                  <a:lnTo>
                    <a:pt x="2198029" y="1590824"/>
                  </a:lnTo>
                  <a:lnTo>
                    <a:pt x="2203226" y="1587568"/>
                  </a:lnTo>
                  <a:lnTo>
                    <a:pt x="2204833" y="1579426"/>
                  </a:lnTo>
                  <a:lnTo>
                    <a:pt x="2207637" y="1577115"/>
                  </a:lnTo>
                  <a:lnTo>
                    <a:pt x="2208945" y="1573724"/>
                  </a:lnTo>
                  <a:lnTo>
                    <a:pt x="2208721" y="1571621"/>
                  </a:lnTo>
                  <a:lnTo>
                    <a:pt x="2212048" y="1568380"/>
                  </a:lnTo>
                  <a:lnTo>
                    <a:pt x="2212908" y="1564809"/>
                  </a:lnTo>
                  <a:lnTo>
                    <a:pt x="2212161" y="1560794"/>
                  </a:lnTo>
                  <a:lnTo>
                    <a:pt x="2215413" y="1554319"/>
                  </a:lnTo>
                  <a:lnTo>
                    <a:pt x="2216422" y="1547105"/>
                  </a:lnTo>
                  <a:lnTo>
                    <a:pt x="2219151" y="1541730"/>
                  </a:lnTo>
                  <a:lnTo>
                    <a:pt x="2218442" y="1536391"/>
                  </a:lnTo>
                  <a:lnTo>
                    <a:pt x="2220983" y="1532969"/>
                  </a:lnTo>
                  <a:lnTo>
                    <a:pt x="2224984" y="1531920"/>
                  </a:lnTo>
                  <a:lnTo>
                    <a:pt x="2227339" y="1529596"/>
                  </a:lnTo>
                  <a:lnTo>
                    <a:pt x="2230554" y="1523661"/>
                  </a:lnTo>
                  <a:lnTo>
                    <a:pt x="2226703" y="1514187"/>
                  </a:lnTo>
                  <a:lnTo>
                    <a:pt x="2228834" y="1510102"/>
                  </a:lnTo>
                  <a:lnTo>
                    <a:pt x="2228760" y="1506961"/>
                  </a:lnTo>
                  <a:lnTo>
                    <a:pt x="2226666" y="1504882"/>
                  </a:lnTo>
                  <a:lnTo>
                    <a:pt x="2221021" y="1503251"/>
                  </a:lnTo>
                  <a:lnTo>
                    <a:pt x="2211675" y="1506343"/>
                  </a:lnTo>
                  <a:lnTo>
                    <a:pt x="2203898" y="1511838"/>
                  </a:lnTo>
                  <a:lnTo>
                    <a:pt x="2197169" y="1511614"/>
                  </a:lnTo>
                  <a:lnTo>
                    <a:pt x="2189468" y="1516756"/>
                  </a:lnTo>
                  <a:lnTo>
                    <a:pt x="2188085" y="1516533"/>
                  </a:lnTo>
                  <a:lnTo>
                    <a:pt x="2183300" y="1523717"/>
                  </a:lnTo>
                  <a:lnTo>
                    <a:pt x="2168944" y="1524772"/>
                  </a:lnTo>
                  <a:lnTo>
                    <a:pt x="2164196" y="1524717"/>
                  </a:lnTo>
                  <a:lnTo>
                    <a:pt x="2162290" y="1523439"/>
                  </a:lnTo>
                  <a:lnTo>
                    <a:pt x="2151860" y="1523884"/>
                  </a:lnTo>
                  <a:lnTo>
                    <a:pt x="2150887" y="1519767"/>
                  </a:lnTo>
                  <a:lnTo>
                    <a:pt x="2147074" y="1514299"/>
                  </a:lnTo>
                  <a:lnTo>
                    <a:pt x="2146663" y="1510886"/>
                  </a:lnTo>
                  <a:lnTo>
                    <a:pt x="2148570" y="1504263"/>
                  </a:lnTo>
                  <a:lnTo>
                    <a:pt x="2143335" y="1496087"/>
                  </a:lnTo>
                  <a:lnTo>
                    <a:pt x="2144681" y="1490707"/>
                  </a:lnTo>
                  <a:lnTo>
                    <a:pt x="2143373" y="1487925"/>
                  </a:lnTo>
                  <a:lnTo>
                    <a:pt x="2135934" y="1486959"/>
                  </a:lnTo>
                  <a:lnTo>
                    <a:pt x="2132644" y="1484398"/>
                  </a:lnTo>
                  <a:lnTo>
                    <a:pt x="2127559" y="1477206"/>
                  </a:lnTo>
                  <a:lnTo>
                    <a:pt x="2122176" y="1473253"/>
                  </a:lnTo>
                  <a:lnTo>
                    <a:pt x="2121427" y="1471187"/>
                  </a:lnTo>
                  <a:lnTo>
                    <a:pt x="2117540" y="1472278"/>
                  </a:lnTo>
                  <a:lnTo>
                    <a:pt x="2112456" y="1471646"/>
                  </a:lnTo>
                  <a:lnTo>
                    <a:pt x="2109802" y="1469233"/>
                  </a:lnTo>
                  <a:lnTo>
                    <a:pt x="2107334" y="1468773"/>
                  </a:lnTo>
                  <a:lnTo>
                    <a:pt x="2106324" y="1467795"/>
                  </a:lnTo>
                  <a:lnTo>
                    <a:pt x="2106287" y="1465145"/>
                  </a:lnTo>
                  <a:lnTo>
                    <a:pt x="2104942" y="1464395"/>
                  </a:lnTo>
                  <a:lnTo>
                    <a:pt x="2090324" y="1465433"/>
                  </a:lnTo>
                  <a:lnTo>
                    <a:pt x="2084343" y="1462144"/>
                  </a:lnTo>
                  <a:lnTo>
                    <a:pt x="2081015" y="1457921"/>
                  </a:lnTo>
                  <a:lnTo>
                    <a:pt x="2079782" y="1452351"/>
                  </a:lnTo>
                  <a:lnTo>
                    <a:pt x="2081800" y="1444776"/>
                  </a:lnTo>
                  <a:lnTo>
                    <a:pt x="2076567" y="1440212"/>
                  </a:lnTo>
                  <a:lnTo>
                    <a:pt x="2075931" y="1436811"/>
                  </a:lnTo>
                  <a:lnTo>
                    <a:pt x="2076753" y="1431340"/>
                  </a:lnTo>
                  <a:lnTo>
                    <a:pt x="2075931" y="1428509"/>
                  </a:lnTo>
                  <a:lnTo>
                    <a:pt x="2068006" y="1415586"/>
                  </a:lnTo>
                  <a:lnTo>
                    <a:pt x="2065501" y="1402131"/>
                  </a:lnTo>
                  <a:lnTo>
                    <a:pt x="2063519" y="1400088"/>
                  </a:lnTo>
                  <a:lnTo>
                    <a:pt x="2063332" y="1395510"/>
                  </a:lnTo>
                  <a:lnTo>
                    <a:pt x="2059406" y="1388012"/>
                  </a:lnTo>
                  <a:lnTo>
                    <a:pt x="2058248" y="1381267"/>
                  </a:lnTo>
                  <a:lnTo>
                    <a:pt x="2056977" y="1379683"/>
                  </a:lnTo>
                  <a:lnTo>
                    <a:pt x="2056752" y="1375838"/>
                  </a:lnTo>
                  <a:lnTo>
                    <a:pt x="2055519" y="1374309"/>
                  </a:lnTo>
                  <a:lnTo>
                    <a:pt x="2055893" y="1373269"/>
                  </a:lnTo>
                  <a:lnTo>
                    <a:pt x="2052827" y="1367934"/>
                  </a:lnTo>
                  <a:lnTo>
                    <a:pt x="2049126" y="1364797"/>
                  </a:lnTo>
                  <a:lnTo>
                    <a:pt x="2049799" y="1360358"/>
                  </a:lnTo>
                  <a:lnTo>
                    <a:pt x="2046136" y="1355843"/>
                  </a:lnTo>
                  <a:lnTo>
                    <a:pt x="2043145" y="1355162"/>
                  </a:lnTo>
                  <a:lnTo>
                    <a:pt x="2041500" y="1349948"/>
                  </a:lnTo>
                  <a:lnTo>
                    <a:pt x="2029574" y="1344341"/>
                  </a:lnTo>
                  <a:lnTo>
                    <a:pt x="2024116" y="1346773"/>
                  </a:lnTo>
                  <a:lnTo>
                    <a:pt x="2016938" y="1343467"/>
                  </a:lnTo>
                  <a:lnTo>
                    <a:pt x="2011816" y="1338588"/>
                  </a:lnTo>
                  <a:lnTo>
                    <a:pt x="2010470" y="1338963"/>
                  </a:lnTo>
                  <a:lnTo>
                    <a:pt x="1999105" y="1332434"/>
                  </a:lnTo>
                  <a:lnTo>
                    <a:pt x="1989685" y="1332497"/>
                  </a:lnTo>
                  <a:lnTo>
                    <a:pt x="1976413" y="1335577"/>
                  </a:lnTo>
                  <a:lnTo>
                    <a:pt x="1972712" y="1334572"/>
                  </a:lnTo>
                  <a:lnTo>
                    <a:pt x="1953346" y="1340404"/>
                  </a:lnTo>
                  <a:lnTo>
                    <a:pt x="1944637" y="1341530"/>
                  </a:lnTo>
                  <a:lnTo>
                    <a:pt x="1938804" y="1345464"/>
                  </a:lnTo>
                  <a:lnTo>
                    <a:pt x="1926131" y="1358751"/>
                  </a:lnTo>
                  <a:lnTo>
                    <a:pt x="1925084" y="1361099"/>
                  </a:lnTo>
                  <a:lnTo>
                    <a:pt x="1925570" y="1363996"/>
                  </a:lnTo>
                  <a:lnTo>
                    <a:pt x="1934991" y="1364612"/>
                  </a:lnTo>
                  <a:lnTo>
                    <a:pt x="1937795" y="1366274"/>
                  </a:lnTo>
                  <a:lnTo>
                    <a:pt x="1938692" y="1368793"/>
                  </a:lnTo>
                  <a:lnTo>
                    <a:pt x="1937682" y="1372106"/>
                  </a:lnTo>
                  <a:lnTo>
                    <a:pt x="1937981" y="1375349"/>
                  </a:lnTo>
                  <a:lnTo>
                    <a:pt x="1939626" y="1378586"/>
                  </a:lnTo>
                  <a:lnTo>
                    <a:pt x="1939739" y="1382241"/>
                  </a:lnTo>
                  <a:lnTo>
                    <a:pt x="1938318" y="1386435"/>
                  </a:lnTo>
                  <a:lnTo>
                    <a:pt x="1925570" y="1398945"/>
                  </a:lnTo>
                  <a:lnTo>
                    <a:pt x="1919103" y="1412964"/>
                  </a:lnTo>
                  <a:lnTo>
                    <a:pt x="1918916" y="1415348"/>
                  </a:lnTo>
                  <a:lnTo>
                    <a:pt x="1914056" y="1423424"/>
                  </a:lnTo>
                  <a:lnTo>
                    <a:pt x="1912673" y="1428686"/>
                  </a:lnTo>
                  <a:lnTo>
                    <a:pt x="1910541" y="1430928"/>
                  </a:lnTo>
                  <a:lnTo>
                    <a:pt x="1906803" y="1438395"/>
                  </a:lnTo>
                  <a:lnTo>
                    <a:pt x="1909681" y="1440095"/>
                  </a:lnTo>
                  <a:lnTo>
                    <a:pt x="1910579" y="1442496"/>
                  </a:lnTo>
                  <a:lnTo>
                    <a:pt x="1910167" y="1446527"/>
                  </a:lnTo>
                  <a:lnTo>
                    <a:pt x="1908785" y="1449383"/>
                  </a:lnTo>
                  <a:lnTo>
                    <a:pt x="1906467" y="1451130"/>
                  </a:lnTo>
                  <a:lnTo>
                    <a:pt x="1898354" y="1452758"/>
                  </a:lnTo>
                  <a:lnTo>
                    <a:pt x="1891998" y="1456589"/>
                  </a:lnTo>
                  <a:lnTo>
                    <a:pt x="1879999" y="1467219"/>
                  </a:lnTo>
                  <a:lnTo>
                    <a:pt x="1866951" y="1463645"/>
                  </a:lnTo>
                  <a:lnTo>
                    <a:pt x="1855287" y="1457226"/>
                  </a:lnTo>
                  <a:lnTo>
                    <a:pt x="1852559" y="1454094"/>
                  </a:lnTo>
                  <a:lnTo>
                    <a:pt x="1845604" y="1451246"/>
                  </a:lnTo>
                  <a:lnTo>
                    <a:pt x="1835249" y="1455429"/>
                  </a:lnTo>
                  <a:lnTo>
                    <a:pt x="1829230" y="1454906"/>
                  </a:lnTo>
                  <a:lnTo>
                    <a:pt x="1826014" y="1453223"/>
                  </a:lnTo>
                  <a:lnTo>
                    <a:pt x="1820407" y="1447052"/>
                  </a:lnTo>
                  <a:lnTo>
                    <a:pt x="1814986" y="1443957"/>
                  </a:lnTo>
                  <a:lnTo>
                    <a:pt x="1805715" y="1442671"/>
                  </a:lnTo>
                  <a:lnTo>
                    <a:pt x="1790724" y="1451304"/>
                  </a:lnTo>
                  <a:lnTo>
                    <a:pt x="1782200" y="1458095"/>
                  </a:lnTo>
                  <a:lnTo>
                    <a:pt x="1779957" y="1463876"/>
                  </a:lnTo>
                  <a:lnTo>
                    <a:pt x="1774760" y="1466873"/>
                  </a:lnTo>
                  <a:lnTo>
                    <a:pt x="1768292" y="1466586"/>
                  </a:lnTo>
                  <a:lnTo>
                    <a:pt x="1759657" y="1470038"/>
                  </a:lnTo>
                  <a:lnTo>
                    <a:pt x="1744255" y="1472220"/>
                  </a:lnTo>
                  <a:lnTo>
                    <a:pt x="1731207" y="1478979"/>
                  </a:lnTo>
                  <a:lnTo>
                    <a:pt x="1725376" y="1476576"/>
                  </a:lnTo>
                  <a:lnTo>
                    <a:pt x="1720628" y="1478121"/>
                  </a:lnTo>
                  <a:lnTo>
                    <a:pt x="1700627" y="1472909"/>
                  </a:lnTo>
                  <a:lnTo>
                    <a:pt x="1687692" y="1473253"/>
                  </a:lnTo>
                  <a:lnTo>
                    <a:pt x="1683392" y="1470957"/>
                  </a:lnTo>
                  <a:lnTo>
                    <a:pt x="1674233" y="1462722"/>
                  </a:lnTo>
                  <a:lnTo>
                    <a:pt x="1673224" y="1453223"/>
                  </a:lnTo>
                  <a:lnTo>
                    <a:pt x="1659018" y="1451886"/>
                  </a:lnTo>
                  <a:lnTo>
                    <a:pt x="1648176" y="1441442"/>
                  </a:lnTo>
                  <a:lnTo>
                    <a:pt x="1637933" y="1441676"/>
                  </a:lnTo>
                  <a:lnTo>
                    <a:pt x="1630829" y="1438395"/>
                  </a:lnTo>
                  <a:lnTo>
                    <a:pt x="1620586" y="1436164"/>
                  </a:lnTo>
                  <a:lnTo>
                    <a:pt x="1614605" y="1438923"/>
                  </a:lnTo>
                  <a:lnTo>
                    <a:pt x="1601557" y="1441618"/>
                  </a:lnTo>
                  <a:lnTo>
                    <a:pt x="1593520" y="1446585"/>
                  </a:lnTo>
                  <a:lnTo>
                    <a:pt x="1587762" y="1445827"/>
                  </a:lnTo>
                  <a:lnTo>
                    <a:pt x="1584248" y="1447052"/>
                  </a:lnTo>
                  <a:lnTo>
                    <a:pt x="1577407" y="1445067"/>
                  </a:lnTo>
                  <a:lnTo>
                    <a:pt x="1574453" y="1442145"/>
                  </a:lnTo>
                  <a:lnTo>
                    <a:pt x="1564509" y="1438982"/>
                  </a:lnTo>
                  <a:lnTo>
                    <a:pt x="1560060" y="1434460"/>
                  </a:lnTo>
                  <a:lnTo>
                    <a:pt x="1556322" y="1432518"/>
                  </a:lnTo>
                  <a:lnTo>
                    <a:pt x="1556920" y="1428155"/>
                  </a:lnTo>
                  <a:lnTo>
                    <a:pt x="1554789" y="1424490"/>
                  </a:lnTo>
                  <a:lnTo>
                    <a:pt x="1554378" y="1417252"/>
                  </a:lnTo>
                  <a:lnTo>
                    <a:pt x="1553481" y="1415348"/>
                  </a:lnTo>
                  <a:lnTo>
                    <a:pt x="1553556" y="1408485"/>
                  </a:lnTo>
                  <a:lnTo>
                    <a:pt x="1552658" y="1407168"/>
                  </a:lnTo>
                  <a:lnTo>
                    <a:pt x="1541405" y="1403392"/>
                  </a:lnTo>
                  <a:lnTo>
                    <a:pt x="1537480" y="1403872"/>
                  </a:lnTo>
                  <a:lnTo>
                    <a:pt x="1518526" y="1394726"/>
                  </a:lnTo>
                  <a:lnTo>
                    <a:pt x="1507161" y="1393760"/>
                  </a:lnTo>
                  <a:lnTo>
                    <a:pt x="1502974" y="1389829"/>
                  </a:lnTo>
                  <a:lnTo>
                    <a:pt x="1496469" y="1388133"/>
                  </a:lnTo>
                  <a:lnTo>
                    <a:pt x="1485815" y="1381572"/>
                  </a:lnTo>
                  <a:lnTo>
                    <a:pt x="1483049" y="1388739"/>
                  </a:lnTo>
                  <a:lnTo>
                    <a:pt x="1480543" y="1392249"/>
                  </a:lnTo>
                  <a:lnTo>
                    <a:pt x="1474561" y="1395028"/>
                  </a:lnTo>
                  <a:lnTo>
                    <a:pt x="1471833" y="1402131"/>
                  </a:lnTo>
                  <a:lnTo>
                    <a:pt x="1468019" y="1403992"/>
                  </a:lnTo>
                  <a:lnTo>
                    <a:pt x="1466150" y="1407348"/>
                  </a:lnTo>
                  <a:lnTo>
                    <a:pt x="1465402" y="1413441"/>
                  </a:lnTo>
                  <a:lnTo>
                    <a:pt x="1463833" y="1417192"/>
                  </a:lnTo>
                  <a:lnTo>
                    <a:pt x="1463609" y="1419391"/>
                  </a:lnTo>
                  <a:lnTo>
                    <a:pt x="1466263" y="1423661"/>
                  </a:lnTo>
                  <a:lnTo>
                    <a:pt x="1467870" y="1430574"/>
                  </a:lnTo>
                  <a:lnTo>
                    <a:pt x="1473067" y="1434225"/>
                  </a:lnTo>
                  <a:lnTo>
                    <a:pt x="1472431" y="1441735"/>
                  </a:lnTo>
                  <a:lnTo>
                    <a:pt x="1471422" y="1444191"/>
                  </a:lnTo>
                  <a:lnTo>
                    <a:pt x="1469403" y="1449034"/>
                  </a:lnTo>
                  <a:lnTo>
                    <a:pt x="1467346" y="1451071"/>
                  </a:lnTo>
                  <a:lnTo>
                    <a:pt x="1464206" y="1453281"/>
                  </a:lnTo>
                  <a:lnTo>
                    <a:pt x="1458711" y="1454384"/>
                  </a:lnTo>
                  <a:lnTo>
                    <a:pt x="1453963" y="1459889"/>
                  </a:lnTo>
                  <a:lnTo>
                    <a:pt x="1450823" y="1460236"/>
                  </a:lnTo>
                  <a:lnTo>
                    <a:pt x="1446186" y="1455313"/>
                  </a:lnTo>
                  <a:lnTo>
                    <a:pt x="1432242" y="1454732"/>
                  </a:lnTo>
                  <a:lnTo>
                    <a:pt x="1427084" y="1451595"/>
                  </a:lnTo>
                  <a:lnTo>
                    <a:pt x="1424392" y="1452816"/>
                  </a:lnTo>
                  <a:lnTo>
                    <a:pt x="1421326" y="1451130"/>
                  </a:lnTo>
                  <a:lnTo>
                    <a:pt x="1415793" y="1454442"/>
                  </a:lnTo>
                  <a:lnTo>
                    <a:pt x="1407269" y="1453629"/>
                  </a:lnTo>
                  <a:lnTo>
                    <a:pt x="1403494" y="1450140"/>
                  </a:lnTo>
                  <a:lnTo>
                    <a:pt x="1396951" y="1450780"/>
                  </a:lnTo>
                  <a:lnTo>
                    <a:pt x="1391531" y="1444366"/>
                  </a:lnTo>
                  <a:lnTo>
                    <a:pt x="1389399" y="1433460"/>
                  </a:lnTo>
                  <a:lnTo>
                    <a:pt x="1365548" y="1431929"/>
                  </a:lnTo>
                  <a:lnTo>
                    <a:pt x="1363605" y="1430279"/>
                  </a:lnTo>
                  <a:lnTo>
                    <a:pt x="1362184" y="1426205"/>
                  </a:lnTo>
                  <a:lnTo>
                    <a:pt x="1358819" y="1426205"/>
                  </a:lnTo>
                  <a:lnTo>
                    <a:pt x="1357959" y="1428391"/>
                  </a:lnTo>
                  <a:lnTo>
                    <a:pt x="1355642" y="1429159"/>
                  </a:lnTo>
                  <a:lnTo>
                    <a:pt x="1349996" y="1423365"/>
                  </a:lnTo>
                  <a:lnTo>
                    <a:pt x="1348763" y="1423839"/>
                  </a:lnTo>
                  <a:lnTo>
                    <a:pt x="1346631" y="1428745"/>
                  </a:lnTo>
                  <a:lnTo>
                    <a:pt x="1336537" y="1429866"/>
                  </a:lnTo>
                  <a:lnTo>
                    <a:pt x="1330482" y="1436341"/>
                  </a:lnTo>
                  <a:lnTo>
                    <a:pt x="1322332" y="1438043"/>
                  </a:lnTo>
                  <a:lnTo>
                    <a:pt x="1314705" y="1444366"/>
                  </a:lnTo>
                  <a:lnTo>
                    <a:pt x="1302219" y="1448509"/>
                  </a:lnTo>
                  <a:lnTo>
                    <a:pt x="1300611" y="1452060"/>
                  </a:lnTo>
                  <a:lnTo>
                    <a:pt x="1293695" y="1454674"/>
                  </a:lnTo>
                  <a:lnTo>
                    <a:pt x="1293920" y="1460641"/>
                  </a:lnTo>
                  <a:lnTo>
                    <a:pt x="1288536" y="1464049"/>
                  </a:lnTo>
                  <a:lnTo>
                    <a:pt x="1285396" y="1463530"/>
                  </a:lnTo>
                  <a:lnTo>
                    <a:pt x="1282592" y="1467565"/>
                  </a:lnTo>
                  <a:lnTo>
                    <a:pt x="1280499" y="1468485"/>
                  </a:lnTo>
                  <a:lnTo>
                    <a:pt x="1278256" y="1466355"/>
                  </a:lnTo>
                  <a:lnTo>
                    <a:pt x="1276835" y="1469291"/>
                  </a:lnTo>
                  <a:lnTo>
                    <a:pt x="1272723" y="1468083"/>
                  </a:lnTo>
                  <a:lnTo>
                    <a:pt x="1263563" y="1469176"/>
                  </a:lnTo>
                  <a:lnTo>
                    <a:pt x="1262367" y="1471417"/>
                  </a:lnTo>
                  <a:lnTo>
                    <a:pt x="1261956" y="1475374"/>
                  </a:lnTo>
                  <a:lnTo>
                    <a:pt x="1259301" y="1477606"/>
                  </a:lnTo>
                  <a:lnTo>
                    <a:pt x="1247450" y="1481092"/>
                  </a:lnTo>
                  <a:lnTo>
                    <a:pt x="1245506" y="1480806"/>
                  </a:lnTo>
                  <a:lnTo>
                    <a:pt x="1243638" y="1476691"/>
                  </a:lnTo>
                  <a:lnTo>
                    <a:pt x="1238815" y="1474400"/>
                  </a:lnTo>
                  <a:lnTo>
                    <a:pt x="1232871" y="1465721"/>
                  </a:lnTo>
                  <a:lnTo>
                    <a:pt x="1231038" y="1465606"/>
                  </a:lnTo>
                  <a:lnTo>
                    <a:pt x="1230776" y="1464107"/>
                  </a:lnTo>
                  <a:lnTo>
                    <a:pt x="1233207" y="1461335"/>
                  </a:lnTo>
                  <a:lnTo>
                    <a:pt x="1233169" y="1459658"/>
                  </a:lnTo>
                  <a:lnTo>
                    <a:pt x="1232048" y="1458732"/>
                  </a:lnTo>
                  <a:lnTo>
                    <a:pt x="1221768" y="1467622"/>
                  </a:lnTo>
                  <a:lnTo>
                    <a:pt x="1202065" y="1463934"/>
                  </a:lnTo>
                  <a:lnTo>
                    <a:pt x="1197280" y="1454964"/>
                  </a:lnTo>
                  <a:lnTo>
                    <a:pt x="1197019" y="1449558"/>
                  </a:lnTo>
                  <a:lnTo>
                    <a:pt x="1189093" y="1445009"/>
                  </a:lnTo>
                  <a:lnTo>
                    <a:pt x="1183185" y="1443782"/>
                  </a:lnTo>
                  <a:lnTo>
                    <a:pt x="1181840" y="1442203"/>
                  </a:lnTo>
                  <a:lnTo>
                    <a:pt x="1180121" y="1434636"/>
                  </a:lnTo>
                  <a:lnTo>
                    <a:pt x="1175335" y="1426323"/>
                  </a:lnTo>
                  <a:lnTo>
                    <a:pt x="1163148" y="1419094"/>
                  </a:lnTo>
                  <a:lnTo>
                    <a:pt x="1159036" y="1419272"/>
                  </a:lnTo>
                  <a:lnTo>
                    <a:pt x="1156120" y="1422298"/>
                  </a:lnTo>
                  <a:lnTo>
                    <a:pt x="1150736" y="1422417"/>
                  </a:lnTo>
                  <a:lnTo>
                    <a:pt x="1145203" y="1427860"/>
                  </a:lnTo>
                  <a:lnTo>
                    <a:pt x="1136979" y="1428391"/>
                  </a:lnTo>
                  <a:lnTo>
                    <a:pt x="1133576" y="1426560"/>
                  </a:lnTo>
                  <a:lnTo>
                    <a:pt x="1123857" y="1427446"/>
                  </a:lnTo>
                  <a:lnTo>
                    <a:pt x="1122250" y="1420341"/>
                  </a:lnTo>
                  <a:lnTo>
                    <a:pt x="1115669" y="1419925"/>
                  </a:lnTo>
                  <a:lnTo>
                    <a:pt x="1116828" y="1412606"/>
                  </a:lnTo>
                  <a:lnTo>
                    <a:pt x="1113464" y="1412606"/>
                  </a:lnTo>
                  <a:lnTo>
                    <a:pt x="1111632" y="1409561"/>
                  </a:lnTo>
                  <a:lnTo>
                    <a:pt x="1108678" y="1409202"/>
                  </a:lnTo>
                  <a:lnTo>
                    <a:pt x="1102697" y="1412845"/>
                  </a:lnTo>
                  <a:lnTo>
                    <a:pt x="1102211" y="1420697"/>
                  </a:lnTo>
                  <a:lnTo>
                    <a:pt x="1097987" y="1421824"/>
                  </a:lnTo>
                  <a:lnTo>
                    <a:pt x="1095183" y="1424194"/>
                  </a:lnTo>
                  <a:lnTo>
                    <a:pt x="1094771" y="1426855"/>
                  </a:lnTo>
                  <a:lnTo>
                    <a:pt x="1093127" y="1426323"/>
                  </a:lnTo>
                  <a:lnTo>
                    <a:pt x="1075742" y="1389950"/>
                  </a:lnTo>
                  <a:lnTo>
                    <a:pt x="1048975" y="1342092"/>
                  </a:lnTo>
                  <a:lnTo>
                    <a:pt x="1022283" y="1318527"/>
                  </a:lnTo>
                  <a:lnTo>
                    <a:pt x="1020413" y="1315666"/>
                  </a:lnTo>
                  <a:lnTo>
                    <a:pt x="1019068" y="1311141"/>
                  </a:lnTo>
                  <a:lnTo>
                    <a:pt x="1023928" y="1311332"/>
                  </a:lnTo>
                  <a:lnTo>
                    <a:pt x="1027703" y="1300763"/>
                  </a:lnTo>
                  <a:lnTo>
                    <a:pt x="1020638" y="1304615"/>
                  </a:lnTo>
                  <a:lnTo>
                    <a:pt x="1015853" y="1305448"/>
                  </a:lnTo>
                  <a:lnTo>
                    <a:pt x="1003964" y="1312417"/>
                  </a:lnTo>
                  <a:lnTo>
                    <a:pt x="998656" y="1313310"/>
                  </a:lnTo>
                  <a:lnTo>
                    <a:pt x="997384" y="1317574"/>
                  </a:lnTo>
                  <a:lnTo>
                    <a:pt x="994132" y="1320241"/>
                  </a:lnTo>
                  <a:lnTo>
                    <a:pt x="990655" y="1322586"/>
                  </a:lnTo>
                  <a:lnTo>
                    <a:pt x="986132" y="1322650"/>
                  </a:lnTo>
                  <a:lnTo>
                    <a:pt x="978169" y="1328907"/>
                  </a:lnTo>
                  <a:lnTo>
                    <a:pt x="977159" y="1333881"/>
                  </a:lnTo>
                  <a:lnTo>
                    <a:pt x="976076" y="1334509"/>
                  </a:lnTo>
                  <a:lnTo>
                    <a:pt x="973160" y="1331364"/>
                  </a:lnTo>
                  <a:lnTo>
                    <a:pt x="965870" y="1329852"/>
                  </a:lnTo>
                  <a:lnTo>
                    <a:pt x="961383" y="1331364"/>
                  </a:lnTo>
                  <a:lnTo>
                    <a:pt x="956486" y="1335891"/>
                  </a:lnTo>
                  <a:lnTo>
                    <a:pt x="953944" y="1330609"/>
                  </a:lnTo>
                  <a:lnTo>
                    <a:pt x="954354" y="1326824"/>
                  </a:lnTo>
                  <a:lnTo>
                    <a:pt x="956299" y="1323156"/>
                  </a:lnTo>
                  <a:lnTo>
                    <a:pt x="962131" y="1318971"/>
                  </a:lnTo>
                  <a:lnTo>
                    <a:pt x="962804" y="1314966"/>
                  </a:lnTo>
                  <a:lnTo>
                    <a:pt x="961869" y="1314265"/>
                  </a:lnTo>
                  <a:lnTo>
                    <a:pt x="953756" y="1318082"/>
                  </a:lnTo>
                  <a:lnTo>
                    <a:pt x="950504" y="1317192"/>
                  </a:lnTo>
                  <a:lnTo>
                    <a:pt x="946242" y="1312672"/>
                  </a:lnTo>
                  <a:lnTo>
                    <a:pt x="940186" y="1311715"/>
                  </a:lnTo>
                  <a:lnTo>
                    <a:pt x="938952" y="1313310"/>
                  </a:lnTo>
                  <a:lnTo>
                    <a:pt x="939438" y="1316620"/>
                  </a:lnTo>
                  <a:lnTo>
                    <a:pt x="936522" y="1318527"/>
                  </a:lnTo>
                  <a:lnTo>
                    <a:pt x="935663" y="1317765"/>
                  </a:lnTo>
                  <a:lnTo>
                    <a:pt x="935289" y="1312162"/>
                  </a:lnTo>
                  <a:lnTo>
                    <a:pt x="931102" y="1304936"/>
                  </a:lnTo>
                  <a:lnTo>
                    <a:pt x="929457" y="1305577"/>
                  </a:lnTo>
                  <a:lnTo>
                    <a:pt x="927326" y="1309224"/>
                  </a:lnTo>
                  <a:lnTo>
                    <a:pt x="913456" y="1310885"/>
                  </a:lnTo>
                  <a:lnTo>
                    <a:pt x="908409" y="1308969"/>
                  </a:lnTo>
                  <a:lnTo>
                    <a:pt x="907587" y="1307242"/>
                  </a:lnTo>
                  <a:lnTo>
                    <a:pt x="909642" y="1303589"/>
                  </a:lnTo>
                  <a:lnTo>
                    <a:pt x="910353" y="1295159"/>
                  </a:lnTo>
                  <a:lnTo>
                    <a:pt x="904633" y="1276061"/>
                  </a:lnTo>
                  <a:lnTo>
                    <a:pt x="901045" y="1269639"/>
                  </a:lnTo>
                  <a:lnTo>
                    <a:pt x="895811" y="1270492"/>
                  </a:lnTo>
                  <a:lnTo>
                    <a:pt x="889493" y="1274818"/>
                  </a:lnTo>
                  <a:lnTo>
                    <a:pt x="875175" y="1267733"/>
                  </a:lnTo>
                  <a:lnTo>
                    <a:pt x="864482" y="1266548"/>
                  </a:lnTo>
                  <a:lnTo>
                    <a:pt x="855061" y="1273312"/>
                  </a:lnTo>
                  <a:lnTo>
                    <a:pt x="848444" y="1274883"/>
                  </a:lnTo>
                  <a:lnTo>
                    <a:pt x="849229" y="1278805"/>
                  </a:lnTo>
                  <a:lnTo>
                    <a:pt x="847398" y="1281543"/>
                  </a:lnTo>
                  <a:lnTo>
                    <a:pt x="818312" y="1290181"/>
                  </a:lnTo>
                  <a:lnTo>
                    <a:pt x="807246" y="1292705"/>
                  </a:lnTo>
                  <a:lnTo>
                    <a:pt x="801676" y="1293028"/>
                  </a:lnTo>
                  <a:lnTo>
                    <a:pt x="800854" y="1291799"/>
                  </a:lnTo>
                  <a:lnTo>
                    <a:pt x="796554" y="1294449"/>
                  </a:lnTo>
                  <a:lnTo>
                    <a:pt x="791769" y="1294320"/>
                  </a:lnTo>
                  <a:lnTo>
                    <a:pt x="786797" y="1298125"/>
                  </a:lnTo>
                  <a:lnTo>
                    <a:pt x="785152" y="1303589"/>
                  </a:lnTo>
                  <a:lnTo>
                    <a:pt x="783694" y="1304423"/>
                  </a:lnTo>
                  <a:lnTo>
                    <a:pt x="780329" y="1302434"/>
                  </a:lnTo>
                  <a:lnTo>
                    <a:pt x="774610" y="1303974"/>
                  </a:lnTo>
                  <a:lnTo>
                    <a:pt x="770684" y="1302883"/>
                  </a:lnTo>
                  <a:lnTo>
                    <a:pt x="757935" y="1308137"/>
                  </a:lnTo>
                  <a:lnTo>
                    <a:pt x="744291" y="1310438"/>
                  </a:lnTo>
                  <a:lnTo>
                    <a:pt x="741860" y="1312800"/>
                  </a:lnTo>
                  <a:lnTo>
                    <a:pt x="732701" y="1314074"/>
                  </a:lnTo>
                  <a:lnTo>
                    <a:pt x="729935" y="1316048"/>
                  </a:lnTo>
                  <a:lnTo>
                    <a:pt x="720402" y="1316429"/>
                  </a:lnTo>
                  <a:lnTo>
                    <a:pt x="718084" y="1318400"/>
                  </a:lnTo>
                  <a:lnTo>
                    <a:pt x="705709" y="1314775"/>
                  </a:lnTo>
                  <a:lnTo>
                    <a:pt x="703579" y="1315793"/>
                  </a:lnTo>
                  <a:lnTo>
                    <a:pt x="701784" y="1317765"/>
                  </a:lnTo>
                  <a:lnTo>
                    <a:pt x="701148" y="1325181"/>
                  </a:lnTo>
                  <a:lnTo>
                    <a:pt x="698345" y="1329789"/>
                  </a:lnTo>
                  <a:lnTo>
                    <a:pt x="703953" y="1332246"/>
                  </a:lnTo>
                  <a:lnTo>
                    <a:pt x="708625" y="1331238"/>
                  </a:lnTo>
                  <a:lnTo>
                    <a:pt x="709897" y="1333252"/>
                  </a:lnTo>
                  <a:lnTo>
                    <a:pt x="707131" y="1335577"/>
                  </a:lnTo>
                  <a:lnTo>
                    <a:pt x="703542" y="1335954"/>
                  </a:lnTo>
                  <a:lnTo>
                    <a:pt x="702158" y="1339715"/>
                  </a:lnTo>
                  <a:lnTo>
                    <a:pt x="702943" y="1341467"/>
                  </a:lnTo>
                  <a:lnTo>
                    <a:pt x="712476" y="1343529"/>
                  </a:lnTo>
                  <a:lnTo>
                    <a:pt x="719879" y="1347707"/>
                  </a:lnTo>
                  <a:lnTo>
                    <a:pt x="721262" y="1351253"/>
                  </a:lnTo>
                  <a:lnTo>
                    <a:pt x="719018" y="1353364"/>
                  </a:lnTo>
                  <a:lnTo>
                    <a:pt x="707131" y="1351564"/>
                  </a:lnTo>
                  <a:lnTo>
                    <a:pt x="699765" y="1352371"/>
                  </a:lnTo>
                  <a:lnTo>
                    <a:pt x="694681" y="1360172"/>
                  </a:lnTo>
                  <a:lnTo>
                    <a:pt x="694121" y="1362579"/>
                  </a:lnTo>
                  <a:lnTo>
                    <a:pt x="698682" y="1374126"/>
                  </a:lnTo>
                  <a:lnTo>
                    <a:pt x="691952" y="1380415"/>
                  </a:lnTo>
                  <a:lnTo>
                    <a:pt x="686868" y="1381267"/>
                  </a:lnTo>
                  <a:lnTo>
                    <a:pt x="678643" y="1387769"/>
                  </a:lnTo>
                  <a:lnTo>
                    <a:pt x="686082" y="1393156"/>
                  </a:lnTo>
                  <a:lnTo>
                    <a:pt x="687690" y="1397259"/>
                  </a:lnTo>
                  <a:lnTo>
                    <a:pt x="698233" y="1401050"/>
                  </a:lnTo>
                  <a:lnTo>
                    <a:pt x="699093" y="1402552"/>
                  </a:lnTo>
                  <a:lnTo>
                    <a:pt x="706345" y="1404232"/>
                  </a:lnTo>
                  <a:lnTo>
                    <a:pt x="710307" y="1408126"/>
                  </a:lnTo>
                  <a:lnTo>
                    <a:pt x="710943" y="1411293"/>
                  </a:lnTo>
                  <a:lnTo>
                    <a:pt x="706869" y="1423483"/>
                  </a:lnTo>
                  <a:lnTo>
                    <a:pt x="697597" y="1428922"/>
                  </a:lnTo>
                  <a:lnTo>
                    <a:pt x="686830" y="1429453"/>
                  </a:lnTo>
                  <a:lnTo>
                    <a:pt x="683990" y="1428627"/>
                  </a:lnTo>
                  <a:lnTo>
                    <a:pt x="679241" y="1423839"/>
                  </a:lnTo>
                  <a:lnTo>
                    <a:pt x="677074" y="1425496"/>
                  </a:lnTo>
                  <a:lnTo>
                    <a:pt x="674120" y="1432636"/>
                  </a:lnTo>
                  <a:lnTo>
                    <a:pt x="668101" y="1435518"/>
                  </a:lnTo>
                  <a:lnTo>
                    <a:pt x="668138" y="1432577"/>
                  </a:lnTo>
                  <a:lnTo>
                    <a:pt x="666643" y="1431399"/>
                  </a:lnTo>
                  <a:lnTo>
                    <a:pt x="654829" y="1428922"/>
                  </a:lnTo>
                  <a:lnTo>
                    <a:pt x="647838" y="1419866"/>
                  </a:lnTo>
                  <a:lnTo>
                    <a:pt x="643950" y="1416776"/>
                  </a:lnTo>
                  <a:lnTo>
                    <a:pt x="633146" y="1415883"/>
                  </a:lnTo>
                  <a:lnTo>
                    <a:pt x="629295" y="1421350"/>
                  </a:lnTo>
                  <a:lnTo>
                    <a:pt x="627314" y="1422358"/>
                  </a:lnTo>
                  <a:lnTo>
                    <a:pt x="624885" y="1422535"/>
                  </a:lnTo>
                  <a:lnTo>
                    <a:pt x="619426" y="1417727"/>
                  </a:lnTo>
                  <a:lnTo>
                    <a:pt x="615949" y="1416716"/>
                  </a:lnTo>
                  <a:lnTo>
                    <a:pt x="607837" y="1419510"/>
                  </a:lnTo>
                  <a:lnTo>
                    <a:pt x="605145" y="1418262"/>
                  </a:lnTo>
                  <a:lnTo>
                    <a:pt x="597930" y="1424016"/>
                  </a:lnTo>
                  <a:lnTo>
                    <a:pt x="595986" y="1428332"/>
                  </a:lnTo>
                  <a:lnTo>
                    <a:pt x="588434" y="1432577"/>
                  </a:lnTo>
                  <a:lnTo>
                    <a:pt x="581667" y="1429926"/>
                  </a:lnTo>
                  <a:lnTo>
                    <a:pt x="571424" y="1420815"/>
                  </a:lnTo>
                  <a:lnTo>
                    <a:pt x="566714" y="1418500"/>
                  </a:lnTo>
                  <a:lnTo>
                    <a:pt x="564733" y="1420697"/>
                  </a:lnTo>
                  <a:lnTo>
                    <a:pt x="566003" y="1422831"/>
                  </a:lnTo>
                  <a:lnTo>
                    <a:pt x="566901" y="1430043"/>
                  </a:lnTo>
                  <a:lnTo>
                    <a:pt x="566601" y="1432342"/>
                  </a:lnTo>
                  <a:lnTo>
                    <a:pt x="564919" y="1434166"/>
                  </a:lnTo>
                  <a:lnTo>
                    <a:pt x="563200" y="1432577"/>
                  </a:lnTo>
                  <a:lnTo>
                    <a:pt x="562153" y="1426146"/>
                  </a:lnTo>
                  <a:lnTo>
                    <a:pt x="556321" y="1417549"/>
                  </a:lnTo>
                  <a:lnTo>
                    <a:pt x="552508" y="1413560"/>
                  </a:lnTo>
                  <a:lnTo>
                    <a:pt x="546937" y="1410577"/>
                  </a:lnTo>
                  <a:lnTo>
                    <a:pt x="543722" y="1405671"/>
                  </a:lnTo>
                  <a:lnTo>
                    <a:pt x="539647" y="1402912"/>
                  </a:lnTo>
                  <a:lnTo>
                    <a:pt x="523722" y="1402912"/>
                  </a:lnTo>
                  <a:lnTo>
                    <a:pt x="518749" y="1396234"/>
                  </a:lnTo>
                  <a:lnTo>
                    <a:pt x="516431" y="1395329"/>
                  </a:lnTo>
                  <a:lnTo>
                    <a:pt x="512020" y="1396536"/>
                  </a:lnTo>
                  <a:lnTo>
                    <a:pt x="503758" y="1402852"/>
                  </a:lnTo>
                  <a:lnTo>
                    <a:pt x="498262" y="1403152"/>
                  </a:lnTo>
                  <a:lnTo>
                    <a:pt x="496692" y="1399125"/>
                  </a:lnTo>
                  <a:lnTo>
                    <a:pt x="494486" y="1397379"/>
                  </a:lnTo>
                  <a:lnTo>
                    <a:pt x="486823" y="1394665"/>
                  </a:lnTo>
                  <a:lnTo>
                    <a:pt x="476767" y="1408245"/>
                  </a:lnTo>
                  <a:lnTo>
                    <a:pt x="466635" y="1414514"/>
                  </a:lnTo>
                  <a:lnTo>
                    <a:pt x="459906" y="1416121"/>
                  </a:lnTo>
                  <a:lnTo>
                    <a:pt x="456279" y="1423779"/>
                  </a:lnTo>
                  <a:lnTo>
                    <a:pt x="445587" y="1431988"/>
                  </a:lnTo>
                  <a:lnTo>
                    <a:pt x="441775" y="1431635"/>
                  </a:lnTo>
                  <a:lnTo>
                    <a:pt x="446298" y="1451130"/>
                  </a:lnTo>
                  <a:lnTo>
                    <a:pt x="444541" y="1453861"/>
                  </a:lnTo>
                  <a:lnTo>
                    <a:pt x="437812" y="1457052"/>
                  </a:lnTo>
                  <a:lnTo>
                    <a:pt x="435755" y="1456125"/>
                  </a:lnTo>
                  <a:lnTo>
                    <a:pt x="422671" y="1439275"/>
                  </a:lnTo>
                  <a:lnTo>
                    <a:pt x="420465" y="1438102"/>
                  </a:lnTo>
                  <a:lnTo>
                    <a:pt x="416951" y="1439919"/>
                  </a:lnTo>
                  <a:lnTo>
                    <a:pt x="414147" y="1444483"/>
                  </a:lnTo>
                  <a:lnTo>
                    <a:pt x="414147" y="1449675"/>
                  </a:lnTo>
                  <a:lnTo>
                    <a:pt x="413175" y="1451537"/>
                  </a:lnTo>
                  <a:lnTo>
                    <a:pt x="407867" y="1456299"/>
                  </a:lnTo>
                  <a:lnTo>
                    <a:pt x="405735" y="1461335"/>
                  </a:lnTo>
                  <a:lnTo>
                    <a:pt x="403904" y="1471876"/>
                  </a:lnTo>
                  <a:lnTo>
                    <a:pt x="408689" y="1478750"/>
                  </a:lnTo>
                  <a:lnTo>
                    <a:pt x="401847" y="1489686"/>
                  </a:lnTo>
                  <a:lnTo>
                    <a:pt x="399903" y="1496991"/>
                  </a:lnTo>
                  <a:lnTo>
                    <a:pt x="400988" y="1502012"/>
                  </a:lnTo>
                  <a:lnTo>
                    <a:pt x="409361" y="1507634"/>
                  </a:lnTo>
                  <a:lnTo>
                    <a:pt x="410484" y="1510942"/>
                  </a:lnTo>
                  <a:lnTo>
                    <a:pt x="409960" y="1516477"/>
                  </a:lnTo>
                  <a:lnTo>
                    <a:pt x="412203" y="1521326"/>
                  </a:lnTo>
                  <a:lnTo>
                    <a:pt x="414110" y="1522884"/>
                  </a:lnTo>
                  <a:lnTo>
                    <a:pt x="418035" y="1520936"/>
                  </a:lnTo>
                  <a:lnTo>
                    <a:pt x="431083" y="1522772"/>
                  </a:lnTo>
                  <a:lnTo>
                    <a:pt x="432241" y="1523884"/>
                  </a:lnTo>
                  <a:lnTo>
                    <a:pt x="440279" y="1535839"/>
                  </a:lnTo>
                  <a:lnTo>
                    <a:pt x="448728" y="1552464"/>
                  </a:lnTo>
                  <a:lnTo>
                    <a:pt x="448540" y="1553937"/>
                  </a:lnTo>
                  <a:lnTo>
                    <a:pt x="447158" y="1554592"/>
                  </a:lnTo>
                  <a:lnTo>
                    <a:pt x="440391" y="1553010"/>
                  </a:lnTo>
                  <a:lnTo>
                    <a:pt x="439232" y="1554755"/>
                  </a:lnTo>
                  <a:lnTo>
                    <a:pt x="440017" y="1557587"/>
                  </a:lnTo>
                  <a:lnTo>
                    <a:pt x="454373" y="1565675"/>
                  </a:lnTo>
                  <a:lnTo>
                    <a:pt x="454672" y="1567028"/>
                  </a:lnTo>
                  <a:lnTo>
                    <a:pt x="452167" y="1567353"/>
                  </a:lnTo>
                  <a:lnTo>
                    <a:pt x="451195" y="1570109"/>
                  </a:lnTo>
                  <a:lnTo>
                    <a:pt x="442970" y="1573239"/>
                  </a:lnTo>
                  <a:lnTo>
                    <a:pt x="443942" y="1578889"/>
                  </a:lnTo>
                  <a:lnTo>
                    <a:pt x="438896" y="1577760"/>
                  </a:lnTo>
                  <a:lnTo>
                    <a:pt x="432092" y="1583662"/>
                  </a:lnTo>
                  <a:lnTo>
                    <a:pt x="425250" y="1585857"/>
                  </a:lnTo>
                  <a:lnTo>
                    <a:pt x="422596" y="1585161"/>
                  </a:lnTo>
                  <a:lnTo>
                    <a:pt x="421512" y="1586018"/>
                  </a:lnTo>
                  <a:lnTo>
                    <a:pt x="421175" y="1588209"/>
                  </a:lnTo>
                  <a:lnTo>
                    <a:pt x="417624" y="1585322"/>
                  </a:lnTo>
                  <a:lnTo>
                    <a:pt x="418895" y="1587675"/>
                  </a:lnTo>
                  <a:lnTo>
                    <a:pt x="418708" y="1590931"/>
                  </a:lnTo>
                  <a:lnTo>
                    <a:pt x="416614" y="1593010"/>
                  </a:lnTo>
                  <a:lnTo>
                    <a:pt x="415306" y="1599017"/>
                  </a:lnTo>
                  <a:lnTo>
                    <a:pt x="409773" y="1610811"/>
                  </a:lnTo>
                  <a:lnTo>
                    <a:pt x="408090" y="1609071"/>
                  </a:lnTo>
                  <a:lnTo>
                    <a:pt x="407118" y="1611812"/>
                  </a:lnTo>
                  <a:lnTo>
                    <a:pt x="402932" y="1615495"/>
                  </a:lnTo>
                  <a:lnTo>
                    <a:pt x="402109" y="1618278"/>
                  </a:lnTo>
                  <a:lnTo>
                    <a:pt x="402894" y="1622366"/>
                  </a:lnTo>
                  <a:lnTo>
                    <a:pt x="408503" y="1624615"/>
                  </a:lnTo>
                  <a:lnTo>
                    <a:pt x="414409" y="1631553"/>
                  </a:lnTo>
                  <a:lnTo>
                    <a:pt x="416951" y="1640899"/>
                  </a:lnTo>
                  <a:lnTo>
                    <a:pt x="417624" y="1647359"/>
                  </a:lnTo>
                  <a:lnTo>
                    <a:pt x="419717" y="1639293"/>
                  </a:lnTo>
                  <a:lnTo>
                    <a:pt x="421437" y="1637893"/>
                  </a:lnTo>
                  <a:lnTo>
                    <a:pt x="418596" y="1648648"/>
                  </a:lnTo>
                  <a:lnTo>
                    <a:pt x="418671" y="1656979"/>
                  </a:lnTo>
                  <a:lnTo>
                    <a:pt x="417624" y="1662203"/>
                  </a:lnTo>
                  <a:lnTo>
                    <a:pt x="421213" y="1665933"/>
                  </a:lnTo>
                  <a:lnTo>
                    <a:pt x="422746" y="1668534"/>
                  </a:lnTo>
                  <a:lnTo>
                    <a:pt x="423119" y="1672199"/>
                  </a:lnTo>
                  <a:lnTo>
                    <a:pt x="430447" y="1681431"/>
                  </a:lnTo>
                  <a:lnTo>
                    <a:pt x="436764" y="1692676"/>
                  </a:lnTo>
                  <a:lnTo>
                    <a:pt x="440690" y="1695689"/>
                  </a:lnTo>
                  <a:lnTo>
                    <a:pt x="436914" y="1702451"/>
                  </a:lnTo>
                  <a:lnTo>
                    <a:pt x="429961" y="1706396"/>
                  </a:lnTo>
                  <a:lnTo>
                    <a:pt x="425923" y="1713218"/>
                  </a:lnTo>
                  <a:lnTo>
                    <a:pt x="418820" y="1712770"/>
                  </a:lnTo>
                  <a:lnTo>
                    <a:pt x="413437" y="1710383"/>
                  </a:lnTo>
                  <a:lnTo>
                    <a:pt x="412277" y="1706496"/>
                  </a:lnTo>
                  <a:lnTo>
                    <a:pt x="402819" y="1696592"/>
                  </a:lnTo>
                  <a:lnTo>
                    <a:pt x="399119" y="1696944"/>
                  </a:lnTo>
                  <a:lnTo>
                    <a:pt x="398409" y="1694987"/>
                  </a:lnTo>
                  <a:lnTo>
                    <a:pt x="391679" y="1691620"/>
                  </a:lnTo>
                  <a:lnTo>
                    <a:pt x="386296" y="1690362"/>
                  </a:lnTo>
                  <a:lnTo>
                    <a:pt x="379754" y="1685624"/>
                  </a:lnTo>
                  <a:lnTo>
                    <a:pt x="381585" y="1678038"/>
                  </a:lnTo>
                  <a:lnTo>
                    <a:pt x="380090" y="1676821"/>
                  </a:lnTo>
                  <a:lnTo>
                    <a:pt x="373622" y="1676466"/>
                  </a:lnTo>
                  <a:lnTo>
                    <a:pt x="369809" y="1672402"/>
                  </a:lnTo>
                  <a:lnTo>
                    <a:pt x="363790" y="1670062"/>
                  </a:lnTo>
                  <a:lnTo>
                    <a:pt x="361733" y="1674029"/>
                  </a:lnTo>
                  <a:lnTo>
                    <a:pt x="359079" y="1670673"/>
                  </a:lnTo>
                  <a:lnTo>
                    <a:pt x="356200" y="1670316"/>
                  </a:lnTo>
                  <a:lnTo>
                    <a:pt x="344836" y="1675451"/>
                  </a:lnTo>
                  <a:lnTo>
                    <a:pt x="342107" y="1675299"/>
                  </a:lnTo>
                  <a:lnTo>
                    <a:pt x="340275" y="1674029"/>
                  </a:lnTo>
                  <a:lnTo>
                    <a:pt x="341210" y="1670368"/>
                  </a:lnTo>
                  <a:lnTo>
                    <a:pt x="326779" y="1663482"/>
                  </a:lnTo>
                  <a:lnTo>
                    <a:pt x="324760" y="1660566"/>
                  </a:lnTo>
                  <a:lnTo>
                    <a:pt x="319975" y="1658363"/>
                  </a:lnTo>
                  <a:lnTo>
                    <a:pt x="315938" y="1658773"/>
                  </a:lnTo>
                  <a:lnTo>
                    <a:pt x="312872" y="1656825"/>
                  </a:lnTo>
                  <a:lnTo>
                    <a:pt x="305208" y="1657748"/>
                  </a:lnTo>
                  <a:lnTo>
                    <a:pt x="295450" y="1656927"/>
                  </a:lnTo>
                  <a:lnTo>
                    <a:pt x="290852" y="1653693"/>
                  </a:lnTo>
                  <a:lnTo>
                    <a:pt x="285133" y="1652510"/>
                  </a:lnTo>
                  <a:lnTo>
                    <a:pt x="276086" y="1647978"/>
                  </a:lnTo>
                  <a:lnTo>
                    <a:pt x="273432" y="1648596"/>
                  </a:lnTo>
                  <a:lnTo>
                    <a:pt x="265767" y="1646946"/>
                  </a:lnTo>
                  <a:lnTo>
                    <a:pt x="264384" y="1647411"/>
                  </a:lnTo>
                  <a:lnTo>
                    <a:pt x="262178" y="1651223"/>
                  </a:lnTo>
                  <a:lnTo>
                    <a:pt x="236009" y="1626235"/>
                  </a:lnTo>
                  <a:lnTo>
                    <a:pt x="224869" y="1622366"/>
                  </a:lnTo>
                  <a:lnTo>
                    <a:pt x="218027" y="1614233"/>
                  </a:lnTo>
                  <a:lnTo>
                    <a:pt x="214962" y="1615337"/>
                  </a:lnTo>
                  <a:lnTo>
                    <a:pt x="210625" y="1614339"/>
                  </a:lnTo>
                  <a:lnTo>
                    <a:pt x="207634" y="1611654"/>
                  </a:lnTo>
                  <a:lnTo>
                    <a:pt x="204569" y="1606272"/>
                  </a:lnTo>
                  <a:lnTo>
                    <a:pt x="193092" y="1601722"/>
                  </a:lnTo>
                  <a:lnTo>
                    <a:pt x="192419" y="1599972"/>
                  </a:lnTo>
                  <a:lnTo>
                    <a:pt x="199111" y="1596893"/>
                  </a:lnTo>
                  <a:lnTo>
                    <a:pt x="194512" y="1594447"/>
                  </a:lnTo>
                  <a:lnTo>
                    <a:pt x="196045" y="1593329"/>
                  </a:lnTo>
                  <a:lnTo>
                    <a:pt x="197540" y="1592850"/>
                  </a:lnTo>
                  <a:lnTo>
                    <a:pt x="204755" y="1597424"/>
                  </a:lnTo>
                  <a:lnTo>
                    <a:pt x="213766" y="1594287"/>
                  </a:lnTo>
                  <a:lnTo>
                    <a:pt x="214289" y="1591038"/>
                  </a:lnTo>
                  <a:lnTo>
                    <a:pt x="212980" y="1590664"/>
                  </a:lnTo>
                  <a:lnTo>
                    <a:pt x="213056" y="1588743"/>
                  </a:lnTo>
                  <a:lnTo>
                    <a:pt x="217803" y="1581787"/>
                  </a:lnTo>
                  <a:lnTo>
                    <a:pt x="219709" y="1575716"/>
                  </a:lnTo>
                  <a:lnTo>
                    <a:pt x="221391" y="1574370"/>
                  </a:lnTo>
                  <a:lnTo>
                    <a:pt x="222625" y="1575285"/>
                  </a:lnTo>
                  <a:lnTo>
                    <a:pt x="222738" y="1577760"/>
                  </a:lnTo>
                  <a:lnTo>
                    <a:pt x="224906" y="1572969"/>
                  </a:lnTo>
                  <a:lnTo>
                    <a:pt x="231337" y="1573077"/>
                  </a:lnTo>
                  <a:lnTo>
                    <a:pt x="222700" y="1563942"/>
                  </a:lnTo>
                  <a:lnTo>
                    <a:pt x="219299" y="1563616"/>
                  </a:lnTo>
                  <a:lnTo>
                    <a:pt x="216233" y="1556662"/>
                  </a:lnTo>
                  <a:lnTo>
                    <a:pt x="220419" y="1557206"/>
                  </a:lnTo>
                  <a:lnTo>
                    <a:pt x="225878" y="1554700"/>
                  </a:lnTo>
                  <a:lnTo>
                    <a:pt x="231485" y="1555845"/>
                  </a:lnTo>
                  <a:lnTo>
                    <a:pt x="230214" y="1551318"/>
                  </a:lnTo>
                  <a:lnTo>
                    <a:pt x="247486" y="1544255"/>
                  </a:lnTo>
                  <a:lnTo>
                    <a:pt x="247973" y="1542389"/>
                  </a:lnTo>
                  <a:lnTo>
                    <a:pt x="245916" y="1537438"/>
                  </a:lnTo>
                  <a:lnTo>
                    <a:pt x="242365" y="1537328"/>
                  </a:lnTo>
                  <a:lnTo>
                    <a:pt x="240383" y="1540245"/>
                  </a:lnTo>
                  <a:lnTo>
                    <a:pt x="234963" y="1541235"/>
                  </a:lnTo>
                  <a:lnTo>
                    <a:pt x="232570" y="1541015"/>
                  </a:lnTo>
                  <a:lnTo>
                    <a:pt x="236907" y="1537659"/>
                  </a:lnTo>
                  <a:lnTo>
                    <a:pt x="233093" y="1538320"/>
                  </a:lnTo>
                  <a:lnTo>
                    <a:pt x="225542" y="1542828"/>
                  </a:lnTo>
                  <a:lnTo>
                    <a:pt x="225280" y="1540300"/>
                  </a:lnTo>
                  <a:lnTo>
                    <a:pt x="226924" y="1537163"/>
                  </a:lnTo>
                  <a:lnTo>
                    <a:pt x="225280" y="1535839"/>
                  </a:lnTo>
                  <a:lnTo>
                    <a:pt x="227075" y="1528488"/>
                  </a:lnTo>
                  <a:lnTo>
                    <a:pt x="234402" y="1525216"/>
                  </a:lnTo>
                  <a:lnTo>
                    <a:pt x="238178" y="1519934"/>
                  </a:lnTo>
                  <a:lnTo>
                    <a:pt x="257169" y="1519711"/>
                  </a:lnTo>
                  <a:lnTo>
                    <a:pt x="258029" y="1518374"/>
                  </a:lnTo>
                  <a:lnTo>
                    <a:pt x="257992" y="1515975"/>
                  </a:lnTo>
                  <a:lnTo>
                    <a:pt x="261767" y="1506511"/>
                  </a:lnTo>
                  <a:lnTo>
                    <a:pt x="259450" y="1505444"/>
                  </a:lnTo>
                  <a:lnTo>
                    <a:pt x="260346" y="1503644"/>
                  </a:lnTo>
                  <a:lnTo>
                    <a:pt x="259225" y="1497952"/>
                  </a:lnTo>
                  <a:lnTo>
                    <a:pt x="255262" y="1496426"/>
                  </a:lnTo>
                  <a:lnTo>
                    <a:pt x="256496" y="1491785"/>
                  </a:lnTo>
                  <a:lnTo>
                    <a:pt x="258328" y="1489629"/>
                  </a:lnTo>
                  <a:lnTo>
                    <a:pt x="262702" y="1489175"/>
                  </a:lnTo>
                  <a:lnTo>
                    <a:pt x="257506" y="1486220"/>
                  </a:lnTo>
                  <a:lnTo>
                    <a:pt x="256122" y="1483259"/>
                  </a:lnTo>
                  <a:lnTo>
                    <a:pt x="260346" y="1481491"/>
                  </a:lnTo>
                  <a:lnTo>
                    <a:pt x="264908" y="1475546"/>
                  </a:lnTo>
                  <a:lnTo>
                    <a:pt x="265244" y="1471819"/>
                  </a:lnTo>
                  <a:lnTo>
                    <a:pt x="263823" y="1469808"/>
                  </a:lnTo>
                  <a:lnTo>
                    <a:pt x="264310" y="1465145"/>
                  </a:lnTo>
                  <a:lnTo>
                    <a:pt x="258066" y="1465318"/>
                  </a:lnTo>
                  <a:lnTo>
                    <a:pt x="251487" y="1460294"/>
                  </a:lnTo>
                  <a:lnTo>
                    <a:pt x="248160" y="1459889"/>
                  </a:lnTo>
                  <a:lnTo>
                    <a:pt x="245505" y="1456183"/>
                  </a:lnTo>
                  <a:lnTo>
                    <a:pt x="240159" y="1457226"/>
                  </a:lnTo>
                  <a:lnTo>
                    <a:pt x="234551" y="1453048"/>
                  </a:lnTo>
                  <a:lnTo>
                    <a:pt x="230476" y="1452700"/>
                  </a:lnTo>
                  <a:lnTo>
                    <a:pt x="226476" y="1449849"/>
                  </a:lnTo>
                  <a:lnTo>
                    <a:pt x="224794" y="1450722"/>
                  </a:lnTo>
                  <a:lnTo>
                    <a:pt x="224159" y="1453513"/>
                  </a:lnTo>
                  <a:lnTo>
                    <a:pt x="222064" y="1454152"/>
                  </a:lnTo>
                  <a:lnTo>
                    <a:pt x="214962" y="1448043"/>
                  </a:lnTo>
                  <a:lnTo>
                    <a:pt x="212420" y="1442086"/>
                  </a:lnTo>
                  <a:lnTo>
                    <a:pt x="209093" y="1438219"/>
                  </a:lnTo>
                  <a:lnTo>
                    <a:pt x="195335" y="1442086"/>
                  </a:lnTo>
                  <a:lnTo>
                    <a:pt x="192419" y="1444776"/>
                  </a:lnTo>
                  <a:lnTo>
                    <a:pt x="189952" y="1442437"/>
                  </a:lnTo>
                  <a:lnTo>
                    <a:pt x="185914" y="1442437"/>
                  </a:lnTo>
                  <a:lnTo>
                    <a:pt x="181988" y="1438278"/>
                  </a:lnTo>
                  <a:lnTo>
                    <a:pt x="177278" y="1437339"/>
                  </a:lnTo>
                  <a:lnTo>
                    <a:pt x="172791" y="1440330"/>
                  </a:lnTo>
                  <a:lnTo>
                    <a:pt x="171072" y="1439568"/>
                  </a:lnTo>
                  <a:lnTo>
                    <a:pt x="167334" y="1433990"/>
                  </a:lnTo>
                  <a:lnTo>
                    <a:pt x="166922" y="1431694"/>
                  </a:lnTo>
                  <a:lnTo>
                    <a:pt x="167932" y="1427860"/>
                  </a:lnTo>
                  <a:lnTo>
                    <a:pt x="165315" y="1420519"/>
                  </a:lnTo>
                  <a:lnTo>
                    <a:pt x="165277" y="1417430"/>
                  </a:lnTo>
                  <a:lnTo>
                    <a:pt x="162063" y="1416895"/>
                  </a:lnTo>
                  <a:lnTo>
                    <a:pt x="160118" y="1412188"/>
                  </a:lnTo>
                  <a:lnTo>
                    <a:pt x="153800" y="1413322"/>
                  </a:lnTo>
                  <a:lnTo>
                    <a:pt x="142473" y="1410457"/>
                  </a:lnTo>
                  <a:lnTo>
                    <a:pt x="143744" y="1407647"/>
                  </a:lnTo>
                  <a:lnTo>
                    <a:pt x="142809" y="1406869"/>
                  </a:lnTo>
                  <a:lnTo>
                    <a:pt x="142175" y="1400509"/>
                  </a:lnTo>
                  <a:lnTo>
                    <a:pt x="140530" y="1396294"/>
                  </a:lnTo>
                  <a:lnTo>
                    <a:pt x="145912" y="1395088"/>
                  </a:lnTo>
                  <a:lnTo>
                    <a:pt x="146286" y="1392914"/>
                  </a:lnTo>
                  <a:lnTo>
                    <a:pt x="140379" y="1386192"/>
                  </a:lnTo>
                  <a:lnTo>
                    <a:pt x="136417" y="1376999"/>
                  </a:lnTo>
                  <a:lnTo>
                    <a:pt x="132529" y="1373881"/>
                  </a:lnTo>
                  <a:lnTo>
                    <a:pt x="120342" y="1374004"/>
                  </a:lnTo>
                  <a:lnTo>
                    <a:pt x="113238" y="1376999"/>
                  </a:lnTo>
                  <a:lnTo>
                    <a:pt x="105537" y="1375105"/>
                  </a:lnTo>
                  <a:lnTo>
                    <a:pt x="104005" y="1376327"/>
                  </a:lnTo>
                  <a:lnTo>
                    <a:pt x="102359" y="1381694"/>
                  </a:lnTo>
                  <a:lnTo>
                    <a:pt x="99031" y="1383823"/>
                  </a:lnTo>
                  <a:lnTo>
                    <a:pt x="91555" y="1382120"/>
                  </a:lnTo>
                  <a:lnTo>
                    <a:pt x="87705" y="1374982"/>
                  </a:lnTo>
                  <a:lnTo>
                    <a:pt x="88489" y="1367012"/>
                  </a:lnTo>
                  <a:lnTo>
                    <a:pt x="86658" y="1363996"/>
                  </a:lnTo>
                  <a:lnTo>
                    <a:pt x="86508" y="1361777"/>
                  </a:lnTo>
                  <a:lnTo>
                    <a:pt x="87443" y="1359678"/>
                  </a:lnTo>
                  <a:lnTo>
                    <a:pt x="81088" y="1350818"/>
                  </a:lnTo>
                  <a:lnTo>
                    <a:pt x="84377" y="1344653"/>
                  </a:lnTo>
                  <a:lnTo>
                    <a:pt x="89574" y="1344466"/>
                  </a:lnTo>
                  <a:lnTo>
                    <a:pt x="93350" y="1347770"/>
                  </a:lnTo>
                  <a:lnTo>
                    <a:pt x="99444" y="1348268"/>
                  </a:lnTo>
                  <a:lnTo>
                    <a:pt x="105350" y="1344154"/>
                  </a:lnTo>
                  <a:lnTo>
                    <a:pt x="106247" y="1342030"/>
                  </a:lnTo>
                  <a:lnTo>
                    <a:pt x="111107" y="1339778"/>
                  </a:lnTo>
                  <a:lnTo>
                    <a:pt x="111145" y="1336895"/>
                  </a:lnTo>
                  <a:lnTo>
                    <a:pt x="106247" y="1332434"/>
                  </a:lnTo>
                  <a:lnTo>
                    <a:pt x="105313" y="1329979"/>
                  </a:lnTo>
                  <a:lnTo>
                    <a:pt x="105836" y="1327329"/>
                  </a:lnTo>
                  <a:lnTo>
                    <a:pt x="100639" y="1324232"/>
                  </a:lnTo>
                  <a:lnTo>
                    <a:pt x="91368" y="1323156"/>
                  </a:lnTo>
                  <a:lnTo>
                    <a:pt x="92864" y="1318781"/>
                  </a:lnTo>
                  <a:lnTo>
                    <a:pt x="92864" y="1315411"/>
                  </a:lnTo>
                  <a:lnTo>
                    <a:pt x="84079" y="1309544"/>
                  </a:lnTo>
                  <a:lnTo>
                    <a:pt x="79554" y="1300377"/>
                  </a:lnTo>
                  <a:lnTo>
                    <a:pt x="77274" y="1299026"/>
                  </a:lnTo>
                  <a:lnTo>
                    <a:pt x="78882" y="1294255"/>
                  </a:lnTo>
                  <a:lnTo>
                    <a:pt x="71517" y="1288562"/>
                  </a:lnTo>
                  <a:lnTo>
                    <a:pt x="72190" y="1283821"/>
                  </a:lnTo>
                  <a:lnTo>
                    <a:pt x="75255" y="1278870"/>
                  </a:lnTo>
                  <a:lnTo>
                    <a:pt x="74844" y="1275734"/>
                  </a:lnTo>
                  <a:lnTo>
                    <a:pt x="71853" y="1270624"/>
                  </a:lnTo>
                  <a:lnTo>
                    <a:pt x="73648" y="1266285"/>
                  </a:lnTo>
                  <a:lnTo>
                    <a:pt x="73273" y="1258960"/>
                  </a:lnTo>
                  <a:lnTo>
                    <a:pt x="69946" y="1258033"/>
                  </a:lnTo>
                  <a:lnTo>
                    <a:pt x="64413" y="1251929"/>
                  </a:lnTo>
                  <a:lnTo>
                    <a:pt x="59778" y="1249800"/>
                  </a:lnTo>
                  <a:lnTo>
                    <a:pt x="53647" y="1249800"/>
                  </a:lnTo>
                  <a:lnTo>
                    <a:pt x="44188" y="1255714"/>
                  </a:lnTo>
                  <a:lnTo>
                    <a:pt x="41497" y="1252062"/>
                  </a:lnTo>
                  <a:lnTo>
                    <a:pt x="42395" y="1247334"/>
                  </a:lnTo>
                  <a:lnTo>
                    <a:pt x="40040" y="1245265"/>
                  </a:lnTo>
                  <a:lnTo>
                    <a:pt x="34843" y="1243259"/>
                  </a:lnTo>
                  <a:lnTo>
                    <a:pt x="29909" y="1246200"/>
                  </a:lnTo>
                  <a:lnTo>
                    <a:pt x="25123" y="1240648"/>
                  </a:lnTo>
                  <a:lnTo>
                    <a:pt x="19291" y="1241988"/>
                  </a:lnTo>
                  <a:lnTo>
                    <a:pt x="16487" y="1238703"/>
                  </a:lnTo>
                  <a:lnTo>
                    <a:pt x="17609" y="1234335"/>
                  </a:lnTo>
                  <a:lnTo>
                    <a:pt x="16936" y="1229615"/>
                  </a:lnTo>
                  <a:lnTo>
                    <a:pt x="15552" y="1223660"/>
                  </a:lnTo>
                  <a:lnTo>
                    <a:pt x="11178" y="1216249"/>
                  </a:lnTo>
                  <a:lnTo>
                    <a:pt x="10953" y="1213110"/>
                  </a:lnTo>
                  <a:lnTo>
                    <a:pt x="9383" y="1211469"/>
                  </a:lnTo>
                  <a:lnTo>
                    <a:pt x="5907" y="1212290"/>
                  </a:lnTo>
                  <a:lnTo>
                    <a:pt x="7552" y="1204338"/>
                  </a:lnTo>
                  <a:lnTo>
                    <a:pt x="9869" y="1198966"/>
                  </a:lnTo>
                  <a:lnTo>
                    <a:pt x="9832" y="1195166"/>
                  </a:lnTo>
                  <a:lnTo>
                    <a:pt x="3813" y="1189967"/>
                  </a:lnTo>
                  <a:lnTo>
                    <a:pt x="3253" y="1186908"/>
                  </a:lnTo>
                  <a:lnTo>
                    <a:pt x="0" y="1185307"/>
                  </a:lnTo>
                  <a:lnTo>
                    <a:pt x="935" y="1180771"/>
                  </a:lnTo>
                  <a:lnTo>
                    <a:pt x="3888" y="1175589"/>
                  </a:lnTo>
                  <a:lnTo>
                    <a:pt x="8823" y="1172850"/>
                  </a:lnTo>
                  <a:lnTo>
                    <a:pt x="6617" y="1170317"/>
                  </a:lnTo>
                  <a:lnTo>
                    <a:pt x="3065" y="1159075"/>
                  </a:lnTo>
                  <a:lnTo>
                    <a:pt x="3664" y="1150603"/>
                  </a:lnTo>
                  <a:lnTo>
                    <a:pt x="1645" y="1136534"/>
                  </a:lnTo>
                  <a:lnTo>
                    <a:pt x="8374" y="1125888"/>
                  </a:lnTo>
                  <a:lnTo>
                    <a:pt x="11290" y="1116771"/>
                  </a:lnTo>
                  <a:lnTo>
                    <a:pt x="16524" y="1112814"/>
                  </a:lnTo>
                  <a:lnTo>
                    <a:pt x="13646" y="1108330"/>
                  </a:lnTo>
                  <a:lnTo>
                    <a:pt x="14730" y="1105456"/>
                  </a:lnTo>
                  <a:lnTo>
                    <a:pt x="13683" y="1098503"/>
                  </a:lnTo>
                  <a:lnTo>
                    <a:pt x="14617" y="1096128"/>
                  </a:lnTo>
                  <a:lnTo>
                    <a:pt x="16113" y="1095905"/>
                  </a:lnTo>
                  <a:lnTo>
                    <a:pt x="20337" y="1099763"/>
                  </a:lnTo>
                  <a:lnTo>
                    <a:pt x="24151" y="1093303"/>
                  </a:lnTo>
                  <a:lnTo>
                    <a:pt x="28937" y="1095088"/>
                  </a:lnTo>
                  <a:lnTo>
                    <a:pt x="33085" y="1094195"/>
                  </a:lnTo>
                  <a:lnTo>
                    <a:pt x="37235" y="1087111"/>
                  </a:lnTo>
                  <a:lnTo>
                    <a:pt x="57498" y="1092335"/>
                  </a:lnTo>
                  <a:lnTo>
                    <a:pt x="58544" y="1088829"/>
                  </a:lnTo>
                  <a:lnTo>
                    <a:pt x="54470" y="1085989"/>
                  </a:lnTo>
                  <a:lnTo>
                    <a:pt x="49161" y="1078937"/>
                  </a:lnTo>
                  <a:lnTo>
                    <a:pt x="35628" y="1079087"/>
                  </a:lnTo>
                  <a:lnTo>
                    <a:pt x="30281" y="1073209"/>
                  </a:lnTo>
                  <a:lnTo>
                    <a:pt x="26768" y="1071395"/>
                  </a:lnTo>
                  <a:lnTo>
                    <a:pt x="23627" y="1064495"/>
                  </a:lnTo>
                  <a:lnTo>
                    <a:pt x="26320" y="1066546"/>
                  </a:lnTo>
                  <a:lnTo>
                    <a:pt x="26917" y="1061451"/>
                  </a:lnTo>
                  <a:lnTo>
                    <a:pt x="24039" y="1058630"/>
                  </a:lnTo>
                  <a:lnTo>
                    <a:pt x="17123" y="1063126"/>
                  </a:lnTo>
                  <a:lnTo>
                    <a:pt x="9197" y="1064647"/>
                  </a:lnTo>
                  <a:lnTo>
                    <a:pt x="21870" y="1049284"/>
                  </a:lnTo>
                  <a:lnTo>
                    <a:pt x="39404" y="1032502"/>
                  </a:lnTo>
                  <a:lnTo>
                    <a:pt x="74396" y="986999"/>
                  </a:lnTo>
                  <a:lnTo>
                    <a:pt x="81648" y="976008"/>
                  </a:lnTo>
                  <a:lnTo>
                    <a:pt x="86807" y="961649"/>
                  </a:lnTo>
                  <a:lnTo>
                    <a:pt x="86283" y="958446"/>
                  </a:lnTo>
                  <a:lnTo>
                    <a:pt x="79480" y="946803"/>
                  </a:lnTo>
                  <a:lnTo>
                    <a:pt x="63629" y="933130"/>
                  </a:lnTo>
                  <a:lnTo>
                    <a:pt x="54769" y="922361"/>
                  </a:lnTo>
                  <a:lnTo>
                    <a:pt x="59292" y="919147"/>
                  </a:lnTo>
                  <a:lnTo>
                    <a:pt x="65423" y="908860"/>
                  </a:lnTo>
                  <a:lnTo>
                    <a:pt x="65872" y="906212"/>
                  </a:lnTo>
                  <a:lnTo>
                    <a:pt x="65086" y="898579"/>
                  </a:lnTo>
                  <a:lnTo>
                    <a:pt x="57198" y="892372"/>
                  </a:lnTo>
                  <a:lnTo>
                    <a:pt x="54656" y="884745"/>
                  </a:lnTo>
                  <a:lnTo>
                    <a:pt x="57423" y="878909"/>
                  </a:lnTo>
                  <a:lnTo>
                    <a:pt x="57236" y="874624"/>
                  </a:lnTo>
                  <a:lnTo>
                    <a:pt x="50432" y="871204"/>
                  </a:lnTo>
                  <a:lnTo>
                    <a:pt x="46731" y="863100"/>
                  </a:lnTo>
                  <a:lnTo>
                    <a:pt x="47104" y="859650"/>
                  </a:lnTo>
                  <a:lnTo>
                    <a:pt x="51366" y="854412"/>
                  </a:lnTo>
                  <a:lnTo>
                    <a:pt x="50993" y="851474"/>
                  </a:lnTo>
                  <a:lnTo>
                    <a:pt x="46805" y="849333"/>
                  </a:lnTo>
                  <a:lnTo>
                    <a:pt x="49011" y="844950"/>
                  </a:lnTo>
                  <a:lnTo>
                    <a:pt x="49310" y="838123"/>
                  </a:lnTo>
                  <a:lnTo>
                    <a:pt x="51180" y="833342"/>
                  </a:lnTo>
                  <a:lnTo>
                    <a:pt x="49048" y="830537"/>
                  </a:lnTo>
                  <a:lnTo>
                    <a:pt x="56936" y="827635"/>
                  </a:lnTo>
                  <a:lnTo>
                    <a:pt x="56750" y="822359"/>
                  </a:lnTo>
                  <a:lnTo>
                    <a:pt x="52937" y="806863"/>
                  </a:lnTo>
                  <a:lnTo>
                    <a:pt x="35553" y="765153"/>
                  </a:lnTo>
                  <a:lnTo>
                    <a:pt x="35964" y="760955"/>
                  </a:lnTo>
                  <a:lnTo>
                    <a:pt x="39217" y="754248"/>
                  </a:lnTo>
                  <a:lnTo>
                    <a:pt x="53722" y="730006"/>
                  </a:lnTo>
                  <a:lnTo>
                    <a:pt x="54694" y="723431"/>
                  </a:lnTo>
                  <a:lnTo>
                    <a:pt x="41310" y="701702"/>
                  </a:lnTo>
                  <a:lnTo>
                    <a:pt x="27628" y="694578"/>
                  </a:lnTo>
                  <a:lnTo>
                    <a:pt x="23179" y="677765"/>
                  </a:lnTo>
                  <a:lnTo>
                    <a:pt x="23366" y="675009"/>
                  </a:lnTo>
                  <a:lnTo>
                    <a:pt x="29011" y="661658"/>
                  </a:lnTo>
                  <a:lnTo>
                    <a:pt x="29459" y="657729"/>
                  </a:lnTo>
                  <a:lnTo>
                    <a:pt x="22020" y="653995"/>
                  </a:lnTo>
                  <a:lnTo>
                    <a:pt x="36637" y="645554"/>
                  </a:lnTo>
                  <a:lnTo>
                    <a:pt x="38544" y="642832"/>
                  </a:lnTo>
                  <a:lnTo>
                    <a:pt x="42244" y="631043"/>
                  </a:lnTo>
                  <a:lnTo>
                    <a:pt x="54806" y="625532"/>
                  </a:lnTo>
                  <a:lnTo>
                    <a:pt x="58358" y="619036"/>
                  </a:lnTo>
                  <a:lnTo>
                    <a:pt x="58694" y="611004"/>
                  </a:lnTo>
                  <a:lnTo>
                    <a:pt x="67740" y="617220"/>
                  </a:lnTo>
                  <a:lnTo>
                    <a:pt x="72825" y="616899"/>
                  </a:lnTo>
                  <a:lnTo>
                    <a:pt x="74134" y="610144"/>
                  </a:lnTo>
                  <a:lnTo>
                    <a:pt x="73012" y="602163"/>
                  </a:lnTo>
                  <a:lnTo>
                    <a:pt x="87069" y="607346"/>
                  </a:lnTo>
                  <a:lnTo>
                    <a:pt x="89536" y="605944"/>
                  </a:lnTo>
                  <a:lnTo>
                    <a:pt x="92078" y="600215"/>
                  </a:lnTo>
                  <a:lnTo>
                    <a:pt x="96453" y="600648"/>
                  </a:lnTo>
                  <a:lnTo>
                    <a:pt x="97125" y="599131"/>
                  </a:lnTo>
                  <a:lnTo>
                    <a:pt x="95855" y="594350"/>
                  </a:lnTo>
                  <a:lnTo>
                    <a:pt x="96153" y="591953"/>
                  </a:lnTo>
                  <a:lnTo>
                    <a:pt x="117426" y="605836"/>
                  </a:lnTo>
                  <a:lnTo>
                    <a:pt x="117126" y="611648"/>
                  </a:lnTo>
                  <a:lnTo>
                    <a:pt x="115482" y="613043"/>
                  </a:lnTo>
                  <a:lnTo>
                    <a:pt x="100154" y="608746"/>
                  </a:lnTo>
                  <a:lnTo>
                    <a:pt x="98397" y="611219"/>
                  </a:lnTo>
                  <a:lnTo>
                    <a:pt x="103331" y="615936"/>
                  </a:lnTo>
                  <a:lnTo>
                    <a:pt x="104341" y="620316"/>
                  </a:lnTo>
                  <a:lnTo>
                    <a:pt x="117238" y="620850"/>
                  </a:lnTo>
                  <a:lnTo>
                    <a:pt x="117687" y="622341"/>
                  </a:lnTo>
                  <a:lnTo>
                    <a:pt x="116042" y="626063"/>
                  </a:lnTo>
                  <a:lnTo>
                    <a:pt x="116827" y="627018"/>
                  </a:lnTo>
                  <a:lnTo>
                    <a:pt x="126696" y="623406"/>
                  </a:lnTo>
                  <a:lnTo>
                    <a:pt x="125837" y="632839"/>
                  </a:lnTo>
                  <a:lnTo>
                    <a:pt x="124042" y="639580"/>
                  </a:lnTo>
                  <a:lnTo>
                    <a:pt x="120191" y="644403"/>
                  </a:lnTo>
                  <a:lnTo>
                    <a:pt x="126286" y="640840"/>
                  </a:lnTo>
                  <a:lnTo>
                    <a:pt x="131482" y="630302"/>
                  </a:lnTo>
                  <a:lnTo>
                    <a:pt x="142772" y="630196"/>
                  </a:lnTo>
                  <a:lnTo>
                    <a:pt x="158997" y="635582"/>
                  </a:lnTo>
                  <a:lnTo>
                    <a:pt x="164792" y="632417"/>
                  </a:lnTo>
                  <a:lnTo>
                    <a:pt x="176605" y="637267"/>
                  </a:lnTo>
                  <a:lnTo>
                    <a:pt x="215485" y="666193"/>
                  </a:lnTo>
                  <a:lnTo>
                    <a:pt x="230028" y="685287"/>
                  </a:lnTo>
                  <a:lnTo>
                    <a:pt x="238364" y="687009"/>
                  </a:lnTo>
                  <a:lnTo>
                    <a:pt x="253692" y="701102"/>
                  </a:lnTo>
                  <a:lnTo>
                    <a:pt x="258964" y="701903"/>
                  </a:lnTo>
                  <a:lnTo>
                    <a:pt x="257356" y="696087"/>
                  </a:lnTo>
                  <a:lnTo>
                    <a:pt x="258665" y="696689"/>
                  </a:lnTo>
                  <a:lnTo>
                    <a:pt x="270553" y="714447"/>
                  </a:lnTo>
                  <a:lnTo>
                    <a:pt x="282702" y="720871"/>
                  </a:lnTo>
                  <a:lnTo>
                    <a:pt x="284684" y="735574"/>
                  </a:lnTo>
                  <a:lnTo>
                    <a:pt x="286180" y="738689"/>
                  </a:lnTo>
                  <a:lnTo>
                    <a:pt x="286180" y="745090"/>
                  </a:lnTo>
                  <a:lnTo>
                    <a:pt x="290852" y="748182"/>
                  </a:lnTo>
                  <a:lnTo>
                    <a:pt x="289133" y="763914"/>
                  </a:lnTo>
                  <a:lnTo>
                    <a:pt x="287338" y="768577"/>
                  </a:lnTo>
                  <a:lnTo>
                    <a:pt x="273469" y="788470"/>
                  </a:lnTo>
                  <a:lnTo>
                    <a:pt x="264795" y="796118"/>
                  </a:lnTo>
                  <a:lnTo>
                    <a:pt x="247860" y="804739"/>
                  </a:lnTo>
                  <a:lnTo>
                    <a:pt x="234664" y="807969"/>
                  </a:lnTo>
                  <a:lnTo>
                    <a:pt x="219037" y="806586"/>
                  </a:lnTo>
                  <a:lnTo>
                    <a:pt x="199970" y="797513"/>
                  </a:lnTo>
                  <a:lnTo>
                    <a:pt x="169464" y="791086"/>
                  </a:lnTo>
                  <a:lnTo>
                    <a:pt x="155146" y="779928"/>
                  </a:lnTo>
                  <a:lnTo>
                    <a:pt x="148044" y="783126"/>
                  </a:lnTo>
                  <a:lnTo>
                    <a:pt x="146249" y="779834"/>
                  </a:lnTo>
                  <a:lnTo>
                    <a:pt x="147408" y="777854"/>
                  </a:lnTo>
                  <a:lnTo>
                    <a:pt x="135818" y="774927"/>
                  </a:lnTo>
                  <a:lnTo>
                    <a:pt x="129613" y="770761"/>
                  </a:lnTo>
                  <a:lnTo>
                    <a:pt x="127258" y="771898"/>
                  </a:lnTo>
                  <a:lnTo>
                    <a:pt x="120379" y="767627"/>
                  </a:lnTo>
                  <a:lnTo>
                    <a:pt x="114098" y="758276"/>
                  </a:lnTo>
                  <a:lnTo>
                    <a:pt x="115818" y="754824"/>
                  </a:lnTo>
                  <a:lnTo>
                    <a:pt x="104789" y="751267"/>
                  </a:lnTo>
                  <a:lnTo>
                    <a:pt x="94322" y="750785"/>
                  </a:lnTo>
                  <a:lnTo>
                    <a:pt x="100677" y="753383"/>
                  </a:lnTo>
                  <a:lnTo>
                    <a:pt x="106883" y="759234"/>
                  </a:lnTo>
                  <a:lnTo>
                    <a:pt x="106098" y="763819"/>
                  </a:lnTo>
                  <a:lnTo>
                    <a:pt x="114397" y="774170"/>
                  </a:lnTo>
                  <a:lnTo>
                    <a:pt x="121015" y="776344"/>
                  </a:lnTo>
                  <a:lnTo>
                    <a:pt x="121762" y="784065"/>
                  </a:lnTo>
                  <a:lnTo>
                    <a:pt x="130884" y="788657"/>
                  </a:lnTo>
                  <a:lnTo>
                    <a:pt x="129575" y="791740"/>
                  </a:lnTo>
                  <a:lnTo>
                    <a:pt x="124752" y="794536"/>
                  </a:lnTo>
                  <a:lnTo>
                    <a:pt x="140342" y="799926"/>
                  </a:lnTo>
                  <a:lnTo>
                    <a:pt x="146323" y="804924"/>
                  </a:lnTo>
                  <a:lnTo>
                    <a:pt x="152380" y="813946"/>
                  </a:lnTo>
                  <a:lnTo>
                    <a:pt x="154361" y="818434"/>
                  </a:lnTo>
                  <a:lnTo>
                    <a:pt x="154174" y="823270"/>
                  </a:lnTo>
                  <a:lnTo>
                    <a:pt x="150810" y="836321"/>
                  </a:lnTo>
                  <a:lnTo>
                    <a:pt x="146473" y="841990"/>
                  </a:lnTo>
                  <a:lnTo>
                    <a:pt x="151969" y="853256"/>
                  </a:lnTo>
                  <a:lnTo>
                    <a:pt x="154698" y="862305"/>
                  </a:lnTo>
                  <a:lnTo>
                    <a:pt x="155296" y="871380"/>
                  </a:lnTo>
                  <a:lnTo>
                    <a:pt x="157801" y="873485"/>
                  </a:lnTo>
                  <a:lnTo>
                    <a:pt x="155857" y="875937"/>
                  </a:lnTo>
                  <a:lnTo>
                    <a:pt x="156081" y="883006"/>
                  </a:lnTo>
                  <a:lnTo>
                    <a:pt x="159521" y="888824"/>
                  </a:lnTo>
                  <a:lnTo>
                    <a:pt x="167745" y="893322"/>
                  </a:lnTo>
                  <a:lnTo>
                    <a:pt x="172232" y="891767"/>
                  </a:lnTo>
                  <a:lnTo>
                    <a:pt x="182586" y="900813"/>
                  </a:lnTo>
                  <a:lnTo>
                    <a:pt x="187147" y="909713"/>
                  </a:lnTo>
                  <a:lnTo>
                    <a:pt x="209504" y="918639"/>
                  </a:lnTo>
                  <a:lnTo>
                    <a:pt x="213541" y="914906"/>
                  </a:lnTo>
                  <a:lnTo>
                    <a:pt x="220419" y="912270"/>
                  </a:lnTo>
                  <a:lnTo>
                    <a:pt x="222551" y="908604"/>
                  </a:lnTo>
                  <a:lnTo>
                    <a:pt x="222401" y="905528"/>
                  </a:lnTo>
                  <a:lnTo>
                    <a:pt x="220607" y="899955"/>
                  </a:lnTo>
                  <a:lnTo>
                    <a:pt x="220121" y="894617"/>
                  </a:lnTo>
                  <a:lnTo>
                    <a:pt x="215710" y="890902"/>
                  </a:lnTo>
                  <a:lnTo>
                    <a:pt x="209242" y="892026"/>
                  </a:lnTo>
                  <a:lnTo>
                    <a:pt x="204158" y="890383"/>
                  </a:lnTo>
                  <a:lnTo>
                    <a:pt x="191596" y="871819"/>
                  </a:lnTo>
                  <a:lnTo>
                    <a:pt x="190512" y="869095"/>
                  </a:lnTo>
                  <a:lnTo>
                    <a:pt x="190662" y="864601"/>
                  </a:lnTo>
                  <a:lnTo>
                    <a:pt x="195895" y="862216"/>
                  </a:lnTo>
                  <a:lnTo>
                    <a:pt x="197877" y="853078"/>
                  </a:lnTo>
                  <a:lnTo>
                    <a:pt x="203260" y="852009"/>
                  </a:lnTo>
                  <a:lnTo>
                    <a:pt x="211298" y="856279"/>
                  </a:lnTo>
                  <a:lnTo>
                    <a:pt x="223486" y="868743"/>
                  </a:lnTo>
                  <a:lnTo>
                    <a:pt x="229654" y="868567"/>
                  </a:lnTo>
                  <a:lnTo>
                    <a:pt x="232346" y="871819"/>
                  </a:lnTo>
                  <a:lnTo>
                    <a:pt x="242962" y="875587"/>
                  </a:lnTo>
                  <a:lnTo>
                    <a:pt x="253655" y="882484"/>
                  </a:lnTo>
                  <a:lnTo>
                    <a:pt x="257617" y="882222"/>
                  </a:lnTo>
                  <a:lnTo>
                    <a:pt x="259487" y="876725"/>
                  </a:lnTo>
                  <a:lnTo>
                    <a:pt x="263823" y="872784"/>
                  </a:lnTo>
                  <a:lnTo>
                    <a:pt x="271861" y="872433"/>
                  </a:lnTo>
                  <a:lnTo>
                    <a:pt x="268459" y="861686"/>
                  </a:lnTo>
                  <a:lnTo>
                    <a:pt x="265580" y="858497"/>
                  </a:lnTo>
                  <a:lnTo>
                    <a:pt x="258440" y="844323"/>
                  </a:lnTo>
                  <a:lnTo>
                    <a:pt x="257431" y="839384"/>
                  </a:lnTo>
                  <a:lnTo>
                    <a:pt x="258814" y="831895"/>
                  </a:lnTo>
                  <a:lnTo>
                    <a:pt x="269431" y="824090"/>
                  </a:lnTo>
                  <a:lnTo>
                    <a:pt x="276983" y="813395"/>
                  </a:lnTo>
                  <a:lnTo>
                    <a:pt x="293282" y="805201"/>
                  </a:lnTo>
                  <a:lnTo>
                    <a:pt x="308536" y="784722"/>
                  </a:lnTo>
                  <a:lnTo>
                    <a:pt x="316685" y="789779"/>
                  </a:lnTo>
                  <a:lnTo>
                    <a:pt x="329770" y="790059"/>
                  </a:lnTo>
                  <a:lnTo>
                    <a:pt x="336388" y="795002"/>
                  </a:lnTo>
                  <a:lnTo>
                    <a:pt x="338518" y="798627"/>
                  </a:lnTo>
                  <a:lnTo>
                    <a:pt x="336200" y="805201"/>
                  </a:lnTo>
                  <a:lnTo>
                    <a:pt x="342480" y="804185"/>
                  </a:lnTo>
                  <a:lnTo>
                    <a:pt x="347864" y="811099"/>
                  </a:lnTo>
                  <a:lnTo>
                    <a:pt x="348724" y="805755"/>
                  </a:lnTo>
                  <a:lnTo>
                    <a:pt x="347714" y="799462"/>
                  </a:lnTo>
                  <a:lnTo>
                    <a:pt x="355864" y="776722"/>
                  </a:lnTo>
                  <a:lnTo>
                    <a:pt x="354631" y="762674"/>
                  </a:lnTo>
                  <a:lnTo>
                    <a:pt x="351790" y="754056"/>
                  </a:lnTo>
                  <a:lnTo>
                    <a:pt x="342705" y="749340"/>
                  </a:lnTo>
                  <a:lnTo>
                    <a:pt x="341210" y="745767"/>
                  </a:lnTo>
                  <a:lnTo>
                    <a:pt x="342742" y="735866"/>
                  </a:lnTo>
                  <a:lnTo>
                    <a:pt x="350406" y="705399"/>
                  </a:lnTo>
                  <a:lnTo>
                    <a:pt x="349957" y="690951"/>
                  </a:lnTo>
                  <a:lnTo>
                    <a:pt x="349210" y="686807"/>
                  </a:lnTo>
                  <a:lnTo>
                    <a:pt x="333321" y="670916"/>
                  </a:lnTo>
                  <a:lnTo>
                    <a:pt x="331864" y="667221"/>
                  </a:lnTo>
                  <a:lnTo>
                    <a:pt x="334743" y="666912"/>
                  </a:lnTo>
                  <a:lnTo>
                    <a:pt x="346705" y="674294"/>
                  </a:lnTo>
                  <a:lnTo>
                    <a:pt x="368089" y="672657"/>
                  </a:lnTo>
                  <a:lnTo>
                    <a:pt x="385024" y="678275"/>
                  </a:lnTo>
                  <a:lnTo>
                    <a:pt x="401436" y="706795"/>
                  </a:lnTo>
                  <a:lnTo>
                    <a:pt x="401586" y="713456"/>
                  </a:lnTo>
                  <a:lnTo>
                    <a:pt x="377473" y="718503"/>
                  </a:lnTo>
                  <a:lnTo>
                    <a:pt x="365211" y="733818"/>
                  </a:lnTo>
                  <a:lnTo>
                    <a:pt x="364463" y="737230"/>
                  </a:lnTo>
                  <a:lnTo>
                    <a:pt x="365211" y="740632"/>
                  </a:lnTo>
                  <a:lnTo>
                    <a:pt x="378145" y="749532"/>
                  </a:lnTo>
                  <a:lnTo>
                    <a:pt x="384874" y="765153"/>
                  </a:lnTo>
                  <a:lnTo>
                    <a:pt x="397474" y="770002"/>
                  </a:lnTo>
                  <a:lnTo>
                    <a:pt x="421624" y="760668"/>
                  </a:lnTo>
                  <a:lnTo>
                    <a:pt x="423979" y="744703"/>
                  </a:lnTo>
                  <a:lnTo>
                    <a:pt x="426895" y="734989"/>
                  </a:lnTo>
                  <a:lnTo>
                    <a:pt x="426185" y="727949"/>
                  </a:lnTo>
                  <a:lnTo>
                    <a:pt x="442373" y="721955"/>
                  </a:lnTo>
                  <a:lnTo>
                    <a:pt x="446111" y="722644"/>
                  </a:lnTo>
                  <a:lnTo>
                    <a:pt x="447009" y="719885"/>
                  </a:lnTo>
                  <a:lnTo>
                    <a:pt x="443232" y="712067"/>
                  </a:lnTo>
                  <a:lnTo>
                    <a:pt x="444466" y="710875"/>
                  </a:lnTo>
                  <a:lnTo>
                    <a:pt x="448616" y="713158"/>
                  </a:lnTo>
                  <a:lnTo>
                    <a:pt x="452765" y="712266"/>
                  </a:lnTo>
                  <a:lnTo>
                    <a:pt x="468916" y="701502"/>
                  </a:lnTo>
                  <a:lnTo>
                    <a:pt x="484841" y="687414"/>
                  </a:lnTo>
                  <a:lnTo>
                    <a:pt x="511758" y="674907"/>
                  </a:lnTo>
                  <a:lnTo>
                    <a:pt x="514525" y="675316"/>
                  </a:lnTo>
                  <a:lnTo>
                    <a:pt x="517777" y="679395"/>
                  </a:lnTo>
                  <a:lnTo>
                    <a:pt x="515684" y="684172"/>
                  </a:lnTo>
                  <a:lnTo>
                    <a:pt x="520095" y="685490"/>
                  </a:lnTo>
                  <a:lnTo>
                    <a:pt x="525778" y="681227"/>
                  </a:lnTo>
                  <a:lnTo>
                    <a:pt x="526861" y="677969"/>
                  </a:lnTo>
                  <a:lnTo>
                    <a:pt x="523272" y="671838"/>
                  </a:lnTo>
                  <a:lnTo>
                    <a:pt x="519010" y="670916"/>
                  </a:lnTo>
                  <a:lnTo>
                    <a:pt x="526077" y="663927"/>
                  </a:lnTo>
                  <a:lnTo>
                    <a:pt x="549292" y="648687"/>
                  </a:lnTo>
                  <a:lnTo>
                    <a:pt x="563611" y="648895"/>
                  </a:lnTo>
                  <a:lnTo>
                    <a:pt x="549218" y="653787"/>
                  </a:lnTo>
                  <a:lnTo>
                    <a:pt x="552807" y="657418"/>
                  </a:lnTo>
                  <a:lnTo>
                    <a:pt x="548396" y="669480"/>
                  </a:lnTo>
                  <a:lnTo>
                    <a:pt x="551685" y="675009"/>
                  </a:lnTo>
                  <a:lnTo>
                    <a:pt x="551984" y="680718"/>
                  </a:lnTo>
                  <a:lnTo>
                    <a:pt x="549854" y="683766"/>
                  </a:lnTo>
                  <a:lnTo>
                    <a:pt x="546975" y="682649"/>
                  </a:lnTo>
                  <a:lnTo>
                    <a:pt x="539760" y="685997"/>
                  </a:lnTo>
                  <a:lnTo>
                    <a:pt x="538040" y="690244"/>
                  </a:lnTo>
                  <a:lnTo>
                    <a:pt x="552732" y="692463"/>
                  </a:lnTo>
                  <a:lnTo>
                    <a:pt x="563312" y="688729"/>
                  </a:lnTo>
                  <a:lnTo>
                    <a:pt x="568321" y="694880"/>
                  </a:lnTo>
                  <a:lnTo>
                    <a:pt x="571312" y="693874"/>
                  </a:lnTo>
                  <a:lnTo>
                    <a:pt x="572583" y="684274"/>
                  </a:lnTo>
                  <a:lnTo>
                    <a:pt x="582864" y="673272"/>
                  </a:lnTo>
                  <a:lnTo>
                    <a:pt x="595837" y="668659"/>
                  </a:lnTo>
                  <a:lnTo>
                    <a:pt x="618342" y="673987"/>
                  </a:lnTo>
                  <a:lnTo>
                    <a:pt x="640062" y="654826"/>
                  </a:lnTo>
                  <a:lnTo>
                    <a:pt x="641408" y="658039"/>
                  </a:lnTo>
                  <a:lnTo>
                    <a:pt x="643839" y="653268"/>
                  </a:lnTo>
                  <a:lnTo>
                    <a:pt x="658455" y="648061"/>
                  </a:lnTo>
                  <a:lnTo>
                    <a:pt x="659540" y="654410"/>
                  </a:lnTo>
                  <a:lnTo>
                    <a:pt x="664960" y="663515"/>
                  </a:lnTo>
                  <a:lnTo>
                    <a:pt x="659577" y="670506"/>
                  </a:lnTo>
                  <a:lnTo>
                    <a:pt x="659315" y="680210"/>
                  </a:lnTo>
                  <a:lnTo>
                    <a:pt x="672325" y="685490"/>
                  </a:lnTo>
                  <a:lnTo>
                    <a:pt x="675877" y="681532"/>
                  </a:lnTo>
                  <a:lnTo>
                    <a:pt x="676812" y="676541"/>
                  </a:lnTo>
                  <a:lnTo>
                    <a:pt x="675204" y="671121"/>
                  </a:lnTo>
                  <a:lnTo>
                    <a:pt x="675877" y="665369"/>
                  </a:lnTo>
                  <a:lnTo>
                    <a:pt x="688177" y="664030"/>
                  </a:lnTo>
                  <a:lnTo>
                    <a:pt x="697410" y="649208"/>
                  </a:lnTo>
                  <a:lnTo>
                    <a:pt x="695840" y="640000"/>
                  </a:lnTo>
                  <a:lnTo>
                    <a:pt x="691840" y="641994"/>
                  </a:lnTo>
                  <a:lnTo>
                    <a:pt x="681559" y="613687"/>
                  </a:lnTo>
                  <a:lnTo>
                    <a:pt x="683765" y="610037"/>
                  </a:lnTo>
                  <a:lnTo>
                    <a:pt x="689634" y="607669"/>
                  </a:lnTo>
                  <a:lnTo>
                    <a:pt x="696886" y="598371"/>
                  </a:lnTo>
                  <a:lnTo>
                    <a:pt x="747842" y="608746"/>
                  </a:lnTo>
                  <a:lnTo>
                    <a:pt x="765039" y="617113"/>
                  </a:lnTo>
                  <a:lnTo>
                    <a:pt x="780367" y="629456"/>
                  </a:lnTo>
                  <a:lnTo>
                    <a:pt x="779694" y="634000"/>
                  </a:lnTo>
                  <a:lnTo>
                    <a:pt x="782535" y="632734"/>
                  </a:lnTo>
                  <a:lnTo>
                    <a:pt x="811284" y="651500"/>
                  </a:lnTo>
                  <a:lnTo>
                    <a:pt x="823471" y="655759"/>
                  </a:lnTo>
                  <a:lnTo>
                    <a:pt x="826499" y="662587"/>
                  </a:lnTo>
                  <a:lnTo>
                    <a:pt x="836706" y="672555"/>
                  </a:lnTo>
                  <a:lnTo>
                    <a:pt x="838574" y="676337"/>
                  </a:lnTo>
                  <a:lnTo>
                    <a:pt x="851883" y="687616"/>
                  </a:lnTo>
                  <a:lnTo>
                    <a:pt x="854650" y="685693"/>
                  </a:lnTo>
                  <a:lnTo>
                    <a:pt x="861417" y="673272"/>
                  </a:lnTo>
                  <a:lnTo>
                    <a:pt x="867847" y="651291"/>
                  </a:lnTo>
                  <a:lnTo>
                    <a:pt x="860033" y="653268"/>
                  </a:lnTo>
                  <a:lnTo>
                    <a:pt x="855435" y="650354"/>
                  </a:lnTo>
                  <a:lnTo>
                    <a:pt x="846612" y="634633"/>
                  </a:lnTo>
                  <a:lnTo>
                    <a:pt x="845677" y="623831"/>
                  </a:lnTo>
                  <a:lnTo>
                    <a:pt x="844295" y="620316"/>
                  </a:lnTo>
                  <a:lnTo>
                    <a:pt x="836369" y="614116"/>
                  </a:lnTo>
                  <a:lnTo>
                    <a:pt x="824742" y="607561"/>
                  </a:lnTo>
                  <a:lnTo>
                    <a:pt x="822649" y="609822"/>
                  </a:lnTo>
                  <a:lnTo>
                    <a:pt x="821266" y="615936"/>
                  </a:lnTo>
                  <a:lnTo>
                    <a:pt x="819322" y="609606"/>
                  </a:lnTo>
                  <a:lnTo>
                    <a:pt x="819322" y="604757"/>
                  </a:lnTo>
                  <a:lnTo>
                    <a:pt x="821863" y="588239"/>
                  </a:lnTo>
                  <a:lnTo>
                    <a:pt x="824854" y="588786"/>
                  </a:lnTo>
                  <a:lnTo>
                    <a:pt x="828368" y="582539"/>
                  </a:lnTo>
                  <a:lnTo>
                    <a:pt x="826461" y="575708"/>
                  </a:lnTo>
                  <a:lnTo>
                    <a:pt x="829303" y="543485"/>
                  </a:lnTo>
                  <a:lnTo>
                    <a:pt x="826387" y="537237"/>
                  </a:lnTo>
                  <a:lnTo>
                    <a:pt x="817228" y="538375"/>
                  </a:lnTo>
                  <a:lnTo>
                    <a:pt x="816481" y="533244"/>
                  </a:lnTo>
                  <a:lnTo>
                    <a:pt x="820218" y="522804"/>
                  </a:lnTo>
                  <a:lnTo>
                    <a:pt x="817003" y="524186"/>
                  </a:lnTo>
                  <a:lnTo>
                    <a:pt x="815920" y="521652"/>
                  </a:lnTo>
                  <a:lnTo>
                    <a:pt x="818574" y="517956"/>
                  </a:lnTo>
                  <a:lnTo>
                    <a:pt x="821677" y="508787"/>
                  </a:lnTo>
                  <a:lnTo>
                    <a:pt x="834649" y="500371"/>
                  </a:lnTo>
                  <a:lnTo>
                    <a:pt x="849753" y="482536"/>
                  </a:lnTo>
                  <a:lnTo>
                    <a:pt x="856781" y="460576"/>
                  </a:lnTo>
                  <a:lnTo>
                    <a:pt x="865754" y="415588"/>
                  </a:lnTo>
                  <a:lnTo>
                    <a:pt x="873080" y="395472"/>
                  </a:lnTo>
                  <a:lnTo>
                    <a:pt x="879361" y="393940"/>
                  </a:lnTo>
                  <a:lnTo>
                    <a:pt x="878351" y="399546"/>
                  </a:lnTo>
                  <a:lnTo>
                    <a:pt x="883362" y="400690"/>
                  </a:lnTo>
                  <a:lnTo>
                    <a:pt x="916858" y="398402"/>
                  </a:lnTo>
                  <a:lnTo>
                    <a:pt x="925793" y="405128"/>
                  </a:lnTo>
                  <a:lnTo>
                    <a:pt x="936522" y="407151"/>
                  </a:lnTo>
                  <a:lnTo>
                    <a:pt x="944112" y="414081"/>
                  </a:lnTo>
                  <a:lnTo>
                    <a:pt x="942878" y="438099"/>
                  </a:lnTo>
                  <a:lnTo>
                    <a:pt x="939177" y="460576"/>
                  </a:lnTo>
                  <a:lnTo>
                    <a:pt x="933046" y="481703"/>
                  </a:lnTo>
                  <a:lnTo>
                    <a:pt x="925420" y="491426"/>
                  </a:lnTo>
                  <a:lnTo>
                    <a:pt x="924485" y="497318"/>
                  </a:lnTo>
                  <a:lnTo>
                    <a:pt x="928896" y="507155"/>
                  </a:lnTo>
                  <a:lnTo>
                    <a:pt x="939326" y="517262"/>
                  </a:lnTo>
                  <a:lnTo>
                    <a:pt x="941868" y="529239"/>
                  </a:lnTo>
                  <a:lnTo>
                    <a:pt x="942430" y="538147"/>
                  </a:lnTo>
                  <a:lnTo>
                    <a:pt x="941794" y="561041"/>
                  </a:lnTo>
                  <a:lnTo>
                    <a:pt x="937008" y="572279"/>
                  </a:lnTo>
                  <a:lnTo>
                    <a:pt x="938242" y="578577"/>
                  </a:lnTo>
                  <a:lnTo>
                    <a:pt x="939700" y="601622"/>
                  </a:lnTo>
                  <a:lnTo>
                    <a:pt x="940036" y="620103"/>
                  </a:lnTo>
                  <a:lnTo>
                    <a:pt x="938841" y="626275"/>
                  </a:lnTo>
                  <a:lnTo>
                    <a:pt x="938205" y="639475"/>
                  </a:lnTo>
                  <a:lnTo>
                    <a:pt x="939214" y="650250"/>
                  </a:lnTo>
                  <a:lnTo>
                    <a:pt x="944112" y="659074"/>
                  </a:lnTo>
                  <a:lnTo>
                    <a:pt x="959402" y="672862"/>
                  </a:lnTo>
                  <a:lnTo>
                    <a:pt x="960298" y="678173"/>
                  </a:lnTo>
                  <a:lnTo>
                    <a:pt x="957681" y="681023"/>
                  </a:lnTo>
                  <a:lnTo>
                    <a:pt x="950916" y="694981"/>
                  </a:lnTo>
                  <a:lnTo>
                    <a:pt x="951626" y="706596"/>
                  </a:lnTo>
                  <a:lnTo>
                    <a:pt x="951177" y="712563"/>
                  </a:lnTo>
                  <a:lnTo>
                    <a:pt x="949420" y="718009"/>
                  </a:lnTo>
                  <a:lnTo>
                    <a:pt x="939588" y="727851"/>
                  </a:lnTo>
                  <a:lnTo>
                    <a:pt x="924073" y="759042"/>
                  </a:lnTo>
                  <a:lnTo>
                    <a:pt x="920372" y="762578"/>
                  </a:lnTo>
                  <a:lnTo>
                    <a:pt x="914055" y="761432"/>
                  </a:lnTo>
                  <a:lnTo>
                    <a:pt x="917943" y="772088"/>
                  </a:lnTo>
                  <a:lnTo>
                    <a:pt x="917681" y="776155"/>
                  </a:lnTo>
                  <a:lnTo>
                    <a:pt x="913568" y="775966"/>
                  </a:lnTo>
                  <a:lnTo>
                    <a:pt x="905232" y="783220"/>
                  </a:lnTo>
                  <a:lnTo>
                    <a:pt x="900783" y="784722"/>
                  </a:lnTo>
                  <a:lnTo>
                    <a:pt x="893680" y="780399"/>
                  </a:lnTo>
                  <a:lnTo>
                    <a:pt x="894913" y="776911"/>
                  </a:lnTo>
                  <a:lnTo>
                    <a:pt x="900073" y="772845"/>
                  </a:lnTo>
                  <a:lnTo>
                    <a:pt x="891586" y="775966"/>
                  </a:lnTo>
                  <a:lnTo>
                    <a:pt x="883174" y="767627"/>
                  </a:lnTo>
                  <a:lnTo>
                    <a:pt x="865230" y="770571"/>
                  </a:lnTo>
                  <a:lnTo>
                    <a:pt x="868969" y="781622"/>
                  </a:lnTo>
                  <a:lnTo>
                    <a:pt x="885343" y="790806"/>
                  </a:lnTo>
                  <a:lnTo>
                    <a:pt x="892744" y="793884"/>
                  </a:lnTo>
                  <a:lnTo>
                    <a:pt x="913904" y="793046"/>
                  </a:lnTo>
                  <a:lnTo>
                    <a:pt x="925531" y="798813"/>
                  </a:lnTo>
                  <a:lnTo>
                    <a:pt x="928672" y="798534"/>
                  </a:lnTo>
                  <a:lnTo>
                    <a:pt x="933943" y="794443"/>
                  </a:lnTo>
                  <a:lnTo>
                    <a:pt x="935925" y="782562"/>
                  </a:lnTo>
                  <a:lnTo>
                    <a:pt x="958691" y="766771"/>
                  </a:lnTo>
                  <a:lnTo>
                    <a:pt x="964486" y="759616"/>
                  </a:lnTo>
                  <a:lnTo>
                    <a:pt x="970355" y="737230"/>
                  </a:lnTo>
                  <a:lnTo>
                    <a:pt x="984786" y="718009"/>
                  </a:lnTo>
                  <a:lnTo>
                    <a:pt x="985160" y="710776"/>
                  </a:lnTo>
                  <a:lnTo>
                    <a:pt x="984226" y="701002"/>
                  </a:lnTo>
                  <a:lnTo>
                    <a:pt x="976935" y="681633"/>
                  </a:lnTo>
                  <a:lnTo>
                    <a:pt x="978767" y="668043"/>
                  </a:lnTo>
                  <a:lnTo>
                    <a:pt x="980823" y="662793"/>
                  </a:lnTo>
                  <a:lnTo>
                    <a:pt x="992151" y="656381"/>
                  </a:lnTo>
                  <a:lnTo>
                    <a:pt x="1012563" y="649833"/>
                  </a:lnTo>
                  <a:lnTo>
                    <a:pt x="1019853" y="649729"/>
                  </a:lnTo>
                  <a:lnTo>
                    <a:pt x="1025610" y="661348"/>
                  </a:lnTo>
                  <a:lnTo>
                    <a:pt x="1033424" y="671633"/>
                  </a:lnTo>
                  <a:lnTo>
                    <a:pt x="1036041" y="678784"/>
                  </a:lnTo>
                  <a:lnTo>
                    <a:pt x="1036264" y="708389"/>
                  </a:lnTo>
                  <a:lnTo>
                    <a:pt x="1034733" y="717317"/>
                  </a:lnTo>
                  <a:lnTo>
                    <a:pt x="1047106" y="728733"/>
                  </a:lnTo>
                  <a:lnTo>
                    <a:pt x="1071033" y="727655"/>
                  </a:lnTo>
                  <a:lnTo>
                    <a:pt x="1069275" y="725398"/>
                  </a:lnTo>
                  <a:lnTo>
                    <a:pt x="1043330" y="718799"/>
                  </a:lnTo>
                  <a:lnTo>
                    <a:pt x="1041910" y="710080"/>
                  </a:lnTo>
                  <a:lnTo>
                    <a:pt x="1042247" y="704701"/>
                  </a:lnTo>
                  <a:lnTo>
                    <a:pt x="1044901" y="694478"/>
                  </a:lnTo>
                  <a:lnTo>
                    <a:pt x="1051780" y="690648"/>
                  </a:lnTo>
                  <a:lnTo>
                    <a:pt x="1049947" y="678071"/>
                  </a:lnTo>
                  <a:lnTo>
                    <a:pt x="1047405" y="669686"/>
                  </a:lnTo>
                  <a:lnTo>
                    <a:pt x="1044602" y="654099"/>
                  </a:lnTo>
                  <a:lnTo>
                    <a:pt x="1040788" y="653891"/>
                  </a:lnTo>
                  <a:lnTo>
                    <a:pt x="1023741" y="641575"/>
                  </a:lnTo>
                  <a:lnTo>
                    <a:pt x="1010357" y="634739"/>
                  </a:lnTo>
                  <a:lnTo>
                    <a:pt x="998282" y="634528"/>
                  </a:lnTo>
                  <a:lnTo>
                    <a:pt x="990655" y="641679"/>
                  </a:lnTo>
                  <a:lnTo>
                    <a:pt x="985720" y="643147"/>
                  </a:lnTo>
                  <a:lnTo>
                    <a:pt x="976338" y="640000"/>
                  </a:lnTo>
                  <a:lnTo>
                    <a:pt x="968337" y="641784"/>
                  </a:lnTo>
                  <a:lnTo>
                    <a:pt x="964112" y="636951"/>
                  </a:lnTo>
                  <a:lnTo>
                    <a:pt x="966542" y="623937"/>
                  </a:lnTo>
                  <a:lnTo>
                    <a:pt x="959663" y="606807"/>
                  </a:lnTo>
                  <a:lnTo>
                    <a:pt x="960037" y="601081"/>
                  </a:lnTo>
                  <a:lnTo>
                    <a:pt x="965271" y="578467"/>
                  </a:lnTo>
                  <a:lnTo>
                    <a:pt x="975926" y="553531"/>
                  </a:lnTo>
                  <a:lnTo>
                    <a:pt x="975252" y="548800"/>
                  </a:lnTo>
                  <a:lnTo>
                    <a:pt x="960000" y="512974"/>
                  </a:lnTo>
                  <a:lnTo>
                    <a:pt x="951139" y="502129"/>
                  </a:lnTo>
                  <a:lnTo>
                    <a:pt x="949794" y="498141"/>
                  </a:lnTo>
                  <a:lnTo>
                    <a:pt x="961981" y="471784"/>
                  </a:lnTo>
                  <a:lnTo>
                    <a:pt x="978955" y="461665"/>
                  </a:lnTo>
                  <a:lnTo>
                    <a:pt x="989385" y="451707"/>
                  </a:lnTo>
                  <a:lnTo>
                    <a:pt x="991441" y="443634"/>
                  </a:lnTo>
                  <a:lnTo>
                    <a:pt x="990805" y="423968"/>
                  </a:lnTo>
                  <a:lnTo>
                    <a:pt x="985122" y="405634"/>
                  </a:lnTo>
                  <a:lnTo>
                    <a:pt x="992712" y="402721"/>
                  </a:lnTo>
                  <a:lnTo>
                    <a:pt x="997236" y="406645"/>
                  </a:lnTo>
                  <a:lnTo>
                    <a:pt x="1002095" y="421723"/>
                  </a:lnTo>
                  <a:lnTo>
                    <a:pt x="1001834" y="430310"/>
                  </a:lnTo>
                  <a:lnTo>
                    <a:pt x="1004973" y="441300"/>
                  </a:lnTo>
                  <a:lnTo>
                    <a:pt x="1000973" y="449877"/>
                  </a:lnTo>
                  <a:lnTo>
                    <a:pt x="997758" y="462511"/>
                  </a:lnTo>
                  <a:lnTo>
                    <a:pt x="995254" y="464202"/>
                  </a:lnTo>
                  <a:lnTo>
                    <a:pt x="994693" y="473942"/>
                  </a:lnTo>
                  <a:lnTo>
                    <a:pt x="1000001" y="484438"/>
                  </a:lnTo>
                  <a:lnTo>
                    <a:pt x="999291" y="492371"/>
                  </a:lnTo>
                  <a:lnTo>
                    <a:pt x="995366" y="499198"/>
                  </a:lnTo>
                  <a:lnTo>
                    <a:pt x="996450" y="504936"/>
                  </a:lnTo>
                  <a:lnTo>
                    <a:pt x="1004787" y="509835"/>
                  </a:lnTo>
                  <a:lnTo>
                    <a:pt x="1025722" y="513902"/>
                  </a:lnTo>
                  <a:lnTo>
                    <a:pt x="1029610" y="518765"/>
                  </a:lnTo>
                  <a:lnTo>
                    <a:pt x="1030993" y="515294"/>
                  </a:lnTo>
                  <a:lnTo>
                    <a:pt x="1043330" y="516105"/>
                  </a:lnTo>
                  <a:lnTo>
                    <a:pt x="1053274" y="527748"/>
                  </a:lnTo>
                  <a:lnTo>
                    <a:pt x="1062770" y="532558"/>
                  </a:lnTo>
                  <a:lnTo>
                    <a:pt x="1072939" y="530041"/>
                  </a:lnTo>
                  <a:lnTo>
                    <a:pt x="1074360" y="526715"/>
                  </a:lnTo>
                  <a:lnTo>
                    <a:pt x="1066920" y="528436"/>
                  </a:lnTo>
                  <a:lnTo>
                    <a:pt x="1062060" y="525221"/>
                  </a:lnTo>
                  <a:lnTo>
                    <a:pt x="1056265" y="509835"/>
                  </a:lnTo>
                  <a:lnTo>
                    <a:pt x="1049947" y="506105"/>
                  </a:lnTo>
                  <a:lnTo>
                    <a:pt x="1041087" y="506805"/>
                  </a:lnTo>
                  <a:lnTo>
                    <a:pt x="1019330" y="491190"/>
                  </a:lnTo>
                  <a:lnTo>
                    <a:pt x="1016824" y="488351"/>
                  </a:lnTo>
                  <a:lnTo>
                    <a:pt x="1010993" y="467457"/>
                  </a:lnTo>
                  <a:lnTo>
                    <a:pt x="1019068" y="461060"/>
                  </a:lnTo>
                  <a:lnTo>
                    <a:pt x="1028414" y="459243"/>
                  </a:lnTo>
                  <a:lnTo>
                    <a:pt x="1042545" y="472024"/>
                  </a:lnTo>
                  <a:lnTo>
                    <a:pt x="1047256" y="472384"/>
                  </a:lnTo>
                  <a:lnTo>
                    <a:pt x="1055742" y="467698"/>
                  </a:lnTo>
                  <a:lnTo>
                    <a:pt x="1056677" y="464685"/>
                  </a:lnTo>
                  <a:lnTo>
                    <a:pt x="1054807" y="458395"/>
                  </a:lnTo>
                  <a:lnTo>
                    <a:pt x="1052190" y="455238"/>
                  </a:lnTo>
                  <a:lnTo>
                    <a:pt x="1047293" y="453656"/>
                  </a:lnTo>
                  <a:lnTo>
                    <a:pt x="1041349" y="456574"/>
                  </a:lnTo>
                  <a:lnTo>
                    <a:pt x="1039629" y="454143"/>
                  </a:lnTo>
                  <a:lnTo>
                    <a:pt x="1040228" y="450853"/>
                  </a:lnTo>
                  <a:lnTo>
                    <a:pt x="1051218" y="439085"/>
                  </a:lnTo>
                  <a:lnTo>
                    <a:pt x="1061873" y="434643"/>
                  </a:lnTo>
                  <a:lnTo>
                    <a:pt x="1081389" y="435508"/>
                  </a:lnTo>
                  <a:lnTo>
                    <a:pt x="1092454" y="446331"/>
                  </a:lnTo>
                  <a:lnTo>
                    <a:pt x="1109240" y="455359"/>
                  </a:lnTo>
                  <a:lnTo>
                    <a:pt x="1111184" y="463478"/>
                  </a:lnTo>
                  <a:lnTo>
                    <a:pt x="1127931" y="480393"/>
                  </a:lnTo>
                  <a:lnTo>
                    <a:pt x="1136605" y="480989"/>
                  </a:lnTo>
                  <a:lnTo>
                    <a:pt x="1150699" y="477171"/>
                  </a:lnTo>
                  <a:lnTo>
                    <a:pt x="1157914" y="480035"/>
                  </a:lnTo>
                  <a:lnTo>
                    <a:pt x="1160568" y="483487"/>
                  </a:lnTo>
                  <a:lnTo>
                    <a:pt x="1155223" y="497788"/>
                  </a:lnTo>
                  <a:lnTo>
                    <a:pt x="1141652" y="510184"/>
                  </a:lnTo>
                  <a:lnTo>
                    <a:pt x="1139895" y="527060"/>
                  </a:lnTo>
                  <a:lnTo>
                    <a:pt x="1141914" y="539171"/>
                  </a:lnTo>
                  <a:lnTo>
                    <a:pt x="1138325" y="552294"/>
                  </a:lnTo>
                  <a:lnTo>
                    <a:pt x="1139521" y="564835"/>
                  </a:lnTo>
                  <a:lnTo>
                    <a:pt x="1140306" y="555665"/>
                  </a:lnTo>
                  <a:lnTo>
                    <a:pt x="1144306" y="546541"/>
                  </a:lnTo>
                  <a:lnTo>
                    <a:pt x="1147260" y="533929"/>
                  </a:lnTo>
                  <a:lnTo>
                    <a:pt x="1152980" y="529812"/>
                  </a:lnTo>
                  <a:lnTo>
                    <a:pt x="1155933" y="533587"/>
                  </a:lnTo>
                  <a:lnTo>
                    <a:pt x="1156942" y="546202"/>
                  </a:lnTo>
                  <a:lnTo>
                    <a:pt x="1156344" y="553418"/>
                  </a:lnTo>
                  <a:lnTo>
                    <a:pt x="1154063" y="564167"/>
                  </a:lnTo>
                  <a:lnTo>
                    <a:pt x="1149129" y="575819"/>
                  </a:lnTo>
                  <a:lnTo>
                    <a:pt x="1152718" y="582758"/>
                  </a:lnTo>
                  <a:lnTo>
                    <a:pt x="1157391" y="583417"/>
                  </a:lnTo>
                  <a:lnTo>
                    <a:pt x="1158438" y="579569"/>
                  </a:lnTo>
                  <a:lnTo>
                    <a:pt x="1157241" y="572168"/>
                  </a:lnTo>
                  <a:lnTo>
                    <a:pt x="1166027" y="567951"/>
                  </a:lnTo>
                  <a:lnTo>
                    <a:pt x="1169428" y="563497"/>
                  </a:lnTo>
                  <a:lnTo>
                    <a:pt x="1170999" y="555553"/>
                  </a:lnTo>
                  <a:lnTo>
                    <a:pt x="1167746" y="541784"/>
                  </a:lnTo>
                  <a:lnTo>
                    <a:pt x="1158849" y="520267"/>
                  </a:lnTo>
                  <a:lnTo>
                    <a:pt x="1161241" y="509136"/>
                  </a:lnTo>
                  <a:lnTo>
                    <a:pt x="1167148" y="491780"/>
                  </a:lnTo>
                  <a:lnTo>
                    <a:pt x="1166811" y="482536"/>
                  </a:lnTo>
                  <a:lnTo>
                    <a:pt x="1162774" y="472983"/>
                  </a:lnTo>
                  <a:lnTo>
                    <a:pt x="1159858" y="469863"/>
                  </a:lnTo>
                  <a:lnTo>
                    <a:pt x="1148343" y="466493"/>
                  </a:lnTo>
                  <a:lnTo>
                    <a:pt x="1141577" y="456574"/>
                  </a:lnTo>
                  <a:lnTo>
                    <a:pt x="1138773" y="445351"/>
                  </a:lnTo>
                  <a:lnTo>
                    <a:pt x="1136904" y="443511"/>
                  </a:lnTo>
                  <a:lnTo>
                    <a:pt x="1126361" y="437606"/>
                  </a:lnTo>
                  <a:lnTo>
                    <a:pt x="1120044" y="437113"/>
                  </a:lnTo>
                  <a:lnTo>
                    <a:pt x="1110585" y="428200"/>
                  </a:lnTo>
                  <a:lnTo>
                    <a:pt x="1107034" y="412572"/>
                  </a:lnTo>
                  <a:lnTo>
                    <a:pt x="1110884" y="395982"/>
                  </a:lnTo>
                  <a:lnTo>
                    <a:pt x="1109127" y="390488"/>
                  </a:lnTo>
                  <a:lnTo>
                    <a:pt x="1104006" y="386255"/>
                  </a:lnTo>
                  <a:lnTo>
                    <a:pt x="1102211" y="375803"/>
                  </a:lnTo>
                  <a:lnTo>
                    <a:pt x="1101688" y="366699"/>
                  </a:lnTo>
                  <a:lnTo>
                    <a:pt x="1105762" y="358185"/>
                  </a:lnTo>
                  <a:lnTo>
                    <a:pt x="1105501" y="351332"/>
                  </a:lnTo>
                  <a:lnTo>
                    <a:pt x="1131147" y="344574"/>
                  </a:lnTo>
                  <a:lnTo>
                    <a:pt x="1167036" y="344042"/>
                  </a:lnTo>
                  <a:lnTo>
                    <a:pt x="1191822" y="336976"/>
                  </a:lnTo>
                  <a:lnTo>
                    <a:pt x="1201430" y="340048"/>
                  </a:lnTo>
                  <a:lnTo>
                    <a:pt x="1206551" y="338980"/>
                  </a:lnTo>
                  <a:lnTo>
                    <a:pt x="1209954" y="332557"/>
                  </a:lnTo>
                  <a:lnTo>
                    <a:pt x="1217580" y="329870"/>
                  </a:lnTo>
                  <a:lnTo>
                    <a:pt x="1236571" y="327717"/>
                  </a:lnTo>
                  <a:lnTo>
                    <a:pt x="1239413" y="332422"/>
                  </a:lnTo>
                  <a:lnTo>
                    <a:pt x="1225618" y="347494"/>
                  </a:lnTo>
                  <a:lnTo>
                    <a:pt x="1219972" y="350539"/>
                  </a:lnTo>
                  <a:lnTo>
                    <a:pt x="1214439" y="356870"/>
                  </a:lnTo>
                  <a:lnTo>
                    <a:pt x="1213729" y="360811"/>
                  </a:lnTo>
                  <a:lnTo>
                    <a:pt x="1214253" y="368916"/>
                  </a:lnTo>
                  <a:lnTo>
                    <a:pt x="1232085" y="384712"/>
                  </a:lnTo>
                  <a:lnTo>
                    <a:pt x="1232871" y="383424"/>
                  </a:lnTo>
                  <a:lnTo>
                    <a:pt x="1217431" y="367482"/>
                  </a:lnTo>
                  <a:lnTo>
                    <a:pt x="1216159" y="364347"/>
                  </a:lnTo>
                  <a:lnTo>
                    <a:pt x="1216757" y="359499"/>
                  </a:lnTo>
                  <a:lnTo>
                    <a:pt x="1225842" y="351200"/>
                  </a:lnTo>
                  <a:lnTo>
                    <a:pt x="1241282" y="347891"/>
                  </a:lnTo>
                  <a:lnTo>
                    <a:pt x="1246478" y="337377"/>
                  </a:lnTo>
                  <a:lnTo>
                    <a:pt x="1250665" y="333361"/>
                  </a:lnTo>
                  <a:lnTo>
                    <a:pt x="1243151" y="328255"/>
                  </a:lnTo>
                  <a:lnTo>
                    <a:pt x="1229880" y="300617"/>
                  </a:lnTo>
                  <a:lnTo>
                    <a:pt x="1218065" y="295098"/>
                  </a:lnTo>
                  <a:lnTo>
                    <a:pt x="1221805" y="286911"/>
                  </a:lnTo>
                  <a:lnTo>
                    <a:pt x="1226253" y="284821"/>
                  </a:lnTo>
                  <a:lnTo>
                    <a:pt x="1231824" y="287607"/>
                  </a:lnTo>
                  <a:lnTo>
                    <a:pt x="1236683" y="294406"/>
                  </a:lnTo>
                  <a:lnTo>
                    <a:pt x="1243562" y="291497"/>
                  </a:lnTo>
                  <a:lnTo>
                    <a:pt x="1226851" y="274318"/>
                  </a:lnTo>
                  <a:lnTo>
                    <a:pt x="1213692" y="269527"/>
                  </a:lnTo>
                  <a:lnTo>
                    <a:pt x="1215562" y="262163"/>
                  </a:lnTo>
                  <a:lnTo>
                    <a:pt x="1219225" y="263015"/>
                  </a:lnTo>
                  <a:lnTo>
                    <a:pt x="1222216" y="256040"/>
                  </a:lnTo>
                  <a:lnTo>
                    <a:pt x="1231562" y="266699"/>
                  </a:lnTo>
                  <a:lnTo>
                    <a:pt x="1235936" y="263866"/>
                  </a:lnTo>
                  <a:lnTo>
                    <a:pt x="1247487" y="246151"/>
                  </a:lnTo>
                  <a:lnTo>
                    <a:pt x="1248497" y="240382"/>
                  </a:lnTo>
                  <a:lnTo>
                    <a:pt x="1237506" y="235892"/>
                  </a:lnTo>
                  <a:lnTo>
                    <a:pt x="1237170" y="232405"/>
                  </a:lnTo>
                  <a:lnTo>
                    <a:pt x="1238926" y="227740"/>
                  </a:lnTo>
                  <a:lnTo>
                    <a:pt x="1242329" y="225986"/>
                  </a:lnTo>
                  <a:lnTo>
                    <a:pt x="1252722" y="230949"/>
                  </a:lnTo>
                  <a:lnTo>
                    <a:pt x="1274778" y="211420"/>
                  </a:lnTo>
                  <a:lnTo>
                    <a:pt x="1286779" y="203103"/>
                  </a:lnTo>
                  <a:lnTo>
                    <a:pt x="1292686" y="204146"/>
                  </a:lnTo>
                  <a:lnTo>
                    <a:pt x="1304948" y="193079"/>
                  </a:lnTo>
                  <a:lnTo>
                    <a:pt x="1331828" y="188111"/>
                  </a:lnTo>
                  <a:lnTo>
                    <a:pt x="1339416" y="181911"/>
                  </a:lnTo>
                  <a:lnTo>
                    <a:pt x="1385736" y="165888"/>
                  </a:lnTo>
                  <a:lnTo>
                    <a:pt x="1387418" y="161888"/>
                  </a:lnTo>
                  <a:lnTo>
                    <a:pt x="1377661" y="165120"/>
                  </a:lnTo>
                  <a:lnTo>
                    <a:pt x="1375343" y="162196"/>
                  </a:lnTo>
                  <a:lnTo>
                    <a:pt x="1371828" y="166963"/>
                  </a:lnTo>
                  <a:lnTo>
                    <a:pt x="1367118" y="162042"/>
                  </a:lnTo>
                  <a:lnTo>
                    <a:pt x="1361137" y="166195"/>
                  </a:lnTo>
                  <a:lnTo>
                    <a:pt x="1360465" y="160191"/>
                  </a:lnTo>
                  <a:lnTo>
                    <a:pt x="1362819" y="151986"/>
                  </a:lnTo>
                  <a:lnTo>
                    <a:pt x="1365585" y="156173"/>
                  </a:lnTo>
                  <a:lnTo>
                    <a:pt x="1368800" y="149964"/>
                  </a:lnTo>
                  <a:lnTo>
                    <a:pt x="1376876" y="153848"/>
                  </a:lnTo>
                  <a:lnTo>
                    <a:pt x="1386297" y="147784"/>
                  </a:lnTo>
                  <a:lnTo>
                    <a:pt x="1394709" y="149186"/>
                  </a:lnTo>
                  <a:lnTo>
                    <a:pt x="1396129" y="145287"/>
                  </a:lnTo>
                  <a:lnTo>
                    <a:pt x="1405736" y="148719"/>
                  </a:lnTo>
                  <a:lnTo>
                    <a:pt x="1416953" y="146536"/>
                  </a:lnTo>
                  <a:lnTo>
                    <a:pt x="1427271" y="151364"/>
                  </a:lnTo>
                  <a:lnTo>
                    <a:pt x="1425439" y="157565"/>
                  </a:lnTo>
                  <a:lnTo>
                    <a:pt x="1418522" y="167730"/>
                  </a:lnTo>
                  <a:lnTo>
                    <a:pt x="1420391" y="169415"/>
                  </a:lnTo>
                  <a:lnTo>
                    <a:pt x="1436280" y="158029"/>
                  </a:lnTo>
                  <a:lnTo>
                    <a:pt x="1438187" y="159265"/>
                  </a:lnTo>
                  <a:lnTo>
                    <a:pt x="1436018" y="167730"/>
                  </a:lnTo>
                  <a:lnTo>
                    <a:pt x="1453777" y="155553"/>
                  </a:lnTo>
                  <a:lnTo>
                    <a:pt x="1456842" y="160191"/>
                  </a:lnTo>
                  <a:lnTo>
                    <a:pt x="1459721" y="156018"/>
                  </a:lnTo>
                  <a:lnTo>
                    <a:pt x="1460393" y="151675"/>
                  </a:lnTo>
                  <a:lnTo>
                    <a:pt x="1465553" y="150898"/>
                  </a:lnTo>
                  <a:lnTo>
                    <a:pt x="1480992" y="137452"/>
                  </a:lnTo>
                  <a:lnTo>
                    <a:pt x="1499722" y="149030"/>
                  </a:lnTo>
                  <a:lnTo>
                    <a:pt x="1504022" y="156018"/>
                  </a:lnTo>
                  <a:lnTo>
                    <a:pt x="1500544" y="171099"/>
                  </a:lnTo>
                  <a:lnTo>
                    <a:pt x="1497217" y="175222"/>
                  </a:lnTo>
                  <a:lnTo>
                    <a:pt x="1499236" y="175679"/>
                  </a:lnTo>
                  <a:lnTo>
                    <a:pt x="1505704" y="164505"/>
                  </a:lnTo>
                  <a:lnTo>
                    <a:pt x="1505180" y="146692"/>
                  </a:lnTo>
                  <a:lnTo>
                    <a:pt x="1500844" y="137609"/>
                  </a:lnTo>
                  <a:lnTo>
                    <a:pt x="1483983" y="116524"/>
                  </a:lnTo>
                  <a:lnTo>
                    <a:pt x="1485291" y="113962"/>
                  </a:lnTo>
                  <a:lnTo>
                    <a:pt x="1499983" y="117323"/>
                  </a:lnTo>
                  <a:lnTo>
                    <a:pt x="1526302" y="112519"/>
                  </a:lnTo>
                  <a:lnTo>
                    <a:pt x="1541967" y="120196"/>
                  </a:lnTo>
                  <a:lnTo>
                    <a:pt x="1543761" y="116044"/>
                  </a:lnTo>
                  <a:lnTo>
                    <a:pt x="1528059" y="109628"/>
                  </a:lnTo>
                  <a:lnTo>
                    <a:pt x="1531611" y="96532"/>
                  </a:lnTo>
                  <a:lnTo>
                    <a:pt x="1527910" y="85756"/>
                  </a:lnTo>
                  <a:lnTo>
                    <a:pt x="1527611" y="78519"/>
                  </a:lnTo>
                  <a:lnTo>
                    <a:pt x="1529367" y="70410"/>
                  </a:lnTo>
                  <a:lnTo>
                    <a:pt x="1533405" y="66751"/>
                  </a:lnTo>
                  <a:lnTo>
                    <a:pt x="1540322" y="50993"/>
                  </a:lnTo>
                  <a:lnTo>
                    <a:pt x="1563013" y="21622"/>
                  </a:lnTo>
                  <a:lnTo>
                    <a:pt x="1573818" y="10162"/>
                  </a:lnTo>
                  <a:lnTo>
                    <a:pt x="1582753" y="9638"/>
                  </a:lnTo>
                  <a:lnTo>
                    <a:pt x="1592174" y="0"/>
                  </a:lnTo>
                  <a:lnTo>
                    <a:pt x="1627391" y="19893"/>
                  </a:lnTo>
                  <a:lnTo>
                    <a:pt x="1631203" y="23522"/>
                  </a:lnTo>
                  <a:lnTo>
                    <a:pt x="1634643" y="32805"/>
                  </a:lnTo>
                  <a:lnTo>
                    <a:pt x="1627876" y="36567"/>
                  </a:lnTo>
                  <a:lnTo>
                    <a:pt x="1620624" y="47276"/>
                  </a:lnTo>
                  <a:lnTo>
                    <a:pt x="1596062" y="60070"/>
                  </a:lnTo>
                  <a:lnTo>
                    <a:pt x="1626044" y="60070"/>
                  </a:lnTo>
                  <a:lnTo>
                    <a:pt x="1627428" y="69247"/>
                  </a:lnTo>
                  <a:lnTo>
                    <a:pt x="1629709" y="69745"/>
                  </a:lnTo>
                  <a:lnTo>
                    <a:pt x="1636437" y="65251"/>
                  </a:lnTo>
                  <a:lnTo>
                    <a:pt x="1652961" y="66251"/>
                  </a:lnTo>
                  <a:lnTo>
                    <a:pt x="1659952" y="70244"/>
                  </a:lnTo>
                  <a:lnTo>
                    <a:pt x="1663093" y="76208"/>
                  </a:lnTo>
                  <a:lnTo>
                    <a:pt x="1646681" y="108180"/>
                  </a:lnTo>
                  <a:lnTo>
                    <a:pt x="1641409" y="106730"/>
                  </a:lnTo>
                  <a:lnTo>
                    <a:pt x="1642007" y="113642"/>
                  </a:lnTo>
                  <a:lnTo>
                    <a:pt x="1650531" y="116524"/>
                  </a:lnTo>
                  <a:lnTo>
                    <a:pt x="1657448" y="112680"/>
                  </a:lnTo>
                  <a:lnTo>
                    <a:pt x="1669186" y="112840"/>
                  </a:lnTo>
                  <a:lnTo>
                    <a:pt x="1672925" y="108502"/>
                  </a:lnTo>
                  <a:lnTo>
                    <a:pt x="1675541" y="95231"/>
                  </a:lnTo>
                  <a:lnTo>
                    <a:pt x="1678720" y="93439"/>
                  </a:lnTo>
                  <a:lnTo>
                    <a:pt x="1703393" y="92461"/>
                  </a:lnTo>
                  <a:lnTo>
                    <a:pt x="1716103" y="95719"/>
                  </a:lnTo>
                  <a:lnTo>
                    <a:pt x="1726272" y="91483"/>
                  </a:lnTo>
                  <a:lnTo>
                    <a:pt x="1739619" y="94742"/>
                  </a:lnTo>
                  <a:lnTo>
                    <a:pt x="1756741" y="109949"/>
                  </a:lnTo>
                  <a:lnTo>
                    <a:pt x="1759956" y="116524"/>
                  </a:lnTo>
                  <a:lnTo>
                    <a:pt x="1756816" y="125287"/>
                  </a:lnTo>
                  <a:lnTo>
                    <a:pt x="1764181" y="120515"/>
                  </a:lnTo>
                  <a:lnTo>
                    <a:pt x="1770872" y="125129"/>
                  </a:lnTo>
                  <a:lnTo>
                    <a:pt x="1772218" y="139494"/>
                  </a:lnTo>
                  <a:lnTo>
                    <a:pt x="1774611" y="147316"/>
                  </a:lnTo>
                  <a:lnTo>
                    <a:pt x="1771658" y="153848"/>
                  </a:lnTo>
                  <a:lnTo>
                    <a:pt x="1780741" y="147004"/>
                  </a:lnTo>
                  <a:lnTo>
                    <a:pt x="1781901" y="143411"/>
                  </a:lnTo>
                  <a:lnTo>
                    <a:pt x="1778537" y="137766"/>
                  </a:lnTo>
                  <a:lnTo>
                    <a:pt x="1784443" y="136666"/>
                  </a:lnTo>
                  <a:lnTo>
                    <a:pt x="1787658" y="148719"/>
                  </a:lnTo>
                  <a:lnTo>
                    <a:pt x="1790500" y="167730"/>
                  </a:lnTo>
                  <a:lnTo>
                    <a:pt x="1796593" y="165273"/>
                  </a:lnTo>
                  <a:lnTo>
                    <a:pt x="1796892" y="170793"/>
                  </a:lnTo>
                  <a:lnTo>
                    <a:pt x="1794350" y="183577"/>
                  </a:lnTo>
                  <a:lnTo>
                    <a:pt x="1790574" y="195030"/>
                  </a:lnTo>
                  <a:lnTo>
                    <a:pt x="1788892" y="195330"/>
                  </a:lnTo>
                  <a:lnTo>
                    <a:pt x="1789528" y="190522"/>
                  </a:lnTo>
                  <a:lnTo>
                    <a:pt x="1786911" y="185846"/>
                  </a:lnTo>
                  <a:lnTo>
                    <a:pt x="1767695" y="171864"/>
                  </a:lnTo>
                  <a:lnTo>
                    <a:pt x="1773190" y="180849"/>
                  </a:lnTo>
                  <a:lnTo>
                    <a:pt x="1777863" y="194730"/>
                  </a:lnTo>
                  <a:lnTo>
                    <a:pt x="1783845" y="191425"/>
                  </a:lnTo>
                  <a:lnTo>
                    <a:pt x="1786200" y="197877"/>
                  </a:lnTo>
                  <a:lnTo>
                    <a:pt x="1793864" y="204741"/>
                  </a:lnTo>
                  <a:lnTo>
                    <a:pt x="1791546" y="217768"/>
                  </a:lnTo>
                  <a:lnTo>
                    <a:pt x="1777228" y="240238"/>
                  </a:lnTo>
                  <a:lnTo>
                    <a:pt x="1762012" y="253182"/>
                  </a:lnTo>
                  <a:lnTo>
                    <a:pt x="1755283" y="262163"/>
                  </a:lnTo>
                  <a:lnTo>
                    <a:pt x="1743469" y="268538"/>
                  </a:lnTo>
                  <a:lnTo>
                    <a:pt x="1724254" y="283565"/>
                  </a:lnTo>
                  <a:lnTo>
                    <a:pt x="1721188" y="290387"/>
                  </a:lnTo>
                  <a:lnTo>
                    <a:pt x="1713150" y="294683"/>
                  </a:lnTo>
                  <a:lnTo>
                    <a:pt x="1714646" y="299378"/>
                  </a:lnTo>
                  <a:lnTo>
                    <a:pt x="1712552" y="306387"/>
                  </a:lnTo>
                  <a:lnTo>
                    <a:pt x="1697263" y="316758"/>
                  </a:lnTo>
                  <a:lnTo>
                    <a:pt x="1679093" y="342046"/>
                  </a:lnTo>
                  <a:lnTo>
                    <a:pt x="1670084" y="347096"/>
                  </a:lnTo>
                  <a:lnTo>
                    <a:pt x="1659803" y="347361"/>
                  </a:lnTo>
                  <a:lnTo>
                    <a:pt x="1647503" y="368655"/>
                  </a:lnTo>
                  <a:lnTo>
                    <a:pt x="1637334" y="370218"/>
                  </a:lnTo>
                  <a:lnTo>
                    <a:pt x="1626717" y="395217"/>
                  </a:lnTo>
                  <a:lnTo>
                    <a:pt x="1615614" y="408035"/>
                  </a:lnTo>
                  <a:lnTo>
                    <a:pt x="1627353" y="403861"/>
                  </a:lnTo>
                  <a:lnTo>
                    <a:pt x="1634792" y="395854"/>
                  </a:lnTo>
                  <a:lnTo>
                    <a:pt x="1639951" y="384712"/>
                  </a:lnTo>
                  <a:lnTo>
                    <a:pt x="1643316" y="382394"/>
                  </a:lnTo>
                  <a:lnTo>
                    <a:pt x="1669747" y="379942"/>
                  </a:lnTo>
                  <a:lnTo>
                    <a:pt x="1680888" y="373338"/>
                  </a:lnTo>
                  <a:lnTo>
                    <a:pt x="1682234" y="370088"/>
                  </a:lnTo>
                  <a:lnTo>
                    <a:pt x="1697599" y="365132"/>
                  </a:lnTo>
                  <a:lnTo>
                    <a:pt x="1702571" y="357265"/>
                  </a:lnTo>
                  <a:lnTo>
                    <a:pt x="1713486" y="358317"/>
                  </a:lnTo>
                  <a:lnTo>
                    <a:pt x="1732553" y="342446"/>
                  </a:lnTo>
                  <a:lnTo>
                    <a:pt x="1734498" y="339247"/>
                  </a:lnTo>
                  <a:lnTo>
                    <a:pt x="1731470" y="335639"/>
                  </a:lnTo>
                  <a:lnTo>
                    <a:pt x="1718384" y="340981"/>
                  </a:lnTo>
                  <a:lnTo>
                    <a:pt x="1710384" y="338313"/>
                  </a:lnTo>
                  <a:lnTo>
                    <a:pt x="1709524" y="334165"/>
                  </a:lnTo>
                  <a:lnTo>
                    <a:pt x="1713748" y="324345"/>
                  </a:lnTo>
                  <a:lnTo>
                    <a:pt x="1721898" y="317845"/>
                  </a:lnTo>
                  <a:lnTo>
                    <a:pt x="1738423" y="323804"/>
                  </a:lnTo>
                  <a:lnTo>
                    <a:pt x="1739955" y="315262"/>
                  </a:lnTo>
                  <a:lnTo>
                    <a:pt x="1748703" y="317030"/>
                  </a:lnTo>
                  <a:lnTo>
                    <a:pt x="1741975" y="321505"/>
                  </a:lnTo>
                  <a:lnTo>
                    <a:pt x="1745564" y="332154"/>
                  </a:lnTo>
                  <a:lnTo>
                    <a:pt x="1761077" y="340981"/>
                  </a:lnTo>
                  <a:lnTo>
                    <a:pt x="1774536" y="338179"/>
                  </a:lnTo>
                  <a:lnTo>
                    <a:pt x="1777527" y="331483"/>
                  </a:lnTo>
                  <a:lnTo>
                    <a:pt x="1775396" y="322046"/>
                  </a:lnTo>
                  <a:lnTo>
                    <a:pt x="1779471" y="325695"/>
                  </a:lnTo>
                  <a:lnTo>
                    <a:pt x="1787434" y="345504"/>
                  </a:lnTo>
                  <a:lnTo>
                    <a:pt x="1782050" y="359236"/>
                  </a:lnTo>
                  <a:lnTo>
                    <a:pt x="1789004" y="367482"/>
                  </a:lnTo>
                  <a:lnTo>
                    <a:pt x="1788630" y="388950"/>
                  </a:lnTo>
                  <a:lnTo>
                    <a:pt x="1786462" y="396492"/>
                  </a:lnTo>
                  <a:lnTo>
                    <a:pt x="1781452" y="404368"/>
                  </a:lnTo>
                  <a:lnTo>
                    <a:pt x="1782649" y="411313"/>
                  </a:lnTo>
                  <a:lnTo>
                    <a:pt x="1785266" y="416466"/>
                  </a:lnTo>
                  <a:lnTo>
                    <a:pt x="1792593" y="417970"/>
                  </a:lnTo>
                  <a:lnTo>
                    <a:pt x="1793565" y="416717"/>
                  </a:lnTo>
                  <a:lnTo>
                    <a:pt x="1791882" y="415086"/>
                  </a:lnTo>
                  <a:lnTo>
                    <a:pt x="1784967" y="410810"/>
                  </a:lnTo>
                  <a:lnTo>
                    <a:pt x="1783284" y="406013"/>
                  </a:lnTo>
                  <a:lnTo>
                    <a:pt x="1790051" y="388437"/>
                  </a:lnTo>
                  <a:lnTo>
                    <a:pt x="1790874" y="382136"/>
                  </a:lnTo>
                  <a:lnTo>
                    <a:pt x="1790387" y="375673"/>
                  </a:lnTo>
                  <a:lnTo>
                    <a:pt x="1797191" y="367482"/>
                  </a:lnTo>
                  <a:lnTo>
                    <a:pt x="1789976" y="361205"/>
                  </a:lnTo>
                  <a:lnTo>
                    <a:pt x="1789378" y="355949"/>
                  </a:lnTo>
                  <a:lnTo>
                    <a:pt x="1800818" y="350142"/>
                  </a:lnTo>
                  <a:lnTo>
                    <a:pt x="1816519" y="348421"/>
                  </a:lnTo>
                  <a:lnTo>
                    <a:pt x="1827323" y="341381"/>
                  </a:lnTo>
                  <a:lnTo>
                    <a:pt x="1851399" y="343377"/>
                  </a:lnTo>
                  <a:lnTo>
                    <a:pt x="1868260" y="349083"/>
                  </a:lnTo>
                  <a:lnTo>
                    <a:pt x="1891998" y="349745"/>
                  </a:lnTo>
                  <a:lnTo>
                    <a:pt x="1900709" y="353577"/>
                  </a:lnTo>
                  <a:lnTo>
                    <a:pt x="1902093" y="357659"/>
                  </a:lnTo>
                  <a:lnTo>
                    <a:pt x="1892111" y="358842"/>
                  </a:lnTo>
                  <a:lnTo>
                    <a:pt x="1890466" y="365915"/>
                  </a:lnTo>
                  <a:lnTo>
                    <a:pt x="1891587" y="374636"/>
                  </a:lnTo>
                  <a:lnTo>
                    <a:pt x="1918990" y="393813"/>
                  </a:lnTo>
                  <a:lnTo>
                    <a:pt x="1936598" y="393685"/>
                  </a:lnTo>
                  <a:lnTo>
                    <a:pt x="1944898" y="396874"/>
                  </a:lnTo>
                  <a:lnTo>
                    <a:pt x="1960487" y="394451"/>
                  </a:lnTo>
                  <a:lnTo>
                    <a:pt x="1966319" y="399673"/>
                  </a:lnTo>
                  <a:lnTo>
                    <a:pt x="1976862" y="400944"/>
                  </a:lnTo>
                  <a:lnTo>
                    <a:pt x="1981348" y="398911"/>
                  </a:lnTo>
                  <a:lnTo>
                    <a:pt x="1976151" y="394451"/>
                  </a:lnTo>
                  <a:lnTo>
                    <a:pt x="1976638" y="391128"/>
                  </a:lnTo>
                  <a:lnTo>
                    <a:pt x="1989797" y="395599"/>
                  </a:lnTo>
                  <a:lnTo>
                    <a:pt x="1992750" y="392151"/>
                  </a:lnTo>
                  <a:lnTo>
                    <a:pt x="1996077" y="382007"/>
                  </a:lnTo>
                  <a:lnTo>
                    <a:pt x="1999405" y="378521"/>
                  </a:lnTo>
                  <a:lnTo>
                    <a:pt x="1993199" y="361336"/>
                  </a:lnTo>
                  <a:lnTo>
                    <a:pt x="1992824" y="353840"/>
                  </a:lnTo>
                  <a:lnTo>
                    <a:pt x="1995143" y="346300"/>
                  </a:lnTo>
                  <a:lnTo>
                    <a:pt x="1996675" y="344042"/>
                  </a:lnTo>
                  <a:lnTo>
                    <a:pt x="2003031" y="346963"/>
                  </a:lnTo>
                  <a:lnTo>
                    <a:pt x="2007630" y="340714"/>
                  </a:lnTo>
                  <a:lnTo>
                    <a:pt x="2018508" y="337778"/>
                  </a:lnTo>
                  <a:lnTo>
                    <a:pt x="2040827" y="354763"/>
                  </a:lnTo>
                  <a:lnTo>
                    <a:pt x="2040453" y="360155"/>
                  </a:lnTo>
                  <a:lnTo>
                    <a:pt x="2054061" y="352785"/>
                  </a:lnTo>
                  <a:lnTo>
                    <a:pt x="2055968" y="355817"/>
                  </a:lnTo>
                  <a:lnTo>
                    <a:pt x="2054135" y="362122"/>
                  </a:lnTo>
                  <a:lnTo>
                    <a:pt x="2054845" y="363955"/>
                  </a:lnTo>
                  <a:lnTo>
                    <a:pt x="2060267" y="368264"/>
                  </a:lnTo>
                  <a:lnTo>
                    <a:pt x="2070211" y="352785"/>
                  </a:lnTo>
                  <a:lnTo>
                    <a:pt x="2084940" y="357659"/>
                  </a:lnTo>
                  <a:lnTo>
                    <a:pt x="2096156" y="368655"/>
                  </a:lnTo>
                  <a:lnTo>
                    <a:pt x="2095670" y="373208"/>
                  </a:lnTo>
                  <a:lnTo>
                    <a:pt x="2102512" y="373598"/>
                  </a:lnTo>
                  <a:lnTo>
                    <a:pt x="2108793" y="378779"/>
                  </a:lnTo>
                  <a:lnTo>
                    <a:pt x="2108418" y="382394"/>
                  </a:lnTo>
                  <a:lnTo>
                    <a:pt x="2109315" y="384454"/>
                  </a:lnTo>
                  <a:lnTo>
                    <a:pt x="2113203" y="384326"/>
                  </a:lnTo>
                  <a:lnTo>
                    <a:pt x="2112231" y="389078"/>
                  </a:lnTo>
                  <a:lnTo>
                    <a:pt x="2102773" y="399801"/>
                  </a:lnTo>
                  <a:lnTo>
                    <a:pt x="2111447" y="401325"/>
                  </a:lnTo>
                  <a:lnTo>
                    <a:pt x="2115857" y="408161"/>
                  </a:lnTo>
                  <a:lnTo>
                    <a:pt x="2116307" y="413075"/>
                  </a:lnTo>
                  <a:lnTo>
                    <a:pt x="2107259" y="421473"/>
                  </a:lnTo>
                  <a:lnTo>
                    <a:pt x="2098998" y="424965"/>
                  </a:lnTo>
                  <a:lnTo>
                    <a:pt x="2101726" y="427703"/>
                  </a:lnTo>
                  <a:lnTo>
                    <a:pt x="2113502" y="428324"/>
                  </a:lnTo>
                  <a:lnTo>
                    <a:pt x="2116942" y="431673"/>
                  </a:lnTo>
                  <a:lnTo>
                    <a:pt x="2119634" y="440070"/>
                  </a:lnTo>
                  <a:lnTo>
                    <a:pt x="2119634" y="450243"/>
                  </a:lnTo>
                  <a:lnTo>
                    <a:pt x="2116980" y="455238"/>
                  </a:lnTo>
                  <a:lnTo>
                    <a:pt x="2109765" y="456088"/>
                  </a:lnTo>
                  <a:lnTo>
                    <a:pt x="2086249" y="431921"/>
                  </a:lnTo>
                  <a:lnTo>
                    <a:pt x="2084641" y="433283"/>
                  </a:lnTo>
                  <a:lnTo>
                    <a:pt x="2087034" y="440562"/>
                  </a:lnTo>
                  <a:lnTo>
                    <a:pt x="2097764" y="455481"/>
                  </a:lnTo>
                  <a:lnTo>
                    <a:pt x="2109241" y="477769"/>
                  </a:lnTo>
                  <a:lnTo>
                    <a:pt x="2113502" y="473103"/>
                  </a:lnTo>
                  <a:lnTo>
                    <a:pt x="2114288" y="469502"/>
                  </a:lnTo>
                  <a:lnTo>
                    <a:pt x="2113615" y="464564"/>
                  </a:lnTo>
                  <a:lnTo>
                    <a:pt x="2115446" y="466975"/>
                  </a:lnTo>
                  <a:lnTo>
                    <a:pt x="2120680" y="478843"/>
                  </a:lnTo>
                  <a:lnTo>
                    <a:pt x="2115970" y="478485"/>
                  </a:lnTo>
                  <a:lnTo>
                    <a:pt x="2107858" y="483844"/>
                  </a:lnTo>
                  <a:lnTo>
                    <a:pt x="2109503" y="487878"/>
                  </a:lnTo>
                  <a:lnTo>
                    <a:pt x="2113876" y="488470"/>
                  </a:lnTo>
                  <a:lnTo>
                    <a:pt x="2126924" y="519228"/>
                  </a:lnTo>
                  <a:lnTo>
                    <a:pt x="2143036" y="533701"/>
                  </a:lnTo>
                  <a:lnTo>
                    <a:pt x="2145765" y="534044"/>
                  </a:lnTo>
                  <a:lnTo>
                    <a:pt x="2147598" y="529239"/>
                  </a:lnTo>
                  <a:lnTo>
                    <a:pt x="2149130" y="530957"/>
                  </a:lnTo>
                  <a:lnTo>
                    <a:pt x="2150514" y="539399"/>
                  </a:lnTo>
                  <a:lnTo>
                    <a:pt x="2153093" y="543032"/>
                  </a:lnTo>
                  <a:lnTo>
                    <a:pt x="2158214" y="541784"/>
                  </a:lnTo>
                  <a:lnTo>
                    <a:pt x="2164309" y="533244"/>
                  </a:lnTo>
                  <a:lnTo>
                    <a:pt x="2171449" y="513902"/>
                  </a:lnTo>
                  <a:lnTo>
                    <a:pt x="2174140" y="511231"/>
                  </a:lnTo>
                  <a:lnTo>
                    <a:pt x="2173206" y="508088"/>
                  </a:lnTo>
                  <a:lnTo>
                    <a:pt x="2173468" y="504352"/>
                  </a:lnTo>
                  <a:lnTo>
                    <a:pt x="2178140" y="485150"/>
                  </a:lnTo>
                  <a:lnTo>
                    <a:pt x="2187000" y="466373"/>
                  </a:lnTo>
                  <a:lnTo>
                    <a:pt x="2190104" y="476933"/>
                  </a:lnTo>
                  <a:lnTo>
                    <a:pt x="2196907" y="487641"/>
                  </a:lnTo>
                  <a:lnTo>
                    <a:pt x="2208497" y="498845"/>
                  </a:lnTo>
                  <a:lnTo>
                    <a:pt x="2217095" y="502480"/>
                  </a:lnTo>
                  <a:lnTo>
                    <a:pt x="2229545" y="502012"/>
                  </a:lnTo>
                  <a:lnTo>
                    <a:pt x="2236161" y="493550"/>
                  </a:lnTo>
                  <a:lnTo>
                    <a:pt x="2243190" y="491780"/>
                  </a:lnTo>
                  <a:lnTo>
                    <a:pt x="2247340" y="487285"/>
                  </a:lnTo>
                  <a:lnTo>
                    <a:pt x="2258368" y="486693"/>
                  </a:lnTo>
                  <a:lnTo>
                    <a:pt x="2279639" y="500136"/>
                  </a:lnTo>
                  <a:lnTo>
                    <a:pt x="2296762" y="518303"/>
                  </a:lnTo>
                  <a:lnTo>
                    <a:pt x="2297846" y="517725"/>
                  </a:lnTo>
                  <a:lnTo>
                    <a:pt x="2297472" y="516105"/>
                  </a:lnTo>
                  <a:lnTo>
                    <a:pt x="2294780" y="512393"/>
                  </a:lnTo>
                  <a:lnTo>
                    <a:pt x="2299902" y="507155"/>
                  </a:lnTo>
                  <a:lnTo>
                    <a:pt x="2304538" y="505988"/>
                  </a:lnTo>
                  <a:lnTo>
                    <a:pt x="2296313" y="502129"/>
                  </a:lnTo>
                  <a:lnTo>
                    <a:pt x="2299042" y="492843"/>
                  </a:lnTo>
                  <a:lnTo>
                    <a:pt x="2302893" y="488233"/>
                  </a:lnTo>
                  <a:lnTo>
                    <a:pt x="2308912" y="490481"/>
                  </a:lnTo>
                  <a:lnTo>
                    <a:pt x="2311941" y="485744"/>
                  </a:lnTo>
                  <a:lnTo>
                    <a:pt x="2314221" y="486100"/>
                  </a:lnTo>
                  <a:lnTo>
                    <a:pt x="2323155" y="498141"/>
                  </a:lnTo>
                  <a:lnTo>
                    <a:pt x="2339231" y="495082"/>
                  </a:lnTo>
                  <a:lnTo>
                    <a:pt x="2333212" y="481346"/>
                  </a:lnTo>
                  <a:lnTo>
                    <a:pt x="2333810" y="469142"/>
                  </a:lnTo>
                  <a:lnTo>
                    <a:pt x="2326258" y="464685"/>
                  </a:lnTo>
                  <a:lnTo>
                    <a:pt x="2332091" y="461544"/>
                  </a:lnTo>
                  <a:lnTo>
                    <a:pt x="2336389" y="451341"/>
                  </a:lnTo>
                  <a:lnTo>
                    <a:pt x="2343456" y="448533"/>
                  </a:lnTo>
                  <a:lnTo>
                    <a:pt x="2331605" y="446208"/>
                  </a:lnTo>
                  <a:lnTo>
                    <a:pt x="2327716" y="450365"/>
                  </a:lnTo>
                  <a:lnTo>
                    <a:pt x="2322445" y="450365"/>
                  </a:lnTo>
                  <a:lnTo>
                    <a:pt x="2321697" y="439085"/>
                  </a:lnTo>
                  <a:lnTo>
                    <a:pt x="2331268" y="427578"/>
                  </a:lnTo>
                  <a:lnTo>
                    <a:pt x="2348914" y="427827"/>
                  </a:lnTo>
                  <a:lnTo>
                    <a:pt x="2361961" y="421348"/>
                  </a:lnTo>
                  <a:lnTo>
                    <a:pt x="2359980" y="418346"/>
                  </a:lnTo>
                  <a:lnTo>
                    <a:pt x="2359755" y="412321"/>
                  </a:lnTo>
                  <a:lnTo>
                    <a:pt x="2353100" y="403481"/>
                  </a:lnTo>
                  <a:lnTo>
                    <a:pt x="2354260" y="400182"/>
                  </a:lnTo>
                  <a:lnTo>
                    <a:pt x="2356353" y="400055"/>
                  </a:lnTo>
                  <a:lnTo>
                    <a:pt x="2366746" y="402340"/>
                  </a:lnTo>
                  <a:lnTo>
                    <a:pt x="2371083" y="407277"/>
                  </a:lnTo>
                  <a:lnTo>
                    <a:pt x="2382373" y="412069"/>
                  </a:lnTo>
                  <a:lnTo>
                    <a:pt x="2412579" y="413578"/>
                  </a:lnTo>
                  <a:lnTo>
                    <a:pt x="2447535" y="422472"/>
                  </a:lnTo>
                  <a:lnTo>
                    <a:pt x="2469442" y="431302"/>
                  </a:lnTo>
                  <a:lnTo>
                    <a:pt x="2469067" y="437730"/>
                  </a:lnTo>
                  <a:lnTo>
                    <a:pt x="2438748" y="435508"/>
                  </a:lnTo>
                  <a:lnTo>
                    <a:pt x="2434823" y="440685"/>
                  </a:lnTo>
                  <a:lnTo>
                    <a:pt x="2426151" y="443879"/>
                  </a:lnTo>
                  <a:lnTo>
                    <a:pt x="2428768" y="448410"/>
                  </a:lnTo>
                  <a:lnTo>
                    <a:pt x="2432431" y="449632"/>
                  </a:lnTo>
                  <a:lnTo>
                    <a:pt x="2444207" y="443879"/>
                  </a:lnTo>
                  <a:lnTo>
                    <a:pt x="2481442" y="441423"/>
                  </a:lnTo>
                  <a:lnTo>
                    <a:pt x="2480919" y="445473"/>
                  </a:lnTo>
                  <a:lnTo>
                    <a:pt x="2476620" y="453047"/>
                  </a:lnTo>
                  <a:lnTo>
                    <a:pt x="2466526" y="465168"/>
                  </a:lnTo>
                  <a:lnTo>
                    <a:pt x="2464282" y="465047"/>
                  </a:lnTo>
                  <a:lnTo>
                    <a:pt x="2468956" y="452194"/>
                  </a:lnTo>
                  <a:lnTo>
                    <a:pt x="2465254" y="451829"/>
                  </a:lnTo>
                  <a:lnTo>
                    <a:pt x="2459161" y="446208"/>
                  </a:lnTo>
                  <a:lnTo>
                    <a:pt x="2458151" y="447432"/>
                  </a:lnTo>
                  <a:lnTo>
                    <a:pt x="2457179" y="456938"/>
                  </a:lnTo>
                  <a:lnTo>
                    <a:pt x="2459123" y="460091"/>
                  </a:lnTo>
                  <a:lnTo>
                    <a:pt x="2459123" y="465409"/>
                  </a:lnTo>
                  <a:lnTo>
                    <a:pt x="2451871" y="468781"/>
                  </a:lnTo>
                  <a:lnTo>
                    <a:pt x="2444730" y="466373"/>
                  </a:lnTo>
                  <a:lnTo>
                    <a:pt x="2444954" y="472743"/>
                  </a:lnTo>
                  <a:lnTo>
                    <a:pt x="2443198" y="477888"/>
                  </a:lnTo>
                  <a:lnTo>
                    <a:pt x="2447310" y="481703"/>
                  </a:lnTo>
                  <a:lnTo>
                    <a:pt x="2460133" y="478366"/>
                  </a:lnTo>
                  <a:lnTo>
                    <a:pt x="2465703" y="474181"/>
                  </a:lnTo>
                  <a:lnTo>
                    <a:pt x="2482750" y="448044"/>
                  </a:lnTo>
                  <a:lnTo>
                    <a:pt x="2490377" y="439208"/>
                  </a:lnTo>
                  <a:lnTo>
                    <a:pt x="2514079" y="440316"/>
                  </a:lnTo>
                  <a:lnTo>
                    <a:pt x="2536883" y="450365"/>
                  </a:lnTo>
                  <a:lnTo>
                    <a:pt x="2546491" y="461907"/>
                  </a:lnTo>
                  <a:lnTo>
                    <a:pt x="2547613" y="468420"/>
                  </a:lnTo>
                  <a:lnTo>
                    <a:pt x="2544771" y="471904"/>
                  </a:lnTo>
                  <a:lnTo>
                    <a:pt x="2527500" y="475019"/>
                  </a:lnTo>
                  <a:lnTo>
                    <a:pt x="2524883" y="480512"/>
                  </a:lnTo>
                  <a:lnTo>
                    <a:pt x="2525817" y="482060"/>
                  </a:lnTo>
                  <a:lnTo>
                    <a:pt x="2536808" y="483844"/>
                  </a:lnTo>
                  <a:lnTo>
                    <a:pt x="2544285" y="487878"/>
                  </a:lnTo>
                  <a:lnTo>
                    <a:pt x="2548510" y="493904"/>
                  </a:lnTo>
                  <a:lnTo>
                    <a:pt x="2559725" y="493314"/>
                  </a:lnTo>
                  <a:lnTo>
                    <a:pt x="2561108" y="497553"/>
                  </a:lnTo>
                  <a:lnTo>
                    <a:pt x="2549295" y="512393"/>
                  </a:lnTo>
                  <a:lnTo>
                    <a:pt x="2567351" y="502363"/>
                  </a:lnTo>
                  <a:lnTo>
                    <a:pt x="2580100" y="508437"/>
                  </a:lnTo>
                  <a:lnTo>
                    <a:pt x="2590717" y="525451"/>
                  </a:lnTo>
                  <a:lnTo>
                    <a:pt x="2583839" y="527978"/>
                  </a:lnTo>
                  <a:lnTo>
                    <a:pt x="2599353" y="537464"/>
                  </a:lnTo>
                  <a:lnTo>
                    <a:pt x="2626046" y="534500"/>
                  </a:lnTo>
                  <a:lnTo>
                    <a:pt x="2638943" y="528551"/>
                  </a:lnTo>
                  <a:lnTo>
                    <a:pt x="2663468" y="524416"/>
                  </a:lnTo>
                  <a:lnTo>
                    <a:pt x="2669674" y="520729"/>
                  </a:lnTo>
                  <a:lnTo>
                    <a:pt x="2701936" y="522113"/>
                  </a:lnTo>
                  <a:lnTo>
                    <a:pt x="2714161" y="524416"/>
                  </a:lnTo>
                  <a:lnTo>
                    <a:pt x="2727993" y="531071"/>
                  </a:lnTo>
                  <a:lnTo>
                    <a:pt x="2741452" y="540194"/>
                  </a:lnTo>
                  <a:lnTo>
                    <a:pt x="2749303" y="549026"/>
                  </a:lnTo>
                  <a:lnTo>
                    <a:pt x="2753116" y="558020"/>
                  </a:lnTo>
                  <a:lnTo>
                    <a:pt x="2755060" y="570172"/>
                  </a:lnTo>
                  <a:lnTo>
                    <a:pt x="2754611" y="575598"/>
                  </a:lnTo>
                  <a:lnTo>
                    <a:pt x="2751434" y="584186"/>
                  </a:lnTo>
                  <a:lnTo>
                    <a:pt x="2751621" y="589770"/>
                  </a:lnTo>
                  <a:lnTo>
                    <a:pt x="2749340" y="596960"/>
                  </a:lnTo>
                  <a:lnTo>
                    <a:pt x="2751471" y="602163"/>
                  </a:lnTo>
                  <a:lnTo>
                    <a:pt x="2773864" y="612829"/>
                  </a:lnTo>
                  <a:lnTo>
                    <a:pt x="2776444" y="642728"/>
                  </a:lnTo>
                  <a:lnTo>
                    <a:pt x="2782164" y="649521"/>
                  </a:lnTo>
                  <a:lnTo>
                    <a:pt x="2782799" y="653891"/>
                  </a:lnTo>
                  <a:lnTo>
                    <a:pt x="2778388" y="668351"/>
                  </a:lnTo>
                  <a:lnTo>
                    <a:pt x="2772705" y="674907"/>
                  </a:lnTo>
                  <a:lnTo>
                    <a:pt x="2777865" y="673578"/>
                  </a:lnTo>
                  <a:lnTo>
                    <a:pt x="2783285" y="658660"/>
                  </a:lnTo>
                  <a:lnTo>
                    <a:pt x="2787473" y="653891"/>
                  </a:lnTo>
                  <a:lnTo>
                    <a:pt x="2787473" y="644717"/>
                  </a:lnTo>
                  <a:lnTo>
                    <a:pt x="2785678" y="636741"/>
                  </a:lnTo>
                  <a:lnTo>
                    <a:pt x="2785678" y="630937"/>
                  </a:lnTo>
                  <a:lnTo>
                    <a:pt x="2786874" y="626275"/>
                  </a:lnTo>
                  <a:lnTo>
                    <a:pt x="2799922" y="612507"/>
                  </a:lnTo>
                  <a:lnTo>
                    <a:pt x="2821418" y="606376"/>
                  </a:lnTo>
                  <a:lnTo>
                    <a:pt x="2827586" y="607669"/>
                  </a:lnTo>
                  <a:lnTo>
                    <a:pt x="2836895" y="605081"/>
                  </a:lnTo>
                  <a:lnTo>
                    <a:pt x="2841344" y="606052"/>
                  </a:lnTo>
                  <a:lnTo>
                    <a:pt x="2848671" y="612614"/>
                  </a:lnTo>
                  <a:lnTo>
                    <a:pt x="2874578" y="614116"/>
                  </a:lnTo>
                  <a:lnTo>
                    <a:pt x="2897944" y="619143"/>
                  </a:lnTo>
                  <a:lnTo>
                    <a:pt x="2913384" y="604757"/>
                  </a:lnTo>
                  <a:lnTo>
                    <a:pt x="2918132" y="605513"/>
                  </a:lnTo>
                  <a:lnTo>
                    <a:pt x="2924226" y="614544"/>
                  </a:lnTo>
                  <a:lnTo>
                    <a:pt x="2927403" y="632628"/>
                  </a:lnTo>
                  <a:lnTo>
                    <a:pt x="2948302" y="643775"/>
                  </a:lnTo>
                  <a:lnTo>
                    <a:pt x="2950470" y="653060"/>
                  </a:lnTo>
                  <a:lnTo>
                    <a:pt x="2954545" y="660832"/>
                  </a:lnTo>
                  <a:lnTo>
                    <a:pt x="2973798" y="658557"/>
                  </a:lnTo>
                  <a:lnTo>
                    <a:pt x="2983293" y="645763"/>
                  </a:lnTo>
                  <a:lnTo>
                    <a:pt x="2983331" y="640630"/>
                  </a:lnTo>
                  <a:lnTo>
                    <a:pt x="2977461" y="625744"/>
                  </a:lnTo>
                  <a:lnTo>
                    <a:pt x="2974732" y="614223"/>
                  </a:lnTo>
                  <a:lnTo>
                    <a:pt x="2965984" y="611648"/>
                  </a:lnTo>
                  <a:lnTo>
                    <a:pt x="2973087" y="597828"/>
                  </a:lnTo>
                  <a:lnTo>
                    <a:pt x="2972751" y="582539"/>
                  </a:lnTo>
                  <a:lnTo>
                    <a:pt x="3015781" y="591080"/>
                  </a:lnTo>
                  <a:lnTo>
                    <a:pt x="3030697" y="599781"/>
                  </a:lnTo>
                  <a:lnTo>
                    <a:pt x="3032267" y="593697"/>
                  </a:lnTo>
                  <a:lnTo>
                    <a:pt x="3034062" y="592389"/>
                  </a:lnTo>
                  <a:lnTo>
                    <a:pt x="3044642" y="596742"/>
                  </a:lnTo>
                  <a:lnTo>
                    <a:pt x="3062025" y="597828"/>
                  </a:lnTo>
                  <a:lnTo>
                    <a:pt x="3085615" y="595438"/>
                  </a:lnTo>
                  <a:lnTo>
                    <a:pt x="3106439" y="610466"/>
                  </a:lnTo>
                  <a:lnTo>
                    <a:pt x="3116233" y="612507"/>
                  </a:lnTo>
                  <a:lnTo>
                    <a:pt x="3127411" y="619356"/>
                  </a:lnTo>
                  <a:lnTo>
                    <a:pt x="3146402" y="625850"/>
                  </a:lnTo>
                  <a:lnTo>
                    <a:pt x="3148533" y="631149"/>
                  </a:lnTo>
                  <a:lnTo>
                    <a:pt x="3155225" y="633262"/>
                  </a:lnTo>
                  <a:lnTo>
                    <a:pt x="3170329" y="649417"/>
                  </a:lnTo>
                  <a:lnTo>
                    <a:pt x="3170329" y="858320"/>
                  </a:lnTo>
                  <a:lnTo>
                    <a:pt x="3166740" y="859915"/>
                  </a:lnTo>
                  <a:lnTo>
                    <a:pt x="3158852" y="870325"/>
                  </a:lnTo>
                  <a:lnTo>
                    <a:pt x="3152683" y="872257"/>
                  </a:lnTo>
                  <a:lnTo>
                    <a:pt x="3139599" y="880915"/>
                  </a:lnTo>
                  <a:lnTo>
                    <a:pt x="3134701" y="877599"/>
                  </a:lnTo>
                  <a:lnTo>
                    <a:pt x="3123561" y="875412"/>
                  </a:lnTo>
                  <a:lnTo>
                    <a:pt x="3111747" y="860889"/>
                  </a:lnTo>
                  <a:lnTo>
                    <a:pt x="3105541" y="857522"/>
                  </a:lnTo>
                  <a:lnTo>
                    <a:pt x="3100233" y="859738"/>
                  </a:lnTo>
                  <a:lnTo>
                    <a:pt x="3095821" y="858054"/>
                  </a:lnTo>
                  <a:lnTo>
                    <a:pt x="3094325" y="859295"/>
                  </a:lnTo>
                  <a:lnTo>
                    <a:pt x="3108794" y="861597"/>
                  </a:lnTo>
                  <a:lnTo>
                    <a:pt x="3112644" y="868391"/>
                  </a:lnTo>
                  <a:lnTo>
                    <a:pt x="3109466" y="871994"/>
                  </a:lnTo>
                  <a:lnTo>
                    <a:pt x="3104495" y="869007"/>
                  </a:lnTo>
                  <a:lnTo>
                    <a:pt x="3096157" y="868655"/>
                  </a:lnTo>
                  <a:lnTo>
                    <a:pt x="3088531" y="863542"/>
                  </a:lnTo>
                  <a:lnTo>
                    <a:pt x="3082699" y="869271"/>
                  </a:lnTo>
                  <a:lnTo>
                    <a:pt x="3057128" y="877074"/>
                  </a:lnTo>
                  <a:lnTo>
                    <a:pt x="3080568" y="872257"/>
                  </a:lnTo>
                  <a:lnTo>
                    <a:pt x="3088419" y="866277"/>
                  </a:lnTo>
                  <a:lnTo>
                    <a:pt x="3092382" y="869271"/>
                  </a:lnTo>
                  <a:lnTo>
                    <a:pt x="3094550" y="876025"/>
                  </a:lnTo>
                  <a:lnTo>
                    <a:pt x="3090176" y="881787"/>
                  </a:lnTo>
                  <a:lnTo>
                    <a:pt x="3097803" y="877074"/>
                  </a:lnTo>
                  <a:lnTo>
                    <a:pt x="3104756" y="879433"/>
                  </a:lnTo>
                  <a:lnTo>
                    <a:pt x="3109056" y="875325"/>
                  </a:lnTo>
                  <a:lnTo>
                    <a:pt x="3116906" y="873135"/>
                  </a:lnTo>
                  <a:lnTo>
                    <a:pt x="3117728" y="874449"/>
                  </a:lnTo>
                  <a:lnTo>
                    <a:pt x="3116532" y="882397"/>
                  </a:lnTo>
                  <a:lnTo>
                    <a:pt x="3117018" y="888651"/>
                  </a:lnTo>
                  <a:lnTo>
                    <a:pt x="3122289" y="895307"/>
                  </a:lnTo>
                  <a:lnTo>
                    <a:pt x="3129729" y="899353"/>
                  </a:lnTo>
                  <a:lnTo>
                    <a:pt x="3131486" y="898665"/>
                  </a:lnTo>
                  <a:lnTo>
                    <a:pt x="3133542" y="892458"/>
                  </a:lnTo>
                  <a:lnTo>
                    <a:pt x="3136720" y="897461"/>
                  </a:lnTo>
                  <a:lnTo>
                    <a:pt x="3138701" y="903730"/>
                  </a:lnTo>
                  <a:lnTo>
                    <a:pt x="3138178" y="909287"/>
                  </a:lnTo>
                  <a:lnTo>
                    <a:pt x="3142290" y="911503"/>
                  </a:lnTo>
                  <a:lnTo>
                    <a:pt x="3143972" y="925483"/>
                  </a:lnTo>
                  <a:lnTo>
                    <a:pt x="3137954" y="928429"/>
                  </a:lnTo>
                  <a:lnTo>
                    <a:pt x="3143449" y="932292"/>
                  </a:lnTo>
                  <a:lnTo>
                    <a:pt x="3142888" y="937898"/>
                  </a:lnTo>
                  <a:lnTo>
                    <a:pt x="3144234" y="938232"/>
                  </a:lnTo>
                  <a:lnTo>
                    <a:pt x="3145132" y="935976"/>
                  </a:lnTo>
                  <a:lnTo>
                    <a:pt x="3145243" y="931453"/>
                  </a:lnTo>
                  <a:lnTo>
                    <a:pt x="3147935" y="940484"/>
                  </a:lnTo>
                  <a:lnTo>
                    <a:pt x="3157618" y="949619"/>
                  </a:lnTo>
                  <a:lnTo>
                    <a:pt x="3157954" y="952843"/>
                  </a:lnTo>
                  <a:lnTo>
                    <a:pt x="3154964" y="955977"/>
                  </a:lnTo>
                  <a:lnTo>
                    <a:pt x="3157468" y="961731"/>
                  </a:lnTo>
                  <a:lnTo>
                    <a:pt x="3160160" y="962633"/>
                  </a:lnTo>
                  <a:lnTo>
                    <a:pt x="3161393" y="966725"/>
                  </a:lnTo>
                  <a:lnTo>
                    <a:pt x="3161393" y="970641"/>
                  </a:lnTo>
                  <a:lnTo>
                    <a:pt x="3153244" y="980463"/>
                  </a:lnTo>
                  <a:lnTo>
                    <a:pt x="3152085" y="987160"/>
                  </a:lnTo>
                  <a:lnTo>
                    <a:pt x="3129205" y="976981"/>
                  </a:lnTo>
                  <a:lnTo>
                    <a:pt x="3114102" y="974627"/>
                  </a:lnTo>
                  <a:lnTo>
                    <a:pt x="3115485" y="968358"/>
                  </a:lnTo>
                  <a:lnTo>
                    <a:pt x="3115074" y="966316"/>
                  </a:lnTo>
                  <a:lnTo>
                    <a:pt x="3113392" y="967786"/>
                  </a:lnTo>
                  <a:lnTo>
                    <a:pt x="3108494" y="966561"/>
                  </a:lnTo>
                  <a:lnTo>
                    <a:pt x="3107298" y="971944"/>
                  </a:lnTo>
                  <a:lnTo>
                    <a:pt x="3111971" y="974952"/>
                  </a:lnTo>
                  <a:lnTo>
                    <a:pt x="3111336" y="976332"/>
                  </a:lnTo>
                  <a:lnTo>
                    <a:pt x="3101840" y="978845"/>
                  </a:lnTo>
                  <a:lnTo>
                    <a:pt x="3094063" y="985952"/>
                  </a:lnTo>
                  <a:lnTo>
                    <a:pt x="3072044" y="996862"/>
                  </a:lnTo>
                  <a:lnTo>
                    <a:pt x="3070474" y="999815"/>
                  </a:lnTo>
                  <a:lnTo>
                    <a:pt x="3060567" y="1003716"/>
                  </a:lnTo>
                  <a:lnTo>
                    <a:pt x="3056380" y="1009190"/>
                  </a:lnTo>
                  <a:lnTo>
                    <a:pt x="3048604" y="1010377"/>
                  </a:lnTo>
                  <a:lnTo>
                    <a:pt x="3042025" y="1015509"/>
                  </a:lnTo>
                  <a:lnTo>
                    <a:pt x="3037875" y="1013853"/>
                  </a:lnTo>
                  <a:lnTo>
                    <a:pt x="3027669" y="1027356"/>
                  </a:lnTo>
                  <a:lnTo>
                    <a:pt x="3021949" y="1024619"/>
                  </a:lnTo>
                  <a:lnTo>
                    <a:pt x="3020939" y="1026105"/>
                  </a:lnTo>
                  <a:lnTo>
                    <a:pt x="3023033" y="1031490"/>
                  </a:lnTo>
                  <a:lnTo>
                    <a:pt x="3019332" y="1031334"/>
                  </a:lnTo>
                  <a:lnTo>
                    <a:pt x="3018659" y="1034213"/>
                  </a:lnTo>
                  <a:lnTo>
                    <a:pt x="3016304" y="1036697"/>
                  </a:lnTo>
                  <a:lnTo>
                    <a:pt x="3012416" y="1037706"/>
                  </a:lnTo>
                  <a:lnTo>
                    <a:pt x="3011706" y="1039874"/>
                  </a:lnTo>
                  <a:lnTo>
                    <a:pt x="3012341" y="1042272"/>
                  </a:lnTo>
                  <a:lnTo>
                    <a:pt x="3002472" y="1050744"/>
                  </a:lnTo>
                  <a:lnTo>
                    <a:pt x="2998546" y="1051588"/>
                  </a:lnTo>
                  <a:lnTo>
                    <a:pt x="2982359" y="1065179"/>
                  </a:lnTo>
                  <a:lnTo>
                    <a:pt x="2975255" y="1068897"/>
                  </a:lnTo>
                  <a:lnTo>
                    <a:pt x="2969910" y="1088531"/>
                  </a:lnTo>
                  <a:lnTo>
                    <a:pt x="2965835" y="1087634"/>
                  </a:lnTo>
                  <a:lnTo>
                    <a:pt x="2962283" y="1084267"/>
                  </a:lnTo>
                  <a:lnTo>
                    <a:pt x="2960526" y="1080966"/>
                  </a:lnTo>
                  <a:lnTo>
                    <a:pt x="2960302" y="1078034"/>
                  </a:lnTo>
                  <a:lnTo>
                    <a:pt x="2954694" y="1068745"/>
                  </a:lnTo>
                  <a:lnTo>
                    <a:pt x="2946582" y="1062137"/>
                  </a:lnTo>
                  <a:lnTo>
                    <a:pt x="2923964" y="1063050"/>
                  </a:lnTo>
                  <a:lnTo>
                    <a:pt x="2905047" y="1070109"/>
                  </a:lnTo>
                  <a:lnTo>
                    <a:pt x="2899589" y="1074266"/>
                  </a:lnTo>
                  <a:lnTo>
                    <a:pt x="2885234" y="1093079"/>
                  </a:lnTo>
                  <a:lnTo>
                    <a:pt x="2883439" y="1093303"/>
                  </a:lnTo>
                  <a:lnTo>
                    <a:pt x="2882392" y="1087933"/>
                  </a:lnTo>
                  <a:lnTo>
                    <a:pt x="2886878" y="1066774"/>
                  </a:lnTo>
                  <a:lnTo>
                    <a:pt x="2883289" y="1067001"/>
                  </a:lnTo>
                  <a:lnTo>
                    <a:pt x="2878355" y="1072151"/>
                  </a:lnTo>
                  <a:lnTo>
                    <a:pt x="2860560" y="1082992"/>
                  </a:lnTo>
                  <a:lnTo>
                    <a:pt x="2860335" y="1089352"/>
                  </a:lnTo>
                  <a:lnTo>
                    <a:pt x="2859176" y="1092856"/>
                  </a:lnTo>
                  <a:lnTo>
                    <a:pt x="2857831" y="1093600"/>
                  </a:lnTo>
                  <a:lnTo>
                    <a:pt x="2854204" y="1092335"/>
                  </a:lnTo>
                  <a:lnTo>
                    <a:pt x="2851924" y="1087186"/>
                  </a:lnTo>
                  <a:lnTo>
                    <a:pt x="2848933" y="1084566"/>
                  </a:lnTo>
                  <a:lnTo>
                    <a:pt x="2845830" y="1084641"/>
                  </a:lnTo>
                  <a:lnTo>
                    <a:pt x="2840372" y="1091366"/>
                  </a:lnTo>
                  <a:lnTo>
                    <a:pt x="2840821" y="1087709"/>
                  </a:lnTo>
                  <a:lnTo>
                    <a:pt x="2836222" y="1085540"/>
                  </a:lnTo>
                  <a:lnTo>
                    <a:pt x="2832708" y="1085914"/>
                  </a:lnTo>
                  <a:lnTo>
                    <a:pt x="2824820" y="1096128"/>
                  </a:lnTo>
                  <a:lnTo>
                    <a:pt x="2822838" y="1106857"/>
                  </a:lnTo>
                  <a:lnTo>
                    <a:pt x="2822913" y="1115746"/>
                  </a:lnTo>
                  <a:lnTo>
                    <a:pt x="2819025" y="1122686"/>
                  </a:lnTo>
                  <a:lnTo>
                    <a:pt x="2815997" y="1123414"/>
                  </a:lnTo>
                  <a:lnTo>
                    <a:pt x="2817343" y="1127196"/>
                  </a:lnTo>
                  <a:lnTo>
                    <a:pt x="2816633" y="1128576"/>
                  </a:lnTo>
                  <a:lnTo>
                    <a:pt x="2805903" y="1139704"/>
                  </a:lnTo>
                  <a:lnTo>
                    <a:pt x="2799436" y="1150102"/>
                  </a:lnTo>
                  <a:lnTo>
                    <a:pt x="2795660" y="1164743"/>
                  </a:lnTo>
                  <a:lnTo>
                    <a:pt x="2797305" y="1170951"/>
                  </a:lnTo>
                  <a:lnTo>
                    <a:pt x="2800594" y="1174466"/>
                  </a:lnTo>
                  <a:lnTo>
                    <a:pt x="2805043" y="1176430"/>
                  </a:lnTo>
                  <a:lnTo>
                    <a:pt x="2804594" y="1178812"/>
                  </a:lnTo>
                  <a:lnTo>
                    <a:pt x="2806165" y="1176921"/>
                  </a:lnTo>
                  <a:lnTo>
                    <a:pt x="2807324" y="1171514"/>
                  </a:lnTo>
                  <a:lnTo>
                    <a:pt x="2810053" y="1169824"/>
                  </a:lnTo>
                  <a:lnTo>
                    <a:pt x="2821941" y="1175939"/>
                  </a:lnTo>
                  <a:lnTo>
                    <a:pt x="2821156" y="1181889"/>
                  </a:lnTo>
                  <a:lnTo>
                    <a:pt x="2812670" y="1192742"/>
                  </a:lnTo>
                  <a:lnTo>
                    <a:pt x="2812296" y="1197102"/>
                  </a:lnTo>
                  <a:lnTo>
                    <a:pt x="2813268" y="1202481"/>
                  </a:lnTo>
                  <a:lnTo>
                    <a:pt x="2813156" y="1213588"/>
                  </a:lnTo>
                  <a:lnTo>
                    <a:pt x="2815623" y="1216931"/>
                  </a:lnTo>
                  <a:lnTo>
                    <a:pt x="2818203" y="1216249"/>
                  </a:lnTo>
                  <a:lnTo>
                    <a:pt x="2822577" y="1218293"/>
                  </a:lnTo>
                  <a:lnTo>
                    <a:pt x="2822315" y="1222914"/>
                  </a:lnTo>
                  <a:lnTo>
                    <a:pt x="2824222" y="1235411"/>
                  </a:lnTo>
                  <a:lnTo>
                    <a:pt x="2818240" y="1242389"/>
                  </a:lnTo>
                  <a:lnTo>
                    <a:pt x="2813941" y="1241586"/>
                  </a:lnTo>
                  <a:lnTo>
                    <a:pt x="2809530" y="1235411"/>
                  </a:lnTo>
                  <a:lnTo>
                    <a:pt x="2811287" y="1231707"/>
                  </a:lnTo>
                  <a:lnTo>
                    <a:pt x="2815025" y="1229142"/>
                  </a:lnTo>
                  <a:lnTo>
                    <a:pt x="2818053" y="1224542"/>
                  </a:lnTo>
                  <a:lnTo>
                    <a:pt x="2814726" y="1226235"/>
                  </a:lnTo>
                  <a:lnTo>
                    <a:pt x="2810427" y="1225761"/>
                  </a:lnTo>
                  <a:lnTo>
                    <a:pt x="2806613" y="1229142"/>
                  </a:lnTo>
                  <a:lnTo>
                    <a:pt x="2807436" y="1234335"/>
                  </a:lnTo>
                  <a:lnTo>
                    <a:pt x="2798240" y="1240715"/>
                  </a:lnTo>
                  <a:lnTo>
                    <a:pt x="2791809" y="1256841"/>
                  </a:lnTo>
                  <a:lnTo>
                    <a:pt x="2790763" y="1262660"/>
                  </a:lnTo>
                  <a:lnTo>
                    <a:pt x="2792034" y="1273247"/>
                  </a:lnTo>
                  <a:lnTo>
                    <a:pt x="2798164" y="1284862"/>
                  </a:lnTo>
                  <a:lnTo>
                    <a:pt x="2798688" y="1289663"/>
                  </a:lnTo>
                  <a:lnTo>
                    <a:pt x="2790800" y="1297545"/>
                  </a:lnTo>
                  <a:lnTo>
                    <a:pt x="2788706" y="1298125"/>
                  </a:lnTo>
                  <a:lnTo>
                    <a:pt x="2781827" y="1297996"/>
                  </a:lnTo>
                  <a:lnTo>
                    <a:pt x="2778425" y="1295223"/>
                  </a:lnTo>
                  <a:lnTo>
                    <a:pt x="2770986" y="1297223"/>
                  </a:lnTo>
                  <a:lnTo>
                    <a:pt x="2756481" y="1309800"/>
                  </a:lnTo>
                  <a:lnTo>
                    <a:pt x="2753303" y="1316175"/>
                  </a:lnTo>
                  <a:lnTo>
                    <a:pt x="2751696" y="1324106"/>
                  </a:lnTo>
                  <a:lnTo>
                    <a:pt x="2754014" y="1332246"/>
                  </a:lnTo>
                  <a:lnTo>
                    <a:pt x="2752817" y="1338212"/>
                  </a:lnTo>
                  <a:lnTo>
                    <a:pt x="2754986" y="1341905"/>
                  </a:lnTo>
                  <a:lnTo>
                    <a:pt x="2755471" y="1346960"/>
                  </a:lnTo>
                  <a:lnTo>
                    <a:pt x="2753864" y="1347085"/>
                  </a:lnTo>
                  <a:lnTo>
                    <a:pt x="2750200" y="1343467"/>
                  </a:lnTo>
                  <a:lnTo>
                    <a:pt x="2746350" y="1343217"/>
                  </a:lnTo>
                  <a:lnTo>
                    <a:pt x="2733190" y="1349761"/>
                  </a:lnTo>
                  <a:lnTo>
                    <a:pt x="2728891" y="1354542"/>
                  </a:lnTo>
                  <a:lnTo>
                    <a:pt x="2725115" y="1349699"/>
                  </a:lnTo>
                  <a:lnTo>
                    <a:pt x="2723209" y="1350321"/>
                  </a:lnTo>
                  <a:lnTo>
                    <a:pt x="2722386" y="1352867"/>
                  </a:lnTo>
                  <a:lnTo>
                    <a:pt x="2726049" y="1355781"/>
                  </a:lnTo>
                  <a:lnTo>
                    <a:pt x="2723395" y="1364243"/>
                  </a:lnTo>
                  <a:lnTo>
                    <a:pt x="2723657" y="1372534"/>
                  </a:lnTo>
                  <a:lnTo>
                    <a:pt x="2720292" y="1382485"/>
                  </a:lnTo>
                  <a:lnTo>
                    <a:pt x="2715545" y="1391947"/>
                  </a:lnTo>
                  <a:lnTo>
                    <a:pt x="2709750" y="1398764"/>
                  </a:lnTo>
                  <a:lnTo>
                    <a:pt x="2703656" y="1402972"/>
                  </a:lnTo>
                  <a:lnTo>
                    <a:pt x="2702797" y="1405312"/>
                  </a:lnTo>
                  <a:lnTo>
                    <a:pt x="2696852" y="1411830"/>
                  </a:lnTo>
                  <a:lnTo>
                    <a:pt x="2687394" y="1419925"/>
                  </a:lnTo>
                  <a:lnTo>
                    <a:pt x="2685787" y="1411413"/>
                  </a:lnTo>
                  <a:lnTo>
                    <a:pt x="2683169" y="1408604"/>
                  </a:lnTo>
                  <a:lnTo>
                    <a:pt x="2682684" y="1406270"/>
                  </a:lnTo>
                  <a:lnTo>
                    <a:pt x="2682048" y="1388436"/>
                  </a:lnTo>
                  <a:lnTo>
                    <a:pt x="2679431" y="1368241"/>
                  </a:lnTo>
                  <a:lnTo>
                    <a:pt x="2676627" y="1364243"/>
                  </a:lnTo>
                  <a:lnTo>
                    <a:pt x="2674160" y="1356029"/>
                  </a:lnTo>
                  <a:lnTo>
                    <a:pt x="2670833" y="1325497"/>
                  </a:lnTo>
                  <a:lnTo>
                    <a:pt x="2665786" y="1297931"/>
                  </a:lnTo>
                  <a:lnTo>
                    <a:pt x="2662795" y="1273509"/>
                  </a:lnTo>
                  <a:lnTo>
                    <a:pt x="2662608" y="1268062"/>
                  </a:lnTo>
                  <a:lnTo>
                    <a:pt x="2665972" y="1241385"/>
                  </a:lnTo>
                  <a:lnTo>
                    <a:pt x="2672402" y="1215840"/>
                  </a:lnTo>
                  <a:lnTo>
                    <a:pt x="2682870" y="1205644"/>
                  </a:lnTo>
                  <a:lnTo>
                    <a:pt x="2686983" y="1200621"/>
                  </a:lnTo>
                  <a:lnTo>
                    <a:pt x="2689487" y="1195304"/>
                  </a:lnTo>
                  <a:lnTo>
                    <a:pt x="2692141" y="1188508"/>
                  </a:lnTo>
                  <a:lnTo>
                    <a:pt x="2691544" y="1182726"/>
                  </a:lnTo>
                  <a:lnTo>
                    <a:pt x="2688291" y="1177622"/>
                  </a:lnTo>
                  <a:lnTo>
                    <a:pt x="2689973" y="1175448"/>
                  </a:lnTo>
                  <a:lnTo>
                    <a:pt x="2692329" y="1174395"/>
                  </a:lnTo>
                  <a:lnTo>
                    <a:pt x="2697151" y="1176500"/>
                  </a:lnTo>
                  <a:lnTo>
                    <a:pt x="2701974" y="1175589"/>
                  </a:lnTo>
                  <a:lnTo>
                    <a:pt x="2706460" y="1167004"/>
                  </a:lnTo>
                  <a:lnTo>
                    <a:pt x="2712891" y="1168344"/>
                  </a:lnTo>
                  <a:lnTo>
                    <a:pt x="2719134" y="1167427"/>
                  </a:lnTo>
                  <a:lnTo>
                    <a:pt x="2722722" y="1161345"/>
                  </a:lnTo>
                  <a:lnTo>
                    <a:pt x="2738536" y="1147242"/>
                  </a:lnTo>
                  <a:lnTo>
                    <a:pt x="2746462" y="1135885"/>
                  </a:lnTo>
                  <a:lnTo>
                    <a:pt x="2751770" y="1122904"/>
                  </a:lnTo>
                  <a:lnTo>
                    <a:pt x="2762238" y="1112007"/>
                  </a:lnTo>
                  <a:lnTo>
                    <a:pt x="2766313" y="1105751"/>
                  </a:lnTo>
                  <a:lnTo>
                    <a:pt x="2772705" y="1102502"/>
                  </a:lnTo>
                  <a:lnTo>
                    <a:pt x="2785043" y="1085914"/>
                  </a:lnTo>
                  <a:lnTo>
                    <a:pt x="2791361" y="1080741"/>
                  </a:lnTo>
                  <a:lnTo>
                    <a:pt x="2797903" y="1067608"/>
                  </a:lnTo>
                  <a:lnTo>
                    <a:pt x="2811287" y="1059393"/>
                  </a:lnTo>
                  <a:lnTo>
                    <a:pt x="2816707" y="1054195"/>
                  </a:lnTo>
                  <a:lnTo>
                    <a:pt x="2824558" y="1053429"/>
                  </a:lnTo>
                  <a:lnTo>
                    <a:pt x="2831998" y="1048439"/>
                  </a:lnTo>
                  <a:lnTo>
                    <a:pt x="2828745" y="1043816"/>
                  </a:lnTo>
                  <a:lnTo>
                    <a:pt x="2830128" y="1040107"/>
                  </a:lnTo>
                  <a:lnTo>
                    <a:pt x="2835811" y="1034601"/>
                  </a:lnTo>
                  <a:lnTo>
                    <a:pt x="2838129" y="1030087"/>
                  </a:lnTo>
                  <a:lnTo>
                    <a:pt x="2837456" y="1026809"/>
                  </a:lnTo>
                  <a:lnTo>
                    <a:pt x="2833941" y="1025010"/>
                  </a:lnTo>
                  <a:lnTo>
                    <a:pt x="2835587" y="1017163"/>
                  </a:lnTo>
                  <a:lnTo>
                    <a:pt x="2838428" y="1014090"/>
                  </a:lnTo>
                  <a:lnTo>
                    <a:pt x="2839549" y="999417"/>
                  </a:lnTo>
                  <a:lnTo>
                    <a:pt x="2842316" y="988366"/>
                  </a:lnTo>
                  <a:lnTo>
                    <a:pt x="2850466" y="980383"/>
                  </a:lnTo>
                  <a:lnTo>
                    <a:pt x="2863102" y="984743"/>
                  </a:lnTo>
                  <a:lnTo>
                    <a:pt x="2863214" y="981434"/>
                  </a:lnTo>
                  <a:lnTo>
                    <a:pt x="2867476" y="981434"/>
                  </a:lnTo>
                  <a:lnTo>
                    <a:pt x="2867027" y="979331"/>
                  </a:lnTo>
                  <a:lnTo>
                    <a:pt x="2854466" y="975845"/>
                  </a:lnTo>
                  <a:lnTo>
                    <a:pt x="2846727" y="969826"/>
                  </a:lnTo>
                  <a:lnTo>
                    <a:pt x="2824147" y="976738"/>
                  </a:lnTo>
                  <a:lnTo>
                    <a:pt x="2822315" y="981110"/>
                  </a:lnTo>
                  <a:lnTo>
                    <a:pt x="2823512" y="984743"/>
                  </a:lnTo>
                  <a:lnTo>
                    <a:pt x="2820633" y="989813"/>
                  </a:lnTo>
                  <a:lnTo>
                    <a:pt x="2819698" y="994623"/>
                  </a:lnTo>
                  <a:lnTo>
                    <a:pt x="2819960" y="999177"/>
                  </a:lnTo>
                  <a:lnTo>
                    <a:pt x="2817604" y="1006178"/>
                  </a:lnTo>
                  <a:lnTo>
                    <a:pt x="2817455" y="1010535"/>
                  </a:lnTo>
                  <a:lnTo>
                    <a:pt x="2822614" y="1014642"/>
                  </a:lnTo>
                  <a:lnTo>
                    <a:pt x="2819025" y="1020229"/>
                  </a:lnTo>
                  <a:lnTo>
                    <a:pt x="2817118" y="1021406"/>
                  </a:lnTo>
                  <a:lnTo>
                    <a:pt x="2814277" y="1014326"/>
                  </a:lnTo>
                  <a:lnTo>
                    <a:pt x="2812109" y="1014090"/>
                  </a:lnTo>
                  <a:lnTo>
                    <a:pt x="2810988" y="1016690"/>
                  </a:lnTo>
                  <a:lnTo>
                    <a:pt x="2804632" y="1016218"/>
                  </a:lnTo>
                  <a:lnTo>
                    <a:pt x="2776481" y="1046514"/>
                  </a:lnTo>
                  <a:lnTo>
                    <a:pt x="2770874" y="1055420"/>
                  </a:lnTo>
                  <a:lnTo>
                    <a:pt x="2764967" y="1056032"/>
                  </a:lnTo>
                  <a:lnTo>
                    <a:pt x="2758537" y="1060308"/>
                  </a:lnTo>
                  <a:lnTo>
                    <a:pt x="2759621" y="1052125"/>
                  </a:lnTo>
                  <a:lnTo>
                    <a:pt x="2762799" y="1043816"/>
                  </a:lnTo>
                  <a:lnTo>
                    <a:pt x="2758761" y="1042890"/>
                  </a:lnTo>
                  <a:lnTo>
                    <a:pt x="2752518" y="1047361"/>
                  </a:lnTo>
                  <a:lnTo>
                    <a:pt x="2750574" y="1046745"/>
                  </a:lnTo>
                  <a:lnTo>
                    <a:pt x="2753901" y="1039410"/>
                  </a:lnTo>
                  <a:lnTo>
                    <a:pt x="2752518" y="1032346"/>
                  </a:lnTo>
                  <a:lnTo>
                    <a:pt x="2760070" y="1016848"/>
                  </a:lnTo>
                  <a:lnTo>
                    <a:pt x="2761528" y="1010456"/>
                  </a:lnTo>
                  <a:lnTo>
                    <a:pt x="2761378" y="1006019"/>
                  </a:lnTo>
                  <a:lnTo>
                    <a:pt x="2758723" y="1005702"/>
                  </a:lnTo>
                  <a:lnTo>
                    <a:pt x="2745639" y="1013695"/>
                  </a:lnTo>
                  <a:lnTo>
                    <a:pt x="2740293" y="1005146"/>
                  </a:lnTo>
                  <a:lnTo>
                    <a:pt x="2738087" y="1004511"/>
                  </a:lnTo>
                  <a:lnTo>
                    <a:pt x="2724779" y="1009744"/>
                  </a:lnTo>
                  <a:lnTo>
                    <a:pt x="2720330" y="1009031"/>
                  </a:lnTo>
                  <a:lnTo>
                    <a:pt x="2714872" y="1012195"/>
                  </a:lnTo>
                  <a:lnTo>
                    <a:pt x="2702385" y="1010219"/>
                  </a:lnTo>
                  <a:lnTo>
                    <a:pt x="2694385" y="1015666"/>
                  </a:lnTo>
                  <a:lnTo>
                    <a:pt x="2686011" y="1024149"/>
                  </a:lnTo>
                  <a:lnTo>
                    <a:pt x="2684926" y="1033202"/>
                  </a:lnTo>
                  <a:lnTo>
                    <a:pt x="2673038" y="1045127"/>
                  </a:lnTo>
                  <a:lnTo>
                    <a:pt x="2665972" y="1058477"/>
                  </a:lnTo>
                  <a:lnTo>
                    <a:pt x="2650495" y="1071319"/>
                  </a:lnTo>
                  <a:lnTo>
                    <a:pt x="2642345" y="1083142"/>
                  </a:lnTo>
                  <a:lnTo>
                    <a:pt x="2639467" y="1091888"/>
                  </a:lnTo>
                  <a:lnTo>
                    <a:pt x="2636401" y="1093972"/>
                  </a:lnTo>
                  <a:lnTo>
                    <a:pt x="2635915" y="1101170"/>
                  </a:lnTo>
                  <a:lnTo>
                    <a:pt x="2633448" y="1106562"/>
                  </a:lnTo>
                  <a:lnTo>
                    <a:pt x="2635990" y="1108698"/>
                  </a:lnTo>
                  <a:lnTo>
                    <a:pt x="2642420" y="1106046"/>
                  </a:lnTo>
                  <a:lnTo>
                    <a:pt x="2650495" y="1109728"/>
                  </a:lnTo>
                  <a:lnTo>
                    <a:pt x="2654570" y="1113401"/>
                  </a:lnTo>
                  <a:lnTo>
                    <a:pt x="2654420" y="1120352"/>
                  </a:lnTo>
                  <a:lnTo>
                    <a:pt x="2647429" y="1120425"/>
                  </a:lnTo>
                  <a:lnTo>
                    <a:pt x="2644925" y="1122321"/>
                  </a:lnTo>
                  <a:lnTo>
                    <a:pt x="2639841" y="1119257"/>
                  </a:lnTo>
                  <a:lnTo>
                    <a:pt x="2635467" y="1123633"/>
                  </a:lnTo>
                  <a:lnTo>
                    <a:pt x="2630569" y="1124943"/>
                  </a:lnTo>
                  <a:lnTo>
                    <a:pt x="2623990" y="1118892"/>
                  </a:lnTo>
                  <a:lnTo>
                    <a:pt x="2617073" y="1119330"/>
                  </a:lnTo>
                  <a:lnTo>
                    <a:pt x="2615241" y="1124288"/>
                  </a:lnTo>
                  <a:lnTo>
                    <a:pt x="2611167" y="1124725"/>
                  </a:lnTo>
                  <a:lnTo>
                    <a:pt x="2605783" y="1130968"/>
                  </a:lnTo>
                  <a:lnTo>
                    <a:pt x="2595428" y="1126760"/>
                  </a:lnTo>
                  <a:lnTo>
                    <a:pt x="2592213" y="1128140"/>
                  </a:lnTo>
                  <a:lnTo>
                    <a:pt x="2590605" y="1131620"/>
                  </a:lnTo>
                  <a:lnTo>
                    <a:pt x="2574791" y="1133067"/>
                  </a:lnTo>
                  <a:lnTo>
                    <a:pt x="2570529" y="1124652"/>
                  </a:lnTo>
                  <a:lnTo>
                    <a:pt x="2578493" y="1121374"/>
                  </a:lnTo>
                  <a:lnTo>
                    <a:pt x="2588586" y="1121520"/>
                  </a:lnTo>
                  <a:lnTo>
                    <a:pt x="2594194" y="1118965"/>
                  </a:lnTo>
                  <a:lnTo>
                    <a:pt x="2592325" y="1116771"/>
                  </a:lnTo>
                  <a:lnTo>
                    <a:pt x="2584586" y="1114940"/>
                  </a:lnTo>
                  <a:lnTo>
                    <a:pt x="2578119" y="1106709"/>
                  </a:lnTo>
                  <a:lnTo>
                    <a:pt x="2575240" y="1105161"/>
                  </a:lnTo>
                  <a:lnTo>
                    <a:pt x="2568735" y="1104201"/>
                  </a:lnTo>
                  <a:lnTo>
                    <a:pt x="2564362" y="1109287"/>
                  </a:lnTo>
                  <a:lnTo>
                    <a:pt x="2557295" y="1107962"/>
                  </a:lnTo>
                  <a:lnTo>
                    <a:pt x="2561108" y="1105382"/>
                  </a:lnTo>
                  <a:lnTo>
                    <a:pt x="2539837" y="1096574"/>
                  </a:lnTo>
                  <a:lnTo>
                    <a:pt x="2535313" y="1096945"/>
                  </a:lnTo>
                  <a:lnTo>
                    <a:pt x="2527837" y="1102353"/>
                  </a:lnTo>
                  <a:lnTo>
                    <a:pt x="2530752" y="1108183"/>
                  </a:lnTo>
                  <a:lnTo>
                    <a:pt x="2524921" y="1108698"/>
                  </a:lnTo>
                  <a:lnTo>
                    <a:pt x="2522266" y="1106341"/>
                  </a:lnTo>
                  <a:lnTo>
                    <a:pt x="2520434" y="1109802"/>
                  </a:lnTo>
                  <a:lnTo>
                    <a:pt x="2521182" y="1112887"/>
                  </a:lnTo>
                  <a:lnTo>
                    <a:pt x="2524173" y="1111786"/>
                  </a:lnTo>
                  <a:lnTo>
                    <a:pt x="2525743" y="1113034"/>
                  </a:lnTo>
                  <a:lnTo>
                    <a:pt x="2524696" y="1116552"/>
                  </a:lnTo>
                  <a:lnTo>
                    <a:pt x="2520808" y="1117576"/>
                  </a:lnTo>
                  <a:lnTo>
                    <a:pt x="2515910" y="1117356"/>
                  </a:lnTo>
                  <a:lnTo>
                    <a:pt x="2511051" y="1111198"/>
                  </a:lnTo>
                  <a:lnTo>
                    <a:pt x="2503125" y="1112300"/>
                  </a:lnTo>
                  <a:lnTo>
                    <a:pt x="2499237" y="1116259"/>
                  </a:lnTo>
                  <a:lnTo>
                    <a:pt x="2495611" y="1117137"/>
                  </a:lnTo>
                  <a:lnTo>
                    <a:pt x="2485779" y="1113181"/>
                  </a:lnTo>
                  <a:lnTo>
                    <a:pt x="2480881" y="1112887"/>
                  </a:lnTo>
                  <a:lnTo>
                    <a:pt x="2475348" y="1109434"/>
                  </a:lnTo>
                  <a:lnTo>
                    <a:pt x="2473404" y="1110537"/>
                  </a:lnTo>
                  <a:lnTo>
                    <a:pt x="2469853" y="1119038"/>
                  </a:lnTo>
                  <a:lnTo>
                    <a:pt x="2465217" y="1121082"/>
                  </a:lnTo>
                  <a:lnTo>
                    <a:pt x="2462750" y="1119987"/>
                  </a:lnTo>
                  <a:lnTo>
                    <a:pt x="2459123" y="1112887"/>
                  </a:lnTo>
                  <a:lnTo>
                    <a:pt x="2454937" y="1111198"/>
                  </a:lnTo>
                  <a:lnTo>
                    <a:pt x="2432693" y="1112741"/>
                  </a:lnTo>
                  <a:lnTo>
                    <a:pt x="2419907" y="1111346"/>
                  </a:lnTo>
                  <a:lnTo>
                    <a:pt x="2412729" y="1114061"/>
                  </a:lnTo>
                  <a:lnTo>
                    <a:pt x="2405850" y="1113034"/>
                  </a:lnTo>
                  <a:lnTo>
                    <a:pt x="2387943" y="1121811"/>
                  </a:lnTo>
                  <a:lnTo>
                    <a:pt x="2381625" y="1127995"/>
                  </a:lnTo>
                  <a:lnTo>
                    <a:pt x="2372840" y="1142078"/>
                  </a:lnTo>
                  <a:lnTo>
                    <a:pt x="2360054" y="1151317"/>
                  </a:lnTo>
                  <a:lnTo>
                    <a:pt x="2353774" y="1159430"/>
                  </a:lnTo>
                  <a:lnTo>
                    <a:pt x="2348838" y="1175027"/>
                  </a:lnTo>
                  <a:lnTo>
                    <a:pt x="2339605" y="1179932"/>
                  </a:lnTo>
                  <a:lnTo>
                    <a:pt x="2336689" y="1185307"/>
                  </a:lnTo>
                  <a:lnTo>
                    <a:pt x="2331642" y="1188925"/>
                  </a:lnTo>
                  <a:lnTo>
                    <a:pt x="2329324" y="1192673"/>
                  </a:lnTo>
                  <a:lnTo>
                    <a:pt x="2322557" y="1196411"/>
                  </a:lnTo>
                  <a:lnTo>
                    <a:pt x="2318071" y="1203032"/>
                  </a:lnTo>
                  <a:lnTo>
                    <a:pt x="2311790" y="1207702"/>
                  </a:lnTo>
                  <a:lnTo>
                    <a:pt x="2302557" y="1220469"/>
                  </a:lnTo>
                  <a:lnTo>
                    <a:pt x="2299565" y="1227859"/>
                  </a:lnTo>
                  <a:lnTo>
                    <a:pt x="2291603" y="1238838"/>
                  </a:lnTo>
                  <a:lnTo>
                    <a:pt x="2289136" y="1239911"/>
                  </a:lnTo>
                  <a:lnTo>
                    <a:pt x="2285210" y="1244997"/>
                  </a:lnTo>
                  <a:lnTo>
                    <a:pt x="2272948" y="1255382"/>
                  </a:lnTo>
                  <a:lnTo>
                    <a:pt x="2266032" y="1259687"/>
                  </a:lnTo>
                  <a:lnTo>
                    <a:pt x="2260125" y="1267930"/>
                  </a:lnTo>
                  <a:lnTo>
                    <a:pt x="2251302" y="1274883"/>
                  </a:lnTo>
                  <a:lnTo>
                    <a:pt x="2246928" y="1276584"/>
                  </a:lnTo>
                  <a:lnTo>
                    <a:pt x="2241170" y="1282780"/>
                  </a:lnTo>
                  <a:lnTo>
                    <a:pt x="2240125" y="1286485"/>
                  </a:lnTo>
                  <a:lnTo>
                    <a:pt x="2241059" y="1290440"/>
                  </a:lnTo>
                  <a:lnTo>
                    <a:pt x="2253396" y="1295740"/>
                  </a:lnTo>
                  <a:lnTo>
                    <a:pt x="2273023" y="1294384"/>
                  </a:lnTo>
                  <a:lnTo>
                    <a:pt x="2273509" y="1300441"/>
                  </a:lnTo>
                  <a:lnTo>
                    <a:pt x="2270667" y="1318908"/>
                  </a:lnTo>
                  <a:lnTo>
                    <a:pt x="2271415" y="1323410"/>
                  </a:lnTo>
                  <a:lnTo>
                    <a:pt x="2273135" y="1324169"/>
                  </a:lnTo>
                  <a:lnTo>
                    <a:pt x="2274892" y="1322143"/>
                  </a:lnTo>
                  <a:lnTo>
                    <a:pt x="2280463" y="1322776"/>
                  </a:lnTo>
                  <a:lnTo>
                    <a:pt x="2282593" y="1315602"/>
                  </a:lnTo>
                  <a:lnTo>
                    <a:pt x="2279266" y="1311970"/>
                  </a:lnTo>
                  <a:lnTo>
                    <a:pt x="2280201" y="1310055"/>
                  </a:lnTo>
                  <a:lnTo>
                    <a:pt x="2285098" y="1306473"/>
                  </a:lnTo>
                  <a:lnTo>
                    <a:pt x="2291079" y="1306473"/>
                  </a:lnTo>
                  <a:lnTo>
                    <a:pt x="2287902" y="1310949"/>
                  </a:lnTo>
                  <a:lnTo>
                    <a:pt x="2284313" y="1312927"/>
                  </a:lnTo>
                  <a:lnTo>
                    <a:pt x="2290182" y="1317510"/>
                  </a:lnTo>
                  <a:lnTo>
                    <a:pt x="2294594" y="1318400"/>
                  </a:lnTo>
                  <a:lnTo>
                    <a:pt x="2290631" y="1321255"/>
                  </a:lnTo>
                  <a:lnTo>
                    <a:pt x="2287977" y="1326824"/>
                  </a:lnTo>
                  <a:lnTo>
                    <a:pt x="2281846" y="1331301"/>
                  </a:lnTo>
                  <a:lnTo>
                    <a:pt x="2282518" y="1332434"/>
                  </a:lnTo>
                  <a:lnTo>
                    <a:pt x="2296986" y="1330420"/>
                  </a:lnTo>
                  <a:lnTo>
                    <a:pt x="2303267" y="1326129"/>
                  </a:lnTo>
                  <a:lnTo>
                    <a:pt x="2305884" y="1319670"/>
                  </a:lnTo>
                  <a:lnTo>
                    <a:pt x="2308987" y="1317892"/>
                  </a:lnTo>
                  <a:lnTo>
                    <a:pt x="2309809" y="1318336"/>
                  </a:lnTo>
                  <a:lnTo>
                    <a:pt x="2309847" y="1322903"/>
                  </a:lnTo>
                  <a:lnTo>
                    <a:pt x="2303192" y="1333189"/>
                  </a:lnTo>
                  <a:lnTo>
                    <a:pt x="2307380" y="1332749"/>
                  </a:lnTo>
                  <a:lnTo>
                    <a:pt x="2311753" y="1325497"/>
                  </a:lnTo>
                  <a:lnTo>
                    <a:pt x="2312538" y="1321065"/>
                  </a:lnTo>
                  <a:lnTo>
                    <a:pt x="2312875" y="1308585"/>
                  </a:lnTo>
                  <a:lnTo>
                    <a:pt x="2311679" y="1305897"/>
                  </a:lnTo>
                  <a:lnTo>
                    <a:pt x="2312464" y="1305128"/>
                  </a:lnTo>
                  <a:lnTo>
                    <a:pt x="2325436" y="1309672"/>
                  </a:lnTo>
                  <a:lnTo>
                    <a:pt x="2333473" y="1306665"/>
                  </a:lnTo>
                  <a:lnTo>
                    <a:pt x="2343268" y="1314647"/>
                  </a:lnTo>
                  <a:lnTo>
                    <a:pt x="2346783" y="1323093"/>
                  </a:lnTo>
                  <a:lnTo>
                    <a:pt x="2353848" y="1330672"/>
                  </a:lnTo>
                  <a:lnTo>
                    <a:pt x="2360428" y="1334258"/>
                  </a:lnTo>
                  <a:lnTo>
                    <a:pt x="2364840" y="1339840"/>
                  </a:lnTo>
                  <a:lnTo>
                    <a:pt x="2368092" y="1341279"/>
                  </a:lnTo>
                  <a:lnTo>
                    <a:pt x="2368690" y="1345027"/>
                  </a:lnTo>
                  <a:lnTo>
                    <a:pt x="2364092" y="1350880"/>
                  </a:lnTo>
                  <a:lnTo>
                    <a:pt x="2356988" y="1348393"/>
                  </a:lnTo>
                  <a:lnTo>
                    <a:pt x="2362148" y="1354914"/>
                  </a:lnTo>
                  <a:lnTo>
                    <a:pt x="2365624" y="1356896"/>
                  </a:lnTo>
                  <a:lnTo>
                    <a:pt x="2365400" y="1366827"/>
                  </a:lnTo>
                  <a:lnTo>
                    <a:pt x="2363082" y="1370757"/>
                  </a:lnTo>
                  <a:lnTo>
                    <a:pt x="2363867" y="1373024"/>
                  </a:lnTo>
                  <a:lnTo>
                    <a:pt x="2370410" y="1379501"/>
                  </a:lnTo>
                  <a:lnTo>
                    <a:pt x="2368353" y="1383580"/>
                  </a:lnTo>
                  <a:lnTo>
                    <a:pt x="2367943" y="1388193"/>
                  </a:lnTo>
                  <a:lnTo>
                    <a:pt x="2358933" y="1398283"/>
                  </a:lnTo>
                  <a:lnTo>
                    <a:pt x="2356988" y="1405192"/>
                  </a:lnTo>
                  <a:lnTo>
                    <a:pt x="2353848" y="1411233"/>
                  </a:lnTo>
                  <a:lnTo>
                    <a:pt x="2353474" y="1417192"/>
                  </a:lnTo>
                  <a:lnTo>
                    <a:pt x="2350372" y="1425496"/>
                  </a:lnTo>
                  <a:lnTo>
                    <a:pt x="2349437" y="1433813"/>
                  </a:lnTo>
                  <a:lnTo>
                    <a:pt x="2350671" y="1447344"/>
                  </a:lnTo>
                  <a:lnTo>
                    <a:pt x="2352540" y="1448859"/>
                  </a:lnTo>
                  <a:lnTo>
                    <a:pt x="2349175" y="1454384"/>
                  </a:lnTo>
                  <a:lnTo>
                    <a:pt x="2350297" y="1464568"/>
                  </a:lnTo>
                  <a:lnTo>
                    <a:pt x="2345960" y="1481833"/>
                  </a:lnTo>
                  <a:lnTo>
                    <a:pt x="2347418" y="1484683"/>
                  </a:lnTo>
                  <a:lnTo>
                    <a:pt x="2344203" y="1490707"/>
                  </a:lnTo>
                  <a:lnTo>
                    <a:pt x="2341922" y="1501730"/>
                  </a:lnTo>
                  <a:lnTo>
                    <a:pt x="2326520" y="1518374"/>
                  </a:lnTo>
                  <a:lnTo>
                    <a:pt x="2318819" y="1533909"/>
                  </a:lnTo>
                  <a:lnTo>
                    <a:pt x="2310221" y="1543871"/>
                  </a:lnTo>
                  <a:lnTo>
                    <a:pt x="2306146" y="1553392"/>
                  </a:lnTo>
                  <a:lnTo>
                    <a:pt x="2305024" y="1559491"/>
                  </a:lnTo>
                  <a:lnTo>
                    <a:pt x="2302370" y="1561880"/>
                  </a:lnTo>
                  <a:lnTo>
                    <a:pt x="2300238" y="1568272"/>
                  </a:lnTo>
                  <a:lnTo>
                    <a:pt x="2291491" y="1581196"/>
                  </a:lnTo>
                  <a:lnTo>
                    <a:pt x="2273172" y="1600397"/>
                  </a:lnTo>
                  <a:lnTo>
                    <a:pt x="2261696" y="1615180"/>
                  </a:lnTo>
                  <a:lnTo>
                    <a:pt x="2259452" y="1620375"/>
                  </a:lnTo>
                  <a:lnTo>
                    <a:pt x="2253882" y="1623726"/>
                  </a:lnTo>
                  <a:lnTo>
                    <a:pt x="2246779" y="1635350"/>
                  </a:lnTo>
                  <a:lnTo>
                    <a:pt x="2245769" y="1639293"/>
                  </a:lnTo>
                  <a:lnTo>
                    <a:pt x="2241133" y="1643641"/>
                  </a:lnTo>
                  <a:lnTo>
                    <a:pt x="2238442" y="1648184"/>
                  </a:lnTo>
                  <a:lnTo>
                    <a:pt x="2215151" y="1664656"/>
                  </a:lnTo>
                  <a:lnTo>
                    <a:pt x="2208908" y="1668024"/>
                  </a:lnTo>
                  <a:lnTo>
                    <a:pt x="2197506" y="1671741"/>
                  </a:lnTo>
                  <a:lnTo>
                    <a:pt x="2195412" y="1671029"/>
                  </a:lnTo>
                  <a:lnTo>
                    <a:pt x="2194104" y="1668636"/>
                  </a:lnTo>
                  <a:lnTo>
                    <a:pt x="2191337" y="1669043"/>
                  </a:lnTo>
                  <a:lnTo>
                    <a:pt x="2188123" y="1666698"/>
                  </a:lnTo>
                  <a:lnTo>
                    <a:pt x="2183411" y="1665729"/>
                  </a:lnTo>
                  <a:lnTo>
                    <a:pt x="2179711" y="1666494"/>
                  </a:lnTo>
                  <a:lnTo>
                    <a:pt x="2179822" y="1654258"/>
                  </a:lnTo>
                  <a:lnTo>
                    <a:pt x="2173991" y="1659798"/>
                  </a:lnTo>
                  <a:lnTo>
                    <a:pt x="2170626" y="1660464"/>
                  </a:lnTo>
                  <a:lnTo>
                    <a:pt x="2173692" y="1655234"/>
                  </a:lnTo>
                  <a:lnTo>
                    <a:pt x="2172122" y="1654566"/>
                  </a:lnTo>
                  <a:lnTo>
                    <a:pt x="2167635" y="1657440"/>
                  </a:lnTo>
                  <a:lnTo>
                    <a:pt x="2160794" y="1668228"/>
                  </a:lnTo>
                  <a:lnTo>
                    <a:pt x="2155934" y="1673775"/>
                  </a:lnTo>
                  <a:lnTo>
                    <a:pt x="2146589" y="1672911"/>
                  </a:lnTo>
                  <a:lnTo>
                    <a:pt x="2149206" y="1676669"/>
                  </a:lnTo>
                  <a:lnTo>
                    <a:pt x="2147037" y="16822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6" name="oPE_MapPart_RUS_2_646" descr="Russland">
              <a:extLst>
                <a:ext uri="{FF2B5EF4-FFF2-40B4-BE49-F238E27FC236}">
                  <a16:creationId xmlns:a16="http://schemas.microsoft.com/office/drawing/2014/main" id="{A23CC803-D7EB-1C50-A348-FD9EDDEC5D2D}"/>
                </a:ext>
              </a:extLst>
            </p:cNvPr>
            <p:cNvSpPr/>
            <p:nvPr>
              <p:custDataLst>
                <p:tags r:id="rId646"/>
              </p:custDataLst>
            </p:nvPr>
          </p:nvSpPr>
          <p:spPr>
            <a:xfrm>
              <a:off x="2357537" y="2387108"/>
              <a:ext cx="213318" cy="247097"/>
            </a:xfrm>
            <a:custGeom>
              <a:avLst/>
              <a:gdLst/>
              <a:ahLst/>
              <a:cxnLst/>
              <a:rect l="0" t="0" r="0" b="0"/>
              <a:pathLst>
                <a:path w="213318" h="247097">
                  <a:moveTo>
                    <a:pt x="4188" y="2499"/>
                  </a:moveTo>
                  <a:lnTo>
                    <a:pt x="10991" y="4058"/>
                  </a:lnTo>
                  <a:lnTo>
                    <a:pt x="14954" y="9140"/>
                  </a:lnTo>
                  <a:lnTo>
                    <a:pt x="23403" y="13170"/>
                  </a:lnTo>
                  <a:lnTo>
                    <a:pt x="30357" y="22831"/>
                  </a:lnTo>
                  <a:lnTo>
                    <a:pt x="25945" y="18523"/>
                  </a:lnTo>
                  <a:lnTo>
                    <a:pt x="27142" y="25082"/>
                  </a:lnTo>
                  <a:lnTo>
                    <a:pt x="39516" y="31912"/>
                  </a:lnTo>
                  <a:lnTo>
                    <a:pt x="41161" y="37694"/>
                  </a:lnTo>
                  <a:lnTo>
                    <a:pt x="40376" y="40928"/>
                  </a:lnTo>
                  <a:lnTo>
                    <a:pt x="45759" y="36782"/>
                  </a:lnTo>
                  <a:lnTo>
                    <a:pt x="35628" y="26614"/>
                  </a:lnTo>
                  <a:lnTo>
                    <a:pt x="33796" y="23957"/>
                  </a:lnTo>
                  <a:lnTo>
                    <a:pt x="36338" y="25286"/>
                  </a:lnTo>
                  <a:lnTo>
                    <a:pt x="51367" y="39312"/>
                  </a:lnTo>
                  <a:lnTo>
                    <a:pt x="49012" y="42240"/>
                  </a:lnTo>
                  <a:lnTo>
                    <a:pt x="50058" y="43248"/>
                  </a:lnTo>
                  <a:lnTo>
                    <a:pt x="56115" y="43349"/>
                  </a:lnTo>
                  <a:lnTo>
                    <a:pt x="96677" y="73424"/>
                  </a:lnTo>
                  <a:lnTo>
                    <a:pt x="99032" y="86059"/>
                  </a:lnTo>
                  <a:lnTo>
                    <a:pt x="96079" y="90826"/>
                  </a:lnTo>
                  <a:lnTo>
                    <a:pt x="100640" y="90438"/>
                  </a:lnTo>
                  <a:lnTo>
                    <a:pt x="103780" y="86546"/>
                  </a:lnTo>
                  <a:lnTo>
                    <a:pt x="106958" y="91312"/>
                  </a:lnTo>
                  <a:lnTo>
                    <a:pt x="105276" y="99151"/>
                  </a:lnTo>
                  <a:lnTo>
                    <a:pt x="105126" y="105023"/>
                  </a:lnTo>
                  <a:lnTo>
                    <a:pt x="108341" y="114402"/>
                  </a:lnTo>
                  <a:lnTo>
                    <a:pt x="108603" y="121438"/>
                  </a:lnTo>
                  <a:lnTo>
                    <a:pt x="106547" y="124564"/>
                  </a:lnTo>
                  <a:lnTo>
                    <a:pt x="105388" y="129852"/>
                  </a:lnTo>
                  <a:lnTo>
                    <a:pt x="110622" y="130888"/>
                  </a:lnTo>
                  <a:lnTo>
                    <a:pt x="114136" y="134272"/>
                  </a:lnTo>
                  <a:lnTo>
                    <a:pt x="116416" y="144374"/>
                  </a:lnTo>
                  <a:lnTo>
                    <a:pt x="120342" y="138772"/>
                  </a:lnTo>
                  <a:lnTo>
                    <a:pt x="122846" y="137742"/>
                  </a:lnTo>
                  <a:lnTo>
                    <a:pt x="124230" y="142416"/>
                  </a:lnTo>
                  <a:lnTo>
                    <a:pt x="123258" y="150324"/>
                  </a:lnTo>
                  <a:lnTo>
                    <a:pt x="126697" y="146143"/>
                  </a:lnTo>
                  <a:lnTo>
                    <a:pt x="129314" y="139707"/>
                  </a:lnTo>
                  <a:lnTo>
                    <a:pt x="126248" y="135117"/>
                  </a:lnTo>
                  <a:lnTo>
                    <a:pt x="120529" y="132111"/>
                  </a:lnTo>
                  <a:lnTo>
                    <a:pt x="119818" y="129380"/>
                  </a:lnTo>
                  <a:lnTo>
                    <a:pt x="123370" y="126360"/>
                  </a:lnTo>
                  <a:lnTo>
                    <a:pt x="124491" y="121723"/>
                  </a:lnTo>
                  <a:lnTo>
                    <a:pt x="122809" y="113066"/>
                  </a:lnTo>
                  <a:lnTo>
                    <a:pt x="117500" y="107901"/>
                  </a:lnTo>
                  <a:lnTo>
                    <a:pt x="113837" y="107422"/>
                  </a:lnTo>
                  <a:lnTo>
                    <a:pt x="113201" y="105119"/>
                  </a:lnTo>
                  <a:lnTo>
                    <a:pt x="131258" y="102235"/>
                  </a:lnTo>
                  <a:lnTo>
                    <a:pt x="142099" y="106271"/>
                  </a:lnTo>
                  <a:lnTo>
                    <a:pt x="138249" y="114783"/>
                  </a:lnTo>
                  <a:lnTo>
                    <a:pt x="138174" y="117830"/>
                  </a:lnTo>
                  <a:lnTo>
                    <a:pt x="140006" y="118495"/>
                  </a:lnTo>
                  <a:lnTo>
                    <a:pt x="141726" y="117164"/>
                  </a:lnTo>
                  <a:lnTo>
                    <a:pt x="140642" y="111633"/>
                  </a:lnTo>
                  <a:lnTo>
                    <a:pt x="141389" y="110295"/>
                  </a:lnTo>
                  <a:lnTo>
                    <a:pt x="146174" y="113066"/>
                  </a:lnTo>
                  <a:lnTo>
                    <a:pt x="155334" y="112493"/>
                  </a:lnTo>
                  <a:lnTo>
                    <a:pt x="145352" y="108189"/>
                  </a:lnTo>
                  <a:lnTo>
                    <a:pt x="145240" y="106559"/>
                  </a:lnTo>
                  <a:lnTo>
                    <a:pt x="170400" y="113639"/>
                  </a:lnTo>
                  <a:lnTo>
                    <a:pt x="179447" y="127021"/>
                  </a:lnTo>
                  <a:lnTo>
                    <a:pt x="197092" y="144374"/>
                  </a:lnTo>
                  <a:lnTo>
                    <a:pt x="197877" y="145585"/>
                  </a:lnTo>
                  <a:lnTo>
                    <a:pt x="195148" y="149303"/>
                  </a:lnTo>
                  <a:lnTo>
                    <a:pt x="201429" y="146980"/>
                  </a:lnTo>
                  <a:lnTo>
                    <a:pt x="203709" y="151807"/>
                  </a:lnTo>
                  <a:lnTo>
                    <a:pt x="202625" y="153381"/>
                  </a:lnTo>
                  <a:lnTo>
                    <a:pt x="212308" y="154768"/>
                  </a:lnTo>
                  <a:lnTo>
                    <a:pt x="213317" y="159105"/>
                  </a:lnTo>
                  <a:lnTo>
                    <a:pt x="211186" y="162141"/>
                  </a:lnTo>
                  <a:lnTo>
                    <a:pt x="207597" y="160394"/>
                  </a:lnTo>
                  <a:lnTo>
                    <a:pt x="204382" y="161682"/>
                  </a:lnTo>
                  <a:lnTo>
                    <a:pt x="196457" y="168925"/>
                  </a:lnTo>
                  <a:lnTo>
                    <a:pt x="196046" y="179488"/>
                  </a:lnTo>
                  <a:lnTo>
                    <a:pt x="193840" y="181301"/>
                  </a:lnTo>
                  <a:lnTo>
                    <a:pt x="186886" y="179125"/>
                  </a:lnTo>
                  <a:lnTo>
                    <a:pt x="178176" y="171756"/>
                  </a:lnTo>
                  <a:lnTo>
                    <a:pt x="177540" y="172577"/>
                  </a:lnTo>
                  <a:lnTo>
                    <a:pt x="178587" y="174673"/>
                  </a:lnTo>
                  <a:lnTo>
                    <a:pt x="185802" y="184828"/>
                  </a:lnTo>
                  <a:lnTo>
                    <a:pt x="183409" y="187265"/>
                  </a:lnTo>
                  <a:lnTo>
                    <a:pt x="177241" y="185731"/>
                  </a:lnTo>
                  <a:lnTo>
                    <a:pt x="168082" y="187535"/>
                  </a:lnTo>
                  <a:lnTo>
                    <a:pt x="167035" y="185280"/>
                  </a:lnTo>
                  <a:lnTo>
                    <a:pt x="160306" y="183202"/>
                  </a:lnTo>
                  <a:lnTo>
                    <a:pt x="157091" y="178853"/>
                  </a:lnTo>
                  <a:lnTo>
                    <a:pt x="149875" y="178309"/>
                  </a:lnTo>
                  <a:lnTo>
                    <a:pt x="158810" y="187535"/>
                  </a:lnTo>
                  <a:lnTo>
                    <a:pt x="157465" y="189877"/>
                  </a:lnTo>
                  <a:lnTo>
                    <a:pt x="161315" y="189607"/>
                  </a:lnTo>
                  <a:lnTo>
                    <a:pt x="161764" y="191136"/>
                  </a:lnTo>
                  <a:lnTo>
                    <a:pt x="159745" y="198576"/>
                  </a:lnTo>
                  <a:lnTo>
                    <a:pt x="152418" y="199916"/>
                  </a:lnTo>
                  <a:lnTo>
                    <a:pt x="160231" y="202057"/>
                  </a:lnTo>
                  <a:lnTo>
                    <a:pt x="161726" y="209790"/>
                  </a:lnTo>
                  <a:lnTo>
                    <a:pt x="153838" y="216684"/>
                  </a:lnTo>
                  <a:lnTo>
                    <a:pt x="144006" y="219678"/>
                  </a:lnTo>
                  <a:lnTo>
                    <a:pt x="143595" y="221084"/>
                  </a:lnTo>
                  <a:lnTo>
                    <a:pt x="145427" y="220117"/>
                  </a:lnTo>
                  <a:lnTo>
                    <a:pt x="149502" y="222402"/>
                  </a:lnTo>
                  <a:lnTo>
                    <a:pt x="146960" y="226608"/>
                  </a:lnTo>
                  <a:lnTo>
                    <a:pt x="147445" y="230278"/>
                  </a:lnTo>
                  <a:lnTo>
                    <a:pt x="156044" y="234372"/>
                  </a:lnTo>
                  <a:lnTo>
                    <a:pt x="158287" y="239840"/>
                  </a:lnTo>
                  <a:lnTo>
                    <a:pt x="150810" y="240706"/>
                  </a:lnTo>
                  <a:lnTo>
                    <a:pt x="149726" y="236545"/>
                  </a:lnTo>
                  <a:lnTo>
                    <a:pt x="147408" y="235241"/>
                  </a:lnTo>
                  <a:lnTo>
                    <a:pt x="146436" y="236197"/>
                  </a:lnTo>
                  <a:lnTo>
                    <a:pt x="147146" y="242782"/>
                  </a:lnTo>
                  <a:lnTo>
                    <a:pt x="145202" y="246235"/>
                  </a:lnTo>
                  <a:lnTo>
                    <a:pt x="142099" y="247096"/>
                  </a:lnTo>
                  <a:lnTo>
                    <a:pt x="139669" y="246666"/>
                  </a:lnTo>
                  <a:lnTo>
                    <a:pt x="137576" y="243473"/>
                  </a:lnTo>
                  <a:lnTo>
                    <a:pt x="137576" y="240793"/>
                  </a:lnTo>
                  <a:lnTo>
                    <a:pt x="138959" y="239320"/>
                  </a:lnTo>
                  <a:lnTo>
                    <a:pt x="138585" y="234633"/>
                  </a:lnTo>
                  <a:lnTo>
                    <a:pt x="132865" y="242955"/>
                  </a:lnTo>
                  <a:lnTo>
                    <a:pt x="130211" y="243041"/>
                  </a:lnTo>
                  <a:lnTo>
                    <a:pt x="112753" y="225995"/>
                  </a:lnTo>
                  <a:lnTo>
                    <a:pt x="103107" y="221260"/>
                  </a:lnTo>
                  <a:lnTo>
                    <a:pt x="94658" y="221172"/>
                  </a:lnTo>
                  <a:lnTo>
                    <a:pt x="86097" y="211649"/>
                  </a:lnTo>
                  <a:lnTo>
                    <a:pt x="86060" y="200719"/>
                  </a:lnTo>
                  <a:lnTo>
                    <a:pt x="84677" y="194727"/>
                  </a:lnTo>
                  <a:lnTo>
                    <a:pt x="81125" y="188797"/>
                  </a:lnTo>
                  <a:lnTo>
                    <a:pt x="61124" y="181663"/>
                  </a:lnTo>
                  <a:lnTo>
                    <a:pt x="52152" y="187175"/>
                  </a:lnTo>
                  <a:lnTo>
                    <a:pt x="32974" y="187626"/>
                  </a:lnTo>
                  <a:lnTo>
                    <a:pt x="31067" y="185461"/>
                  </a:lnTo>
                  <a:lnTo>
                    <a:pt x="30619" y="182659"/>
                  </a:lnTo>
                  <a:lnTo>
                    <a:pt x="31104" y="175310"/>
                  </a:lnTo>
                  <a:lnTo>
                    <a:pt x="25123" y="168925"/>
                  </a:lnTo>
                  <a:lnTo>
                    <a:pt x="22020" y="160394"/>
                  </a:lnTo>
                  <a:lnTo>
                    <a:pt x="26020" y="161406"/>
                  </a:lnTo>
                  <a:lnTo>
                    <a:pt x="27142" y="155692"/>
                  </a:lnTo>
                  <a:lnTo>
                    <a:pt x="29347" y="151899"/>
                  </a:lnTo>
                  <a:lnTo>
                    <a:pt x="30619" y="141389"/>
                  </a:lnTo>
                  <a:lnTo>
                    <a:pt x="23515" y="152455"/>
                  </a:lnTo>
                  <a:lnTo>
                    <a:pt x="18581" y="150138"/>
                  </a:lnTo>
                  <a:lnTo>
                    <a:pt x="18543" y="144281"/>
                  </a:lnTo>
                  <a:lnTo>
                    <a:pt x="17796" y="142789"/>
                  </a:lnTo>
                  <a:lnTo>
                    <a:pt x="16786" y="146050"/>
                  </a:lnTo>
                  <a:lnTo>
                    <a:pt x="13721" y="147352"/>
                  </a:lnTo>
                  <a:lnTo>
                    <a:pt x="13982" y="153751"/>
                  </a:lnTo>
                  <a:lnTo>
                    <a:pt x="7963" y="155507"/>
                  </a:lnTo>
                  <a:lnTo>
                    <a:pt x="6580" y="152640"/>
                  </a:lnTo>
                  <a:lnTo>
                    <a:pt x="4487" y="161130"/>
                  </a:lnTo>
                  <a:lnTo>
                    <a:pt x="4374" y="167095"/>
                  </a:lnTo>
                  <a:lnTo>
                    <a:pt x="5645" y="172030"/>
                  </a:lnTo>
                  <a:lnTo>
                    <a:pt x="13160" y="180395"/>
                  </a:lnTo>
                  <a:lnTo>
                    <a:pt x="13459" y="186543"/>
                  </a:lnTo>
                  <a:lnTo>
                    <a:pt x="6132" y="202948"/>
                  </a:lnTo>
                  <a:lnTo>
                    <a:pt x="0" y="2089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7" name="oPE_MapPart_RUS_3_647" descr="Russland">
              <a:extLst>
                <a:ext uri="{FF2B5EF4-FFF2-40B4-BE49-F238E27FC236}">
                  <a16:creationId xmlns:a16="http://schemas.microsoft.com/office/drawing/2014/main" id="{857EE8CC-BF59-04AE-D754-5C84F53AA74A}"/>
                </a:ext>
              </a:extLst>
            </p:cNvPr>
            <p:cNvSpPr/>
            <p:nvPr>
              <p:custDataLst>
                <p:tags r:id="rId647"/>
              </p:custDataLst>
            </p:nvPr>
          </p:nvSpPr>
          <p:spPr>
            <a:xfrm>
              <a:off x="7212604" y="1806439"/>
              <a:ext cx="315266" cy="301732"/>
            </a:xfrm>
            <a:custGeom>
              <a:avLst/>
              <a:gdLst/>
              <a:ahLst/>
              <a:cxnLst/>
              <a:rect l="0" t="0" r="0" b="0"/>
              <a:pathLst>
                <a:path w="315266" h="301732">
                  <a:moveTo>
                    <a:pt x="290815" y="69176"/>
                  </a:moveTo>
                  <a:lnTo>
                    <a:pt x="260047" y="91135"/>
                  </a:lnTo>
                  <a:lnTo>
                    <a:pt x="205540" y="117853"/>
                  </a:lnTo>
                  <a:lnTo>
                    <a:pt x="172455" y="137926"/>
                  </a:lnTo>
                  <a:lnTo>
                    <a:pt x="163109" y="146809"/>
                  </a:lnTo>
                  <a:lnTo>
                    <a:pt x="157726" y="147104"/>
                  </a:lnTo>
                  <a:lnTo>
                    <a:pt x="144491" y="167144"/>
                  </a:lnTo>
                  <a:lnTo>
                    <a:pt x="135295" y="172068"/>
                  </a:lnTo>
                  <a:lnTo>
                    <a:pt x="134548" y="175099"/>
                  </a:lnTo>
                  <a:lnTo>
                    <a:pt x="138996" y="176972"/>
                  </a:lnTo>
                  <a:lnTo>
                    <a:pt x="139968" y="180278"/>
                  </a:lnTo>
                  <a:lnTo>
                    <a:pt x="131221" y="192136"/>
                  </a:lnTo>
                  <a:lnTo>
                    <a:pt x="124304" y="192989"/>
                  </a:lnTo>
                  <a:lnTo>
                    <a:pt x="124790" y="199366"/>
                  </a:lnTo>
                  <a:lnTo>
                    <a:pt x="122772" y="203599"/>
                  </a:lnTo>
                  <a:lnTo>
                    <a:pt x="113761" y="197102"/>
                  </a:lnTo>
                  <a:lnTo>
                    <a:pt x="112564" y="199225"/>
                  </a:lnTo>
                  <a:lnTo>
                    <a:pt x="111817" y="208099"/>
                  </a:lnTo>
                  <a:lnTo>
                    <a:pt x="109611" y="213281"/>
                  </a:lnTo>
                  <a:lnTo>
                    <a:pt x="99106" y="212302"/>
                  </a:lnTo>
                  <a:lnTo>
                    <a:pt x="98433" y="214957"/>
                  </a:lnTo>
                  <a:lnTo>
                    <a:pt x="101836" y="228422"/>
                  </a:lnTo>
                  <a:lnTo>
                    <a:pt x="100826" y="233245"/>
                  </a:lnTo>
                  <a:lnTo>
                    <a:pt x="97162" y="240650"/>
                  </a:lnTo>
                  <a:lnTo>
                    <a:pt x="83181" y="249368"/>
                  </a:lnTo>
                  <a:lnTo>
                    <a:pt x="85349" y="261660"/>
                  </a:lnTo>
                  <a:lnTo>
                    <a:pt x="82957" y="267694"/>
                  </a:lnTo>
                  <a:lnTo>
                    <a:pt x="73761" y="262600"/>
                  </a:lnTo>
                  <a:lnTo>
                    <a:pt x="73274" y="264345"/>
                  </a:lnTo>
                  <a:lnTo>
                    <a:pt x="76900" y="269431"/>
                  </a:lnTo>
                  <a:lnTo>
                    <a:pt x="78508" y="275959"/>
                  </a:lnTo>
                  <a:lnTo>
                    <a:pt x="70021" y="287201"/>
                  </a:lnTo>
                  <a:lnTo>
                    <a:pt x="66508" y="297298"/>
                  </a:lnTo>
                  <a:lnTo>
                    <a:pt x="59628" y="301731"/>
                  </a:lnTo>
                  <a:lnTo>
                    <a:pt x="37122" y="297951"/>
                  </a:lnTo>
                  <a:lnTo>
                    <a:pt x="25833" y="290882"/>
                  </a:lnTo>
                  <a:lnTo>
                    <a:pt x="20899" y="291276"/>
                  </a:lnTo>
                  <a:lnTo>
                    <a:pt x="11178" y="298343"/>
                  </a:lnTo>
                  <a:lnTo>
                    <a:pt x="7664" y="288911"/>
                  </a:lnTo>
                  <a:lnTo>
                    <a:pt x="9196" y="284433"/>
                  </a:lnTo>
                  <a:lnTo>
                    <a:pt x="1570" y="273032"/>
                  </a:lnTo>
                  <a:lnTo>
                    <a:pt x="0" y="267961"/>
                  </a:lnTo>
                  <a:lnTo>
                    <a:pt x="12972" y="255327"/>
                  </a:lnTo>
                  <a:lnTo>
                    <a:pt x="18281" y="253434"/>
                  </a:lnTo>
                  <a:lnTo>
                    <a:pt x="32786" y="218442"/>
                  </a:lnTo>
                  <a:lnTo>
                    <a:pt x="49310" y="212442"/>
                  </a:lnTo>
                  <a:lnTo>
                    <a:pt x="39440" y="207818"/>
                  </a:lnTo>
                  <a:lnTo>
                    <a:pt x="37795" y="202190"/>
                  </a:lnTo>
                  <a:lnTo>
                    <a:pt x="44674" y="189004"/>
                  </a:lnTo>
                  <a:lnTo>
                    <a:pt x="56824" y="176108"/>
                  </a:lnTo>
                  <a:lnTo>
                    <a:pt x="53535" y="171634"/>
                  </a:lnTo>
                  <a:lnTo>
                    <a:pt x="46432" y="172357"/>
                  </a:lnTo>
                  <a:lnTo>
                    <a:pt x="42768" y="165402"/>
                  </a:lnTo>
                  <a:lnTo>
                    <a:pt x="42544" y="162638"/>
                  </a:lnTo>
                  <a:lnTo>
                    <a:pt x="44824" y="159138"/>
                  </a:lnTo>
                  <a:lnTo>
                    <a:pt x="49833" y="157677"/>
                  </a:lnTo>
                  <a:lnTo>
                    <a:pt x="58320" y="164821"/>
                  </a:lnTo>
                  <a:lnTo>
                    <a:pt x="64675" y="152989"/>
                  </a:lnTo>
                  <a:lnTo>
                    <a:pt x="63292" y="146071"/>
                  </a:lnTo>
                  <a:lnTo>
                    <a:pt x="64002" y="144151"/>
                  </a:lnTo>
                  <a:lnTo>
                    <a:pt x="69049" y="141487"/>
                  </a:lnTo>
                  <a:lnTo>
                    <a:pt x="79853" y="145038"/>
                  </a:lnTo>
                  <a:lnTo>
                    <a:pt x="83517" y="131371"/>
                  </a:lnTo>
                  <a:lnTo>
                    <a:pt x="89947" y="124180"/>
                  </a:lnTo>
                  <a:lnTo>
                    <a:pt x="89237" y="118306"/>
                  </a:lnTo>
                  <a:lnTo>
                    <a:pt x="106321" y="102045"/>
                  </a:lnTo>
                  <a:lnTo>
                    <a:pt x="130286" y="91135"/>
                  </a:lnTo>
                  <a:lnTo>
                    <a:pt x="132005" y="84014"/>
                  </a:lnTo>
                  <a:lnTo>
                    <a:pt x="135332" y="81372"/>
                  </a:lnTo>
                  <a:lnTo>
                    <a:pt x="149127" y="83548"/>
                  </a:lnTo>
                  <a:lnTo>
                    <a:pt x="151445" y="79347"/>
                  </a:lnTo>
                  <a:lnTo>
                    <a:pt x="151033" y="69490"/>
                  </a:lnTo>
                  <a:lnTo>
                    <a:pt x="154511" y="65241"/>
                  </a:lnTo>
                  <a:lnTo>
                    <a:pt x="191260" y="69176"/>
                  </a:lnTo>
                  <a:lnTo>
                    <a:pt x="222251" y="56857"/>
                  </a:lnTo>
                  <a:lnTo>
                    <a:pt x="232345" y="47456"/>
                  </a:lnTo>
                  <a:lnTo>
                    <a:pt x="249094" y="38949"/>
                  </a:lnTo>
                  <a:lnTo>
                    <a:pt x="255487" y="23876"/>
                  </a:lnTo>
                  <a:lnTo>
                    <a:pt x="261318" y="17172"/>
                  </a:lnTo>
                  <a:lnTo>
                    <a:pt x="286030" y="0"/>
                  </a:lnTo>
                  <a:lnTo>
                    <a:pt x="305807" y="6799"/>
                  </a:lnTo>
                  <a:lnTo>
                    <a:pt x="314630" y="22571"/>
                  </a:lnTo>
                  <a:lnTo>
                    <a:pt x="315265" y="27459"/>
                  </a:lnTo>
                  <a:lnTo>
                    <a:pt x="313507" y="36207"/>
                  </a:lnTo>
                  <a:lnTo>
                    <a:pt x="314405" y="39432"/>
                  </a:lnTo>
                  <a:lnTo>
                    <a:pt x="299151" y="650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8" name="oPE_MapPart_RUS_4_648" descr="Russland">
              <a:extLst>
                <a:ext uri="{FF2B5EF4-FFF2-40B4-BE49-F238E27FC236}">
                  <a16:creationId xmlns:a16="http://schemas.microsoft.com/office/drawing/2014/main" id="{0C5F424E-47F4-F194-4AD2-957F524CEE32}"/>
                </a:ext>
              </a:extLst>
            </p:cNvPr>
            <p:cNvSpPr/>
            <p:nvPr>
              <p:custDataLst>
                <p:tags r:id="rId648"/>
              </p:custDataLst>
            </p:nvPr>
          </p:nvSpPr>
          <p:spPr>
            <a:xfrm>
              <a:off x="9038170" y="3039418"/>
              <a:ext cx="63443" cy="276571"/>
            </a:xfrm>
            <a:custGeom>
              <a:avLst/>
              <a:gdLst/>
              <a:ahLst/>
              <a:cxnLst/>
              <a:rect l="0" t="0" r="0" b="0"/>
              <a:pathLst>
                <a:path w="63443" h="276571">
                  <a:moveTo>
                    <a:pt x="22879" y="771"/>
                  </a:moveTo>
                  <a:lnTo>
                    <a:pt x="27328" y="9796"/>
                  </a:lnTo>
                  <a:lnTo>
                    <a:pt x="26132" y="21999"/>
                  </a:lnTo>
                  <a:lnTo>
                    <a:pt x="32487" y="39427"/>
                  </a:lnTo>
                  <a:lnTo>
                    <a:pt x="34581" y="50954"/>
                  </a:lnTo>
                  <a:lnTo>
                    <a:pt x="34544" y="62947"/>
                  </a:lnTo>
                  <a:lnTo>
                    <a:pt x="31404" y="71971"/>
                  </a:lnTo>
                  <a:lnTo>
                    <a:pt x="31066" y="81001"/>
                  </a:lnTo>
                  <a:lnTo>
                    <a:pt x="31777" y="85678"/>
                  </a:lnTo>
                  <a:lnTo>
                    <a:pt x="33945" y="92395"/>
                  </a:lnTo>
                  <a:lnTo>
                    <a:pt x="34506" y="97820"/>
                  </a:lnTo>
                  <a:lnTo>
                    <a:pt x="37272" y="101545"/>
                  </a:lnTo>
                  <a:lnTo>
                    <a:pt x="37647" y="107236"/>
                  </a:lnTo>
                  <a:lnTo>
                    <a:pt x="38918" y="109029"/>
                  </a:lnTo>
                  <a:lnTo>
                    <a:pt x="44786" y="140651"/>
                  </a:lnTo>
                  <a:lnTo>
                    <a:pt x="49609" y="153179"/>
                  </a:lnTo>
                  <a:lnTo>
                    <a:pt x="55703" y="176051"/>
                  </a:lnTo>
                  <a:lnTo>
                    <a:pt x="57572" y="180163"/>
                  </a:lnTo>
                  <a:lnTo>
                    <a:pt x="62843" y="185857"/>
                  </a:lnTo>
                  <a:lnTo>
                    <a:pt x="63442" y="193172"/>
                  </a:lnTo>
                  <a:lnTo>
                    <a:pt x="59741" y="185175"/>
                  </a:lnTo>
                  <a:lnTo>
                    <a:pt x="49609" y="173876"/>
                  </a:lnTo>
                  <a:lnTo>
                    <a:pt x="43029" y="171870"/>
                  </a:lnTo>
                  <a:lnTo>
                    <a:pt x="35777" y="172558"/>
                  </a:lnTo>
                  <a:lnTo>
                    <a:pt x="30020" y="175479"/>
                  </a:lnTo>
                  <a:lnTo>
                    <a:pt x="28375" y="178451"/>
                  </a:lnTo>
                  <a:lnTo>
                    <a:pt x="18992" y="210895"/>
                  </a:lnTo>
                  <a:lnTo>
                    <a:pt x="18617" y="221267"/>
                  </a:lnTo>
                  <a:lnTo>
                    <a:pt x="22543" y="230082"/>
                  </a:lnTo>
                  <a:lnTo>
                    <a:pt x="26581" y="234057"/>
                  </a:lnTo>
                  <a:lnTo>
                    <a:pt x="32338" y="250136"/>
                  </a:lnTo>
                  <a:lnTo>
                    <a:pt x="35814" y="249809"/>
                  </a:lnTo>
                  <a:lnTo>
                    <a:pt x="37908" y="251446"/>
                  </a:lnTo>
                  <a:lnTo>
                    <a:pt x="39889" y="263244"/>
                  </a:lnTo>
                  <a:lnTo>
                    <a:pt x="36786" y="273236"/>
                  </a:lnTo>
                  <a:lnTo>
                    <a:pt x="35141" y="259774"/>
                  </a:lnTo>
                  <a:lnTo>
                    <a:pt x="33683" y="257275"/>
                  </a:lnTo>
                  <a:lnTo>
                    <a:pt x="24300" y="255860"/>
                  </a:lnTo>
                  <a:lnTo>
                    <a:pt x="21421" y="252701"/>
                  </a:lnTo>
                  <a:lnTo>
                    <a:pt x="19066" y="252973"/>
                  </a:lnTo>
                  <a:lnTo>
                    <a:pt x="15515" y="257383"/>
                  </a:lnTo>
                  <a:lnTo>
                    <a:pt x="11402" y="271404"/>
                  </a:lnTo>
                  <a:lnTo>
                    <a:pt x="8673" y="276570"/>
                  </a:lnTo>
                  <a:lnTo>
                    <a:pt x="6280" y="273666"/>
                  </a:lnTo>
                  <a:lnTo>
                    <a:pt x="3552" y="260533"/>
                  </a:lnTo>
                  <a:lnTo>
                    <a:pt x="4299" y="253191"/>
                  </a:lnTo>
                  <a:lnTo>
                    <a:pt x="7851" y="239618"/>
                  </a:lnTo>
                  <a:lnTo>
                    <a:pt x="6318" y="225930"/>
                  </a:lnTo>
                  <a:lnTo>
                    <a:pt x="10841" y="212740"/>
                  </a:lnTo>
                  <a:lnTo>
                    <a:pt x="9869" y="204110"/>
                  </a:lnTo>
                  <a:lnTo>
                    <a:pt x="4299" y="189717"/>
                  </a:lnTo>
                  <a:lnTo>
                    <a:pt x="7477" y="179307"/>
                  </a:lnTo>
                  <a:lnTo>
                    <a:pt x="10019" y="163706"/>
                  </a:lnTo>
                  <a:lnTo>
                    <a:pt x="10244" y="142815"/>
                  </a:lnTo>
                  <a:lnTo>
                    <a:pt x="8449" y="129319"/>
                  </a:lnTo>
                  <a:lnTo>
                    <a:pt x="11365" y="117248"/>
                  </a:lnTo>
                  <a:lnTo>
                    <a:pt x="11365" y="109805"/>
                  </a:lnTo>
                  <a:lnTo>
                    <a:pt x="7178" y="99864"/>
                  </a:lnTo>
                  <a:lnTo>
                    <a:pt x="1308" y="92697"/>
                  </a:lnTo>
                  <a:lnTo>
                    <a:pt x="3066" y="90885"/>
                  </a:lnTo>
                  <a:lnTo>
                    <a:pt x="187" y="86042"/>
                  </a:lnTo>
                  <a:lnTo>
                    <a:pt x="0" y="74539"/>
                  </a:lnTo>
                  <a:lnTo>
                    <a:pt x="2991" y="64916"/>
                  </a:lnTo>
                  <a:lnTo>
                    <a:pt x="4075" y="56777"/>
                  </a:lnTo>
                  <a:lnTo>
                    <a:pt x="4449" y="48345"/>
                  </a:lnTo>
                  <a:lnTo>
                    <a:pt x="3402" y="37926"/>
                  </a:lnTo>
                  <a:lnTo>
                    <a:pt x="6318" y="33850"/>
                  </a:lnTo>
                  <a:lnTo>
                    <a:pt x="10019" y="32468"/>
                  </a:lnTo>
                  <a:lnTo>
                    <a:pt x="13683" y="35607"/>
                  </a:lnTo>
                  <a:lnTo>
                    <a:pt x="17982" y="34164"/>
                  </a:lnTo>
                  <a:lnTo>
                    <a:pt x="19178" y="31022"/>
                  </a:lnTo>
                  <a:lnTo>
                    <a:pt x="17645" y="29259"/>
                  </a:lnTo>
                  <a:lnTo>
                    <a:pt x="18543" y="26990"/>
                  </a:lnTo>
                  <a:lnTo>
                    <a:pt x="21160" y="26233"/>
                  </a:lnTo>
                  <a:lnTo>
                    <a:pt x="21384" y="24276"/>
                  </a:lnTo>
                  <a:lnTo>
                    <a:pt x="20412" y="24023"/>
                  </a:lnTo>
                  <a:lnTo>
                    <a:pt x="21720" y="18450"/>
                  </a:lnTo>
                  <a:lnTo>
                    <a:pt x="14019" y="4810"/>
                  </a:lnTo>
                  <a:lnTo>
                    <a:pt x="18505" y="4874"/>
                  </a:lnTo>
                  <a:lnTo>
                    <a:pt x="2145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9" name="oPE_MapPart_RUS_5_649" descr="Russland">
              <a:extLst>
                <a:ext uri="{FF2B5EF4-FFF2-40B4-BE49-F238E27FC236}">
                  <a16:creationId xmlns:a16="http://schemas.microsoft.com/office/drawing/2014/main" id="{395D7276-F0BF-F431-22C6-FA2BA89F3BD0}"/>
                </a:ext>
              </a:extLst>
            </p:cNvPr>
            <p:cNvSpPr/>
            <p:nvPr>
              <p:custDataLst>
                <p:tags r:id="rId649"/>
              </p:custDataLst>
            </p:nvPr>
          </p:nvSpPr>
          <p:spPr>
            <a:xfrm>
              <a:off x="7164341" y="2102169"/>
              <a:ext cx="128491" cy="189953"/>
            </a:xfrm>
            <a:custGeom>
              <a:avLst/>
              <a:gdLst/>
              <a:ahLst/>
              <a:cxnLst/>
              <a:rect l="0" t="0" r="0" b="0"/>
              <a:pathLst>
                <a:path w="128491" h="189953">
                  <a:moveTo>
                    <a:pt x="80601" y="5740"/>
                  </a:moveTo>
                  <a:lnTo>
                    <a:pt x="97611" y="9509"/>
                  </a:lnTo>
                  <a:lnTo>
                    <a:pt x="103667" y="13526"/>
                  </a:lnTo>
                  <a:lnTo>
                    <a:pt x="102994" y="17916"/>
                  </a:lnTo>
                  <a:lnTo>
                    <a:pt x="98658" y="25497"/>
                  </a:lnTo>
                  <a:lnTo>
                    <a:pt x="98732" y="34560"/>
                  </a:lnTo>
                  <a:lnTo>
                    <a:pt x="97275" y="41535"/>
                  </a:lnTo>
                  <a:lnTo>
                    <a:pt x="88974" y="44314"/>
                  </a:lnTo>
                  <a:lnTo>
                    <a:pt x="88526" y="50984"/>
                  </a:lnTo>
                  <a:lnTo>
                    <a:pt x="86769" y="55995"/>
                  </a:lnTo>
                  <a:lnTo>
                    <a:pt x="82358" y="59490"/>
                  </a:lnTo>
                  <a:lnTo>
                    <a:pt x="81423" y="69176"/>
                  </a:lnTo>
                  <a:lnTo>
                    <a:pt x="82246" y="75715"/>
                  </a:lnTo>
                  <a:lnTo>
                    <a:pt x="84713" y="81975"/>
                  </a:lnTo>
                  <a:lnTo>
                    <a:pt x="80152" y="101292"/>
                  </a:lnTo>
                  <a:lnTo>
                    <a:pt x="83741" y="105745"/>
                  </a:lnTo>
                  <a:lnTo>
                    <a:pt x="86694" y="117582"/>
                  </a:lnTo>
                  <a:lnTo>
                    <a:pt x="95630" y="140225"/>
                  </a:lnTo>
                  <a:lnTo>
                    <a:pt x="104191" y="155558"/>
                  </a:lnTo>
                  <a:lnTo>
                    <a:pt x="113312" y="167051"/>
                  </a:lnTo>
                  <a:lnTo>
                    <a:pt x="128490" y="179574"/>
                  </a:lnTo>
                  <a:lnTo>
                    <a:pt x="118546" y="188378"/>
                  </a:lnTo>
                  <a:lnTo>
                    <a:pt x="108227" y="184773"/>
                  </a:lnTo>
                  <a:lnTo>
                    <a:pt x="105312" y="179574"/>
                  </a:lnTo>
                  <a:lnTo>
                    <a:pt x="102732" y="179234"/>
                  </a:lnTo>
                  <a:lnTo>
                    <a:pt x="100153" y="180479"/>
                  </a:lnTo>
                  <a:lnTo>
                    <a:pt x="106396" y="188041"/>
                  </a:lnTo>
                  <a:lnTo>
                    <a:pt x="103779" y="189952"/>
                  </a:lnTo>
                  <a:lnTo>
                    <a:pt x="97686" y="184096"/>
                  </a:lnTo>
                  <a:lnTo>
                    <a:pt x="96564" y="186577"/>
                  </a:lnTo>
                  <a:lnTo>
                    <a:pt x="93535" y="184548"/>
                  </a:lnTo>
                  <a:lnTo>
                    <a:pt x="90508" y="186690"/>
                  </a:lnTo>
                  <a:lnTo>
                    <a:pt x="88638" y="185112"/>
                  </a:lnTo>
                  <a:lnTo>
                    <a:pt x="88227" y="181950"/>
                  </a:lnTo>
                  <a:lnTo>
                    <a:pt x="75030" y="183532"/>
                  </a:lnTo>
                  <a:lnTo>
                    <a:pt x="66582" y="178780"/>
                  </a:lnTo>
                  <a:lnTo>
                    <a:pt x="65684" y="182628"/>
                  </a:lnTo>
                  <a:lnTo>
                    <a:pt x="40411" y="170479"/>
                  </a:lnTo>
                  <a:lnTo>
                    <a:pt x="45160" y="167852"/>
                  </a:lnTo>
                  <a:lnTo>
                    <a:pt x="44636" y="159132"/>
                  </a:lnTo>
                  <a:lnTo>
                    <a:pt x="46356" y="156828"/>
                  </a:lnTo>
                  <a:lnTo>
                    <a:pt x="50244" y="157865"/>
                  </a:lnTo>
                  <a:lnTo>
                    <a:pt x="49758" y="154287"/>
                  </a:lnTo>
                  <a:lnTo>
                    <a:pt x="56413" y="154403"/>
                  </a:lnTo>
                  <a:lnTo>
                    <a:pt x="44711" y="143376"/>
                  </a:lnTo>
                  <a:lnTo>
                    <a:pt x="45347" y="141043"/>
                  </a:lnTo>
                  <a:lnTo>
                    <a:pt x="40935" y="140576"/>
                  </a:lnTo>
                  <a:lnTo>
                    <a:pt x="39066" y="136714"/>
                  </a:lnTo>
                  <a:lnTo>
                    <a:pt x="39328" y="131546"/>
                  </a:lnTo>
                  <a:lnTo>
                    <a:pt x="40973" y="128129"/>
                  </a:lnTo>
                  <a:lnTo>
                    <a:pt x="40001" y="127420"/>
                  </a:lnTo>
                  <a:lnTo>
                    <a:pt x="30542" y="130487"/>
                  </a:lnTo>
                  <a:lnTo>
                    <a:pt x="20374" y="127657"/>
                  </a:lnTo>
                  <a:lnTo>
                    <a:pt x="10355" y="131781"/>
                  </a:lnTo>
                  <a:lnTo>
                    <a:pt x="5271" y="128483"/>
                  </a:lnTo>
                  <a:lnTo>
                    <a:pt x="1494" y="120435"/>
                  </a:lnTo>
                  <a:lnTo>
                    <a:pt x="0" y="111857"/>
                  </a:lnTo>
                  <a:lnTo>
                    <a:pt x="112" y="101292"/>
                  </a:lnTo>
                  <a:lnTo>
                    <a:pt x="4448" y="90273"/>
                  </a:lnTo>
                  <a:lnTo>
                    <a:pt x="9271" y="86619"/>
                  </a:lnTo>
                  <a:lnTo>
                    <a:pt x="16897" y="88204"/>
                  </a:lnTo>
                  <a:lnTo>
                    <a:pt x="24561" y="76576"/>
                  </a:lnTo>
                  <a:lnTo>
                    <a:pt x="27215" y="64094"/>
                  </a:lnTo>
                  <a:lnTo>
                    <a:pt x="29607" y="59490"/>
                  </a:lnTo>
                  <a:lnTo>
                    <a:pt x="28749" y="56620"/>
                  </a:lnTo>
                  <a:lnTo>
                    <a:pt x="30693" y="51110"/>
                  </a:lnTo>
                  <a:lnTo>
                    <a:pt x="25833" y="50231"/>
                  </a:lnTo>
                  <a:lnTo>
                    <a:pt x="22654" y="46332"/>
                  </a:lnTo>
                  <a:lnTo>
                    <a:pt x="23103" y="44188"/>
                  </a:lnTo>
                  <a:lnTo>
                    <a:pt x="30618" y="34941"/>
                  </a:lnTo>
                  <a:lnTo>
                    <a:pt x="40113" y="33797"/>
                  </a:lnTo>
                  <a:lnTo>
                    <a:pt x="37571" y="29718"/>
                  </a:lnTo>
                  <a:lnTo>
                    <a:pt x="36337" y="20491"/>
                  </a:lnTo>
                  <a:lnTo>
                    <a:pt x="36524" y="17271"/>
                  </a:lnTo>
                  <a:lnTo>
                    <a:pt x="39852" y="11843"/>
                  </a:lnTo>
                  <a:lnTo>
                    <a:pt x="48076" y="6911"/>
                  </a:lnTo>
                  <a:lnTo>
                    <a:pt x="57385" y="7691"/>
                  </a:lnTo>
                  <a:lnTo>
                    <a:pt x="69909" y="0"/>
                  </a:lnTo>
                  <a:lnTo>
                    <a:pt x="76488" y="222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0" name="oPE_MapPart_RUS_6_650" descr="Russland">
              <a:extLst>
                <a:ext uri="{FF2B5EF4-FFF2-40B4-BE49-F238E27FC236}">
                  <a16:creationId xmlns:a16="http://schemas.microsoft.com/office/drawing/2014/main" id="{0D4CBE4F-ABF6-0565-50BC-C8C8A6B1AB6B}"/>
                </a:ext>
              </a:extLst>
            </p:cNvPr>
            <p:cNvSpPr/>
            <p:nvPr>
              <p:custDataLst>
                <p:tags r:id="rId650"/>
              </p:custDataLst>
            </p:nvPr>
          </p:nvSpPr>
          <p:spPr>
            <a:xfrm>
              <a:off x="8940297" y="1879067"/>
              <a:ext cx="174737" cy="127304"/>
            </a:xfrm>
            <a:custGeom>
              <a:avLst/>
              <a:gdLst/>
              <a:ahLst/>
              <a:cxnLst/>
              <a:rect l="0" t="0" r="0" b="0"/>
              <a:pathLst>
                <a:path w="174737" h="127304">
                  <a:moveTo>
                    <a:pt x="64414" y="31710"/>
                  </a:moveTo>
                  <a:lnTo>
                    <a:pt x="71479" y="34455"/>
                  </a:lnTo>
                  <a:lnTo>
                    <a:pt x="74732" y="45678"/>
                  </a:lnTo>
                  <a:lnTo>
                    <a:pt x="80340" y="48393"/>
                  </a:lnTo>
                  <a:lnTo>
                    <a:pt x="82994" y="42504"/>
                  </a:lnTo>
                  <a:lnTo>
                    <a:pt x="82620" y="28499"/>
                  </a:lnTo>
                  <a:lnTo>
                    <a:pt x="83854" y="20049"/>
                  </a:lnTo>
                  <a:lnTo>
                    <a:pt x="94247" y="5316"/>
                  </a:lnTo>
                  <a:lnTo>
                    <a:pt x="99592" y="7810"/>
                  </a:lnTo>
                  <a:lnTo>
                    <a:pt x="118846" y="28805"/>
                  </a:lnTo>
                  <a:lnTo>
                    <a:pt x="129538" y="32931"/>
                  </a:lnTo>
                  <a:lnTo>
                    <a:pt x="139931" y="28805"/>
                  </a:lnTo>
                  <a:lnTo>
                    <a:pt x="173689" y="53954"/>
                  </a:lnTo>
                  <a:lnTo>
                    <a:pt x="174736" y="56800"/>
                  </a:lnTo>
                  <a:lnTo>
                    <a:pt x="167745" y="60087"/>
                  </a:lnTo>
                  <a:lnTo>
                    <a:pt x="161576" y="70340"/>
                  </a:lnTo>
                  <a:lnTo>
                    <a:pt x="164829" y="78305"/>
                  </a:lnTo>
                  <a:lnTo>
                    <a:pt x="154959" y="91902"/>
                  </a:lnTo>
                  <a:lnTo>
                    <a:pt x="146884" y="96546"/>
                  </a:lnTo>
                  <a:lnTo>
                    <a:pt x="129239" y="90593"/>
                  </a:lnTo>
                  <a:lnTo>
                    <a:pt x="121986" y="78451"/>
                  </a:lnTo>
                  <a:lnTo>
                    <a:pt x="120079" y="72705"/>
                  </a:lnTo>
                  <a:lnTo>
                    <a:pt x="119482" y="63514"/>
                  </a:lnTo>
                  <a:lnTo>
                    <a:pt x="120191" y="55603"/>
                  </a:lnTo>
                  <a:lnTo>
                    <a:pt x="125426" y="48242"/>
                  </a:lnTo>
                  <a:lnTo>
                    <a:pt x="125762" y="45980"/>
                  </a:lnTo>
                  <a:lnTo>
                    <a:pt x="124491" y="41444"/>
                  </a:lnTo>
                  <a:lnTo>
                    <a:pt x="116378" y="40838"/>
                  </a:lnTo>
                  <a:lnTo>
                    <a:pt x="106733" y="45829"/>
                  </a:lnTo>
                  <a:lnTo>
                    <a:pt x="108079" y="62770"/>
                  </a:lnTo>
                  <a:lnTo>
                    <a:pt x="110434" y="71966"/>
                  </a:lnTo>
                  <a:lnTo>
                    <a:pt x="117762" y="89282"/>
                  </a:lnTo>
                  <a:lnTo>
                    <a:pt x="128379" y="102471"/>
                  </a:lnTo>
                  <a:lnTo>
                    <a:pt x="114771" y="114379"/>
                  </a:lnTo>
                  <a:lnTo>
                    <a:pt x="110920" y="112092"/>
                  </a:lnTo>
                  <a:lnTo>
                    <a:pt x="104677" y="100740"/>
                  </a:lnTo>
                  <a:lnTo>
                    <a:pt x="68975" y="112235"/>
                  </a:lnTo>
                  <a:lnTo>
                    <a:pt x="56787" y="102903"/>
                  </a:lnTo>
                  <a:lnTo>
                    <a:pt x="54021" y="107794"/>
                  </a:lnTo>
                  <a:lnTo>
                    <a:pt x="51553" y="120076"/>
                  </a:lnTo>
                  <a:lnTo>
                    <a:pt x="49385" y="124899"/>
                  </a:lnTo>
                  <a:lnTo>
                    <a:pt x="44675" y="127303"/>
                  </a:lnTo>
                  <a:lnTo>
                    <a:pt x="23777" y="116233"/>
                  </a:lnTo>
                  <a:lnTo>
                    <a:pt x="15290" y="99440"/>
                  </a:lnTo>
                  <a:lnTo>
                    <a:pt x="5608" y="90156"/>
                  </a:lnTo>
                  <a:lnTo>
                    <a:pt x="1234" y="81095"/>
                  </a:lnTo>
                  <a:lnTo>
                    <a:pt x="0" y="73591"/>
                  </a:lnTo>
                  <a:lnTo>
                    <a:pt x="711" y="70340"/>
                  </a:lnTo>
                  <a:lnTo>
                    <a:pt x="7103" y="71819"/>
                  </a:lnTo>
                  <a:lnTo>
                    <a:pt x="5570" y="54704"/>
                  </a:lnTo>
                  <a:lnTo>
                    <a:pt x="6655" y="38410"/>
                  </a:lnTo>
                  <a:lnTo>
                    <a:pt x="8524" y="35673"/>
                  </a:lnTo>
                  <a:lnTo>
                    <a:pt x="15776" y="37499"/>
                  </a:lnTo>
                  <a:lnTo>
                    <a:pt x="11515" y="24819"/>
                  </a:lnTo>
                  <a:lnTo>
                    <a:pt x="14094" y="18044"/>
                  </a:lnTo>
                  <a:lnTo>
                    <a:pt x="21384" y="14642"/>
                  </a:lnTo>
                  <a:lnTo>
                    <a:pt x="26170" y="7187"/>
                  </a:lnTo>
                  <a:lnTo>
                    <a:pt x="40973" y="0"/>
                  </a:lnTo>
                  <a:lnTo>
                    <a:pt x="44899" y="7810"/>
                  </a:lnTo>
                  <a:lnTo>
                    <a:pt x="58058" y="211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1" name="oPE_MapPart_RUS_7_651" descr="Russland">
              <a:extLst>
                <a:ext uri="{FF2B5EF4-FFF2-40B4-BE49-F238E27FC236}">
                  <a16:creationId xmlns:a16="http://schemas.microsoft.com/office/drawing/2014/main" id="{5EFA9221-80DB-78F2-A97E-B059604938AE}"/>
                </a:ext>
              </a:extLst>
            </p:cNvPr>
            <p:cNvSpPr/>
            <p:nvPr>
              <p:custDataLst>
                <p:tags r:id="rId651"/>
              </p:custDataLst>
            </p:nvPr>
          </p:nvSpPr>
          <p:spPr>
            <a:xfrm>
              <a:off x="8029009" y="1472524"/>
              <a:ext cx="145203" cy="157248"/>
            </a:xfrm>
            <a:custGeom>
              <a:avLst/>
              <a:gdLst/>
              <a:ahLst/>
              <a:cxnLst/>
              <a:rect l="0" t="0" r="0" b="0"/>
              <a:pathLst>
                <a:path w="145203" h="157248">
                  <a:moveTo>
                    <a:pt x="95630" y="1313"/>
                  </a:moveTo>
                  <a:lnTo>
                    <a:pt x="102733" y="17606"/>
                  </a:lnTo>
                  <a:lnTo>
                    <a:pt x="100453" y="19761"/>
                  </a:lnTo>
                  <a:lnTo>
                    <a:pt x="94621" y="38144"/>
                  </a:lnTo>
                  <a:lnTo>
                    <a:pt x="93873" y="47021"/>
                  </a:lnTo>
                  <a:lnTo>
                    <a:pt x="95145" y="48705"/>
                  </a:lnTo>
                  <a:lnTo>
                    <a:pt x="103705" y="32190"/>
                  </a:lnTo>
                  <a:lnTo>
                    <a:pt x="109724" y="34107"/>
                  </a:lnTo>
                  <a:lnTo>
                    <a:pt x="112753" y="25992"/>
                  </a:lnTo>
                  <a:lnTo>
                    <a:pt x="112192" y="19115"/>
                  </a:lnTo>
                  <a:lnTo>
                    <a:pt x="114771" y="14148"/>
                  </a:lnTo>
                  <a:lnTo>
                    <a:pt x="129277" y="18253"/>
                  </a:lnTo>
                  <a:lnTo>
                    <a:pt x="142810" y="38144"/>
                  </a:lnTo>
                  <a:lnTo>
                    <a:pt x="145202" y="46600"/>
                  </a:lnTo>
                  <a:lnTo>
                    <a:pt x="142174" y="51226"/>
                  </a:lnTo>
                  <a:lnTo>
                    <a:pt x="139370" y="63960"/>
                  </a:lnTo>
                  <a:lnTo>
                    <a:pt x="137277" y="98554"/>
                  </a:lnTo>
                  <a:lnTo>
                    <a:pt x="134324" y="103790"/>
                  </a:lnTo>
                  <a:lnTo>
                    <a:pt x="124005" y="101980"/>
                  </a:lnTo>
                  <a:lnTo>
                    <a:pt x="133875" y="120155"/>
                  </a:lnTo>
                  <a:lnTo>
                    <a:pt x="140081" y="123916"/>
                  </a:lnTo>
                  <a:lnTo>
                    <a:pt x="142436" y="138648"/>
                  </a:lnTo>
                  <a:lnTo>
                    <a:pt x="132267" y="152238"/>
                  </a:lnTo>
                  <a:lnTo>
                    <a:pt x="110921" y="157247"/>
                  </a:lnTo>
                  <a:lnTo>
                    <a:pt x="93125" y="153010"/>
                  </a:lnTo>
                  <a:lnTo>
                    <a:pt x="77611" y="135911"/>
                  </a:lnTo>
                  <a:lnTo>
                    <a:pt x="56601" y="134149"/>
                  </a:lnTo>
                  <a:lnTo>
                    <a:pt x="51106" y="123718"/>
                  </a:lnTo>
                  <a:lnTo>
                    <a:pt x="40488" y="128650"/>
                  </a:lnTo>
                  <a:lnTo>
                    <a:pt x="32862" y="120353"/>
                  </a:lnTo>
                  <a:lnTo>
                    <a:pt x="32189" y="113197"/>
                  </a:lnTo>
                  <a:lnTo>
                    <a:pt x="29310" y="110402"/>
                  </a:lnTo>
                  <a:lnTo>
                    <a:pt x="23851" y="89845"/>
                  </a:lnTo>
                  <a:lnTo>
                    <a:pt x="0" y="79229"/>
                  </a:lnTo>
                  <a:lnTo>
                    <a:pt x="6917" y="63544"/>
                  </a:lnTo>
                  <a:lnTo>
                    <a:pt x="16114" y="55415"/>
                  </a:lnTo>
                  <a:lnTo>
                    <a:pt x="24637" y="40476"/>
                  </a:lnTo>
                  <a:lnTo>
                    <a:pt x="26506" y="27277"/>
                  </a:lnTo>
                  <a:lnTo>
                    <a:pt x="39815" y="8726"/>
                  </a:lnTo>
                  <a:lnTo>
                    <a:pt x="45909" y="16742"/>
                  </a:lnTo>
                  <a:lnTo>
                    <a:pt x="50395" y="7639"/>
                  </a:lnTo>
                  <a:lnTo>
                    <a:pt x="69498" y="7857"/>
                  </a:lnTo>
                  <a:lnTo>
                    <a:pt x="937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2" name="oPE_MapPart_RUS_8_652" descr="Russland">
              <a:extLst>
                <a:ext uri="{FF2B5EF4-FFF2-40B4-BE49-F238E27FC236}">
                  <a16:creationId xmlns:a16="http://schemas.microsoft.com/office/drawing/2014/main" id="{D64B2612-A3C5-C2BD-218E-018A66DEAA60}"/>
                </a:ext>
              </a:extLst>
            </p:cNvPr>
            <p:cNvSpPr/>
            <p:nvPr>
              <p:custDataLst>
                <p:tags r:id="rId652"/>
              </p:custDataLst>
            </p:nvPr>
          </p:nvSpPr>
          <p:spPr>
            <a:xfrm>
              <a:off x="7996896" y="1329012"/>
              <a:ext cx="131782" cy="162628"/>
            </a:xfrm>
            <a:custGeom>
              <a:avLst/>
              <a:gdLst/>
              <a:ahLst/>
              <a:cxnLst/>
              <a:rect l="0" t="0" r="0" b="0"/>
              <a:pathLst>
                <a:path w="131782" h="162628">
                  <a:moveTo>
                    <a:pt x="103892" y="27791"/>
                  </a:moveTo>
                  <a:lnTo>
                    <a:pt x="108639" y="43354"/>
                  </a:lnTo>
                  <a:lnTo>
                    <a:pt x="128304" y="60596"/>
                  </a:lnTo>
                  <a:lnTo>
                    <a:pt x="131781" y="69010"/>
                  </a:lnTo>
                  <a:lnTo>
                    <a:pt x="131519" y="77364"/>
                  </a:lnTo>
                  <a:lnTo>
                    <a:pt x="116079" y="87956"/>
                  </a:lnTo>
                  <a:lnTo>
                    <a:pt x="114248" y="98002"/>
                  </a:lnTo>
                  <a:lnTo>
                    <a:pt x="119668" y="122086"/>
                  </a:lnTo>
                  <a:lnTo>
                    <a:pt x="122398" y="124535"/>
                  </a:lnTo>
                  <a:lnTo>
                    <a:pt x="117351" y="134723"/>
                  </a:lnTo>
                  <a:lnTo>
                    <a:pt x="63142" y="148756"/>
                  </a:lnTo>
                  <a:lnTo>
                    <a:pt x="48749" y="162627"/>
                  </a:lnTo>
                  <a:lnTo>
                    <a:pt x="44226" y="162627"/>
                  </a:lnTo>
                  <a:lnTo>
                    <a:pt x="2355" y="131189"/>
                  </a:lnTo>
                  <a:lnTo>
                    <a:pt x="0" y="120079"/>
                  </a:lnTo>
                  <a:lnTo>
                    <a:pt x="3402" y="112690"/>
                  </a:lnTo>
                  <a:lnTo>
                    <a:pt x="7739" y="105255"/>
                  </a:lnTo>
                  <a:lnTo>
                    <a:pt x="21870" y="98229"/>
                  </a:lnTo>
                  <a:lnTo>
                    <a:pt x="36076" y="65278"/>
                  </a:lnTo>
                  <a:lnTo>
                    <a:pt x="22170" y="66678"/>
                  </a:lnTo>
                  <a:lnTo>
                    <a:pt x="24636" y="54719"/>
                  </a:lnTo>
                  <a:lnTo>
                    <a:pt x="32002" y="39303"/>
                  </a:lnTo>
                  <a:lnTo>
                    <a:pt x="68826" y="19327"/>
                  </a:lnTo>
                  <a:lnTo>
                    <a:pt x="73461" y="12756"/>
                  </a:lnTo>
                  <a:lnTo>
                    <a:pt x="75479" y="1233"/>
                  </a:lnTo>
                  <a:lnTo>
                    <a:pt x="88826" y="0"/>
                  </a:lnTo>
                  <a:lnTo>
                    <a:pt x="102733" y="246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3" name="oPE_MapPart_RUS_9_653" descr="Russland">
              <a:extLst>
                <a:ext uri="{FF2B5EF4-FFF2-40B4-BE49-F238E27FC236}">
                  <a16:creationId xmlns:a16="http://schemas.microsoft.com/office/drawing/2014/main" id="{FFF8A1C2-650A-4FE3-18AE-85E041597188}"/>
                </a:ext>
              </a:extLst>
            </p:cNvPr>
            <p:cNvSpPr/>
            <p:nvPr>
              <p:custDataLst>
                <p:tags r:id="rId653"/>
              </p:custDataLst>
            </p:nvPr>
          </p:nvSpPr>
          <p:spPr>
            <a:xfrm>
              <a:off x="8158136" y="1558705"/>
              <a:ext cx="125762" cy="156795"/>
            </a:xfrm>
            <a:custGeom>
              <a:avLst/>
              <a:gdLst/>
              <a:ahLst/>
              <a:cxnLst/>
              <a:rect l="0" t="0" r="0" b="0"/>
              <a:pathLst>
                <a:path w="125762" h="156795">
                  <a:moveTo>
                    <a:pt x="74695" y="20218"/>
                  </a:moveTo>
                  <a:lnTo>
                    <a:pt x="64899" y="66057"/>
                  </a:lnTo>
                  <a:lnTo>
                    <a:pt x="68526" y="62189"/>
                  </a:lnTo>
                  <a:lnTo>
                    <a:pt x="76078" y="42075"/>
                  </a:lnTo>
                  <a:lnTo>
                    <a:pt x="93723" y="31792"/>
                  </a:lnTo>
                  <a:lnTo>
                    <a:pt x="96303" y="34767"/>
                  </a:lnTo>
                  <a:lnTo>
                    <a:pt x="99742" y="46792"/>
                  </a:lnTo>
                  <a:lnTo>
                    <a:pt x="107182" y="52076"/>
                  </a:lnTo>
                  <a:lnTo>
                    <a:pt x="107780" y="56560"/>
                  </a:lnTo>
                  <a:lnTo>
                    <a:pt x="107256" y="61221"/>
                  </a:lnTo>
                  <a:lnTo>
                    <a:pt x="111032" y="66057"/>
                  </a:lnTo>
                  <a:lnTo>
                    <a:pt x="116154" y="63931"/>
                  </a:lnTo>
                  <a:lnTo>
                    <a:pt x="121649" y="67793"/>
                  </a:lnTo>
                  <a:lnTo>
                    <a:pt x="125089" y="84070"/>
                  </a:lnTo>
                  <a:lnTo>
                    <a:pt x="125761" y="91655"/>
                  </a:lnTo>
                  <a:lnTo>
                    <a:pt x="125126" y="101445"/>
                  </a:lnTo>
                  <a:lnTo>
                    <a:pt x="113275" y="118020"/>
                  </a:lnTo>
                  <a:lnTo>
                    <a:pt x="104041" y="118575"/>
                  </a:lnTo>
                  <a:lnTo>
                    <a:pt x="92041" y="126315"/>
                  </a:lnTo>
                  <a:lnTo>
                    <a:pt x="77161" y="126683"/>
                  </a:lnTo>
                  <a:lnTo>
                    <a:pt x="72862" y="133459"/>
                  </a:lnTo>
                  <a:lnTo>
                    <a:pt x="69162" y="129801"/>
                  </a:lnTo>
                  <a:lnTo>
                    <a:pt x="39815" y="133094"/>
                  </a:lnTo>
                  <a:lnTo>
                    <a:pt x="16487" y="155001"/>
                  </a:lnTo>
                  <a:lnTo>
                    <a:pt x="11551" y="156794"/>
                  </a:lnTo>
                  <a:lnTo>
                    <a:pt x="2168" y="152306"/>
                  </a:lnTo>
                  <a:lnTo>
                    <a:pt x="0" y="148705"/>
                  </a:lnTo>
                  <a:lnTo>
                    <a:pt x="3140" y="144006"/>
                  </a:lnTo>
                  <a:lnTo>
                    <a:pt x="5346" y="134372"/>
                  </a:lnTo>
                  <a:lnTo>
                    <a:pt x="15178" y="118020"/>
                  </a:lnTo>
                  <a:lnTo>
                    <a:pt x="20113" y="93733"/>
                  </a:lnTo>
                  <a:lnTo>
                    <a:pt x="20673" y="82548"/>
                  </a:lnTo>
                  <a:lnTo>
                    <a:pt x="23441" y="74714"/>
                  </a:lnTo>
                  <a:lnTo>
                    <a:pt x="27665" y="70104"/>
                  </a:lnTo>
                  <a:lnTo>
                    <a:pt x="34655" y="71066"/>
                  </a:lnTo>
                  <a:lnTo>
                    <a:pt x="32562" y="59281"/>
                  </a:lnTo>
                  <a:lnTo>
                    <a:pt x="33497" y="50317"/>
                  </a:lnTo>
                  <a:lnTo>
                    <a:pt x="36189" y="45614"/>
                  </a:lnTo>
                  <a:lnTo>
                    <a:pt x="36637" y="34767"/>
                  </a:lnTo>
                  <a:lnTo>
                    <a:pt x="39627" y="25819"/>
                  </a:lnTo>
                  <a:lnTo>
                    <a:pt x="46842" y="20218"/>
                  </a:lnTo>
                  <a:lnTo>
                    <a:pt x="47814" y="9342"/>
                  </a:lnTo>
                  <a:lnTo>
                    <a:pt x="52674" y="7115"/>
                  </a:lnTo>
                  <a:lnTo>
                    <a:pt x="56451" y="19215"/>
                  </a:lnTo>
                  <a:lnTo>
                    <a:pt x="61535" y="20018"/>
                  </a:lnTo>
                  <a:lnTo>
                    <a:pt x="60002" y="13583"/>
                  </a:lnTo>
                  <a:lnTo>
                    <a:pt x="60077" y="6912"/>
                  </a:lnTo>
                  <a:lnTo>
                    <a:pt x="62208" y="408"/>
                  </a:lnTo>
                  <a:lnTo>
                    <a:pt x="64750" y="0"/>
                  </a:lnTo>
                  <a:lnTo>
                    <a:pt x="77947" y="11566"/>
                  </a:lnTo>
                  <a:lnTo>
                    <a:pt x="79143" y="15195"/>
                  </a:lnTo>
                  <a:lnTo>
                    <a:pt x="75853" y="182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4" name="oPE_MapPart_RUS_10_654" descr="Russland">
              <a:extLst>
                <a:ext uri="{FF2B5EF4-FFF2-40B4-BE49-F238E27FC236}">
                  <a16:creationId xmlns:a16="http://schemas.microsoft.com/office/drawing/2014/main" id="{2A496042-4DCD-514B-CC4F-82B4CC9527B0}"/>
                </a:ext>
              </a:extLst>
            </p:cNvPr>
            <p:cNvSpPr/>
            <p:nvPr>
              <p:custDataLst>
                <p:tags r:id="rId654"/>
              </p:custDataLst>
            </p:nvPr>
          </p:nvSpPr>
          <p:spPr>
            <a:xfrm>
              <a:off x="6771167" y="3306882"/>
              <a:ext cx="84452" cy="53804"/>
            </a:xfrm>
            <a:custGeom>
              <a:avLst/>
              <a:gdLst/>
              <a:ahLst/>
              <a:cxnLst/>
              <a:rect l="0" t="0" r="0" b="0"/>
              <a:pathLst>
                <a:path w="84452" h="53804">
                  <a:moveTo>
                    <a:pt x="22542" y="3724"/>
                  </a:moveTo>
                  <a:lnTo>
                    <a:pt x="23814" y="2214"/>
                  </a:lnTo>
                  <a:lnTo>
                    <a:pt x="23925" y="0"/>
                  </a:lnTo>
                  <a:lnTo>
                    <a:pt x="26953" y="378"/>
                  </a:lnTo>
                  <a:lnTo>
                    <a:pt x="31552" y="3400"/>
                  </a:lnTo>
                  <a:lnTo>
                    <a:pt x="38356" y="4748"/>
                  </a:lnTo>
                  <a:lnTo>
                    <a:pt x="40337" y="7655"/>
                  </a:lnTo>
                  <a:lnTo>
                    <a:pt x="45235" y="7278"/>
                  </a:lnTo>
                  <a:lnTo>
                    <a:pt x="47477" y="9805"/>
                  </a:lnTo>
                  <a:lnTo>
                    <a:pt x="47590" y="12863"/>
                  </a:lnTo>
                  <a:lnTo>
                    <a:pt x="51777" y="14578"/>
                  </a:lnTo>
                  <a:lnTo>
                    <a:pt x="57160" y="23073"/>
                  </a:lnTo>
                  <a:lnTo>
                    <a:pt x="61273" y="26905"/>
                  </a:lnTo>
                  <a:lnTo>
                    <a:pt x="63329" y="27064"/>
                  </a:lnTo>
                  <a:lnTo>
                    <a:pt x="69049" y="24404"/>
                  </a:lnTo>
                  <a:lnTo>
                    <a:pt x="72787" y="25309"/>
                  </a:lnTo>
                  <a:lnTo>
                    <a:pt x="76077" y="22859"/>
                  </a:lnTo>
                  <a:lnTo>
                    <a:pt x="84451" y="24617"/>
                  </a:lnTo>
                  <a:lnTo>
                    <a:pt x="81872" y="29402"/>
                  </a:lnTo>
                  <a:lnTo>
                    <a:pt x="80712" y="34331"/>
                  </a:lnTo>
                  <a:lnTo>
                    <a:pt x="69834" y="36077"/>
                  </a:lnTo>
                  <a:lnTo>
                    <a:pt x="65834" y="33220"/>
                  </a:lnTo>
                  <a:lnTo>
                    <a:pt x="61572" y="33326"/>
                  </a:lnTo>
                  <a:lnTo>
                    <a:pt x="59179" y="36870"/>
                  </a:lnTo>
                  <a:lnTo>
                    <a:pt x="54954" y="39300"/>
                  </a:lnTo>
                  <a:lnTo>
                    <a:pt x="53571" y="42041"/>
                  </a:lnTo>
                  <a:lnTo>
                    <a:pt x="45870" y="41883"/>
                  </a:lnTo>
                  <a:lnTo>
                    <a:pt x="40748" y="44411"/>
                  </a:lnTo>
                  <a:lnTo>
                    <a:pt x="36823" y="49717"/>
                  </a:lnTo>
                  <a:lnTo>
                    <a:pt x="32524" y="53070"/>
                  </a:lnTo>
                  <a:lnTo>
                    <a:pt x="25906" y="53803"/>
                  </a:lnTo>
                  <a:lnTo>
                    <a:pt x="19589" y="49297"/>
                  </a:lnTo>
                  <a:lnTo>
                    <a:pt x="22916" y="38930"/>
                  </a:lnTo>
                  <a:lnTo>
                    <a:pt x="21757" y="33378"/>
                  </a:lnTo>
                  <a:lnTo>
                    <a:pt x="18355" y="30728"/>
                  </a:lnTo>
                  <a:lnTo>
                    <a:pt x="14093" y="30516"/>
                  </a:lnTo>
                  <a:lnTo>
                    <a:pt x="8523" y="26001"/>
                  </a:lnTo>
                  <a:lnTo>
                    <a:pt x="2130" y="26586"/>
                  </a:lnTo>
                  <a:lnTo>
                    <a:pt x="0" y="24351"/>
                  </a:lnTo>
                  <a:lnTo>
                    <a:pt x="13158" y="14096"/>
                  </a:lnTo>
                  <a:lnTo>
                    <a:pt x="16037" y="13614"/>
                  </a:lnTo>
                  <a:lnTo>
                    <a:pt x="24038" y="8193"/>
                  </a:lnTo>
                  <a:lnTo>
                    <a:pt x="23440" y="56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5" name="oPE_MapPart_RUS_11_655" descr="Russland">
              <a:extLst>
                <a:ext uri="{FF2B5EF4-FFF2-40B4-BE49-F238E27FC236}">
                  <a16:creationId xmlns:a16="http://schemas.microsoft.com/office/drawing/2014/main" id="{4F06E26A-38D8-8A00-2E85-14D6F6331FF2}"/>
                </a:ext>
              </a:extLst>
            </p:cNvPr>
            <p:cNvSpPr/>
            <p:nvPr>
              <p:custDataLst>
                <p:tags r:id="rId655"/>
              </p:custDataLst>
            </p:nvPr>
          </p:nvSpPr>
          <p:spPr>
            <a:xfrm>
              <a:off x="9131407" y="1931520"/>
              <a:ext cx="97052" cy="63924"/>
            </a:xfrm>
            <a:custGeom>
              <a:avLst/>
              <a:gdLst/>
              <a:ahLst/>
              <a:cxnLst/>
              <a:rect l="0" t="0" r="0" b="0"/>
              <a:pathLst>
                <a:path w="97052" h="63924">
                  <a:moveTo>
                    <a:pt x="13421" y="17443"/>
                  </a:moveTo>
                  <a:lnTo>
                    <a:pt x="18917" y="18035"/>
                  </a:lnTo>
                  <a:lnTo>
                    <a:pt x="28001" y="11805"/>
                  </a:lnTo>
                  <a:lnTo>
                    <a:pt x="47404" y="14034"/>
                  </a:lnTo>
                  <a:lnTo>
                    <a:pt x="49012" y="16110"/>
                  </a:lnTo>
                  <a:lnTo>
                    <a:pt x="48301" y="25557"/>
                  </a:lnTo>
                  <a:lnTo>
                    <a:pt x="50694" y="28495"/>
                  </a:lnTo>
                  <a:lnTo>
                    <a:pt x="60937" y="26440"/>
                  </a:lnTo>
                  <a:lnTo>
                    <a:pt x="82134" y="29961"/>
                  </a:lnTo>
                  <a:lnTo>
                    <a:pt x="90994" y="39594"/>
                  </a:lnTo>
                  <a:lnTo>
                    <a:pt x="97051" y="34933"/>
                  </a:lnTo>
                  <a:lnTo>
                    <a:pt x="93387" y="52035"/>
                  </a:lnTo>
                  <a:lnTo>
                    <a:pt x="92041" y="54048"/>
                  </a:lnTo>
                  <a:lnTo>
                    <a:pt x="76601" y="63923"/>
                  </a:lnTo>
                  <a:lnTo>
                    <a:pt x="44600" y="63495"/>
                  </a:lnTo>
                  <a:lnTo>
                    <a:pt x="30693" y="50883"/>
                  </a:lnTo>
                  <a:lnTo>
                    <a:pt x="20674" y="47709"/>
                  </a:lnTo>
                  <a:lnTo>
                    <a:pt x="0" y="31572"/>
                  </a:lnTo>
                  <a:lnTo>
                    <a:pt x="2243" y="15665"/>
                  </a:lnTo>
                  <a:lnTo>
                    <a:pt x="6019" y="1951"/>
                  </a:lnTo>
                  <a:lnTo>
                    <a:pt x="8075" y="0"/>
                  </a:lnTo>
                  <a:lnTo>
                    <a:pt x="12487" y="5992"/>
                  </a:lnTo>
                  <a:lnTo>
                    <a:pt x="12449" y="126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6" name="oPE_MapPart_RUS_12_656" descr="Russland">
              <a:extLst>
                <a:ext uri="{FF2B5EF4-FFF2-40B4-BE49-F238E27FC236}">
                  <a16:creationId xmlns:a16="http://schemas.microsoft.com/office/drawing/2014/main" id="{3D3F82D7-15D2-C1D1-4D15-7667B7E904C6}"/>
                </a:ext>
              </a:extLst>
            </p:cNvPr>
            <p:cNvSpPr/>
            <p:nvPr>
              <p:custDataLst>
                <p:tags r:id="rId656"/>
              </p:custDataLst>
            </p:nvPr>
          </p:nvSpPr>
          <p:spPr>
            <a:xfrm>
              <a:off x="6503156" y="3007986"/>
              <a:ext cx="66882" cy="33551"/>
            </a:xfrm>
            <a:custGeom>
              <a:avLst/>
              <a:gdLst/>
              <a:ahLst/>
              <a:cxnLst/>
              <a:rect l="0" t="0" r="0" b="0"/>
              <a:pathLst>
                <a:path w="66882" h="33551">
                  <a:moveTo>
                    <a:pt x="28114" y="263"/>
                  </a:moveTo>
                  <a:lnTo>
                    <a:pt x="20599" y="11053"/>
                  </a:lnTo>
                  <a:lnTo>
                    <a:pt x="26655" y="13722"/>
                  </a:lnTo>
                  <a:lnTo>
                    <a:pt x="32936" y="12746"/>
                  </a:lnTo>
                  <a:lnTo>
                    <a:pt x="33908" y="854"/>
                  </a:lnTo>
                  <a:lnTo>
                    <a:pt x="37085" y="394"/>
                  </a:lnTo>
                  <a:lnTo>
                    <a:pt x="40525" y="3345"/>
                  </a:lnTo>
                  <a:lnTo>
                    <a:pt x="51255" y="8118"/>
                  </a:lnTo>
                  <a:lnTo>
                    <a:pt x="61535" y="8314"/>
                  </a:lnTo>
                  <a:lnTo>
                    <a:pt x="62806" y="11509"/>
                  </a:lnTo>
                  <a:lnTo>
                    <a:pt x="66881" y="15086"/>
                  </a:lnTo>
                  <a:lnTo>
                    <a:pt x="63965" y="26154"/>
                  </a:lnTo>
                  <a:lnTo>
                    <a:pt x="63890" y="28666"/>
                  </a:lnTo>
                  <a:lnTo>
                    <a:pt x="65685" y="33550"/>
                  </a:lnTo>
                  <a:lnTo>
                    <a:pt x="822" y="30339"/>
                  </a:lnTo>
                  <a:lnTo>
                    <a:pt x="0" y="29889"/>
                  </a:lnTo>
                  <a:lnTo>
                    <a:pt x="3215" y="26799"/>
                  </a:lnTo>
                  <a:lnTo>
                    <a:pt x="7065" y="19433"/>
                  </a:lnTo>
                  <a:lnTo>
                    <a:pt x="7701" y="13266"/>
                  </a:lnTo>
                  <a:lnTo>
                    <a:pt x="16449" y="12225"/>
                  </a:lnTo>
                  <a:lnTo>
                    <a:pt x="19029" y="10597"/>
                  </a:lnTo>
                  <a:lnTo>
                    <a:pt x="2691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7" name="oPE_MapPart_RUS_13_657" descr="Russland">
              <a:extLst>
                <a:ext uri="{FF2B5EF4-FFF2-40B4-BE49-F238E27FC236}">
                  <a16:creationId xmlns:a16="http://schemas.microsoft.com/office/drawing/2014/main" id="{FB2B5373-F31C-9686-90C8-A888C24119EB}"/>
                </a:ext>
              </a:extLst>
            </p:cNvPr>
            <p:cNvSpPr/>
            <p:nvPr>
              <p:custDataLst>
                <p:tags r:id="rId657"/>
              </p:custDataLst>
            </p:nvPr>
          </p:nvSpPr>
          <p:spPr>
            <a:xfrm>
              <a:off x="7064785" y="1376403"/>
              <a:ext cx="105052" cy="106586"/>
            </a:xfrm>
            <a:custGeom>
              <a:avLst/>
              <a:gdLst/>
              <a:ahLst/>
              <a:cxnLst/>
              <a:rect l="0" t="0" r="0" b="0"/>
              <a:pathLst>
                <a:path w="105052" h="106586">
                  <a:moveTo>
                    <a:pt x="75443" y="0"/>
                  </a:moveTo>
                  <a:lnTo>
                    <a:pt x="86321" y="1896"/>
                  </a:lnTo>
                  <a:lnTo>
                    <a:pt x="105051" y="31360"/>
                  </a:lnTo>
                  <a:lnTo>
                    <a:pt x="89648" y="49928"/>
                  </a:lnTo>
                  <a:lnTo>
                    <a:pt x="66470" y="55375"/>
                  </a:lnTo>
                  <a:lnTo>
                    <a:pt x="64488" y="58542"/>
                  </a:lnTo>
                  <a:lnTo>
                    <a:pt x="65386" y="64400"/>
                  </a:lnTo>
                  <a:lnTo>
                    <a:pt x="61087" y="70454"/>
                  </a:lnTo>
                  <a:lnTo>
                    <a:pt x="46731" y="71348"/>
                  </a:lnTo>
                  <a:lnTo>
                    <a:pt x="42208" y="80032"/>
                  </a:lnTo>
                  <a:lnTo>
                    <a:pt x="48077" y="84240"/>
                  </a:lnTo>
                  <a:lnTo>
                    <a:pt x="49123" y="91295"/>
                  </a:lnTo>
                  <a:lnTo>
                    <a:pt x="48451" y="96778"/>
                  </a:lnTo>
                  <a:lnTo>
                    <a:pt x="40226" y="92833"/>
                  </a:lnTo>
                  <a:lnTo>
                    <a:pt x="36151" y="104847"/>
                  </a:lnTo>
                  <a:lnTo>
                    <a:pt x="31628" y="100492"/>
                  </a:lnTo>
                  <a:lnTo>
                    <a:pt x="22692" y="106585"/>
                  </a:lnTo>
                  <a:lnTo>
                    <a:pt x="20486" y="102890"/>
                  </a:lnTo>
                  <a:lnTo>
                    <a:pt x="27665" y="90636"/>
                  </a:lnTo>
                  <a:lnTo>
                    <a:pt x="25908" y="87552"/>
                  </a:lnTo>
                  <a:lnTo>
                    <a:pt x="7178" y="94369"/>
                  </a:lnTo>
                  <a:lnTo>
                    <a:pt x="0" y="80032"/>
                  </a:lnTo>
                  <a:lnTo>
                    <a:pt x="25982" y="51520"/>
                  </a:lnTo>
                  <a:lnTo>
                    <a:pt x="36488" y="46511"/>
                  </a:lnTo>
                  <a:lnTo>
                    <a:pt x="41124" y="54016"/>
                  </a:lnTo>
                  <a:lnTo>
                    <a:pt x="50731" y="53109"/>
                  </a:lnTo>
                  <a:lnTo>
                    <a:pt x="52750" y="47651"/>
                  </a:lnTo>
                  <a:lnTo>
                    <a:pt x="52900" y="35281"/>
                  </a:lnTo>
                  <a:lnTo>
                    <a:pt x="51965" y="28122"/>
                  </a:lnTo>
                  <a:lnTo>
                    <a:pt x="53984" y="13909"/>
                  </a:lnTo>
                  <a:lnTo>
                    <a:pt x="72265" y="4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8" name="oPE_MapPart_RUS_14_658" descr="Russland">
              <a:extLst>
                <a:ext uri="{FF2B5EF4-FFF2-40B4-BE49-F238E27FC236}">
                  <a16:creationId xmlns:a16="http://schemas.microsoft.com/office/drawing/2014/main" id="{D5DDE4FB-23DB-4E46-7B3F-2D8913ECAA7D}"/>
                </a:ext>
              </a:extLst>
            </p:cNvPr>
            <p:cNvSpPr/>
            <p:nvPr>
              <p:custDataLst>
                <p:tags r:id="rId658"/>
              </p:custDataLst>
            </p:nvPr>
          </p:nvSpPr>
          <p:spPr>
            <a:xfrm>
              <a:off x="8997159" y="2063251"/>
              <a:ext cx="79032" cy="50244"/>
            </a:xfrm>
            <a:custGeom>
              <a:avLst/>
              <a:gdLst/>
              <a:ahLst/>
              <a:cxnLst/>
              <a:rect l="0" t="0" r="0" b="0"/>
              <a:pathLst>
                <a:path w="79032" h="50244">
                  <a:moveTo>
                    <a:pt x="51927" y="1483"/>
                  </a:moveTo>
                  <a:lnTo>
                    <a:pt x="61349" y="8338"/>
                  </a:lnTo>
                  <a:lnTo>
                    <a:pt x="75965" y="25640"/>
                  </a:lnTo>
                  <a:lnTo>
                    <a:pt x="78470" y="33807"/>
                  </a:lnTo>
                  <a:lnTo>
                    <a:pt x="79031" y="49206"/>
                  </a:lnTo>
                  <a:lnTo>
                    <a:pt x="78209" y="50243"/>
                  </a:lnTo>
                  <a:lnTo>
                    <a:pt x="39703" y="44528"/>
                  </a:lnTo>
                  <a:lnTo>
                    <a:pt x="20300" y="34201"/>
                  </a:lnTo>
                  <a:lnTo>
                    <a:pt x="2093" y="41269"/>
                  </a:lnTo>
                  <a:lnTo>
                    <a:pt x="0" y="36169"/>
                  </a:lnTo>
                  <a:lnTo>
                    <a:pt x="14430" y="31968"/>
                  </a:lnTo>
                  <a:lnTo>
                    <a:pt x="18879" y="26036"/>
                  </a:lnTo>
                  <a:lnTo>
                    <a:pt x="24898" y="10213"/>
                  </a:lnTo>
                  <a:lnTo>
                    <a:pt x="29048" y="3638"/>
                  </a:lnTo>
                  <a:lnTo>
                    <a:pt x="4665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9" name="oPE_MapPart_RUS_15_659" descr="Russland">
              <a:extLst>
                <a:ext uri="{FF2B5EF4-FFF2-40B4-BE49-F238E27FC236}">
                  <a16:creationId xmlns:a16="http://schemas.microsoft.com/office/drawing/2014/main" id="{0C3B5195-1FF1-F781-623C-D75C425606B5}"/>
                </a:ext>
              </a:extLst>
            </p:cNvPr>
            <p:cNvSpPr/>
            <p:nvPr>
              <p:custDataLst>
                <p:tags r:id="rId659"/>
              </p:custDataLst>
            </p:nvPr>
          </p:nvSpPr>
          <p:spPr>
            <a:xfrm>
              <a:off x="2357537" y="2226161"/>
              <a:ext cx="51966" cy="43289"/>
            </a:xfrm>
            <a:custGeom>
              <a:avLst/>
              <a:gdLst/>
              <a:ahLst/>
              <a:cxnLst/>
              <a:rect l="0" t="0" r="0" b="0"/>
              <a:pathLst>
                <a:path w="51966" h="43289">
                  <a:moveTo>
                    <a:pt x="23329" y="1065"/>
                  </a:moveTo>
                  <a:lnTo>
                    <a:pt x="34208" y="4255"/>
                  </a:lnTo>
                  <a:lnTo>
                    <a:pt x="38768" y="8378"/>
                  </a:lnTo>
                  <a:lnTo>
                    <a:pt x="51255" y="21481"/>
                  </a:lnTo>
                  <a:lnTo>
                    <a:pt x="51965" y="24387"/>
                  </a:lnTo>
                  <a:lnTo>
                    <a:pt x="51442" y="27750"/>
                  </a:lnTo>
                  <a:lnTo>
                    <a:pt x="45236" y="34104"/>
                  </a:lnTo>
                  <a:lnTo>
                    <a:pt x="10244" y="43288"/>
                  </a:lnTo>
                  <a:lnTo>
                    <a:pt x="0" y="38819"/>
                  </a:lnTo>
                  <a:lnTo>
                    <a:pt x="0" y="3665"/>
                  </a:lnTo>
                  <a:lnTo>
                    <a:pt x="208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0" name="oPE_MapPart_RUS_16_660" descr="Russland">
              <a:extLst>
                <a:ext uri="{FF2B5EF4-FFF2-40B4-BE49-F238E27FC236}">
                  <a16:creationId xmlns:a16="http://schemas.microsoft.com/office/drawing/2014/main" id="{96F9CE51-4206-4865-CD68-AC63F561906F}"/>
                </a:ext>
              </a:extLst>
            </p:cNvPr>
            <p:cNvSpPr/>
            <p:nvPr>
              <p:custDataLst>
                <p:tags r:id="rId660"/>
              </p:custDataLst>
            </p:nvPr>
          </p:nvSpPr>
          <p:spPr>
            <a:xfrm>
              <a:off x="7099030" y="2356193"/>
              <a:ext cx="41310" cy="45323"/>
            </a:xfrm>
            <a:custGeom>
              <a:avLst/>
              <a:gdLst/>
              <a:ahLst/>
              <a:cxnLst/>
              <a:rect l="0" t="0" r="0" b="0"/>
              <a:pathLst>
                <a:path w="41310" h="45323">
                  <a:moveTo>
                    <a:pt x="40936" y="19186"/>
                  </a:moveTo>
                  <a:lnTo>
                    <a:pt x="41309" y="24750"/>
                  </a:lnTo>
                  <a:lnTo>
                    <a:pt x="40001" y="27156"/>
                  </a:lnTo>
                  <a:lnTo>
                    <a:pt x="38842" y="27784"/>
                  </a:lnTo>
                  <a:lnTo>
                    <a:pt x="37384" y="22653"/>
                  </a:lnTo>
                  <a:lnTo>
                    <a:pt x="27664" y="38087"/>
                  </a:lnTo>
                  <a:lnTo>
                    <a:pt x="12786" y="44703"/>
                  </a:lnTo>
                  <a:lnTo>
                    <a:pt x="7738" y="45322"/>
                  </a:lnTo>
                  <a:lnTo>
                    <a:pt x="3028" y="41193"/>
                  </a:lnTo>
                  <a:lnTo>
                    <a:pt x="0" y="30810"/>
                  </a:lnTo>
                  <a:lnTo>
                    <a:pt x="523" y="14232"/>
                  </a:lnTo>
                  <a:lnTo>
                    <a:pt x="2504" y="9788"/>
                  </a:lnTo>
                  <a:lnTo>
                    <a:pt x="11440" y="961"/>
                  </a:lnTo>
                  <a:lnTo>
                    <a:pt x="19328" y="0"/>
                  </a:lnTo>
                  <a:lnTo>
                    <a:pt x="38917" y="149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1" name="oPE_MapPart_RWA_1_661" descr="Ruanda">
              <a:extLst>
                <a:ext uri="{FF2B5EF4-FFF2-40B4-BE49-F238E27FC236}">
                  <a16:creationId xmlns:a16="http://schemas.microsoft.com/office/drawing/2014/main" id="{265C5682-3B08-D646-912F-92D301BD8544}"/>
                </a:ext>
              </a:extLst>
            </p:cNvPr>
            <p:cNvSpPr/>
            <p:nvPr>
              <p:custDataLst>
                <p:tags r:id="rId661"/>
              </p:custDataLst>
            </p:nvPr>
          </p:nvSpPr>
          <p:spPr>
            <a:xfrm>
              <a:off x="6695351" y="4414114"/>
              <a:ext cx="41946" cy="36173"/>
            </a:xfrm>
            <a:custGeom>
              <a:avLst/>
              <a:gdLst/>
              <a:ahLst/>
              <a:cxnLst/>
              <a:rect l="0" t="0" r="0" b="0"/>
              <a:pathLst>
                <a:path w="41946" h="36173">
                  <a:moveTo>
                    <a:pt x="14953" y="6656"/>
                  </a:moveTo>
                  <a:lnTo>
                    <a:pt x="20112" y="5571"/>
                  </a:lnTo>
                  <a:lnTo>
                    <a:pt x="21272" y="8002"/>
                  </a:lnTo>
                  <a:lnTo>
                    <a:pt x="22281" y="8376"/>
                  </a:lnTo>
                  <a:lnTo>
                    <a:pt x="25833" y="6244"/>
                  </a:lnTo>
                  <a:lnTo>
                    <a:pt x="31215" y="149"/>
                  </a:lnTo>
                  <a:lnTo>
                    <a:pt x="34319" y="0"/>
                  </a:lnTo>
                  <a:lnTo>
                    <a:pt x="33496" y="1308"/>
                  </a:lnTo>
                  <a:lnTo>
                    <a:pt x="34281" y="2916"/>
                  </a:lnTo>
                  <a:lnTo>
                    <a:pt x="36861" y="6244"/>
                  </a:lnTo>
                  <a:lnTo>
                    <a:pt x="38505" y="6843"/>
                  </a:lnTo>
                  <a:lnTo>
                    <a:pt x="40599" y="10283"/>
                  </a:lnTo>
                  <a:lnTo>
                    <a:pt x="40748" y="18698"/>
                  </a:lnTo>
                  <a:lnTo>
                    <a:pt x="41945" y="22365"/>
                  </a:lnTo>
                  <a:lnTo>
                    <a:pt x="40300" y="26929"/>
                  </a:lnTo>
                  <a:lnTo>
                    <a:pt x="35215" y="27678"/>
                  </a:lnTo>
                  <a:lnTo>
                    <a:pt x="32224" y="25882"/>
                  </a:lnTo>
                  <a:lnTo>
                    <a:pt x="26169" y="28051"/>
                  </a:lnTo>
                  <a:lnTo>
                    <a:pt x="22281" y="26443"/>
                  </a:lnTo>
                  <a:lnTo>
                    <a:pt x="20972" y="34264"/>
                  </a:lnTo>
                  <a:lnTo>
                    <a:pt x="17458" y="35910"/>
                  </a:lnTo>
                  <a:lnTo>
                    <a:pt x="11065" y="36172"/>
                  </a:lnTo>
                  <a:lnTo>
                    <a:pt x="9121" y="33366"/>
                  </a:lnTo>
                  <a:lnTo>
                    <a:pt x="5083" y="31756"/>
                  </a:lnTo>
                  <a:lnTo>
                    <a:pt x="4262" y="31906"/>
                  </a:lnTo>
                  <a:lnTo>
                    <a:pt x="3252" y="34339"/>
                  </a:lnTo>
                  <a:lnTo>
                    <a:pt x="1346" y="33553"/>
                  </a:lnTo>
                  <a:lnTo>
                    <a:pt x="0" y="28650"/>
                  </a:lnTo>
                  <a:lnTo>
                    <a:pt x="5682" y="23450"/>
                  </a:lnTo>
                  <a:lnTo>
                    <a:pt x="5944" y="15557"/>
                  </a:lnTo>
                  <a:lnTo>
                    <a:pt x="10243" y="9348"/>
                  </a:lnTo>
                  <a:lnTo>
                    <a:pt x="14131" y="710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2" name="oPE_MapPart_BLM_1_662" descr="Saint-Barthélemy">
              <a:extLst>
                <a:ext uri="{FF2B5EF4-FFF2-40B4-BE49-F238E27FC236}">
                  <a16:creationId xmlns:a16="http://schemas.microsoft.com/office/drawing/2014/main" id="{337B405D-4208-E558-575A-324D6B25E1B8}"/>
                </a:ext>
              </a:extLst>
            </p:cNvPr>
            <p:cNvSpPr/>
            <p:nvPr>
              <p:custDataLst>
                <p:tags r:id="rId662"/>
              </p:custDataLst>
            </p:nvPr>
          </p:nvSpPr>
          <p:spPr>
            <a:xfrm>
              <a:off x="4779687" y="4002188"/>
              <a:ext cx="22433" cy="23573"/>
            </a:xfrm>
            <a:custGeom>
              <a:avLst/>
              <a:gdLst/>
              <a:ahLst/>
              <a:cxnLst/>
              <a:rect l="0" t="0" r="0" b="0"/>
              <a:pathLst>
                <a:path w="22433" h="23573">
                  <a:moveTo>
                    <a:pt x="0" y="0"/>
                  </a:moveTo>
                  <a:lnTo>
                    <a:pt x="22432" y="0"/>
                  </a:lnTo>
                  <a:lnTo>
                    <a:pt x="22432" y="23572"/>
                  </a:lnTo>
                  <a:lnTo>
                    <a:pt x="0" y="235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3" name="oPE_MapPart_SHN_1_663" descr="St. Helena">
              <a:extLst>
                <a:ext uri="{FF2B5EF4-FFF2-40B4-BE49-F238E27FC236}">
                  <a16:creationId xmlns:a16="http://schemas.microsoft.com/office/drawing/2014/main" id="{1A490A30-AD6F-D030-0244-1C733797697B}"/>
                </a:ext>
              </a:extLst>
            </p:cNvPr>
            <p:cNvSpPr/>
            <p:nvPr>
              <p:custDataLst>
                <p:tags r:id="rId663"/>
              </p:custDataLst>
            </p:nvPr>
          </p:nvSpPr>
          <p:spPr>
            <a:xfrm>
              <a:off x="5975883" y="4726755"/>
              <a:ext cx="2581" cy="1984"/>
            </a:xfrm>
            <a:custGeom>
              <a:avLst/>
              <a:gdLst/>
              <a:ahLst/>
              <a:cxnLst/>
              <a:rect l="0" t="0" r="0" b="0"/>
              <a:pathLst>
                <a:path w="2581" h="1984">
                  <a:moveTo>
                    <a:pt x="1907" y="1866"/>
                  </a:moveTo>
                  <a:lnTo>
                    <a:pt x="0" y="1983"/>
                  </a:lnTo>
                  <a:lnTo>
                    <a:pt x="187" y="972"/>
                  </a:lnTo>
                  <a:lnTo>
                    <a:pt x="2505" y="0"/>
                  </a:lnTo>
                  <a:lnTo>
                    <a:pt x="2580" y="128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4" name="oPE_MapPart_SHN_2_664" descr="St. Helena">
              <a:extLst>
                <a:ext uri="{FF2B5EF4-FFF2-40B4-BE49-F238E27FC236}">
                  <a16:creationId xmlns:a16="http://schemas.microsoft.com/office/drawing/2014/main" id="{51C4B7A3-1F4D-F5CC-ACCF-C865307BAA5A}"/>
                </a:ext>
              </a:extLst>
            </p:cNvPr>
            <p:cNvSpPr/>
            <p:nvPr>
              <p:custDataLst>
                <p:tags r:id="rId664"/>
              </p:custDataLst>
            </p:nvPr>
          </p:nvSpPr>
          <p:spPr>
            <a:xfrm>
              <a:off x="5796624" y="4556169"/>
              <a:ext cx="2020" cy="1927"/>
            </a:xfrm>
            <a:custGeom>
              <a:avLst/>
              <a:gdLst/>
              <a:ahLst/>
              <a:cxnLst/>
              <a:rect l="0" t="0" r="0" b="0"/>
              <a:pathLst>
                <a:path w="2020" h="1927">
                  <a:moveTo>
                    <a:pt x="1047" y="1926"/>
                  </a:moveTo>
                  <a:lnTo>
                    <a:pt x="0" y="1284"/>
                  </a:lnTo>
                  <a:lnTo>
                    <a:pt x="636" y="0"/>
                  </a:lnTo>
                  <a:lnTo>
                    <a:pt x="2019" y="15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5" name="oPE_MapPart_KNA_1_665" descr="St. Kitts und Nevis">
              <a:extLst>
                <a:ext uri="{FF2B5EF4-FFF2-40B4-BE49-F238E27FC236}">
                  <a16:creationId xmlns:a16="http://schemas.microsoft.com/office/drawing/2014/main" id="{46EB032E-C89E-413B-D597-CD6F90B14CE1}"/>
                </a:ext>
              </a:extLst>
            </p:cNvPr>
            <p:cNvSpPr/>
            <p:nvPr>
              <p:custDataLst>
                <p:tags r:id="rId665"/>
              </p:custDataLst>
            </p:nvPr>
          </p:nvSpPr>
          <p:spPr>
            <a:xfrm>
              <a:off x="4782865" y="4016113"/>
              <a:ext cx="22432" cy="23490"/>
            </a:xfrm>
            <a:custGeom>
              <a:avLst/>
              <a:gdLst/>
              <a:ahLst/>
              <a:cxnLst/>
              <a:rect l="0" t="0" r="0" b="0"/>
              <a:pathLst>
                <a:path w="22432" h="23490">
                  <a:moveTo>
                    <a:pt x="0" y="0"/>
                  </a:moveTo>
                  <a:lnTo>
                    <a:pt x="22431" y="0"/>
                  </a:lnTo>
                  <a:lnTo>
                    <a:pt x="22431" y="23489"/>
                  </a:lnTo>
                  <a:lnTo>
                    <a:pt x="0" y="234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6" name="oPE_MapPart_LCA_1_666" descr="St. Lucia">
              <a:extLst>
                <a:ext uri="{FF2B5EF4-FFF2-40B4-BE49-F238E27FC236}">
                  <a16:creationId xmlns:a16="http://schemas.microsoft.com/office/drawing/2014/main" id="{7E27A2D9-674C-C695-6DFE-1D63B13763CE}"/>
                </a:ext>
              </a:extLst>
            </p:cNvPr>
            <p:cNvSpPr/>
            <p:nvPr>
              <p:custDataLst>
                <p:tags r:id="rId666"/>
              </p:custDataLst>
            </p:nvPr>
          </p:nvSpPr>
          <p:spPr>
            <a:xfrm>
              <a:off x="4818268" y="4088702"/>
              <a:ext cx="22432" cy="23109"/>
            </a:xfrm>
            <a:custGeom>
              <a:avLst/>
              <a:gdLst/>
              <a:ahLst/>
              <a:cxnLst/>
              <a:rect l="0" t="0" r="0" b="0"/>
              <a:pathLst>
                <a:path w="22432" h="23109">
                  <a:moveTo>
                    <a:pt x="0" y="0"/>
                  </a:moveTo>
                  <a:lnTo>
                    <a:pt x="22431" y="0"/>
                  </a:lnTo>
                  <a:lnTo>
                    <a:pt x="22431" y="23108"/>
                  </a:lnTo>
                  <a:lnTo>
                    <a:pt x="0" y="231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7" name="oPE_MapPart_MAF_1_667" descr="Saint-Martin">
              <a:extLst>
                <a:ext uri="{FF2B5EF4-FFF2-40B4-BE49-F238E27FC236}">
                  <a16:creationId xmlns:a16="http://schemas.microsoft.com/office/drawing/2014/main" id="{6DDCC8C8-D474-292D-4ED9-2E55F88FD748}"/>
                </a:ext>
              </a:extLst>
            </p:cNvPr>
            <p:cNvSpPr/>
            <p:nvPr>
              <p:custDataLst>
                <p:tags r:id="rId667"/>
              </p:custDataLst>
            </p:nvPr>
          </p:nvSpPr>
          <p:spPr>
            <a:xfrm>
              <a:off x="4774940" y="3998087"/>
              <a:ext cx="22431" cy="23598"/>
            </a:xfrm>
            <a:custGeom>
              <a:avLst/>
              <a:gdLst/>
              <a:ahLst/>
              <a:cxnLst/>
              <a:rect l="0" t="0" r="0" b="0"/>
              <a:pathLst>
                <a:path w="22431" h="23598">
                  <a:moveTo>
                    <a:pt x="0" y="0"/>
                  </a:moveTo>
                  <a:lnTo>
                    <a:pt x="22430" y="0"/>
                  </a:lnTo>
                  <a:lnTo>
                    <a:pt x="22430" y="23597"/>
                  </a:lnTo>
                  <a:lnTo>
                    <a:pt x="0" y="235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8" name="oPE_MapPart_SPM_1_668" descr="Saint-Pierre und Miquelon">
              <a:extLst>
                <a:ext uri="{FF2B5EF4-FFF2-40B4-BE49-F238E27FC236}">
                  <a16:creationId xmlns:a16="http://schemas.microsoft.com/office/drawing/2014/main" id="{B4E84E66-C1D8-9175-BDE3-50FF9D37D2C0}"/>
                </a:ext>
              </a:extLst>
            </p:cNvPr>
            <p:cNvSpPr/>
            <p:nvPr>
              <p:custDataLst>
                <p:tags r:id="rId668"/>
              </p:custDataLst>
            </p:nvPr>
          </p:nvSpPr>
          <p:spPr>
            <a:xfrm>
              <a:off x="4916291" y="3269057"/>
              <a:ext cx="22432" cy="32847"/>
            </a:xfrm>
            <a:custGeom>
              <a:avLst/>
              <a:gdLst/>
              <a:ahLst/>
              <a:cxnLst/>
              <a:rect l="0" t="0" r="0" b="0"/>
              <a:pathLst>
                <a:path w="22432" h="32847">
                  <a:moveTo>
                    <a:pt x="0" y="0"/>
                  </a:moveTo>
                  <a:lnTo>
                    <a:pt x="22431" y="0"/>
                  </a:lnTo>
                  <a:lnTo>
                    <a:pt x="22431" y="32846"/>
                  </a:lnTo>
                  <a:lnTo>
                    <a:pt x="0" y="328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9" name="oPE_MapPart_VCT_1_669" descr="St. Vincent und die Grenadinen">
              <a:extLst>
                <a:ext uri="{FF2B5EF4-FFF2-40B4-BE49-F238E27FC236}">
                  <a16:creationId xmlns:a16="http://schemas.microsoft.com/office/drawing/2014/main" id="{9BFB27B2-6A1F-BD67-9A78-3345A36E1115}"/>
                </a:ext>
              </a:extLst>
            </p:cNvPr>
            <p:cNvSpPr/>
            <p:nvPr>
              <p:custDataLst>
                <p:tags r:id="rId669"/>
              </p:custDataLst>
            </p:nvPr>
          </p:nvSpPr>
          <p:spPr>
            <a:xfrm>
              <a:off x="4812773" y="4107505"/>
              <a:ext cx="22431" cy="23024"/>
            </a:xfrm>
            <a:custGeom>
              <a:avLst/>
              <a:gdLst/>
              <a:ahLst/>
              <a:cxnLst/>
              <a:rect l="0" t="0" r="0" b="0"/>
              <a:pathLst>
                <a:path w="22431" h="23024">
                  <a:moveTo>
                    <a:pt x="0" y="0"/>
                  </a:moveTo>
                  <a:lnTo>
                    <a:pt x="22430" y="0"/>
                  </a:lnTo>
                  <a:lnTo>
                    <a:pt x="22430" y="23023"/>
                  </a:lnTo>
                  <a:lnTo>
                    <a:pt x="0" y="230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0" name="oPE_MapPart_WSM_1_670" descr="Samoa">
              <a:extLst>
                <a:ext uri="{FF2B5EF4-FFF2-40B4-BE49-F238E27FC236}">
                  <a16:creationId xmlns:a16="http://schemas.microsoft.com/office/drawing/2014/main" id="{30F5F20A-9CA2-A6F4-9547-188ACE3651D3}"/>
                </a:ext>
              </a:extLst>
            </p:cNvPr>
            <p:cNvSpPr/>
            <p:nvPr>
              <p:custDataLst>
                <p:tags r:id="rId670"/>
              </p:custDataLst>
            </p:nvPr>
          </p:nvSpPr>
          <p:spPr>
            <a:xfrm>
              <a:off x="2507525" y="4674229"/>
              <a:ext cx="12487" cy="7233"/>
            </a:xfrm>
            <a:custGeom>
              <a:avLst/>
              <a:gdLst/>
              <a:ahLst/>
              <a:cxnLst/>
              <a:rect l="0" t="0" r="0" b="0"/>
              <a:pathLst>
                <a:path w="12487" h="7233">
                  <a:moveTo>
                    <a:pt x="9234" y="0"/>
                  </a:moveTo>
                  <a:lnTo>
                    <a:pt x="11551" y="1999"/>
                  </a:lnTo>
                  <a:lnTo>
                    <a:pt x="12486" y="4692"/>
                  </a:lnTo>
                  <a:lnTo>
                    <a:pt x="11477" y="7232"/>
                  </a:lnTo>
                  <a:lnTo>
                    <a:pt x="5046" y="6962"/>
                  </a:lnTo>
                  <a:lnTo>
                    <a:pt x="710" y="2422"/>
                  </a:lnTo>
                  <a:lnTo>
                    <a:pt x="0" y="1076"/>
                  </a:lnTo>
                  <a:lnTo>
                    <a:pt x="5570" y="3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1" name="oPE_MapPart_WSM_2_671" descr="Samoa">
              <a:extLst>
                <a:ext uri="{FF2B5EF4-FFF2-40B4-BE49-F238E27FC236}">
                  <a16:creationId xmlns:a16="http://schemas.microsoft.com/office/drawing/2014/main" id="{18CA3CB6-4DD8-4474-F029-398E34AB4EA3}"/>
                </a:ext>
              </a:extLst>
            </p:cNvPr>
            <p:cNvSpPr/>
            <p:nvPr>
              <p:custDataLst>
                <p:tags r:id="rId671"/>
              </p:custDataLst>
            </p:nvPr>
          </p:nvSpPr>
          <p:spPr>
            <a:xfrm>
              <a:off x="2522740" y="4681538"/>
              <a:ext cx="12375" cy="5123"/>
            </a:xfrm>
            <a:custGeom>
              <a:avLst/>
              <a:gdLst/>
              <a:ahLst/>
              <a:cxnLst/>
              <a:rect l="0" t="0" r="0" b="0"/>
              <a:pathLst>
                <a:path w="12375" h="5123">
                  <a:moveTo>
                    <a:pt x="12300" y="5122"/>
                  </a:moveTo>
                  <a:lnTo>
                    <a:pt x="2767" y="4159"/>
                  </a:lnTo>
                  <a:lnTo>
                    <a:pt x="0" y="1039"/>
                  </a:lnTo>
                  <a:lnTo>
                    <a:pt x="3888" y="0"/>
                  </a:lnTo>
                  <a:lnTo>
                    <a:pt x="9159" y="1540"/>
                  </a:lnTo>
                  <a:lnTo>
                    <a:pt x="12374" y="45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2" name="oPE_MapPart_SMR_1_672" descr="San Marino">
              <a:extLst>
                <a:ext uri="{FF2B5EF4-FFF2-40B4-BE49-F238E27FC236}">
                  <a16:creationId xmlns:a16="http://schemas.microsoft.com/office/drawing/2014/main" id="{A31C25C4-9612-8844-3E78-871927934589}"/>
                </a:ext>
              </a:extLst>
            </p:cNvPr>
            <p:cNvSpPr/>
            <p:nvPr>
              <p:custDataLst>
                <p:tags r:id="rId672"/>
              </p:custDataLst>
            </p:nvPr>
          </p:nvSpPr>
          <p:spPr>
            <a:xfrm>
              <a:off x="6343486" y="3358119"/>
              <a:ext cx="22432" cy="31208"/>
            </a:xfrm>
            <a:custGeom>
              <a:avLst/>
              <a:gdLst/>
              <a:ahLst/>
              <a:cxnLst/>
              <a:rect l="0" t="0" r="0" b="0"/>
              <a:pathLst>
                <a:path w="22432" h="31208">
                  <a:moveTo>
                    <a:pt x="0" y="0"/>
                  </a:moveTo>
                  <a:lnTo>
                    <a:pt x="22431" y="0"/>
                  </a:lnTo>
                  <a:lnTo>
                    <a:pt x="22431" y="31207"/>
                  </a:lnTo>
                  <a:lnTo>
                    <a:pt x="0" y="312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3" name="oPE_MapPart_SAU_1_673" descr="Saudi-Arabien">
              <a:extLst>
                <a:ext uri="{FF2B5EF4-FFF2-40B4-BE49-F238E27FC236}">
                  <a16:creationId xmlns:a16="http://schemas.microsoft.com/office/drawing/2014/main" id="{6C734608-9F22-795D-3E8F-2E307C17EC86}"/>
                </a:ext>
              </a:extLst>
            </p:cNvPr>
            <p:cNvSpPr/>
            <p:nvPr>
              <p:custDataLst>
                <p:tags r:id="rId673"/>
              </p:custDataLst>
            </p:nvPr>
          </p:nvSpPr>
          <p:spPr>
            <a:xfrm>
              <a:off x="6854160" y="3839558"/>
              <a:ext cx="9348" cy="7045"/>
            </a:xfrm>
            <a:custGeom>
              <a:avLst/>
              <a:gdLst/>
              <a:ahLst/>
              <a:cxnLst/>
              <a:rect l="0" t="0" r="0" b="0"/>
              <a:pathLst>
                <a:path w="9348" h="7045">
                  <a:moveTo>
                    <a:pt x="8263" y="7044"/>
                  </a:moveTo>
                  <a:lnTo>
                    <a:pt x="4524" y="3566"/>
                  </a:lnTo>
                  <a:lnTo>
                    <a:pt x="561" y="2032"/>
                  </a:lnTo>
                  <a:lnTo>
                    <a:pt x="0" y="1037"/>
                  </a:lnTo>
                  <a:lnTo>
                    <a:pt x="598" y="0"/>
                  </a:lnTo>
                  <a:lnTo>
                    <a:pt x="1757" y="1618"/>
                  </a:lnTo>
                  <a:lnTo>
                    <a:pt x="9347" y="63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4" name="oPE_MapPart_SAU_2_674" descr="Saudi-Arabien">
              <a:extLst>
                <a:ext uri="{FF2B5EF4-FFF2-40B4-BE49-F238E27FC236}">
                  <a16:creationId xmlns:a16="http://schemas.microsoft.com/office/drawing/2014/main" id="{4F296EA2-8313-CF5D-959A-85DF42A234B5}"/>
                </a:ext>
              </a:extLst>
            </p:cNvPr>
            <p:cNvSpPr/>
            <p:nvPr>
              <p:custDataLst>
                <p:tags r:id="rId674"/>
              </p:custDataLst>
            </p:nvPr>
          </p:nvSpPr>
          <p:spPr>
            <a:xfrm>
              <a:off x="6963660" y="4033508"/>
              <a:ext cx="8188" cy="9373"/>
            </a:xfrm>
            <a:custGeom>
              <a:avLst/>
              <a:gdLst/>
              <a:ahLst/>
              <a:cxnLst/>
              <a:rect l="0" t="0" r="0" b="0"/>
              <a:pathLst>
                <a:path w="8188" h="9373">
                  <a:moveTo>
                    <a:pt x="4374" y="6250"/>
                  </a:moveTo>
                  <a:lnTo>
                    <a:pt x="5981" y="6367"/>
                  </a:lnTo>
                  <a:lnTo>
                    <a:pt x="5196" y="5313"/>
                  </a:lnTo>
                  <a:lnTo>
                    <a:pt x="5907" y="4337"/>
                  </a:lnTo>
                  <a:lnTo>
                    <a:pt x="8187" y="6367"/>
                  </a:lnTo>
                  <a:lnTo>
                    <a:pt x="7925" y="9372"/>
                  </a:lnTo>
                  <a:lnTo>
                    <a:pt x="6131" y="7187"/>
                  </a:lnTo>
                  <a:lnTo>
                    <a:pt x="3888" y="7577"/>
                  </a:lnTo>
                  <a:lnTo>
                    <a:pt x="523" y="4845"/>
                  </a:lnTo>
                  <a:lnTo>
                    <a:pt x="0" y="3399"/>
                  </a:lnTo>
                  <a:lnTo>
                    <a:pt x="1719" y="2384"/>
                  </a:lnTo>
                  <a:lnTo>
                    <a:pt x="1757" y="0"/>
                  </a:lnTo>
                  <a:lnTo>
                    <a:pt x="2916" y="195"/>
                  </a:lnTo>
                  <a:lnTo>
                    <a:pt x="3551" y="55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5" name="oPE_MapPart_SAU_3_675" descr="Saudi-Arabien">
              <a:extLst>
                <a:ext uri="{FF2B5EF4-FFF2-40B4-BE49-F238E27FC236}">
                  <a16:creationId xmlns:a16="http://schemas.microsoft.com/office/drawing/2014/main" id="{1FA5C677-5C9B-8A8F-0730-FD62685946F9}"/>
                </a:ext>
              </a:extLst>
            </p:cNvPr>
            <p:cNvSpPr/>
            <p:nvPr>
              <p:custDataLst>
                <p:tags r:id="rId675"/>
              </p:custDataLst>
            </p:nvPr>
          </p:nvSpPr>
          <p:spPr>
            <a:xfrm>
              <a:off x="6814944" y="3686756"/>
              <a:ext cx="436690" cy="360452"/>
            </a:xfrm>
            <a:custGeom>
              <a:avLst/>
              <a:gdLst/>
              <a:ahLst/>
              <a:cxnLst/>
              <a:rect l="0" t="0" r="0" b="0"/>
              <a:pathLst>
                <a:path w="436690" h="360452">
                  <a:moveTo>
                    <a:pt x="360575" y="303235"/>
                  </a:moveTo>
                  <a:lnTo>
                    <a:pt x="299637" y="312317"/>
                  </a:lnTo>
                  <a:lnTo>
                    <a:pt x="281544" y="321614"/>
                  </a:lnTo>
                  <a:lnTo>
                    <a:pt x="269244" y="337045"/>
                  </a:lnTo>
                  <a:lnTo>
                    <a:pt x="266402" y="344366"/>
                  </a:lnTo>
                  <a:lnTo>
                    <a:pt x="260196" y="347964"/>
                  </a:lnTo>
                  <a:lnTo>
                    <a:pt x="256720" y="347807"/>
                  </a:lnTo>
                  <a:lnTo>
                    <a:pt x="251561" y="341040"/>
                  </a:lnTo>
                  <a:lnTo>
                    <a:pt x="242887" y="341784"/>
                  </a:lnTo>
                  <a:lnTo>
                    <a:pt x="226775" y="340257"/>
                  </a:lnTo>
                  <a:lnTo>
                    <a:pt x="218737" y="337515"/>
                  </a:lnTo>
                  <a:lnTo>
                    <a:pt x="198138" y="338142"/>
                  </a:lnTo>
                  <a:lnTo>
                    <a:pt x="193166" y="339748"/>
                  </a:lnTo>
                  <a:lnTo>
                    <a:pt x="188942" y="338847"/>
                  </a:lnTo>
                  <a:lnTo>
                    <a:pt x="186550" y="336575"/>
                  </a:lnTo>
                  <a:lnTo>
                    <a:pt x="182810" y="335595"/>
                  </a:lnTo>
                  <a:lnTo>
                    <a:pt x="178100" y="339004"/>
                  </a:lnTo>
                  <a:lnTo>
                    <a:pt x="179073" y="341040"/>
                  </a:lnTo>
                  <a:lnTo>
                    <a:pt x="177390" y="342371"/>
                  </a:lnTo>
                  <a:lnTo>
                    <a:pt x="176567" y="348081"/>
                  </a:lnTo>
                  <a:lnTo>
                    <a:pt x="177950" y="350894"/>
                  </a:lnTo>
                  <a:lnTo>
                    <a:pt x="177576" y="353549"/>
                  </a:lnTo>
                  <a:lnTo>
                    <a:pt x="169951" y="360451"/>
                  </a:lnTo>
                  <a:lnTo>
                    <a:pt x="167894" y="352534"/>
                  </a:lnTo>
                  <a:lnTo>
                    <a:pt x="164866" y="349683"/>
                  </a:lnTo>
                  <a:lnTo>
                    <a:pt x="164679" y="347690"/>
                  </a:lnTo>
                  <a:lnTo>
                    <a:pt x="161315" y="344171"/>
                  </a:lnTo>
                  <a:lnTo>
                    <a:pt x="159483" y="337358"/>
                  </a:lnTo>
                  <a:lnTo>
                    <a:pt x="148155" y="327511"/>
                  </a:lnTo>
                  <a:lnTo>
                    <a:pt x="143146" y="319449"/>
                  </a:lnTo>
                  <a:lnTo>
                    <a:pt x="141576" y="315156"/>
                  </a:lnTo>
                  <a:lnTo>
                    <a:pt x="137351" y="310187"/>
                  </a:lnTo>
                  <a:lnTo>
                    <a:pt x="134996" y="301336"/>
                  </a:lnTo>
                  <a:lnTo>
                    <a:pt x="127593" y="286512"/>
                  </a:lnTo>
                  <a:lnTo>
                    <a:pt x="124603" y="285041"/>
                  </a:lnTo>
                  <a:lnTo>
                    <a:pt x="121836" y="281264"/>
                  </a:lnTo>
                  <a:lnTo>
                    <a:pt x="113500" y="275212"/>
                  </a:lnTo>
                  <a:lnTo>
                    <a:pt x="109425" y="274614"/>
                  </a:lnTo>
                  <a:lnTo>
                    <a:pt x="106172" y="272461"/>
                  </a:lnTo>
                  <a:lnTo>
                    <a:pt x="96788" y="259514"/>
                  </a:lnTo>
                  <a:lnTo>
                    <a:pt x="93013" y="252018"/>
                  </a:lnTo>
                  <a:lnTo>
                    <a:pt x="94096" y="247360"/>
                  </a:lnTo>
                  <a:lnTo>
                    <a:pt x="90807" y="239232"/>
                  </a:lnTo>
                  <a:lnTo>
                    <a:pt x="93050" y="227810"/>
                  </a:lnTo>
                  <a:lnTo>
                    <a:pt x="92340" y="223319"/>
                  </a:lnTo>
                  <a:lnTo>
                    <a:pt x="91069" y="220889"/>
                  </a:lnTo>
                  <a:lnTo>
                    <a:pt x="91218" y="219308"/>
                  </a:lnTo>
                  <a:lnTo>
                    <a:pt x="88638" y="216793"/>
                  </a:lnTo>
                  <a:lnTo>
                    <a:pt x="89835" y="216793"/>
                  </a:lnTo>
                  <a:lnTo>
                    <a:pt x="86844" y="213017"/>
                  </a:lnTo>
                  <a:lnTo>
                    <a:pt x="84937" y="207202"/>
                  </a:lnTo>
                  <a:lnTo>
                    <a:pt x="79928" y="198029"/>
                  </a:lnTo>
                  <a:lnTo>
                    <a:pt x="76302" y="193493"/>
                  </a:lnTo>
                  <a:lnTo>
                    <a:pt x="68637" y="187270"/>
                  </a:lnTo>
                  <a:lnTo>
                    <a:pt x="66582" y="187189"/>
                  </a:lnTo>
                  <a:lnTo>
                    <a:pt x="64338" y="185221"/>
                  </a:lnTo>
                  <a:lnTo>
                    <a:pt x="60787" y="184851"/>
                  </a:lnTo>
                  <a:lnTo>
                    <a:pt x="53272" y="172767"/>
                  </a:lnTo>
                  <a:lnTo>
                    <a:pt x="55068" y="169553"/>
                  </a:lnTo>
                  <a:lnTo>
                    <a:pt x="52600" y="161956"/>
                  </a:lnTo>
                  <a:lnTo>
                    <a:pt x="47890" y="153922"/>
                  </a:lnTo>
                  <a:lnTo>
                    <a:pt x="44599" y="151392"/>
                  </a:lnTo>
                  <a:lnTo>
                    <a:pt x="42768" y="144742"/>
                  </a:lnTo>
                  <a:lnTo>
                    <a:pt x="39515" y="143202"/>
                  </a:lnTo>
                  <a:lnTo>
                    <a:pt x="33945" y="131855"/>
                  </a:lnTo>
                  <a:lnTo>
                    <a:pt x="25683" y="120794"/>
                  </a:lnTo>
                  <a:lnTo>
                    <a:pt x="23814" y="116382"/>
                  </a:lnTo>
                  <a:lnTo>
                    <a:pt x="20037" y="112342"/>
                  </a:lnTo>
                  <a:lnTo>
                    <a:pt x="16786" y="105256"/>
                  </a:lnTo>
                  <a:lnTo>
                    <a:pt x="11739" y="98192"/>
                  </a:lnTo>
                  <a:lnTo>
                    <a:pt x="9608" y="96964"/>
                  </a:lnTo>
                  <a:lnTo>
                    <a:pt x="2206" y="95946"/>
                  </a:lnTo>
                  <a:lnTo>
                    <a:pt x="187" y="97515"/>
                  </a:lnTo>
                  <a:lnTo>
                    <a:pt x="0" y="95522"/>
                  </a:lnTo>
                  <a:lnTo>
                    <a:pt x="3402" y="87071"/>
                  </a:lnTo>
                  <a:lnTo>
                    <a:pt x="6953" y="66952"/>
                  </a:lnTo>
                  <a:lnTo>
                    <a:pt x="30169" y="70595"/>
                  </a:lnTo>
                  <a:lnTo>
                    <a:pt x="38618" y="63604"/>
                  </a:lnTo>
                  <a:lnTo>
                    <a:pt x="43366" y="55559"/>
                  </a:lnTo>
                  <a:lnTo>
                    <a:pt x="59255" y="51634"/>
                  </a:lnTo>
                  <a:lnTo>
                    <a:pt x="63030" y="43548"/>
                  </a:lnTo>
                  <a:lnTo>
                    <a:pt x="69871" y="39516"/>
                  </a:lnTo>
                  <a:lnTo>
                    <a:pt x="48674" y="15485"/>
                  </a:lnTo>
                  <a:lnTo>
                    <a:pt x="90284" y="3177"/>
                  </a:lnTo>
                  <a:lnTo>
                    <a:pt x="94059" y="0"/>
                  </a:lnTo>
                  <a:lnTo>
                    <a:pt x="119481" y="4543"/>
                  </a:lnTo>
                  <a:lnTo>
                    <a:pt x="154922" y="25460"/>
                  </a:lnTo>
                  <a:lnTo>
                    <a:pt x="209241" y="70552"/>
                  </a:lnTo>
                  <a:lnTo>
                    <a:pt x="243859" y="73890"/>
                  </a:lnTo>
                  <a:lnTo>
                    <a:pt x="247485" y="73077"/>
                  </a:lnTo>
                  <a:lnTo>
                    <a:pt x="266216" y="75643"/>
                  </a:lnTo>
                  <a:lnTo>
                    <a:pt x="269319" y="84219"/>
                  </a:lnTo>
                  <a:lnTo>
                    <a:pt x="271151" y="86432"/>
                  </a:lnTo>
                  <a:lnTo>
                    <a:pt x="287151" y="86220"/>
                  </a:lnTo>
                  <a:lnTo>
                    <a:pt x="291001" y="95904"/>
                  </a:lnTo>
                  <a:lnTo>
                    <a:pt x="294777" y="101452"/>
                  </a:lnTo>
                  <a:lnTo>
                    <a:pt x="295264" y="103692"/>
                  </a:lnTo>
                  <a:lnTo>
                    <a:pt x="294554" y="105509"/>
                  </a:lnTo>
                  <a:lnTo>
                    <a:pt x="296796" y="107746"/>
                  </a:lnTo>
                  <a:lnTo>
                    <a:pt x="303675" y="110909"/>
                  </a:lnTo>
                  <a:lnTo>
                    <a:pt x="302367" y="112215"/>
                  </a:lnTo>
                  <a:lnTo>
                    <a:pt x="307152" y="118190"/>
                  </a:lnTo>
                  <a:lnTo>
                    <a:pt x="309919" y="118904"/>
                  </a:lnTo>
                  <a:lnTo>
                    <a:pt x="313619" y="123480"/>
                  </a:lnTo>
                  <a:lnTo>
                    <a:pt x="319227" y="126414"/>
                  </a:lnTo>
                  <a:lnTo>
                    <a:pt x="322629" y="130265"/>
                  </a:lnTo>
                  <a:lnTo>
                    <a:pt x="319676" y="129931"/>
                  </a:lnTo>
                  <a:lnTo>
                    <a:pt x="320087" y="133443"/>
                  </a:lnTo>
                  <a:lnTo>
                    <a:pt x="323377" y="136283"/>
                  </a:lnTo>
                  <a:lnTo>
                    <a:pt x="323975" y="138494"/>
                  </a:lnTo>
                  <a:lnTo>
                    <a:pt x="322741" y="143327"/>
                  </a:lnTo>
                  <a:lnTo>
                    <a:pt x="320162" y="143078"/>
                  </a:lnTo>
                  <a:lnTo>
                    <a:pt x="321208" y="146531"/>
                  </a:lnTo>
                  <a:lnTo>
                    <a:pt x="324498" y="154337"/>
                  </a:lnTo>
                  <a:lnTo>
                    <a:pt x="328984" y="158894"/>
                  </a:lnTo>
                  <a:lnTo>
                    <a:pt x="331115" y="166665"/>
                  </a:lnTo>
                  <a:lnTo>
                    <a:pt x="337284" y="175979"/>
                  </a:lnTo>
                  <a:lnTo>
                    <a:pt x="339564" y="178405"/>
                  </a:lnTo>
                  <a:lnTo>
                    <a:pt x="345845" y="177624"/>
                  </a:lnTo>
                  <a:lnTo>
                    <a:pt x="348836" y="178487"/>
                  </a:lnTo>
                  <a:lnTo>
                    <a:pt x="346705" y="183744"/>
                  </a:lnTo>
                  <a:lnTo>
                    <a:pt x="352088" y="184974"/>
                  </a:lnTo>
                  <a:lnTo>
                    <a:pt x="352612" y="189687"/>
                  </a:lnTo>
                  <a:lnTo>
                    <a:pt x="372575" y="215657"/>
                  </a:lnTo>
                  <a:lnTo>
                    <a:pt x="425512" y="222671"/>
                  </a:lnTo>
                  <a:lnTo>
                    <a:pt x="427231" y="220808"/>
                  </a:lnTo>
                  <a:lnTo>
                    <a:pt x="436689" y="236573"/>
                  </a:lnTo>
                  <a:lnTo>
                    <a:pt x="422895" y="281184"/>
                  </a:lnTo>
                  <a:lnTo>
                    <a:pt x="363528" y="3021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6" name="oPE_MapPart_SAU_4_676" descr="Saudi-Arabien">
              <a:extLst>
                <a:ext uri="{FF2B5EF4-FFF2-40B4-BE49-F238E27FC236}">
                  <a16:creationId xmlns:a16="http://schemas.microsoft.com/office/drawing/2014/main" id="{E30342BE-A2B6-878D-F5F4-43A5D7AF8AD4}"/>
                </a:ext>
              </a:extLst>
            </p:cNvPr>
            <p:cNvSpPr/>
            <p:nvPr>
              <p:custDataLst>
                <p:tags r:id="rId676"/>
              </p:custDataLst>
            </p:nvPr>
          </p:nvSpPr>
          <p:spPr>
            <a:xfrm>
              <a:off x="6854983" y="3835739"/>
              <a:ext cx="1085" cy="3281"/>
            </a:xfrm>
            <a:custGeom>
              <a:avLst/>
              <a:gdLst/>
              <a:ahLst/>
              <a:cxnLst/>
              <a:rect l="0" t="0" r="0" b="0"/>
              <a:pathLst>
                <a:path w="1085" h="3281">
                  <a:moveTo>
                    <a:pt x="1084" y="3280"/>
                  </a:moveTo>
                  <a:lnTo>
                    <a:pt x="0" y="2782"/>
                  </a:lnTo>
                  <a:lnTo>
                    <a:pt x="822" y="0"/>
                  </a:lnTo>
                  <a:lnTo>
                    <a:pt x="1084" y="27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7" name="oPE_MapPart_SEN_1_677" descr="Senegal">
              <a:extLst>
                <a:ext uri="{FF2B5EF4-FFF2-40B4-BE49-F238E27FC236}">
                  <a16:creationId xmlns:a16="http://schemas.microsoft.com/office/drawing/2014/main" id="{9A3DB789-EF12-1106-1219-4144E57F8A56}"/>
                </a:ext>
              </a:extLst>
            </p:cNvPr>
            <p:cNvSpPr/>
            <p:nvPr>
              <p:custDataLst>
                <p:tags r:id="rId677"/>
              </p:custDataLst>
            </p:nvPr>
          </p:nvSpPr>
          <p:spPr>
            <a:xfrm>
              <a:off x="5731799" y="4040539"/>
              <a:ext cx="127782" cy="93359"/>
            </a:xfrm>
            <a:custGeom>
              <a:avLst/>
              <a:gdLst/>
              <a:ahLst/>
              <a:cxnLst/>
              <a:rect l="0" t="0" r="0" b="0"/>
              <a:pathLst>
                <a:path w="127782" h="93359">
                  <a:moveTo>
                    <a:pt x="109126" y="40358"/>
                  </a:moveTo>
                  <a:lnTo>
                    <a:pt x="111107" y="43799"/>
                  </a:lnTo>
                  <a:lnTo>
                    <a:pt x="110210" y="47854"/>
                  </a:lnTo>
                  <a:lnTo>
                    <a:pt x="114584" y="53295"/>
                  </a:lnTo>
                  <a:lnTo>
                    <a:pt x="114546" y="58228"/>
                  </a:lnTo>
                  <a:lnTo>
                    <a:pt x="115780" y="60385"/>
                  </a:lnTo>
                  <a:lnTo>
                    <a:pt x="113836" y="65543"/>
                  </a:lnTo>
                  <a:lnTo>
                    <a:pt x="118472" y="72309"/>
                  </a:lnTo>
                  <a:lnTo>
                    <a:pt x="120005" y="70657"/>
                  </a:lnTo>
                  <a:lnTo>
                    <a:pt x="122547" y="71156"/>
                  </a:lnTo>
                  <a:lnTo>
                    <a:pt x="127631" y="80293"/>
                  </a:lnTo>
                  <a:lnTo>
                    <a:pt x="126397" y="88458"/>
                  </a:lnTo>
                  <a:lnTo>
                    <a:pt x="127781" y="90143"/>
                  </a:lnTo>
                  <a:lnTo>
                    <a:pt x="127669" y="91751"/>
                  </a:lnTo>
                  <a:lnTo>
                    <a:pt x="114098" y="91865"/>
                  </a:lnTo>
                  <a:lnTo>
                    <a:pt x="108939" y="93358"/>
                  </a:lnTo>
                  <a:lnTo>
                    <a:pt x="98396" y="90717"/>
                  </a:lnTo>
                  <a:lnTo>
                    <a:pt x="95630" y="89032"/>
                  </a:lnTo>
                  <a:lnTo>
                    <a:pt x="92938" y="89913"/>
                  </a:lnTo>
                  <a:lnTo>
                    <a:pt x="92490" y="86849"/>
                  </a:lnTo>
                  <a:lnTo>
                    <a:pt x="48600" y="85891"/>
                  </a:lnTo>
                  <a:lnTo>
                    <a:pt x="40712" y="89913"/>
                  </a:lnTo>
                  <a:lnTo>
                    <a:pt x="35216" y="91024"/>
                  </a:lnTo>
                  <a:lnTo>
                    <a:pt x="28898" y="90602"/>
                  </a:lnTo>
                  <a:lnTo>
                    <a:pt x="21048" y="92937"/>
                  </a:lnTo>
                  <a:lnTo>
                    <a:pt x="17122" y="92784"/>
                  </a:lnTo>
                  <a:lnTo>
                    <a:pt x="15589" y="90296"/>
                  </a:lnTo>
                  <a:lnTo>
                    <a:pt x="16113" y="89147"/>
                  </a:lnTo>
                  <a:lnTo>
                    <a:pt x="22692" y="87385"/>
                  </a:lnTo>
                  <a:lnTo>
                    <a:pt x="19477" y="85125"/>
                  </a:lnTo>
                  <a:lnTo>
                    <a:pt x="17309" y="87500"/>
                  </a:lnTo>
                  <a:lnTo>
                    <a:pt x="16449" y="87883"/>
                  </a:lnTo>
                  <a:lnTo>
                    <a:pt x="15926" y="86964"/>
                  </a:lnTo>
                  <a:lnTo>
                    <a:pt x="16038" y="77684"/>
                  </a:lnTo>
                  <a:lnTo>
                    <a:pt x="18431" y="75765"/>
                  </a:lnTo>
                  <a:lnTo>
                    <a:pt x="35328" y="75727"/>
                  </a:lnTo>
                  <a:lnTo>
                    <a:pt x="35740" y="72117"/>
                  </a:lnTo>
                  <a:lnTo>
                    <a:pt x="46731" y="70618"/>
                  </a:lnTo>
                  <a:lnTo>
                    <a:pt x="49535" y="67196"/>
                  </a:lnTo>
                  <a:lnTo>
                    <a:pt x="59479" y="71540"/>
                  </a:lnTo>
                  <a:lnTo>
                    <a:pt x="68302" y="74037"/>
                  </a:lnTo>
                  <a:lnTo>
                    <a:pt x="76601" y="71886"/>
                  </a:lnTo>
                  <a:lnTo>
                    <a:pt x="77012" y="70349"/>
                  </a:lnTo>
                  <a:lnTo>
                    <a:pt x="76489" y="68850"/>
                  </a:lnTo>
                  <a:lnTo>
                    <a:pt x="73909" y="67466"/>
                  </a:lnTo>
                  <a:lnTo>
                    <a:pt x="65012" y="68312"/>
                  </a:lnTo>
                  <a:lnTo>
                    <a:pt x="61572" y="65889"/>
                  </a:lnTo>
                  <a:lnTo>
                    <a:pt x="52151" y="61849"/>
                  </a:lnTo>
                  <a:lnTo>
                    <a:pt x="47067" y="62195"/>
                  </a:lnTo>
                  <a:lnTo>
                    <a:pt x="43815" y="63542"/>
                  </a:lnTo>
                  <a:lnTo>
                    <a:pt x="42095" y="66543"/>
                  </a:lnTo>
                  <a:lnTo>
                    <a:pt x="20225" y="66504"/>
                  </a:lnTo>
                  <a:lnTo>
                    <a:pt x="19702" y="64350"/>
                  </a:lnTo>
                  <a:lnTo>
                    <a:pt x="15963" y="59731"/>
                  </a:lnTo>
                  <a:lnTo>
                    <a:pt x="19066" y="56841"/>
                  </a:lnTo>
                  <a:lnTo>
                    <a:pt x="15440" y="57612"/>
                  </a:lnTo>
                  <a:lnTo>
                    <a:pt x="15328" y="55685"/>
                  </a:lnTo>
                  <a:lnTo>
                    <a:pt x="11664" y="49051"/>
                  </a:lnTo>
                  <a:lnTo>
                    <a:pt x="9458" y="47352"/>
                  </a:lnTo>
                  <a:lnTo>
                    <a:pt x="7626" y="43953"/>
                  </a:lnTo>
                  <a:lnTo>
                    <a:pt x="3925" y="42059"/>
                  </a:lnTo>
                  <a:lnTo>
                    <a:pt x="2430" y="42175"/>
                  </a:lnTo>
                  <a:lnTo>
                    <a:pt x="1869" y="43721"/>
                  </a:lnTo>
                  <a:lnTo>
                    <a:pt x="0" y="41518"/>
                  </a:lnTo>
                  <a:lnTo>
                    <a:pt x="8075" y="37921"/>
                  </a:lnTo>
                  <a:lnTo>
                    <a:pt x="14393" y="29906"/>
                  </a:lnTo>
                  <a:lnTo>
                    <a:pt x="20038" y="20439"/>
                  </a:lnTo>
                  <a:lnTo>
                    <a:pt x="22730" y="10251"/>
                  </a:lnTo>
                  <a:lnTo>
                    <a:pt x="26917" y="3199"/>
                  </a:lnTo>
                  <a:lnTo>
                    <a:pt x="36712" y="4213"/>
                  </a:lnTo>
                  <a:lnTo>
                    <a:pt x="50133" y="1638"/>
                  </a:lnTo>
                  <a:lnTo>
                    <a:pt x="50768" y="468"/>
                  </a:lnTo>
                  <a:lnTo>
                    <a:pt x="53497" y="0"/>
                  </a:lnTo>
                  <a:lnTo>
                    <a:pt x="62358" y="507"/>
                  </a:lnTo>
                  <a:lnTo>
                    <a:pt x="67218" y="2145"/>
                  </a:lnTo>
                  <a:lnTo>
                    <a:pt x="73947" y="7953"/>
                  </a:lnTo>
                  <a:lnTo>
                    <a:pt x="76153" y="11497"/>
                  </a:lnTo>
                  <a:lnTo>
                    <a:pt x="78470" y="10952"/>
                  </a:lnTo>
                  <a:lnTo>
                    <a:pt x="79966" y="11964"/>
                  </a:lnTo>
                  <a:lnTo>
                    <a:pt x="83667" y="11769"/>
                  </a:lnTo>
                  <a:lnTo>
                    <a:pt x="85685" y="13403"/>
                  </a:lnTo>
                  <a:lnTo>
                    <a:pt x="89910" y="22963"/>
                  </a:lnTo>
                  <a:lnTo>
                    <a:pt x="95630" y="26494"/>
                  </a:lnTo>
                  <a:lnTo>
                    <a:pt x="97050" y="28937"/>
                  </a:lnTo>
                  <a:lnTo>
                    <a:pt x="97125" y="31030"/>
                  </a:lnTo>
                  <a:lnTo>
                    <a:pt x="103668" y="35406"/>
                  </a:lnTo>
                  <a:lnTo>
                    <a:pt x="108677" y="4016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8" name="oPE_MapPart_SRB_1_678" descr="Serbien">
              <a:extLst>
                <a:ext uri="{FF2B5EF4-FFF2-40B4-BE49-F238E27FC236}">
                  <a16:creationId xmlns:a16="http://schemas.microsoft.com/office/drawing/2014/main" id="{B8950358-AE4E-84C3-1B24-08EE0C31DDF2}"/>
                </a:ext>
              </a:extLst>
            </p:cNvPr>
            <p:cNvSpPr/>
            <p:nvPr>
              <p:custDataLst>
                <p:tags r:id="rId678"/>
              </p:custDataLst>
            </p:nvPr>
          </p:nvSpPr>
          <p:spPr>
            <a:xfrm>
              <a:off x="6487268" y="3308826"/>
              <a:ext cx="85947" cy="113279"/>
            </a:xfrm>
            <a:custGeom>
              <a:avLst/>
              <a:gdLst/>
              <a:ahLst/>
              <a:cxnLst/>
              <a:rect l="0" t="0" r="0" b="0"/>
              <a:pathLst>
                <a:path w="85947" h="113279">
                  <a:moveTo>
                    <a:pt x="52375" y="39360"/>
                  </a:moveTo>
                  <a:lnTo>
                    <a:pt x="55740" y="40466"/>
                  </a:lnTo>
                  <a:lnTo>
                    <a:pt x="58095" y="42783"/>
                  </a:lnTo>
                  <a:lnTo>
                    <a:pt x="63777" y="44045"/>
                  </a:lnTo>
                  <a:lnTo>
                    <a:pt x="67591" y="47668"/>
                  </a:lnTo>
                  <a:lnTo>
                    <a:pt x="76003" y="42888"/>
                  </a:lnTo>
                  <a:lnTo>
                    <a:pt x="80638" y="45830"/>
                  </a:lnTo>
                  <a:lnTo>
                    <a:pt x="80900" y="46881"/>
                  </a:lnTo>
                  <a:lnTo>
                    <a:pt x="77162" y="47720"/>
                  </a:lnTo>
                  <a:lnTo>
                    <a:pt x="76077" y="49240"/>
                  </a:lnTo>
                  <a:lnTo>
                    <a:pt x="76676" y="52486"/>
                  </a:lnTo>
                  <a:lnTo>
                    <a:pt x="80302" y="56509"/>
                  </a:lnTo>
                  <a:lnTo>
                    <a:pt x="78657" y="57813"/>
                  </a:lnTo>
                  <a:lnTo>
                    <a:pt x="78058" y="61251"/>
                  </a:lnTo>
                  <a:lnTo>
                    <a:pt x="74395" y="63175"/>
                  </a:lnTo>
                  <a:lnTo>
                    <a:pt x="73349" y="69712"/>
                  </a:lnTo>
                  <a:lnTo>
                    <a:pt x="77162" y="79110"/>
                  </a:lnTo>
                  <a:lnTo>
                    <a:pt x="81610" y="81941"/>
                  </a:lnTo>
                  <a:lnTo>
                    <a:pt x="85946" y="86716"/>
                  </a:lnTo>
                  <a:lnTo>
                    <a:pt x="85236" y="89277"/>
                  </a:lnTo>
                  <a:lnTo>
                    <a:pt x="80339" y="95359"/>
                  </a:lnTo>
                  <a:lnTo>
                    <a:pt x="75367" y="96532"/>
                  </a:lnTo>
                  <a:lnTo>
                    <a:pt x="74731" y="102538"/>
                  </a:lnTo>
                  <a:lnTo>
                    <a:pt x="76713" y="106700"/>
                  </a:lnTo>
                  <a:lnTo>
                    <a:pt x="74432" y="111003"/>
                  </a:lnTo>
                  <a:lnTo>
                    <a:pt x="70619" y="110194"/>
                  </a:lnTo>
                  <a:lnTo>
                    <a:pt x="56562" y="113278"/>
                  </a:lnTo>
                  <a:lnTo>
                    <a:pt x="55665" y="111003"/>
                  </a:lnTo>
                  <a:lnTo>
                    <a:pt x="57534" y="109334"/>
                  </a:lnTo>
                  <a:lnTo>
                    <a:pt x="60525" y="101420"/>
                  </a:lnTo>
                  <a:lnTo>
                    <a:pt x="53010" y="99080"/>
                  </a:lnTo>
                  <a:lnTo>
                    <a:pt x="53272" y="96838"/>
                  </a:lnTo>
                  <a:lnTo>
                    <a:pt x="49796" y="94492"/>
                  </a:lnTo>
                  <a:lnTo>
                    <a:pt x="46057" y="89431"/>
                  </a:lnTo>
                  <a:lnTo>
                    <a:pt x="41646" y="87126"/>
                  </a:lnTo>
                  <a:lnTo>
                    <a:pt x="40749" y="84612"/>
                  </a:lnTo>
                  <a:lnTo>
                    <a:pt x="37048" y="86408"/>
                  </a:lnTo>
                  <a:lnTo>
                    <a:pt x="37759" y="89226"/>
                  </a:lnTo>
                  <a:lnTo>
                    <a:pt x="37086" y="91068"/>
                  </a:lnTo>
                  <a:lnTo>
                    <a:pt x="33982" y="93368"/>
                  </a:lnTo>
                  <a:lnTo>
                    <a:pt x="33870" y="96073"/>
                  </a:lnTo>
                  <a:lnTo>
                    <a:pt x="31253" y="96940"/>
                  </a:lnTo>
                  <a:lnTo>
                    <a:pt x="31178" y="95104"/>
                  </a:lnTo>
                  <a:lnTo>
                    <a:pt x="29683" y="93879"/>
                  </a:lnTo>
                  <a:lnTo>
                    <a:pt x="16113" y="87126"/>
                  </a:lnTo>
                  <a:lnTo>
                    <a:pt x="7888" y="79213"/>
                  </a:lnTo>
                  <a:lnTo>
                    <a:pt x="7327" y="77204"/>
                  </a:lnTo>
                  <a:lnTo>
                    <a:pt x="8635" y="75347"/>
                  </a:lnTo>
                  <a:lnTo>
                    <a:pt x="12710" y="76018"/>
                  </a:lnTo>
                  <a:lnTo>
                    <a:pt x="13645" y="73694"/>
                  </a:lnTo>
                  <a:lnTo>
                    <a:pt x="13496" y="71937"/>
                  </a:lnTo>
                  <a:lnTo>
                    <a:pt x="8448" y="64422"/>
                  </a:lnTo>
                  <a:lnTo>
                    <a:pt x="14767" y="63799"/>
                  </a:lnTo>
                  <a:lnTo>
                    <a:pt x="15477" y="62135"/>
                  </a:lnTo>
                  <a:lnTo>
                    <a:pt x="10392" y="56874"/>
                  </a:lnTo>
                  <a:lnTo>
                    <a:pt x="6505" y="54630"/>
                  </a:lnTo>
                  <a:lnTo>
                    <a:pt x="5794" y="53009"/>
                  </a:lnTo>
                  <a:lnTo>
                    <a:pt x="6093" y="49398"/>
                  </a:lnTo>
                  <a:lnTo>
                    <a:pt x="9420" y="43151"/>
                  </a:lnTo>
                  <a:lnTo>
                    <a:pt x="10579" y="37777"/>
                  </a:lnTo>
                  <a:lnTo>
                    <a:pt x="8262" y="36828"/>
                  </a:lnTo>
                  <a:lnTo>
                    <a:pt x="3514" y="38147"/>
                  </a:lnTo>
                  <a:lnTo>
                    <a:pt x="3252" y="37091"/>
                  </a:lnTo>
                  <a:lnTo>
                    <a:pt x="5121" y="36458"/>
                  </a:lnTo>
                  <a:lnTo>
                    <a:pt x="4635" y="30269"/>
                  </a:lnTo>
                  <a:lnTo>
                    <a:pt x="6056" y="29845"/>
                  </a:lnTo>
                  <a:lnTo>
                    <a:pt x="6205" y="28519"/>
                  </a:lnTo>
                  <a:lnTo>
                    <a:pt x="9645" y="29368"/>
                  </a:lnTo>
                  <a:lnTo>
                    <a:pt x="11402" y="29209"/>
                  </a:lnTo>
                  <a:lnTo>
                    <a:pt x="11663" y="28042"/>
                  </a:lnTo>
                  <a:lnTo>
                    <a:pt x="3439" y="22513"/>
                  </a:lnTo>
                  <a:lnTo>
                    <a:pt x="3514" y="20542"/>
                  </a:lnTo>
                  <a:lnTo>
                    <a:pt x="4672" y="19103"/>
                  </a:lnTo>
                  <a:lnTo>
                    <a:pt x="1644" y="16540"/>
                  </a:lnTo>
                  <a:lnTo>
                    <a:pt x="2242" y="14936"/>
                  </a:lnTo>
                  <a:lnTo>
                    <a:pt x="0" y="9578"/>
                  </a:lnTo>
                  <a:lnTo>
                    <a:pt x="1121" y="8666"/>
                  </a:lnTo>
                  <a:lnTo>
                    <a:pt x="1382" y="6679"/>
                  </a:lnTo>
                  <a:lnTo>
                    <a:pt x="4710" y="4366"/>
                  </a:lnTo>
                  <a:lnTo>
                    <a:pt x="9122" y="4581"/>
                  </a:lnTo>
                  <a:lnTo>
                    <a:pt x="14355" y="0"/>
                  </a:lnTo>
                  <a:lnTo>
                    <a:pt x="28486" y="863"/>
                  </a:lnTo>
                  <a:lnTo>
                    <a:pt x="31553" y="5388"/>
                  </a:lnTo>
                  <a:lnTo>
                    <a:pt x="36188" y="8559"/>
                  </a:lnTo>
                  <a:lnTo>
                    <a:pt x="38842" y="12581"/>
                  </a:lnTo>
                  <a:lnTo>
                    <a:pt x="40225" y="12098"/>
                  </a:lnTo>
                  <a:lnTo>
                    <a:pt x="40599" y="20489"/>
                  </a:lnTo>
                  <a:lnTo>
                    <a:pt x="45384" y="24802"/>
                  </a:lnTo>
                  <a:lnTo>
                    <a:pt x="55068" y="29951"/>
                  </a:lnTo>
                  <a:lnTo>
                    <a:pt x="53609" y="33340"/>
                  </a:lnTo>
                  <a:lnTo>
                    <a:pt x="52226" y="34027"/>
                  </a:lnTo>
                  <a:lnTo>
                    <a:pt x="55926" y="37197"/>
                  </a:lnTo>
                  <a:lnTo>
                    <a:pt x="52337" y="3835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9" name="oPE_MapPart_SYC_1_679" descr="Seychellen">
              <a:extLst>
                <a:ext uri="{FF2B5EF4-FFF2-40B4-BE49-F238E27FC236}">
                  <a16:creationId xmlns:a16="http://schemas.microsoft.com/office/drawing/2014/main" id="{19860C27-8DD6-5413-8DFF-9DD3F72DEA3D}"/>
                </a:ext>
              </a:extLst>
            </p:cNvPr>
            <p:cNvSpPr/>
            <p:nvPr>
              <p:custDataLst>
                <p:tags r:id="rId679"/>
              </p:custDataLst>
            </p:nvPr>
          </p:nvSpPr>
          <p:spPr>
            <a:xfrm>
              <a:off x="7236717" y="4477853"/>
              <a:ext cx="22432" cy="22507"/>
            </a:xfrm>
            <a:custGeom>
              <a:avLst/>
              <a:gdLst/>
              <a:ahLst/>
              <a:cxnLst/>
              <a:rect l="0" t="0" r="0" b="0"/>
              <a:pathLst>
                <a:path w="22432" h="22507">
                  <a:moveTo>
                    <a:pt x="0" y="0"/>
                  </a:moveTo>
                  <a:lnTo>
                    <a:pt x="22431" y="0"/>
                  </a:lnTo>
                  <a:lnTo>
                    <a:pt x="22431" y="22506"/>
                  </a:lnTo>
                  <a:lnTo>
                    <a:pt x="0" y="2250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0" name="oPE_MapPart_KAS_1_680" descr="Siachen-Gletscher">
              <a:extLst>
                <a:ext uri="{FF2B5EF4-FFF2-40B4-BE49-F238E27FC236}">
                  <a16:creationId xmlns:a16="http://schemas.microsoft.com/office/drawing/2014/main" id="{5F8186BE-838F-D365-A5F4-2B6EF8B1E3E8}"/>
                </a:ext>
              </a:extLst>
            </p:cNvPr>
            <p:cNvSpPr/>
            <p:nvPr>
              <p:custDataLst>
                <p:tags r:id="rId680"/>
              </p:custDataLst>
            </p:nvPr>
          </p:nvSpPr>
          <p:spPr>
            <a:xfrm>
              <a:off x="7689893" y="3591456"/>
              <a:ext cx="22433" cy="27516"/>
            </a:xfrm>
            <a:custGeom>
              <a:avLst/>
              <a:gdLst/>
              <a:ahLst/>
              <a:cxnLst/>
              <a:rect l="0" t="0" r="0" b="0"/>
              <a:pathLst>
                <a:path w="22433" h="27516">
                  <a:moveTo>
                    <a:pt x="0" y="0"/>
                  </a:moveTo>
                  <a:lnTo>
                    <a:pt x="22432" y="0"/>
                  </a:lnTo>
                  <a:lnTo>
                    <a:pt x="22432" y="27515"/>
                  </a:lnTo>
                  <a:lnTo>
                    <a:pt x="0" y="2751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1" name="oPE_MapPart_SLE_1_681" descr="Sierra Leone">
              <a:extLst>
                <a:ext uri="{FF2B5EF4-FFF2-40B4-BE49-F238E27FC236}">
                  <a16:creationId xmlns:a16="http://schemas.microsoft.com/office/drawing/2014/main" id="{4952478D-8111-D2BD-C28A-A049E08192F8}"/>
                </a:ext>
              </a:extLst>
            </p:cNvPr>
            <p:cNvSpPr/>
            <p:nvPr>
              <p:custDataLst>
                <p:tags r:id="rId681"/>
              </p:custDataLst>
            </p:nvPr>
          </p:nvSpPr>
          <p:spPr>
            <a:xfrm>
              <a:off x="5819915" y="4183247"/>
              <a:ext cx="62508" cy="64904"/>
            </a:xfrm>
            <a:custGeom>
              <a:avLst/>
              <a:gdLst/>
              <a:ahLst/>
              <a:cxnLst/>
              <a:rect l="0" t="0" r="0" b="0"/>
              <a:pathLst>
                <a:path w="62508" h="64904">
                  <a:moveTo>
                    <a:pt x="62507" y="31817"/>
                  </a:moveTo>
                  <a:lnTo>
                    <a:pt x="60937" y="38052"/>
                  </a:lnTo>
                  <a:lnTo>
                    <a:pt x="56525" y="40506"/>
                  </a:lnTo>
                  <a:lnTo>
                    <a:pt x="54955" y="47036"/>
                  </a:lnTo>
                  <a:lnTo>
                    <a:pt x="42057" y="58084"/>
                  </a:lnTo>
                  <a:lnTo>
                    <a:pt x="37085" y="64903"/>
                  </a:lnTo>
                  <a:lnTo>
                    <a:pt x="32375" y="61099"/>
                  </a:lnTo>
                  <a:lnTo>
                    <a:pt x="28337" y="59102"/>
                  </a:lnTo>
                  <a:lnTo>
                    <a:pt x="16785" y="54880"/>
                  </a:lnTo>
                  <a:lnTo>
                    <a:pt x="17869" y="51525"/>
                  </a:lnTo>
                  <a:lnTo>
                    <a:pt x="16262" y="48998"/>
                  </a:lnTo>
                  <a:lnTo>
                    <a:pt x="16897" y="47187"/>
                  </a:lnTo>
                  <a:lnTo>
                    <a:pt x="15028" y="48282"/>
                  </a:lnTo>
                  <a:lnTo>
                    <a:pt x="12374" y="47941"/>
                  </a:lnTo>
                  <a:lnTo>
                    <a:pt x="9196" y="45791"/>
                  </a:lnTo>
                  <a:lnTo>
                    <a:pt x="6991" y="38958"/>
                  </a:lnTo>
                  <a:lnTo>
                    <a:pt x="5645" y="37788"/>
                  </a:lnTo>
                  <a:lnTo>
                    <a:pt x="2990" y="37485"/>
                  </a:lnTo>
                  <a:lnTo>
                    <a:pt x="411" y="32989"/>
                  </a:lnTo>
                  <a:lnTo>
                    <a:pt x="672" y="31779"/>
                  </a:lnTo>
                  <a:lnTo>
                    <a:pt x="4336" y="33103"/>
                  </a:lnTo>
                  <a:lnTo>
                    <a:pt x="8299" y="28793"/>
                  </a:lnTo>
                  <a:lnTo>
                    <a:pt x="8075" y="28225"/>
                  </a:lnTo>
                  <a:lnTo>
                    <a:pt x="7065" y="29095"/>
                  </a:lnTo>
                  <a:lnTo>
                    <a:pt x="4261" y="28869"/>
                  </a:lnTo>
                  <a:lnTo>
                    <a:pt x="2317" y="29890"/>
                  </a:lnTo>
                  <a:lnTo>
                    <a:pt x="1345" y="27394"/>
                  </a:lnTo>
                  <a:lnTo>
                    <a:pt x="1794" y="24292"/>
                  </a:lnTo>
                  <a:lnTo>
                    <a:pt x="4860" y="23497"/>
                  </a:lnTo>
                  <a:lnTo>
                    <a:pt x="2878" y="23157"/>
                  </a:lnTo>
                  <a:lnTo>
                    <a:pt x="0" y="19978"/>
                  </a:lnTo>
                  <a:lnTo>
                    <a:pt x="3402" y="20015"/>
                  </a:lnTo>
                  <a:lnTo>
                    <a:pt x="5495" y="18804"/>
                  </a:lnTo>
                  <a:lnTo>
                    <a:pt x="6953" y="15471"/>
                  </a:lnTo>
                  <a:lnTo>
                    <a:pt x="9607" y="14638"/>
                  </a:lnTo>
                  <a:lnTo>
                    <a:pt x="11140" y="13122"/>
                  </a:lnTo>
                  <a:lnTo>
                    <a:pt x="16449" y="2847"/>
                  </a:lnTo>
                  <a:lnTo>
                    <a:pt x="17981" y="2088"/>
                  </a:lnTo>
                  <a:lnTo>
                    <a:pt x="21084" y="1405"/>
                  </a:lnTo>
                  <a:lnTo>
                    <a:pt x="23888" y="2581"/>
                  </a:lnTo>
                  <a:lnTo>
                    <a:pt x="28449" y="1556"/>
                  </a:lnTo>
                  <a:lnTo>
                    <a:pt x="28711" y="76"/>
                  </a:lnTo>
                  <a:lnTo>
                    <a:pt x="41945" y="0"/>
                  </a:lnTo>
                  <a:lnTo>
                    <a:pt x="43365" y="418"/>
                  </a:lnTo>
                  <a:lnTo>
                    <a:pt x="54058" y="14373"/>
                  </a:lnTo>
                  <a:lnTo>
                    <a:pt x="52861" y="18993"/>
                  </a:lnTo>
                  <a:lnTo>
                    <a:pt x="55591" y="19751"/>
                  </a:lnTo>
                  <a:lnTo>
                    <a:pt x="55815" y="23800"/>
                  </a:lnTo>
                  <a:lnTo>
                    <a:pt x="57983" y="27583"/>
                  </a:lnTo>
                  <a:lnTo>
                    <a:pt x="55329" y="30873"/>
                  </a:lnTo>
                  <a:lnTo>
                    <a:pt x="53609" y="34954"/>
                  </a:lnTo>
                  <a:lnTo>
                    <a:pt x="56824" y="35369"/>
                  </a:lnTo>
                  <a:lnTo>
                    <a:pt x="60899" y="315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2" name="oPE_MapPart_SLE_2_682" descr="Sierra Leone">
              <a:extLst>
                <a:ext uri="{FF2B5EF4-FFF2-40B4-BE49-F238E27FC236}">
                  <a16:creationId xmlns:a16="http://schemas.microsoft.com/office/drawing/2014/main" id="{BC894F09-C8D1-EBB7-E721-BAE29C322977}"/>
                </a:ext>
              </a:extLst>
            </p:cNvPr>
            <p:cNvSpPr/>
            <p:nvPr>
              <p:custDataLst>
                <p:tags r:id="rId682"/>
              </p:custDataLst>
            </p:nvPr>
          </p:nvSpPr>
          <p:spPr>
            <a:xfrm>
              <a:off x="5827018" y="4232849"/>
              <a:ext cx="9347" cy="4751"/>
            </a:xfrm>
            <a:custGeom>
              <a:avLst/>
              <a:gdLst/>
              <a:ahLst/>
              <a:cxnLst/>
              <a:rect l="0" t="0" r="0" b="0"/>
              <a:pathLst>
                <a:path w="9347" h="4751">
                  <a:moveTo>
                    <a:pt x="8823" y="4223"/>
                  </a:moveTo>
                  <a:lnTo>
                    <a:pt x="8523" y="4750"/>
                  </a:lnTo>
                  <a:lnTo>
                    <a:pt x="7140" y="3393"/>
                  </a:lnTo>
                  <a:lnTo>
                    <a:pt x="0" y="1395"/>
                  </a:lnTo>
                  <a:lnTo>
                    <a:pt x="2018" y="339"/>
                  </a:lnTo>
                  <a:lnTo>
                    <a:pt x="6991" y="0"/>
                  </a:lnTo>
                  <a:lnTo>
                    <a:pt x="9122" y="1169"/>
                  </a:lnTo>
                  <a:lnTo>
                    <a:pt x="9346" y="2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3" name="oPE_MapPart_SGP_1_683" descr="Singapur">
              <a:extLst>
                <a:ext uri="{FF2B5EF4-FFF2-40B4-BE49-F238E27FC236}">
                  <a16:creationId xmlns:a16="http://schemas.microsoft.com/office/drawing/2014/main" id="{6076B8EF-603E-C7BD-A57D-66A17A8E87A1}"/>
                </a:ext>
              </a:extLst>
            </p:cNvPr>
            <p:cNvSpPr/>
            <p:nvPr>
              <p:custDataLst>
                <p:tags r:id="rId683"/>
              </p:custDataLst>
            </p:nvPr>
          </p:nvSpPr>
          <p:spPr>
            <a:xfrm>
              <a:off x="8241130" y="4352570"/>
              <a:ext cx="22432" cy="22438"/>
            </a:xfrm>
            <a:custGeom>
              <a:avLst/>
              <a:gdLst/>
              <a:ahLst/>
              <a:cxnLst/>
              <a:rect l="0" t="0" r="0" b="0"/>
              <a:pathLst>
                <a:path w="22432" h="22438">
                  <a:moveTo>
                    <a:pt x="0" y="0"/>
                  </a:moveTo>
                  <a:lnTo>
                    <a:pt x="22431" y="0"/>
                  </a:lnTo>
                  <a:lnTo>
                    <a:pt x="22431" y="22437"/>
                  </a:lnTo>
                  <a:lnTo>
                    <a:pt x="0" y="224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4" name="oPE_MapPart_SXM_1_684" descr="Sint Maarten">
              <a:extLst>
                <a:ext uri="{FF2B5EF4-FFF2-40B4-BE49-F238E27FC236}">
                  <a16:creationId xmlns:a16="http://schemas.microsoft.com/office/drawing/2014/main" id="{F2957F37-AB23-0C37-B97B-D4723380F1E1}"/>
                </a:ext>
              </a:extLst>
            </p:cNvPr>
            <p:cNvSpPr/>
            <p:nvPr>
              <p:custDataLst>
                <p:tags r:id="rId684"/>
              </p:custDataLst>
            </p:nvPr>
          </p:nvSpPr>
          <p:spPr>
            <a:xfrm>
              <a:off x="4774940" y="3998995"/>
              <a:ext cx="22431" cy="23592"/>
            </a:xfrm>
            <a:custGeom>
              <a:avLst/>
              <a:gdLst/>
              <a:ahLst/>
              <a:cxnLst/>
              <a:rect l="0" t="0" r="0" b="0"/>
              <a:pathLst>
                <a:path w="22431" h="23592">
                  <a:moveTo>
                    <a:pt x="0" y="0"/>
                  </a:moveTo>
                  <a:lnTo>
                    <a:pt x="22430" y="0"/>
                  </a:lnTo>
                  <a:lnTo>
                    <a:pt x="22430" y="23591"/>
                  </a:lnTo>
                  <a:lnTo>
                    <a:pt x="0" y="235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5" name="oPE_MapPart_SVK_1_685" descr="Slowakei">
              <a:extLst>
                <a:ext uri="{FF2B5EF4-FFF2-40B4-BE49-F238E27FC236}">
                  <a16:creationId xmlns:a16="http://schemas.microsoft.com/office/drawing/2014/main" id="{463CCF77-CD5F-B64E-6E84-5D5232A13EF7}"/>
                </a:ext>
              </a:extLst>
            </p:cNvPr>
            <p:cNvSpPr/>
            <p:nvPr>
              <p:custDataLst>
                <p:tags r:id="rId685"/>
              </p:custDataLst>
            </p:nvPr>
          </p:nvSpPr>
          <p:spPr>
            <a:xfrm>
              <a:off x="6446219" y="3202202"/>
              <a:ext cx="117875" cy="57484"/>
            </a:xfrm>
            <a:custGeom>
              <a:avLst/>
              <a:gdLst/>
              <a:ahLst/>
              <a:cxnLst/>
              <a:rect l="0" t="0" r="0" b="0"/>
              <a:pathLst>
                <a:path w="117875" h="57484">
                  <a:moveTo>
                    <a:pt x="117874" y="16695"/>
                  </a:moveTo>
                  <a:lnTo>
                    <a:pt x="112827" y="28917"/>
                  </a:lnTo>
                  <a:lnTo>
                    <a:pt x="109687" y="32593"/>
                  </a:lnTo>
                  <a:lnTo>
                    <a:pt x="109013" y="38121"/>
                  </a:lnTo>
                  <a:lnTo>
                    <a:pt x="101873" y="39865"/>
                  </a:lnTo>
                  <a:lnTo>
                    <a:pt x="95293" y="33158"/>
                  </a:lnTo>
                  <a:lnTo>
                    <a:pt x="87331" y="34569"/>
                  </a:lnTo>
                  <a:lnTo>
                    <a:pt x="78508" y="33215"/>
                  </a:lnTo>
                  <a:lnTo>
                    <a:pt x="75330" y="33949"/>
                  </a:lnTo>
                  <a:lnTo>
                    <a:pt x="72115" y="41158"/>
                  </a:lnTo>
                  <a:lnTo>
                    <a:pt x="64153" y="45815"/>
                  </a:lnTo>
                  <a:lnTo>
                    <a:pt x="57386" y="43404"/>
                  </a:lnTo>
                  <a:lnTo>
                    <a:pt x="54096" y="46935"/>
                  </a:lnTo>
                  <a:lnTo>
                    <a:pt x="42619" y="48782"/>
                  </a:lnTo>
                  <a:lnTo>
                    <a:pt x="40077" y="50347"/>
                  </a:lnTo>
                  <a:lnTo>
                    <a:pt x="39217" y="52245"/>
                  </a:lnTo>
                  <a:lnTo>
                    <a:pt x="39778" y="54922"/>
                  </a:lnTo>
                  <a:lnTo>
                    <a:pt x="38656" y="56982"/>
                  </a:lnTo>
                  <a:lnTo>
                    <a:pt x="18693" y="57483"/>
                  </a:lnTo>
                  <a:lnTo>
                    <a:pt x="9459" y="50627"/>
                  </a:lnTo>
                  <a:lnTo>
                    <a:pt x="4636" y="49117"/>
                  </a:lnTo>
                  <a:lnTo>
                    <a:pt x="0" y="36600"/>
                  </a:lnTo>
                  <a:lnTo>
                    <a:pt x="2542" y="29200"/>
                  </a:lnTo>
                  <a:lnTo>
                    <a:pt x="5683" y="24039"/>
                  </a:lnTo>
                  <a:lnTo>
                    <a:pt x="12898" y="24437"/>
                  </a:lnTo>
                  <a:lnTo>
                    <a:pt x="18618" y="22562"/>
                  </a:lnTo>
                  <a:lnTo>
                    <a:pt x="25422" y="16980"/>
                  </a:lnTo>
                  <a:lnTo>
                    <a:pt x="26954" y="10863"/>
                  </a:lnTo>
                  <a:lnTo>
                    <a:pt x="31217" y="8341"/>
                  </a:lnTo>
                  <a:lnTo>
                    <a:pt x="36002" y="3399"/>
                  </a:lnTo>
                  <a:lnTo>
                    <a:pt x="43104" y="3169"/>
                  </a:lnTo>
                  <a:lnTo>
                    <a:pt x="43740" y="6446"/>
                  </a:lnTo>
                  <a:lnTo>
                    <a:pt x="47516" y="6331"/>
                  </a:lnTo>
                  <a:lnTo>
                    <a:pt x="49610" y="2766"/>
                  </a:lnTo>
                  <a:lnTo>
                    <a:pt x="53573" y="0"/>
                  </a:lnTo>
                  <a:lnTo>
                    <a:pt x="57498" y="6102"/>
                  </a:lnTo>
                  <a:lnTo>
                    <a:pt x="60488" y="7193"/>
                  </a:lnTo>
                  <a:lnTo>
                    <a:pt x="60115" y="12523"/>
                  </a:lnTo>
                  <a:lnTo>
                    <a:pt x="63442" y="12008"/>
                  </a:lnTo>
                  <a:lnTo>
                    <a:pt x="66358" y="13267"/>
                  </a:lnTo>
                  <a:lnTo>
                    <a:pt x="68563" y="8972"/>
                  </a:lnTo>
                  <a:lnTo>
                    <a:pt x="72713" y="6791"/>
                  </a:lnTo>
                  <a:lnTo>
                    <a:pt x="77947" y="6561"/>
                  </a:lnTo>
                  <a:lnTo>
                    <a:pt x="83218" y="9029"/>
                  </a:lnTo>
                  <a:lnTo>
                    <a:pt x="85947" y="8226"/>
                  </a:lnTo>
                  <a:lnTo>
                    <a:pt x="87592" y="5699"/>
                  </a:lnTo>
                  <a:lnTo>
                    <a:pt x="99219" y="5929"/>
                  </a:lnTo>
                  <a:lnTo>
                    <a:pt x="104415" y="8111"/>
                  </a:lnTo>
                  <a:lnTo>
                    <a:pt x="107107" y="12352"/>
                  </a:lnTo>
                  <a:lnTo>
                    <a:pt x="116528" y="1646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6" name="oPE_MapPart_SVN_1_686" descr="Slowenien">
              <a:extLst>
                <a:ext uri="{FF2B5EF4-FFF2-40B4-BE49-F238E27FC236}">
                  <a16:creationId xmlns:a16="http://schemas.microsoft.com/office/drawing/2014/main" id="{6793ABAC-0A37-515B-434A-5445A9FE52A4}"/>
                </a:ext>
              </a:extLst>
            </p:cNvPr>
            <p:cNvSpPr/>
            <p:nvPr>
              <p:custDataLst>
                <p:tags r:id="rId686"/>
              </p:custDataLst>
            </p:nvPr>
          </p:nvSpPr>
          <p:spPr>
            <a:xfrm>
              <a:off x="6373842" y="3287478"/>
              <a:ext cx="65200" cy="43010"/>
            </a:xfrm>
            <a:custGeom>
              <a:avLst/>
              <a:gdLst/>
              <a:ahLst/>
              <a:cxnLst/>
              <a:rect l="0" t="0" r="0" b="0"/>
              <a:pathLst>
                <a:path w="65200" h="43010">
                  <a:moveTo>
                    <a:pt x="65199" y="11007"/>
                  </a:moveTo>
                  <a:lnTo>
                    <a:pt x="61125" y="9921"/>
                  </a:lnTo>
                  <a:lnTo>
                    <a:pt x="59367" y="11496"/>
                  </a:lnTo>
                  <a:lnTo>
                    <a:pt x="59180" y="14805"/>
                  </a:lnTo>
                  <a:lnTo>
                    <a:pt x="55853" y="14859"/>
                  </a:lnTo>
                  <a:lnTo>
                    <a:pt x="53087" y="17674"/>
                  </a:lnTo>
                  <a:lnTo>
                    <a:pt x="46918" y="19998"/>
                  </a:lnTo>
                  <a:lnTo>
                    <a:pt x="46021" y="21834"/>
                  </a:lnTo>
                  <a:lnTo>
                    <a:pt x="47516" y="24583"/>
                  </a:lnTo>
                  <a:lnTo>
                    <a:pt x="47254" y="30122"/>
                  </a:lnTo>
                  <a:lnTo>
                    <a:pt x="39441" y="33982"/>
                  </a:lnTo>
                  <a:lnTo>
                    <a:pt x="41123" y="36551"/>
                  </a:lnTo>
                  <a:lnTo>
                    <a:pt x="39591" y="38529"/>
                  </a:lnTo>
                  <a:lnTo>
                    <a:pt x="40750" y="41890"/>
                  </a:lnTo>
                  <a:lnTo>
                    <a:pt x="38731" y="42637"/>
                  </a:lnTo>
                  <a:lnTo>
                    <a:pt x="32750" y="40877"/>
                  </a:lnTo>
                  <a:lnTo>
                    <a:pt x="29385" y="41517"/>
                  </a:lnTo>
                  <a:lnTo>
                    <a:pt x="24749" y="36231"/>
                  </a:lnTo>
                  <a:lnTo>
                    <a:pt x="20599" y="41464"/>
                  </a:lnTo>
                  <a:lnTo>
                    <a:pt x="12786" y="40610"/>
                  </a:lnTo>
                  <a:lnTo>
                    <a:pt x="10394" y="43009"/>
                  </a:lnTo>
                  <a:lnTo>
                    <a:pt x="4935" y="41571"/>
                  </a:lnTo>
                  <a:lnTo>
                    <a:pt x="4150" y="40397"/>
                  </a:lnTo>
                  <a:lnTo>
                    <a:pt x="10319" y="37460"/>
                  </a:lnTo>
                  <a:lnTo>
                    <a:pt x="7141" y="33126"/>
                  </a:lnTo>
                  <a:lnTo>
                    <a:pt x="4262" y="31624"/>
                  </a:lnTo>
                  <a:lnTo>
                    <a:pt x="4636" y="26628"/>
                  </a:lnTo>
                  <a:lnTo>
                    <a:pt x="2281" y="26414"/>
                  </a:lnTo>
                  <a:lnTo>
                    <a:pt x="2244" y="24799"/>
                  </a:lnTo>
                  <a:lnTo>
                    <a:pt x="5309" y="20700"/>
                  </a:lnTo>
                  <a:lnTo>
                    <a:pt x="898" y="19620"/>
                  </a:lnTo>
                  <a:lnTo>
                    <a:pt x="0" y="18161"/>
                  </a:lnTo>
                  <a:lnTo>
                    <a:pt x="449" y="16484"/>
                  </a:lnTo>
                  <a:lnTo>
                    <a:pt x="6281" y="12093"/>
                  </a:lnTo>
                  <a:lnTo>
                    <a:pt x="6693" y="10356"/>
                  </a:lnTo>
                  <a:lnTo>
                    <a:pt x="24338" y="13992"/>
                  </a:lnTo>
                  <a:lnTo>
                    <a:pt x="31478" y="7800"/>
                  </a:lnTo>
                  <a:lnTo>
                    <a:pt x="42806" y="7093"/>
                  </a:lnTo>
                  <a:lnTo>
                    <a:pt x="49610" y="4586"/>
                  </a:lnTo>
                  <a:lnTo>
                    <a:pt x="53573" y="5622"/>
                  </a:lnTo>
                  <a:lnTo>
                    <a:pt x="53984" y="1858"/>
                  </a:lnTo>
                  <a:lnTo>
                    <a:pt x="56414" y="0"/>
                  </a:lnTo>
                  <a:lnTo>
                    <a:pt x="60339" y="164"/>
                  </a:lnTo>
                  <a:lnTo>
                    <a:pt x="62395" y="6820"/>
                  </a:lnTo>
                  <a:lnTo>
                    <a:pt x="64975" y="103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7" name="oPE_MapPart_SLB_1_687" descr="Salomonen">
              <a:extLst>
                <a:ext uri="{FF2B5EF4-FFF2-40B4-BE49-F238E27FC236}">
                  <a16:creationId xmlns:a16="http://schemas.microsoft.com/office/drawing/2014/main" id="{87C1BE20-E9AB-3E93-907B-01C650565997}"/>
                </a:ext>
              </a:extLst>
            </p:cNvPr>
            <p:cNvSpPr/>
            <p:nvPr>
              <p:custDataLst>
                <p:tags r:id="rId687"/>
              </p:custDataLst>
            </p:nvPr>
          </p:nvSpPr>
          <p:spPr>
            <a:xfrm>
              <a:off x="9410933" y="4585281"/>
              <a:ext cx="25160" cy="13917"/>
            </a:xfrm>
            <a:custGeom>
              <a:avLst/>
              <a:gdLst/>
              <a:ahLst/>
              <a:cxnLst/>
              <a:rect l="0" t="0" r="0" b="0"/>
              <a:pathLst>
                <a:path w="25160" h="13917">
                  <a:moveTo>
                    <a:pt x="2953" y="76"/>
                  </a:moveTo>
                  <a:lnTo>
                    <a:pt x="7551" y="3486"/>
                  </a:lnTo>
                  <a:lnTo>
                    <a:pt x="15513" y="3221"/>
                  </a:lnTo>
                  <a:lnTo>
                    <a:pt x="21122" y="6746"/>
                  </a:lnTo>
                  <a:lnTo>
                    <a:pt x="22318" y="8908"/>
                  </a:lnTo>
                  <a:lnTo>
                    <a:pt x="24636" y="10500"/>
                  </a:lnTo>
                  <a:lnTo>
                    <a:pt x="25159" y="12511"/>
                  </a:lnTo>
                  <a:lnTo>
                    <a:pt x="21645" y="13916"/>
                  </a:lnTo>
                  <a:lnTo>
                    <a:pt x="14803" y="11639"/>
                  </a:lnTo>
                  <a:lnTo>
                    <a:pt x="4037" y="10425"/>
                  </a:lnTo>
                  <a:lnTo>
                    <a:pt x="298" y="5571"/>
                  </a:lnTo>
                  <a:lnTo>
                    <a:pt x="0" y="1819"/>
                  </a:lnTo>
                  <a:lnTo>
                    <a:pt x="164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8" name="oPE_MapPart_SLB_2_688" descr="Salomonen">
              <a:extLst>
                <a:ext uri="{FF2B5EF4-FFF2-40B4-BE49-F238E27FC236}">
                  <a16:creationId xmlns:a16="http://schemas.microsoft.com/office/drawing/2014/main" id="{574B5C42-7E75-3D63-A9DF-7333C85348C8}"/>
                </a:ext>
              </a:extLst>
            </p:cNvPr>
            <p:cNvSpPr/>
            <p:nvPr>
              <p:custDataLst>
                <p:tags r:id="rId688"/>
              </p:custDataLst>
            </p:nvPr>
          </p:nvSpPr>
          <p:spPr>
            <a:xfrm>
              <a:off x="9431344" y="4565232"/>
              <a:ext cx="16151" cy="27289"/>
            </a:xfrm>
            <a:custGeom>
              <a:avLst/>
              <a:gdLst/>
              <a:ahLst/>
              <a:cxnLst/>
              <a:rect l="0" t="0" r="0" b="0"/>
              <a:pathLst>
                <a:path w="16151" h="27289">
                  <a:moveTo>
                    <a:pt x="3289" y="0"/>
                  </a:moveTo>
                  <a:lnTo>
                    <a:pt x="8449" y="6236"/>
                  </a:lnTo>
                  <a:lnTo>
                    <a:pt x="7365" y="10169"/>
                  </a:lnTo>
                  <a:lnTo>
                    <a:pt x="11814" y="13613"/>
                  </a:lnTo>
                  <a:lnTo>
                    <a:pt x="13832" y="18459"/>
                  </a:lnTo>
                  <a:lnTo>
                    <a:pt x="13869" y="21073"/>
                  </a:lnTo>
                  <a:lnTo>
                    <a:pt x="16150" y="24710"/>
                  </a:lnTo>
                  <a:lnTo>
                    <a:pt x="16150" y="27288"/>
                  </a:lnTo>
                  <a:lnTo>
                    <a:pt x="12487" y="22664"/>
                  </a:lnTo>
                  <a:lnTo>
                    <a:pt x="5870" y="17701"/>
                  </a:lnTo>
                  <a:lnTo>
                    <a:pt x="3776" y="13651"/>
                  </a:lnTo>
                  <a:lnTo>
                    <a:pt x="1496" y="6425"/>
                  </a:lnTo>
                  <a:lnTo>
                    <a:pt x="2580" y="4724"/>
                  </a:lnTo>
                  <a:lnTo>
                    <a:pt x="0" y="1247"/>
                  </a:lnTo>
                  <a:lnTo>
                    <a:pt x="112" y="303"/>
                  </a:lnTo>
                  <a:lnTo>
                    <a:pt x="2318" y="3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9" name="oPE_MapPart_SLB_3_689" descr="Salomonen">
              <a:extLst>
                <a:ext uri="{FF2B5EF4-FFF2-40B4-BE49-F238E27FC236}">
                  <a16:creationId xmlns:a16="http://schemas.microsoft.com/office/drawing/2014/main" id="{62734CDE-1F37-40D1-2197-2C2C5A843B25}"/>
                </a:ext>
              </a:extLst>
            </p:cNvPr>
            <p:cNvSpPr/>
            <p:nvPr>
              <p:custDataLst>
                <p:tags r:id="rId689"/>
              </p:custDataLst>
            </p:nvPr>
          </p:nvSpPr>
          <p:spPr>
            <a:xfrm>
              <a:off x="9387043" y="4549115"/>
              <a:ext cx="29535" cy="20729"/>
            </a:xfrm>
            <a:custGeom>
              <a:avLst/>
              <a:gdLst/>
              <a:ahLst/>
              <a:cxnLst/>
              <a:rect l="0" t="0" r="0" b="0"/>
              <a:pathLst>
                <a:path w="29535" h="20729">
                  <a:moveTo>
                    <a:pt x="29534" y="20728"/>
                  </a:moveTo>
                  <a:lnTo>
                    <a:pt x="24637" y="17326"/>
                  </a:lnTo>
                  <a:lnTo>
                    <a:pt x="10094" y="10376"/>
                  </a:lnTo>
                  <a:lnTo>
                    <a:pt x="2879" y="4488"/>
                  </a:lnTo>
                  <a:lnTo>
                    <a:pt x="2244" y="2225"/>
                  </a:lnTo>
                  <a:lnTo>
                    <a:pt x="0" y="0"/>
                  </a:lnTo>
                  <a:lnTo>
                    <a:pt x="5757" y="1244"/>
                  </a:lnTo>
                  <a:lnTo>
                    <a:pt x="13534" y="7507"/>
                  </a:lnTo>
                  <a:lnTo>
                    <a:pt x="15365" y="7621"/>
                  </a:lnTo>
                  <a:lnTo>
                    <a:pt x="20225" y="10149"/>
                  </a:lnTo>
                  <a:lnTo>
                    <a:pt x="28787" y="16382"/>
                  </a:lnTo>
                  <a:lnTo>
                    <a:pt x="27740" y="18044"/>
                  </a:lnTo>
                  <a:lnTo>
                    <a:pt x="28899" y="192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0" name="oPE_MapPart_SLB_4_690" descr="Salomonen">
              <a:extLst>
                <a:ext uri="{FF2B5EF4-FFF2-40B4-BE49-F238E27FC236}">
                  <a16:creationId xmlns:a16="http://schemas.microsoft.com/office/drawing/2014/main" id="{CA7E5C93-DAB1-2BC3-CAD1-6F40EF6EC665}"/>
                </a:ext>
              </a:extLst>
            </p:cNvPr>
            <p:cNvSpPr/>
            <p:nvPr>
              <p:custDataLst>
                <p:tags r:id="rId690"/>
              </p:custDataLst>
            </p:nvPr>
          </p:nvSpPr>
          <p:spPr>
            <a:xfrm>
              <a:off x="9445961" y="4605006"/>
              <a:ext cx="22395" cy="13119"/>
            </a:xfrm>
            <a:custGeom>
              <a:avLst/>
              <a:gdLst/>
              <a:ahLst/>
              <a:cxnLst/>
              <a:rect l="0" t="0" r="0" b="0"/>
              <a:pathLst>
                <a:path w="22395" h="13119">
                  <a:moveTo>
                    <a:pt x="8749" y="3875"/>
                  </a:moveTo>
                  <a:lnTo>
                    <a:pt x="11366" y="5092"/>
                  </a:lnTo>
                  <a:lnTo>
                    <a:pt x="16861" y="5282"/>
                  </a:lnTo>
                  <a:lnTo>
                    <a:pt x="20637" y="10682"/>
                  </a:lnTo>
                  <a:lnTo>
                    <a:pt x="20637" y="12090"/>
                  </a:lnTo>
                  <a:lnTo>
                    <a:pt x="22394" y="13080"/>
                  </a:lnTo>
                  <a:lnTo>
                    <a:pt x="17235" y="13118"/>
                  </a:lnTo>
                  <a:lnTo>
                    <a:pt x="12711" y="11824"/>
                  </a:lnTo>
                  <a:lnTo>
                    <a:pt x="5047" y="7640"/>
                  </a:lnTo>
                  <a:lnTo>
                    <a:pt x="4001" y="3306"/>
                  </a:lnTo>
                  <a:lnTo>
                    <a:pt x="0" y="2583"/>
                  </a:lnTo>
                  <a:lnTo>
                    <a:pt x="224" y="0"/>
                  </a:lnTo>
                  <a:lnTo>
                    <a:pt x="3776" y="721"/>
                  </a:lnTo>
                  <a:lnTo>
                    <a:pt x="8374" y="35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1" name="oPE_MapPart_SLB_5_691" descr="Salomonen">
              <a:extLst>
                <a:ext uri="{FF2B5EF4-FFF2-40B4-BE49-F238E27FC236}">
                  <a16:creationId xmlns:a16="http://schemas.microsoft.com/office/drawing/2014/main" id="{2F97B25D-4E6E-24D6-FABE-783418B72E39}"/>
                </a:ext>
              </a:extLst>
            </p:cNvPr>
            <p:cNvSpPr/>
            <p:nvPr>
              <p:custDataLst>
                <p:tags r:id="rId691"/>
              </p:custDataLst>
            </p:nvPr>
          </p:nvSpPr>
          <p:spPr>
            <a:xfrm>
              <a:off x="9345509" y="4529525"/>
              <a:ext cx="22020" cy="17064"/>
            </a:xfrm>
            <a:custGeom>
              <a:avLst/>
              <a:gdLst/>
              <a:ahLst/>
              <a:cxnLst/>
              <a:rect l="0" t="0" r="0" b="0"/>
              <a:pathLst>
                <a:path w="22020" h="17064">
                  <a:moveTo>
                    <a:pt x="21384" y="15065"/>
                  </a:moveTo>
                  <a:lnTo>
                    <a:pt x="22019" y="15819"/>
                  </a:lnTo>
                  <a:lnTo>
                    <a:pt x="20412" y="17063"/>
                  </a:lnTo>
                  <a:lnTo>
                    <a:pt x="18319" y="16384"/>
                  </a:lnTo>
                  <a:lnTo>
                    <a:pt x="17795" y="15329"/>
                  </a:lnTo>
                  <a:lnTo>
                    <a:pt x="13383" y="14952"/>
                  </a:lnTo>
                  <a:lnTo>
                    <a:pt x="9271" y="11937"/>
                  </a:lnTo>
                  <a:lnTo>
                    <a:pt x="4935" y="6287"/>
                  </a:lnTo>
                  <a:lnTo>
                    <a:pt x="0" y="2221"/>
                  </a:lnTo>
                  <a:lnTo>
                    <a:pt x="448" y="0"/>
                  </a:lnTo>
                  <a:lnTo>
                    <a:pt x="3028" y="640"/>
                  </a:lnTo>
                  <a:lnTo>
                    <a:pt x="11888" y="5911"/>
                  </a:lnTo>
                  <a:lnTo>
                    <a:pt x="13383" y="7266"/>
                  </a:lnTo>
                  <a:lnTo>
                    <a:pt x="15290" y="11523"/>
                  </a:lnTo>
                  <a:lnTo>
                    <a:pt x="18243" y="14048"/>
                  </a:lnTo>
                  <a:lnTo>
                    <a:pt x="20636" y="147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2" name="oPE_MapPart_SLB_6_692" descr="Salomonen">
              <a:extLst>
                <a:ext uri="{FF2B5EF4-FFF2-40B4-BE49-F238E27FC236}">
                  <a16:creationId xmlns:a16="http://schemas.microsoft.com/office/drawing/2014/main" id="{CAF8202E-C3E4-CBAC-6F41-5248CC1D7FC4}"/>
                </a:ext>
              </a:extLst>
            </p:cNvPr>
            <p:cNvSpPr/>
            <p:nvPr>
              <p:custDataLst>
                <p:tags r:id="rId692"/>
              </p:custDataLst>
            </p:nvPr>
          </p:nvSpPr>
          <p:spPr>
            <a:xfrm>
              <a:off x="9361509" y="4557906"/>
              <a:ext cx="13909" cy="13563"/>
            </a:xfrm>
            <a:custGeom>
              <a:avLst/>
              <a:gdLst/>
              <a:ahLst/>
              <a:cxnLst/>
              <a:rect l="0" t="0" r="0" b="0"/>
              <a:pathLst>
                <a:path w="13909" h="13563">
                  <a:moveTo>
                    <a:pt x="11103" y="5815"/>
                  </a:moveTo>
                  <a:lnTo>
                    <a:pt x="13908" y="11369"/>
                  </a:lnTo>
                  <a:lnTo>
                    <a:pt x="13646" y="12693"/>
                  </a:lnTo>
                  <a:lnTo>
                    <a:pt x="12263" y="13562"/>
                  </a:lnTo>
                  <a:lnTo>
                    <a:pt x="10805" y="11710"/>
                  </a:lnTo>
                  <a:lnTo>
                    <a:pt x="7477" y="10085"/>
                  </a:lnTo>
                  <a:lnTo>
                    <a:pt x="6842" y="6381"/>
                  </a:lnTo>
                  <a:lnTo>
                    <a:pt x="2543" y="6494"/>
                  </a:lnTo>
                  <a:lnTo>
                    <a:pt x="1533" y="7742"/>
                  </a:lnTo>
                  <a:lnTo>
                    <a:pt x="75" y="7326"/>
                  </a:lnTo>
                  <a:lnTo>
                    <a:pt x="0" y="5173"/>
                  </a:lnTo>
                  <a:lnTo>
                    <a:pt x="1944" y="4116"/>
                  </a:lnTo>
                  <a:lnTo>
                    <a:pt x="4263" y="415"/>
                  </a:lnTo>
                  <a:lnTo>
                    <a:pt x="5459" y="0"/>
                  </a:lnTo>
                  <a:lnTo>
                    <a:pt x="7702" y="868"/>
                  </a:lnTo>
                  <a:lnTo>
                    <a:pt x="8786" y="528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3" name="oPE_MapPart_SLB_7_693" descr="Salomonen">
              <a:extLst>
                <a:ext uri="{FF2B5EF4-FFF2-40B4-BE49-F238E27FC236}">
                  <a16:creationId xmlns:a16="http://schemas.microsoft.com/office/drawing/2014/main" id="{00BE9D95-8443-CE24-AFC5-0E92BBFFAAB2}"/>
                </a:ext>
              </a:extLst>
            </p:cNvPr>
            <p:cNvSpPr/>
            <p:nvPr>
              <p:custDataLst>
                <p:tags r:id="rId693"/>
              </p:custDataLst>
            </p:nvPr>
          </p:nvSpPr>
          <p:spPr>
            <a:xfrm>
              <a:off x="9346443" y="4549718"/>
              <a:ext cx="6357" cy="7320"/>
            </a:xfrm>
            <a:custGeom>
              <a:avLst/>
              <a:gdLst/>
              <a:ahLst/>
              <a:cxnLst/>
              <a:rect l="0" t="0" r="0" b="0"/>
              <a:pathLst>
                <a:path w="6357" h="7320">
                  <a:moveTo>
                    <a:pt x="3851" y="7319"/>
                  </a:moveTo>
                  <a:lnTo>
                    <a:pt x="2244" y="6112"/>
                  </a:lnTo>
                  <a:lnTo>
                    <a:pt x="2281" y="4866"/>
                  </a:lnTo>
                  <a:lnTo>
                    <a:pt x="188" y="2791"/>
                  </a:lnTo>
                  <a:lnTo>
                    <a:pt x="0" y="1396"/>
                  </a:lnTo>
                  <a:lnTo>
                    <a:pt x="1197" y="0"/>
                  </a:lnTo>
                  <a:lnTo>
                    <a:pt x="6356" y="3093"/>
                  </a:lnTo>
                  <a:lnTo>
                    <a:pt x="4262" y="633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4" name="oPE_MapPart_SLB_8_694" descr="Salomonen">
              <a:extLst>
                <a:ext uri="{FF2B5EF4-FFF2-40B4-BE49-F238E27FC236}">
                  <a16:creationId xmlns:a16="http://schemas.microsoft.com/office/drawing/2014/main" id="{5FACC934-BA58-A07B-5D5C-2E042E3EF695}"/>
                </a:ext>
              </a:extLst>
            </p:cNvPr>
            <p:cNvSpPr/>
            <p:nvPr>
              <p:custDataLst>
                <p:tags r:id="rId694"/>
              </p:custDataLst>
            </p:nvPr>
          </p:nvSpPr>
          <p:spPr>
            <a:xfrm>
              <a:off x="9355902" y="4555603"/>
              <a:ext cx="4861" cy="5513"/>
            </a:xfrm>
            <a:custGeom>
              <a:avLst/>
              <a:gdLst/>
              <a:ahLst/>
              <a:cxnLst/>
              <a:rect l="0" t="0" r="0" b="0"/>
              <a:pathLst>
                <a:path w="4861" h="5513">
                  <a:moveTo>
                    <a:pt x="4449" y="5323"/>
                  </a:moveTo>
                  <a:lnTo>
                    <a:pt x="1720" y="5512"/>
                  </a:lnTo>
                  <a:lnTo>
                    <a:pt x="0" y="3322"/>
                  </a:lnTo>
                  <a:lnTo>
                    <a:pt x="0" y="1737"/>
                  </a:lnTo>
                  <a:lnTo>
                    <a:pt x="1383" y="265"/>
                  </a:lnTo>
                  <a:lnTo>
                    <a:pt x="2990" y="0"/>
                  </a:lnTo>
                  <a:lnTo>
                    <a:pt x="4748" y="1812"/>
                  </a:lnTo>
                  <a:lnTo>
                    <a:pt x="4860" y="47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5" name="oPE_MapPart_SLB_9_695" descr="Salomonen">
              <a:extLst>
                <a:ext uri="{FF2B5EF4-FFF2-40B4-BE49-F238E27FC236}">
                  <a16:creationId xmlns:a16="http://schemas.microsoft.com/office/drawing/2014/main" id="{39C44454-0B10-60AC-CA45-51C8ED67F06D}"/>
                </a:ext>
              </a:extLst>
            </p:cNvPr>
            <p:cNvSpPr/>
            <p:nvPr>
              <p:custDataLst>
                <p:tags r:id="rId695"/>
              </p:custDataLst>
            </p:nvPr>
          </p:nvSpPr>
          <p:spPr>
            <a:xfrm>
              <a:off x="9419082" y="4631803"/>
              <a:ext cx="11963" cy="7292"/>
            </a:xfrm>
            <a:custGeom>
              <a:avLst/>
              <a:gdLst/>
              <a:ahLst/>
              <a:cxnLst/>
              <a:rect l="0" t="0" r="0" b="0"/>
              <a:pathLst>
                <a:path w="11963" h="7292">
                  <a:moveTo>
                    <a:pt x="11962" y="6909"/>
                  </a:moveTo>
                  <a:lnTo>
                    <a:pt x="9197" y="7291"/>
                  </a:lnTo>
                  <a:lnTo>
                    <a:pt x="5608" y="4083"/>
                  </a:lnTo>
                  <a:lnTo>
                    <a:pt x="75" y="2289"/>
                  </a:lnTo>
                  <a:lnTo>
                    <a:pt x="0" y="0"/>
                  </a:lnTo>
                  <a:lnTo>
                    <a:pt x="1607" y="458"/>
                  </a:lnTo>
                  <a:lnTo>
                    <a:pt x="11141" y="61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6" name="oPE_MapPart_SLB_10_696" descr="Salomonen">
              <a:extLst>
                <a:ext uri="{FF2B5EF4-FFF2-40B4-BE49-F238E27FC236}">
                  <a16:creationId xmlns:a16="http://schemas.microsoft.com/office/drawing/2014/main" id="{DE06AF7A-CFE8-72E0-ECF6-2CE2D29003A0}"/>
                </a:ext>
              </a:extLst>
            </p:cNvPr>
            <p:cNvSpPr/>
            <p:nvPr>
              <p:custDataLst>
                <p:tags r:id="rId696"/>
              </p:custDataLst>
            </p:nvPr>
          </p:nvSpPr>
          <p:spPr>
            <a:xfrm>
              <a:off x="9375042" y="4569313"/>
              <a:ext cx="5236" cy="5333"/>
            </a:xfrm>
            <a:custGeom>
              <a:avLst/>
              <a:gdLst/>
              <a:ahLst/>
              <a:cxnLst/>
              <a:rect l="0" t="0" r="0" b="0"/>
              <a:pathLst>
                <a:path w="5236" h="5333">
                  <a:moveTo>
                    <a:pt x="4748" y="3706"/>
                  </a:moveTo>
                  <a:lnTo>
                    <a:pt x="2693" y="5332"/>
                  </a:lnTo>
                  <a:lnTo>
                    <a:pt x="0" y="3365"/>
                  </a:lnTo>
                  <a:lnTo>
                    <a:pt x="599" y="1210"/>
                  </a:lnTo>
                  <a:lnTo>
                    <a:pt x="2468" y="0"/>
                  </a:lnTo>
                  <a:lnTo>
                    <a:pt x="5235" y="1021"/>
                  </a:lnTo>
                  <a:lnTo>
                    <a:pt x="3927" y="2042"/>
                  </a:lnTo>
                  <a:lnTo>
                    <a:pt x="4637" y="291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7" name="oPE_MapPart_SLB_11_697" descr="Salomonen">
              <a:extLst>
                <a:ext uri="{FF2B5EF4-FFF2-40B4-BE49-F238E27FC236}">
                  <a16:creationId xmlns:a16="http://schemas.microsoft.com/office/drawing/2014/main" id="{8B35642B-8938-9F3B-D981-F5D7EEBCFF6D}"/>
                </a:ext>
              </a:extLst>
            </p:cNvPr>
            <p:cNvSpPr/>
            <p:nvPr>
              <p:custDataLst>
                <p:tags r:id="rId697"/>
              </p:custDataLst>
            </p:nvPr>
          </p:nvSpPr>
          <p:spPr>
            <a:xfrm>
              <a:off x="9539348" y="4614928"/>
              <a:ext cx="7703" cy="3768"/>
            </a:xfrm>
            <a:custGeom>
              <a:avLst/>
              <a:gdLst/>
              <a:ahLst/>
              <a:cxnLst/>
              <a:rect l="0" t="0" r="0" b="0"/>
              <a:pathLst>
                <a:path w="7703" h="3768">
                  <a:moveTo>
                    <a:pt x="7103" y="1788"/>
                  </a:moveTo>
                  <a:lnTo>
                    <a:pt x="3701" y="2244"/>
                  </a:lnTo>
                  <a:lnTo>
                    <a:pt x="2356" y="3767"/>
                  </a:lnTo>
                  <a:lnTo>
                    <a:pt x="598" y="3576"/>
                  </a:lnTo>
                  <a:lnTo>
                    <a:pt x="0" y="2358"/>
                  </a:lnTo>
                  <a:lnTo>
                    <a:pt x="2468" y="0"/>
                  </a:lnTo>
                  <a:lnTo>
                    <a:pt x="6954" y="114"/>
                  </a:lnTo>
                  <a:lnTo>
                    <a:pt x="7702" y="418"/>
                  </a:lnTo>
                  <a:lnTo>
                    <a:pt x="7029" y="152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8" name="oPE_MapPart_SLB_12_698" descr="Salomonen">
              <a:extLst>
                <a:ext uri="{FF2B5EF4-FFF2-40B4-BE49-F238E27FC236}">
                  <a16:creationId xmlns:a16="http://schemas.microsoft.com/office/drawing/2014/main" id="{6B64B9F4-466F-1A27-A11E-92ED89D6360D}"/>
                </a:ext>
              </a:extLst>
            </p:cNvPr>
            <p:cNvSpPr/>
            <p:nvPr>
              <p:custDataLst>
                <p:tags r:id="rId698"/>
              </p:custDataLst>
            </p:nvPr>
          </p:nvSpPr>
          <p:spPr>
            <a:xfrm>
              <a:off x="9447419" y="4587062"/>
              <a:ext cx="3927" cy="8796"/>
            </a:xfrm>
            <a:custGeom>
              <a:avLst/>
              <a:gdLst/>
              <a:ahLst/>
              <a:cxnLst/>
              <a:rect l="0" t="0" r="0" b="0"/>
              <a:pathLst>
                <a:path w="3927" h="8796">
                  <a:moveTo>
                    <a:pt x="3814" y="5762"/>
                  </a:moveTo>
                  <a:lnTo>
                    <a:pt x="3926" y="8795"/>
                  </a:lnTo>
                  <a:lnTo>
                    <a:pt x="2355" y="7127"/>
                  </a:lnTo>
                  <a:lnTo>
                    <a:pt x="1608" y="7696"/>
                  </a:lnTo>
                  <a:lnTo>
                    <a:pt x="935" y="6937"/>
                  </a:lnTo>
                  <a:lnTo>
                    <a:pt x="1085" y="3373"/>
                  </a:lnTo>
                  <a:lnTo>
                    <a:pt x="0" y="0"/>
                  </a:lnTo>
                  <a:lnTo>
                    <a:pt x="860" y="3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9" name="oPE_MapPart_SLB_13_699" descr="Salomonen">
              <a:extLst>
                <a:ext uri="{FF2B5EF4-FFF2-40B4-BE49-F238E27FC236}">
                  <a16:creationId xmlns:a16="http://schemas.microsoft.com/office/drawing/2014/main" id="{90DE638E-DD3D-B5F3-A0A1-1A119FBE0579}"/>
                </a:ext>
              </a:extLst>
            </p:cNvPr>
            <p:cNvSpPr/>
            <p:nvPr>
              <p:custDataLst>
                <p:tags r:id="rId699"/>
              </p:custDataLst>
            </p:nvPr>
          </p:nvSpPr>
          <p:spPr>
            <a:xfrm>
              <a:off x="9421064" y="4579564"/>
              <a:ext cx="6468" cy="3901"/>
            </a:xfrm>
            <a:custGeom>
              <a:avLst/>
              <a:gdLst/>
              <a:ahLst/>
              <a:cxnLst/>
              <a:rect l="0" t="0" r="0" b="0"/>
              <a:pathLst>
                <a:path w="6468" h="3901">
                  <a:moveTo>
                    <a:pt x="1495" y="0"/>
                  </a:moveTo>
                  <a:lnTo>
                    <a:pt x="3289" y="227"/>
                  </a:lnTo>
                  <a:lnTo>
                    <a:pt x="6467" y="3028"/>
                  </a:lnTo>
                  <a:lnTo>
                    <a:pt x="5719" y="3900"/>
                  </a:lnTo>
                  <a:lnTo>
                    <a:pt x="187" y="1779"/>
                  </a:lnTo>
                  <a:lnTo>
                    <a:pt x="0" y="7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0" name="oPE_MapPart_SLB_14_700" descr="Salomonen">
              <a:extLst>
                <a:ext uri="{FF2B5EF4-FFF2-40B4-BE49-F238E27FC236}">
                  <a16:creationId xmlns:a16="http://schemas.microsoft.com/office/drawing/2014/main" id="{2EDE8709-7E86-85F3-9237-717890954747}"/>
                </a:ext>
              </a:extLst>
            </p:cNvPr>
            <p:cNvSpPr/>
            <p:nvPr>
              <p:custDataLst>
                <p:tags r:id="rId700"/>
              </p:custDataLst>
            </p:nvPr>
          </p:nvSpPr>
          <p:spPr>
            <a:xfrm>
              <a:off x="9361173" y="4567462"/>
              <a:ext cx="4151" cy="6163"/>
            </a:xfrm>
            <a:custGeom>
              <a:avLst/>
              <a:gdLst/>
              <a:ahLst/>
              <a:cxnLst/>
              <a:rect l="0" t="0" r="0" b="0"/>
              <a:pathLst>
                <a:path w="4151" h="6163">
                  <a:moveTo>
                    <a:pt x="3664" y="6162"/>
                  </a:moveTo>
                  <a:lnTo>
                    <a:pt x="0" y="3023"/>
                  </a:lnTo>
                  <a:lnTo>
                    <a:pt x="3477" y="0"/>
                  </a:lnTo>
                  <a:lnTo>
                    <a:pt x="4150" y="1134"/>
                  </a:lnTo>
                  <a:lnTo>
                    <a:pt x="2505" y="483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1" name="oPE_MapPart_SLB_15_701" descr="Salomonen">
              <a:extLst>
                <a:ext uri="{FF2B5EF4-FFF2-40B4-BE49-F238E27FC236}">
                  <a16:creationId xmlns:a16="http://schemas.microsoft.com/office/drawing/2014/main" id="{C39A469C-6C02-A231-DC32-E1C02CFC245E}"/>
                </a:ext>
              </a:extLst>
            </p:cNvPr>
            <p:cNvSpPr/>
            <p:nvPr>
              <p:custDataLst>
                <p:tags r:id="rId701"/>
              </p:custDataLst>
            </p:nvPr>
          </p:nvSpPr>
          <p:spPr>
            <a:xfrm>
              <a:off x="9399081" y="4579489"/>
              <a:ext cx="4076" cy="2764"/>
            </a:xfrm>
            <a:custGeom>
              <a:avLst/>
              <a:gdLst/>
              <a:ahLst/>
              <a:cxnLst/>
              <a:rect l="0" t="0" r="0" b="0"/>
              <a:pathLst>
                <a:path w="4076" h="2764">
                  <a:moveTo>
                    <a:pt x="3140" y="2763"/>
                  </a:moveTo>
                  <a:lnTo>
                    <a:pt x="710" y="2460"/>
                  </a:lnTo>
                  <a:lnTo>
                    <a:pt x="0" y="1741"/>
                  </a:lnTo>
                  <a:lnTo>
                    <a:pt x="823" y="681"/>
                  </a:lnTo>
                  <a:lnTo>
                    <a:pt x="1907" y="0"/>
                  </a:lnTo>
                  <a:lnTo>
                    <a:pt x="3963" y="794"/>
                  </a:lnTo>
                  <a:lnTo>
                    <a:pt x="4075" y="211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2" name="oPE_MapPart_SLB_16_702" descr="Salomonen">
              <a:extLst>
                <a:ext uri="{FF2B5EF4-FFF2-40B4-BE49-F238E27FC236}">
                  <a16:creationId xmlns:a16="http://schemas.microsoft.com/office/drawing/2014/main" id="{F0DDC74E-8708-FD44-39D0-8B9A8F124896}"/>
                </a:ext>
              </a:extLst>
            </p:cNvPr>
            <p:cNvSpPr/>
            <p:nvPr>
              <p:custDataLst>
                <p:tags r:id="rId702"/>
              </p:custDataLst>
            </p:nvPr>
          </p:nvSpPr>
          <p:spPr>
            <a:xfrm>
              <a:off x="9329321" y="4537130"/>
              <a:ext cx="3852" cy="3090"/>
            </a:xfrm>
            <a:custGeom>
              <a:avLst/>
              <a:gdLst/>
              <a:ahLst/>
              <a:cxnLst/>
              <a:rect l="0" t="0" r="0" b="0"/>
              <a:pathLst>
                <a:path w="3852" h="3090">
                  <a:moveTo>
                    <a:pt x="3365" y="2599"/>
                  </a:moveTo>
                  <a:lnTo>
                    <a:pt x="1271" y="3089"/>
                  </a:lnTo>
                  <a:lnTo>
                    <a:pt x="0" y="2411"/>
                  </a:lnTo>
                  <a:lnTo>
                    <a:pt x="561" y="829"/>
                  </a:lnTo>
                  <a:lnTo>
                    <a:pt x="1271" y="0"/>
                  </a:lnTo>
                  <a:lnTo>
                    <a:pt x="3851" y="146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3" name="oPE_MapPart_SOM_1_703" descr="Somalia">
              <a:extLst>
                <a:ext uri="{FF2B5EF4-FFF2-40B4-BE49-F238E27FC236}">
                  <a16:creationId xmlns:a16="http://schemas.microsoft.com/office/drawing/2014/main" id="{529A3279-0AA8-165E-93A8-E47EB8F58315}"/>
                </a:ext>
              </a:extLst>
            </p:cNvPr>
            <p:cNvSpPr/>
            <p:nvPr>
              <p:custDataLst>
                <p:tags r:id="rId703"/>
              </p:custDataLst>
            </p:nvPr>
          </p:nvSpPr>
          <p:spPr>
            <a:xfrm>
              <a:off x="6946799" y="4141201"/>
              <a:ext cx="216534" cy="285965"/>
            </a:xfrm>
            <a:custGeom>
              <a:avLst/>
              <a:gdLst/>
              <a:ahLst/>
              <a:cxnLst/>
              <a:rect l="0" t="0" r="0" b="0"/>
              <a:pathLst>
                <a:path w="216534" h="285965">
                  <a:moveTo>
                    <a:pt x="11813" y="285964"/>
                  </a:moveTo>
                  <a:lnTo>
                    <a:pt x="11589" y="283383"/>
                  </a:lnTo>
                  <a:lnTo>
                    <a:pt x="299" y="268837"/>
                  </a:lnTo>
                  <a:lnTo>
                    <a:pt x="0" y="192249"/>
                  </a:lnTo>
                  <a:lnTo>
                    <a:pt x="7851" y="184200"/>
                  </a:lnTo>
                  <a:lnTo>
                    <a:pt x="19739" y="166931"/>
                  </a:lnTo>
                  <a:lnTo>
                    <a:pt x="22020" y="164720"/>
                  </a:lnTo>
                  <a:lnTo>
                    <a:pt x="26244" y="163408"/>
                  </a:lnTo>
                  <a:lnTo>
                    <a:pt x="37946" y="161534"/>
                  </a:lnTo>
                  <a:lnTo>
                    <a:pt x="44900" y="154184"/>
                  </a:lnTo>
                  <a:lnTo>
                    <a:pt x="54395" y="149795"/>
                  </a:lnTo>
                  <a:lnTo>
                    <a:pt x="63629" y="147769"/>
                  </a:lnTo>
                  <a:lnTo>
                    <a:pt x="82583" y="148595"/>
                  </a:lnTo>
                  <a:lnTo>
                    <a:pt x="113388" y="115493"/>
                  </a:lnTo>
                  <a:lnTo>
                    <a:pt x="145687" y="84101"/>
                  </a:lnTo>
                  <a:lnTo>
                    <a:pt x="165614" y="53539"/>
                  </a:lnTo>
                  <a:lnTo>
                    <a:pt x="165614" y="15382"/>
                  </a:lnTo>
                  <a:lnTo>
                    <a:pt x="174960" y="13590"/>
                  </a:lnTo>
                  <a:lnTo>
                    <a:pt x="180231" y="11302"/>
                  </a:lnTo>
                  <a:lnTo>
                    <a:pt x="189951" y="9661"/>
                  </a:lnTo>
                  <a:lnTo>
                    <a:pt x="197354" y="5463"/>
                  </a:lnTo>
                  <a:lnTo>
                    <a:pt x="200868" y="880"/>
                  </a:lnTo>
                  <a:lnTo>
                    <a:pt x="204120" y="0"/>
                  </a:lnTo>
                  <a:lnTo>
                    <a:pt x="213728" y="3248"/>
                  </a:lnTo>
                  <a:lnTo>
                    <a:pt x="210177" y="13742"/>
                  </a:lnTo>
                  <a:lnTo>
                    <a:pt x="211335" y="28138"/>
                  </a:lnTo>
                  <a:lnTo>
                    <a:pt x="210363" y="31675"/>
                  </a:lnTo>
                  <a:lnTo>
                    <a:pt x="209093" y="32587"/>
                  </a:lnTo>
                  <a:lnTo>
                    <a:pt x="212345" y="31865"/>
                  </a:lnTo>
                  <a:lnTo>
                    <a:pt x="212457" y="30268"/>
                  </a:lnTo>
                  <a:lnTo>
                    <a:pt x="216083" y="31941"/>
                  </a:lnTo>
                  <a:lnTo>
                    <a:pt x="216533" y="33081"/>
                  </a:lnTo>
                  <a:lnTo>
                    <a:pt x="216420" y="33842"/>
                  </a:lnTo>
                  <a:lnTo>
                    <a:pt x="212756" y="32892"/>
                  </a:lnTo>
                  <a:lnTo>
                    <a:pt x="206961" y="34906"/>
                  </a:lnTo>
                  <a:lnTo>
                    <a:pt x="204793" y="54032"/>
                  </a:lnTo>
                  <a:lnTo>
                    <a:pt x="196606" y="66300"/>
                  </a:lnTo>
                  <a:lnTo>
                    <a:pt x="189803" y="79871"/>
                  </a:lnTo>
                  <a:lnTo>
                    <a:pt x="184606" y="84818"/>
                  </a:lnTo>
                  <a:lnTo>
                    <a:pt x="180830" y="95154"/>
                  </a:lnTo>
                  <a:lnTo>
                    <a:pt x="171783" y="109660"/>
                  </a:lnTo>
                  <a:lnTo>
                    <a:pt x="168829" y="117375"/>
                  </a:lnTo>
                  <a:lnTo>
                    <a:pt x="167933" y="122264"/>
                  </a:lnTo>
                  <a:lnTo>
                    <a:pt x="159595" y="136469"/>
                  </a:lnTo>
                  <a:lnTo>
                    <a:pt x="150997" y="147769"/>
                  </a:lnTo>
                  <a:lnTo>
                    <a:pt x="145613" y="157259"/>
                  </a:lnTo>
                  <a:lnTo>
                    <a:pt x="122846" y="182478"/>
                  </a:lnTo>
                  <a:lnTo>
                    <a:pt x="105650" y="199322"/>
                  </a:lnTo>
                  <a:lnTo>
                    <a:pt x="100976" y="202765"/>
                  </a:lnTo>
                  <a:lnTo>
                    <a:pt x="82172" y="213127"/>
                  </a:lnTo>
                  <a:lnTo>
                    <a:pt x="69946" y="221841"/>
                  </a:lnTo>
                  <a:lnTo>
                    <a:pt x="52002" y="237844"/>
                  </a:lnTo>
                  <a:lnTo>
                    <a:pt x="21085" y="270968"/>
                  </a:lnTo>
                  <a:lnTo>
                    <a:pt x="13870" y="28353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4" name="oPE_MapPart_SOL_1_704" descr="Somaliland">
              <a:extLst>
                <a:ext uri="{FF2B5EF4-FFF2-40B4-BE49-F238E27FC236}">
                  <a16:creationId xmlns:a16="http://schemas.microsoft.com/office/drawing/2014/main" id="{8EA6C1CF-8B07-DD71-16D0-5A9AB64416B3}"/>
                </a:ext>
              </a:extLst>
            </p:cNvPr>
            <p:cNvSpPr/>
            <p:nvPr>
              <p:custDataLst>
                <p:tags r:id="rId704"/>
              </p:custDataLst>
            </p:nvPr>
          </p:nvSpPr>
          <p:spPr>
            <a:xfrm>
              <a:off x="6982016" y="4151473"/>
              <a:ext cx="130398" cy="73830"/>
            </a:xfrm>
            <a:custGeom>
              <a:avLst/>
              <a:gdLst/>
              <a:ahLst/>
              <a:cxnLst/>
              <a:rect l="0" t="0" r="0" b="0"/>
              <a:pathLst>
                <a:path w="130398" h="73830">
                  <a:moveTo>
                    <a:pt x="130397" y="5110"/>
                  </a:moveTo>
                  <a:lnTo>
                    <a:pt x="130397" y="43267"/>
                  </a:lnTo>
                  <a:lnTo>
                    <a:pt x="110470" y="73829"/>
                  </a:lnTo>
                  <a:lnTo>
                    <a:pt x="89686" y="73829"/>
                  </a:lnTo>
                  <a:lnTo>
                    <a:pt x="28300" y="53077"/>
                  </a:lnTo>
                  <a:lnTo>
                    <a:pt x="19963" y="45692"/>
                  </a:lnTo>
                  <a:lnTo>
                    <a:pt x="17084" y="44782"/>
                  </a:lnTo>
                  <a:lnTo>
                    <a:pt x="15253" y="42661"/>
                  </a:lnTo>
                  <a:lnTo>
                    <a:pt x="10841" y="34241"/>
                  </a:lnTo>
                  <a:lnTo>
                    <a:pt x="8486" y="33255"/>
                  </a:lnTo>
                  <a:lnTo>
                    <a:pt x="3776" y="27446"/>
                  </a:lnTo>
                  <a:lnTo>
                    <a:pt x="0" y="18589"/>
                  </a:lnTo>
                  <a:lnTo>
                    <a:pt x="12187" y="0"/>
                  </a:lnTo>
                  <a:lnTo>
                    <a:pt x="16225" y="3242"/>
                  </a:lnTo>
                  <a:lnTo>
                    <a:pt x="20188" y="9835"/>
                  </a:lnTo>
                  <a:lnTo>
                    <a:pt x="24786" y="15165"/>
                  </a:lnTo>
                  <a:lnTo>
                    <a:pt x="35852" y="22620"/>
                  </a:lnTo>
                  <a:lnTo>
                    <a:pt x="47403" y="22506"/>
                  </a:lnTo>
                  <a:lnTo>
                    <a:pt x="55628" y="17980"/>
                  </a:lnTo>
                  <a:lnTo>
                    <a:pt x="65572" y="14061"/>
                  </a:lnTo>
                  <a:lnTo>
                    <a:pt x="81087" y="15964"/>
                  </a:lnTo>
                  <a:lnTo>
                    <a:pt x="98546" y="6901"/>
                  </a:lnTo>
                  <a:lnTo>
                    <a:pt x="104938" y="8235"/>
                  </a:lnTo>
                  <a:lnTo>
                    <a:pt x="111294" y="7625"/>
                  </a:lnTo>
                  <a:lnTo>
                    <a:pt x="122808" y="3814"/>
                  </a:lnTo>
                  <a:lnTo>
                    <a:pt x="129649" y="518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5" name="oPE_MapPart_ZAF_1_705" descr="Südafrika">
              <a:extLst>
                <a:ext uri="{FF2B5EF4-FFF2-40B4-BE49-F238E27FC236}">
                  <a16:creationId xmlns:a16="http://schemas.microsoft.com/office/drawing/2014/main" id="{4A2895B6-2AD8-73A5-8867-7C5731428C81}"/>
                </a:ext>
              </a:extLst>
            </p:cNvPr>
            <p:cNvSpPr/>
            <p:nvPr>
              <p:custDataLst>
                <p:tags r:id="rId705"/>
              </p:custDataLst>
            </p:nvPr>
          </p:nvSpPr>
          <p:spPr>
            <a:xfrm>
              <a:off x="6437621" y="4863785"/>
              <a:ext cx="341397" cy="299584"/>
            </a:xfrm>
            <a:custGeom>
              <a:avLst/>
              <a:gdLst/>
              <a:ahLst/>
              <a:cxnLst/>
              <a:rect l="0" t="0" r="0" b="0"/>
              <a:pathLst>
                <a:path w="341397" h="299584">
                  <a:moveTo>
                    <a:pt x="268272" y="1090"/>
                  </a:moveTo>
                  <a:lnTo>
                    <a:pt x="274441" y="0"/>
                  </a:lnTo>
                  <a:lnTo>
                    <a:pt x="285393" y="3271"/>
                  </a:lnTo>
                  <a:lnTo>
                    <a:pt x="291002" y="4120"/>
                  </a:lnTo>
                  <a:lnTo>
                    <a:pt x="300497" y="3271"/>
                  </a:lnTo>
                  <a:lnTo>
                    <a:pt x="303750" y="3635"/>
                  </a:lnTo>
                  <a:lnTo>
                    <a:pt x="308198" y="5777"/>
                  </a:lnTo>
                  <a:lnTo>
                    <a:pt x="313283" y="25533"/>
                  </a:lnTo>
                  <a:lnTo>
                    <a:pt x="313545" y="30136"/>
                  </a:lnTo>
                  <a:lnTo>
                    <a:pt x="318815" y="39403"/>
                  </a:lnTo>
                  <a:lnTo>
                    <a:pt x="322704" y="52352"/>
                  </a:lnTo>
                  <a:lnTo>
                    <a:pt x="322666" y="79216"/>
                  </a:lnTo>
                  <a:lnTo>
                    <a:pt x="321358" y="82494"/>
                  </a:lnTo>
                  <a:lnTo>
                    <a:pt x="321918" y="86731"/>
                  </a:lnTo>
                  <a:lnTo>
                    <a:pt x="320311" y="87272"/>
                  </a:lnTo>
                  <a:lnTo>
                    <a:pt x="310853" y="81871"/>
                  </a:lnTo>
                  <a:lnTo>
                    <a:pt x="306516" y="84072"/>
                  </a:lnTo>
                  <a:lnTo>
                    <a:pt x="298142" y="97272"/>
                  </a:lnTo>
                  <a:lnTo>
                    <a:pt x="297955" y="105423"/>
                  </a:lnTo>
                  <a:lnTo>
                    <a:pt x="299786" y="106094"/>
                  </a:lnTo>
                  <a:lnTo>
                    <a:pt x="303526" y="113517"/>
                  </a:lnTo>
                  <a:lnTo>
                    <a:pt x="307899" y="116458"/>
                  </a:lnTo>
                  <a:lnTo>
                    <a:pt x="311975" y="117805"/>
                  </a:lnTo>
                  <a:lnTo>
                    <a:pt x="317657" y="118141"/>
                  </a:lnTo>
                  <a:lnTo>
                    <a:pt x="322143" y="118057"/>
                  </a:lnTo>
                  <a:lnTo>
                    <a:pt x="322890" y="106680"/>
                  </a:lnTo>
                  <a:lnTo>
                    <a:pt x="330330" y="107686"/>
                  </a:lnTo>
                  <a:lnTo>
                    <a:pt x="341396" y="107392"/>
                  </a:lnTo>
                  <a:lnTo>
                    <a:pt x="340649" y="112803"/>
                  </a:lnTo>
                  <a:lnTo>
                    <a:pt x="336648" y="125093"/>
                  </a:lnTo>
                  <a:lnTo>
                    <a:pt x="334106" y="139053"/>
                  </a:lnTo>
                  <a:lnTo>
                    <a:pt x="328947" y="148999"/>
                  </a:lnTo>
                  <a:lnTo>
                    <a:pt x="322069" y="155224"/>
                  </a:lnTo>
                  <a:lnTo>
                    <a:pt x="318405" y="156463"/>
                  </a:lnTo>
                  <a:lnTo>
                    <a:pt x="309170" y="166951"/>
                  </a:lnTo>
                  <a:lnTo>
                    <a:pt x="291263" y="199042"/>
                  </a:lnTo>
                  <a:lnTo>
                    <a:pt x="280870" y="213742"/>
                  </a:lnTo>
                  <a:lnTo>
                    <a:pt x="270701" y="222336"/>
                  </a:lnTo>
                  <a:lnTo>
                    <a:pt x="257692" y="237498"/>
                  </a:lnTo>
                  <a:lnTo>
                    <a:pt x="249243" y="245650"/>
                  </a:lnTo>
                  <a:lnTo>
                    <a:pt x="237018" y="256240"/>
                  </a:lnTo>
                  <a:lnTo>
                    <a:pt x="220756" y="267868"/>
                  </a:lnTo>
                  <a:lnTo>
                    <a:pt x="207297" y="273795"/>
                  </a:lnTo>
                  <a:lnTo>
                    <a:pt x="198176" y="272627"/>
                  </a:lnTo>
                  <a:lnTo>
                    <a:pt x="194363" y="273256"/>
                  </a:lnTo>
                  <a:lnTo>
                    <a:pt x="191148" y="276045"/>
                  </a:lnTo>
                  <a:lnTo>
                    <a:pt x="190848" y="280100"/>
                  </a:lnTo>
                  <a:lnTo>
                    <a:pt x="189540" y="280732"/>
                  </a:lnTo>
                  <a:lnTo>
                    <a:pt x="181128" y="278838"/>
                  </a:lnTo>
                  <a:lnTo>
                    <a:pt x="177689" y="279153"/>
                  </a:lnTo>
                  <a:lnTo>
                    <a:pt x="174025" y="284073"/>
                  </a:lnTo>
                  <a:lnTo>
                    <a:pt x="169202" y="284209"/>
                  </a:lnTo>
                  <a:lnTo>
                    <a:pt x="160641" y="281363"/>
                  </a:lnTo>
                  <a:lnTo>
                    <a:pt x="150547" y="279649"/>
                  </a:lnTo>
                  <a:lnTo>
                    <a:pt x="148230" y="279469"/>
                  </a:lnTo>
                  <a:lnTo>
                    <a:pt x="141650" y="281860"/>
                  </a:lnTo>
                  <a:lnTo>
                    <a:pt x="126809" y="280055"/>
                  </a:lnTo>
                  <a:lnTo>
                    <a:pt x="120416" y="281544"/>
                  </a:lnTo>
                  <a:lnTo>
                    <a:pt x="110920" y="289185"/>
                  </a:lnTo>
                  <a:lnTo>
                    <a:pt x="101798" y="290091"/>
                  </a:lnTo>
                  <a:lnTo>
                    <a:pt x="94321" y="289049"/>
                  </a:lnTo>
                  <a:lnTo>
                    <a:pt x="89872" y="290861"/>
                  </a:lnTo>
                  <a:lnTo>
                    <a:pt x="84751" y="291451"/>
                  </a:lnTo>
                  <a:lnTo>
                    <a:pt x="74208" y="299583"/>
                  </a:lnTo>
                  <a:lnTo>
                    <a:pt x="66170" y="298763"/>
                  </a:lnTo>
                  <a:lnTo>
                    <a:pt x="61124" y="295036"/>
                  </a:lnTo>
                  <a:lnTo>
                    <a:pt x="59180" y="295309"/>
                  </a:lnTo>
                  <a:lnTo>
                    <a:pt x="59853" y="292176"/>
                  </a:lnTo>
                  <a:lnTo>
                    <a:pt x="58058" y="290182"/>
                  </a:lnTo>
                  <a:lnTo>
                    <a:pt x="56076" y="290272"/>
                  </a:lnTo>
                  <a:lnTo>
                    <a:pt x="55030" y="288596"/>
                  </a:lnTo>
                  <a:lnTo>
                    <a:pt x="49497" y="288959"/>
                  </a:lnTo>
                  <a:lnTo>
                    <a:pt x="49011" y="282537"/>
                  </a:lnTo>
                  <a:lnTo>
                    <a:pt x="47852" y="281906"/>
                  </a:lnTo>
                  <a:lnTo>
                    <a:pt x="43328" y="281995"/>
                  </a:lnTo>
                  <a:lnTo>
                    <a:pt x="41834" y="284027"/>
                  </a:lnTo>
                  <a:lnTo>
                    <a:pt x="41796" y="288551"/>
                  </a:lnTo>
                  <a:lnTo>
                    <a:pt x="40749" y="287238"/>
                  </a:lnTo>
                  <a:lnTo>
                    <a:pt x="39141" y="281679"/>
                  </a:lnTo>
                  <a:lnTo>
                    <a:pt x="39590" y="278297"/>
                  </a:lnTo>
                  <a:lnTo>
                    <a:pt x="41870" y="277036"/>
                  </a:lnTo>
                  <a:lnTo>
                    <a:pt x="41235" y="272762"/>
                  </a:lnTo>
                  <a:lnTo>
                    <a:pt x="37646" y="265403"/>
                  </a:lnTo>
                  <a:lnTo>
                    <a:pt x="35478" y="263836"/>
                  </a:lnTo>
                  <a:lnTo>
                    <a:pt x="33795" y="260080"/>
                  </a:lnTo>
                  <a:lnTo>
                    <a:pt x="32076" y="258695"/>
                  </a:lnTo>
                  <a:lnTo>
                    <a:pt x="29683" y="253967"/>
                  </a:lnTo>
                  <a:lnTo>
                    <a:pt x="29122" y="250628"/>
                  </a:lnTo>
                  <a:lnTo>
                    <a:pt x="31515" y="247693"/>
                  </a:lnTo>
                  <a:lnTo>
                    <a:pt x="32973" y="249338"/>
                  </a:lnTo>
                  <a:lnTo>
                    <a:pt x="34805" y="248715"/>
                  </a:lnTo>
                  <a:lnTo>
                    <a:pt x="37422" y="246317"/>
                  </a:lnTo>
                  <a:lnTo>
                    <a:pt x="38992" y="242679"/>
                  </a:lnTo>
                  <a:lnTo>
                    <a:pt x="38693" y="233301"/>
                  </a:lnTo>
                  <a:lnTo>
                    <a:pt x="36599" y="224006"/>
                  </a:lnTo>
                  <a:lnTo>
                    <a:pt x="25533" y="206402"/>
                  </a:lnTo>
                  <a:lnTo>
                    <a:pt x="18655" y="192528"/>
                  </a:lnTo>
                  <a:lnTo>
                    <a:pt x="10430" y="167552"/>
                  </a:lnTo>
                  <a:lnTo>
                    <a:pt x="6056" y="158172"/>
                  </a:lnTo>
                  <a:lnTo>
                    <a:pt x="0" y="148914"/>
                  </a:lnTo>
                  <a:lnTo>
                    <a:pt x="3701" y="145849"/>
                  </a:lnTo>
                  <a:lnTo>
                    <a:pt x="6393" y="144998"/>
                  </a:lnTo>
                  <a:lnTo>
                    <a:pt x="8860" y="137356"/>
                  </a:lnTo>
                  <a:lnTo>
                    <a:pt x="12636" y="135069"/>
                  </a:lnTo>
                  <a:lnTo>
                    <a:pt x="14543" y="136254"/>
                  </a:lnTo>
                  <a:lnTo>
                    <a:pt x="15701" y="139010"/>
                  </a:lnTo>
                  <a:lnTo>
                    <a:pt x="18916" y="140665"/>
                  </a:lnTo>
                  <a:lnTo>
                    <a:pt x="19477" y="142661"/>
                  </a:lnTo>
                  <a:lnTo>
                    <a:pt x="18692" y="146146"/>
                  </a:lnTo>
                  <a:lnTo>
                    <a:pt x="20748" y="150788"/>
                  </a:lnTo>
                  <a:lnTo>
                    <a:pt x="34356" y="154926"/>
                  </a:lnTo>
                  <a:lnTo>
                    <a:pt x="49647" y="154840"/>
                  </a:lnTo>
                  <a:lnTo>
                    <a:pt x="56338" y="156505"/>
                  </a:lnTo>
                  <a:lnTo>
                    <a:pt x="58095" y="155609"/>
                  </a:lnTo>
                  <a:lnTo>
                    <a:pt x="59479" y="151641"/>
                  </a:lnTo>
                  <a:lnTo>
                    <a:pt x="63030" y="149935"/>
                  </a:lnTo>
                  <a:lnTo>
                    <a:pt x="64189" y="147891"/>
                  </a:lnTo>
                  <a:lnTo>
                    <a:pt x="66956" y="146232"/>
                  </a:lnTo>
                  <a:lnTo>
                    <a:pt x="73348" y="144956"/>
                  </a:lnTo>
                  <a:lnTo>
                    <a:pt x="73348" y="59590"/>
                  </a:lnTo>
                  <a:lnTo>
                    <a:pt x="80938" y="65360"/>
                  </a:lnTo>
                  <a:lnTo>
                    <a:pt x="86433" y="75983"/>
                  </a:lnTo>
                  <a:lnTo>
                    <a:pt x="90246" y="85776"/>
                  </a:lnTo>
                  <a:lnTo>
                    <a:pt x="90695" y="91517"/>
                  </a:lnTo>
                  <a:lnTo>
                    <a:pt x="86770" y="97981"/>
                  </a:lnTo>
                  <a:lnTo>
                    <a:pt x="87069" y="104921"/>
                  </a:lnTo>
                  <a:lnTo>
                    <a:pt x="88003" y="106764"/>
                  </a:lnTo>
                  <a:lnTo>
                    <a:pt x="108976" y="107225"/>
                  </a:lnTo>
                  <a:lnTo>
                    <a:pt x="110920" y="104168"/>
                  </a:lnTo>
                  <a:lnTo>
                    <a:pt x="117201" y="101156"/>
                  </a:lnTo>
                  <a:lnTo>
                    <a:pt x="119818" y="96687"/>
                  </a:lnTo>
                  <a:lnTo>
                    <a:pt x="127705" y="90768"/>
                  </a:lnTo>
                  <a:lnTo>
                    <a:pt x="133538" y="75196"/>
                  </a:lnTo>
                  <a:lnTo>
                    <a:pt x="137276" y="71845"/>
                  </a:lnTo>
                  <a:lnTo>
                    <a:pt x="141612" y="70811"/>
                  </a:lnTo>
                  <a:lnTo>
                    <a:pt x="144155" y="71390"/>
                  </a:lnTo>
                  <a:lnTo>
                    <a:pt x="154623" y="78511"/>
                  </a:lnTo>
                  <a:lnTo>
                    <a:pt x="160866" y="79257"/>
                  </a:lnTo>
                  <a:lnTo>
                    <a:pt x="163707" y="81788"/>
                  </a:lnTo>
                  <a:lnTo>
                    <a:pt x="172380" y="83490"/>
                  </a:lnTo>
                  <a:lnTo>
                    <a:pt x="186810" y="81124"/>
                  </a:lnTo>
                  <a:lnTo>
                    <a:pt x="189726" y="78636"/>
                  </a:lnTo>
                  <a:lnTo>
                    <a:pt x="195932" y="59836"/>
                  </a:lnTo>
                  <a:lnTo>
                    <a:pt x="199035" y="57901"/>
                  </a:lnTo>
                  <a:lnTo>
                    <a:pt x="207746" y="55146"/>
                  </a:lnTo>
                  <a:lnTo>
                    <a:pt x="211223" y="50874"/>
                  </a:lnTo>
                  <a:lnTo>
                    <a:pt x="215709" y="47345"/>
                  </a:lnTo>
                  <a:lnTo>
                    <a:pt x="218887" y="35153"/>
                  </a:lnTo>
                  <a:lnTo>
                    <a:pt x="220943" y="32296"/>
                  </a:lnTo>
                  <a:lnTo>
                    <a:pt x="225653" y="28791"/>
                  </a:lnTo>
                  <a:lnTo>
                    <a:pt x="229504" y="27528"/>
                  </a:lnTo>
                  <a:lnTo>
                    <a:pt x="232532" y="24150"/>
                  </a:lnTo>
                  <a:lnTo>
                    <a:pt x="234887" y="23662"/>
                  </a:lnTo>
                  <a:lnTo>
                    <a:pt x="244271" y="12334"/>
                  </a:lnTo>
                  <a:lnTo>
                    <a:pt x="247860" y="10066"/>
                  </a:lnTo>
                  <a:lnTo>
                    <a:pt x="257356" y="7517"/>
                  </a:lnTo>
                  <a:lnTo>
                    <a:pt x="260982" y="2988"/>
                  </a:lnTo>
                  <a:lnTo>
                    <a:pt x="263375" y="15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6" name="oPE_MapPart_ZAF_2_706" descr="Südafrika">
              <a:extLst>
                <a:ext uri="{FF2B5EF4-FFF2-40B4-BE49-F238E27FC236}">
                  <a16:creationId xmlns:a16="http://schemas.microsoft.com/office/drawing/2014/main" id="{9751CC56-75AB-7E13-A2DB-A2042B44793F}"/>
                </a:ext>
              </a:extLst>
            </p:cNvPr>
            <p:cNvSpPr/>
            <p:nvPr>
              <p:custDataLst>
                <p:tags r:id="rId706"/>
              </p:custDataLst>
            </p:nvPr>
          </p:nvSpPr>
          <p:spPr>
            <a:xfrm>
              <a:off x="6876703" y="5495206"/>
              <a:ext cx="6207" cy="3721"/>
            </a:xfrm>
            <a:custGeom>
              <a:avLst/>
              <a:gdLst/>
              <a:ahLst/>
              <a:cxnLst/>
              <a:rect l="0" t="0" r="0" b="0"/>
              <a:pathLst>
                <a:path w="6207" h="3721">
                  <a:moveTo>
                    <a:pt x="5570" y="3665"/>
                  </a:moveTo>
                  <a:lnTo>
                    <a:pt x="449" y="3720"/>
                  </a:lnTo>
                  <a:lnTo>
                    <a:pt x="0" y="2570"/>
                  </a:lnTo>
                  <a:lnTo>
                    <a:pt x="1981" y="0"/>
                  </a:lnTo>
                  <a:lnTo>
                    <a:pt x="6206" y="23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7" name="oPE_MapPart_SGS_1_707" descr="Südgeorgien und die Südlichen Sandwichinseln">
              <a:extLst>
                <a:ext uri="{FF2B5EF4-FFF2-40B4-BE49-F238E27FC236}">
                  <a16:creationId xmlns:a16="http://schemas.microsoft.com/office/drawing/2014/main" id="{F75BCF70-0733-00EB-BC0C-4B27E16A65F7}"/>
                </a:ext>
              </a:extLst>
            </p:cNvPr>
            <p:cNvSpPr/>
            <p:nvPr>
              <p:custDataLst>
                <p:tags r:id="rId707"/>
              </p:custDataLst>
            </p:nvPr>
          </p:nvSpPr>
          <p:spPr>
            <a:xfrm>
              <a:off x="5546633" y="5893523"/>
              <a:ext cx="3964" cy="4358"/>
            </a:xfrm>
            <a:custGeom>
              <a:avLst/>
              <a:gdLst/>
              <a:ahLst/>
              <a:cxnLst/>
              <a:rect l="0" t="0" r="0" b="0"/>
              <a:pathLst>
                <a:path w="3964" h="4358">
                  <a:moveTo>
                    <a:pt x="3888" y="2070"/>
                  </a:moveTo>
                  <a:lnTo>
                    <a:pt x="3963" y="4357"/>
                  </a:lnTo>
                  <a:lnTo>
                    <a:pt x="0" y="1285"/>
                  </a:lnTo>
                  <a:lnTo>
                    <a:pt x="1047" y="0"/>
                  </a:lnTo>
                  <a:lnTo>
                    <a:pt x="3551" y="71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8" name="oPE_MapPart_SGS_2_708" descr="Südgeorgien und die Südlichen Sandwichinseln">
              <a:extLst>
                <a:ext uri="{FF2B5EF4-FFF2-40B4-BE49-F238E27FC236}">
                  <a16:creationId xmlns:a16="http://schemas.microsoft.com/office/drawing/2014/main" id="{9AA380D7-37E6-1640-546E-B9F75C1477D7}"/>
                </a:ext>
              </a:extLst>
            </p:cNvPr>
            <p:cNvSpPr/>
            <p:nvPr>
              <p:custDataLst>
                <p:tags r:id="rId708"/>
              </p:custDataLst>
            </p:nvPr>
          </p:nvSpPr>
          <p:spPr>
            <a:xfrm>
              <a:off x="5306399" y="5729130"/>
              <a:ext cx="46097" cy="31555"/>
            </a:xfrm>
            <a:custGeom>
              <a:avLst/>
              <a:gdLst/>
              <a:ahLst/>
              <a:cxnLst/>
              <a:rect l="0" t="0" r="0" b="0"/>
              <a:pathLst>
                <a:path w="46097" h="31555">
                  <a:moveTo>
                    <a:pt x="18991" y="2864"/>
                  </a:moveTo>
                  <a:lnTo>
                    <a:pt x="21011" y="4584"/>
                  </a:lnTo>
                  <a:lnTo>
                    <a:pt x="22618" y="3437"/>
                  </a:lnTo>
                  <a:lnTo>
                    <a:pt x="27291" y="4394"/>
                  </a:lnTo>
                  <a:lnTo>
                    <a:pt x="29310" y="7266"/>
                  </a:lnTo>
                  <a:lnTo>
                    <a:pt x="28450" y="9888"/>
                  </a:lnTo>
                  <a:lnTo>
                    <a:pt x="30656" y="9376"/>
                  </a:lnTo>
                  <a:lnTo>
                    <a:pt x="32600" y="11489"/>
                  </a:lnTo>
                  <a:lnTo>
                    <a:pt x="35142" y="9504"/>
                  </a:lnTo>
                  <a:lnTo>
                    <a:pt x="38320" y="14118"/>
                  </a:lnTo>
                  <a:lnTo>
                    <a:pt x="40375" y="20293"/>
                  </a:lnTo>
                  <a:lnTo>
                    <a:pt x="44077" y="20293"/>
                  </a:lnTo>
                  <a:lnTo>
                    <a:pt x="43703" y="25913"/>
                  </a:lnTo>
                  <a:lnTo>
                    <a:pt x="46096" y="27791"/>
                  </a:lnTo>
                  <a:lnTo>
                    <a:pt x="40151" y="31554"/>
                  </a:lnTo>
                  <a:lnTo>
                    <a:pt x="36675" y="28374"/>
                  </a:lnTo>
                  <a:lnTo>
                    <a:pt x="31403" y="18747"/>
                  </a:lnTo>
                  <a:lnTo>
                    <a:pt x="26656" y="17139"/>
                  </a:lnTo>
                  <a:lnTo>
                    <a:pt x="23515" y="12643"/>
                  </a:lnTo>
                  <a:lnTo>
                    <a:pt x="21011" y="12643"/>
                  </a:lnTo>
                  <a:lnTo>
                    <a:pt x="10804" y="6116"/>
                  </a:lnTo>
                  <a:lnTo>
                    <a:pt x="8038" y="6499"/>
                  </a:lnTo>
                  <a:lnTo>
                    <a:pt x="6767" y="5350"/>
                  </a:lnTo>
                  <a:lnTo>
                    <a:pt x="6842" y="3310"/>
                  </a:lnTo>
                  <a:lnTo>
                    <a:pt x="8300" y="2036"/>
                  </a:lnTo>
                  <a:lnTo>
                    <a:pt x="0" y="827"/>
                  </a:lnTo>
                  <a:lnTo>
                    <a:pt x="13197" y="0"/>
                  </a:lnTo>
                  <a:lnTo>
                    <a:pt x="16300" y="27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9" name="oPE_MapPart_KOR_1_709" descr="Südkorea">
              <a:extLst>
                <a:ext uri="{FF2B5EF4-FFF2-40B4-BE49-F238E27FC236}">
                  <a16:creationId xmlns:a16="http://schemas.microsoft.com/office/drawing/2014/main" id="{ABF4AA09-6547-71E8-CEC2-A1BE156B517C}"/>
                </a:ext>
              </a:extLst>
            </p:cNvPr>
            <p:cNvSpPr/>
            <p:nvPr>
              <p:custDataLst>
                <p:tags r:id="rId709"/>
              </p:custDataLst>
            </p:nvPr>
          </p:nvSpPr>
          <p:spPr>
            <a:xfrm>
              <a:off x="8716251" y="3521065"/>
              <a:ext cx="70882" cy="111347"/>
            </a:xfrm>
            <a:custGeom>
              <a:avLst/>
              <a:gdLst/>
              <a:ahLst/>
              <a:cxnLst/>
              <a:rect l="0" t="0" r="0" b="0"/>
              <a:pathLst>
                <a:path w="70882" h="111347">
                  <a:moveTo>
                    <a:pt x="9832" y="22217"/>
                  </a:moveTo>
                  <a:lnTo>
                    <a:pt x="10505" y="18666"/>
                  </a:lnTo>
                  <a:lnTo>
                    <a:pt x="19328" y="8975"/>
                  </a:lnTo>
                  <a:lnTo>
                    <a:pt x="39030" y="8308"/>
                  </a:lnTo>
                  <a:lnTo>
                    <a:pt x="41721" y="6974"/>
                  </a:lnTo>
                  <a:lnTo>
                    <a:pt x="45983" y="0"/>
                  </a:lnTo>
                  <a:lnTo>
                    <a:pt x="51067" y="11830"/>
                  </a:lnTo>
                  <a:lnTo>
                    <a:pt x="60040" y="24959"/>
                  </a:lnTo>
                  <a:lnTo>
                    <a:pt x="65946" y="35511"/>
                  </a:lnTo>
                  <a:lnTo>
                    <a:pt x="67666" y="41140"/>
                  </a:lnTo>
                  <a:lnTo>
                    <a:pt x="68825" y="49368"/>
                  </a:lnTo>
                  <a:lnTo>
                    <a:pt x="67143" y="60209"/>
                  </a:lnTo>
                  <a:lnTo>
                    <a:pt x="67367" y="67157"/>
                  </a:lnTo>
                  <a:lnTo>
                    <a:pt x="68489" y="68312"/>
                  </a:lnTo>
                  <a:lnTo>
                    <a:pt x="70881" y="67203"/>
                  </a:lnTo>
                  <a:lnTo>
                    <a:pt x="67704" y="81349"/>
                  </a:lnTo>
                  <a:lnTo>
                    <a:pt x="63442" y="89415"/>
                  </a:lnTo>
                  <a:lnTo>
                    <a:pt x="60564" y="90878"/>
                  </a:lnTo>
                  <a:lnTo>
                    <a:pt x="48825" y="91427"/>
                  </a:lnTo>
                  <a:lnTo>
                    <a:pt x="46918" y="93619"/>
                  </a:lnTo>
                  <a:lnTo>
                    <a:pt x="47441" y="97313"/>
                  </a:lnTo>
                  <a:lnTo>
                    <a:pt x="40188" y="95672"/>
                  </a:lnTo>
                  <a:lnTo>
                    <a:pt x="38955" y="93436"/>
                  </a:lnTo>
                  <a:lnTo>
                    <a:pt x="32300" y="95170"/>
                  </a:lnTo>
                  <a:lnTo>
                    <a:pt x="30730" y="96812"/>
                  </a:lnTo>
                  <a:lnTo>
                    <a:pt x="32861" y="99499"/>
                  </a:lnTo>
                  <a:lnTo>
                    <a:pt x="32300" y="101091"/>
                  </a:lnTo>
                  <a:lnTo>
                    <a:pt x="30581" y="101865"/>
                  </a:lnTo>
                  <a:lnTo>
                    <a:pt x="28301" y="98042"/>
                  </a:lnTo>
                  <a:lnTo>
                    <a:pt x="25832" y="98497"/>
                  </a:lnTo>
                  <a:lnTo>
                    <a:pt x="25534" y="100500"/>
                  </a:lnTo>
                  <a:lnTo>
                    <a:pt x="27403" y="103501"/>
                  </a:lnTo>
                  <a:lnTo>
                    <a:pt x="24188" y="107586"/>
                  </a:lnTo>
                  <a:lnTo>
                    <a:pt x="21047" y="105499"/>
                  </a:lnTo>
                  <a:lnTo>
                    <a:pt x="22842" y="102592"/>
                  </a:lnTo>
                  <a:lnTo>
                    <a:pt x="22580" y="100227"/>
                  </a:lnTo>
                  <a:lnTo>
                    <a:pt x="18094" y="103955"/>
                  </a:lnTo>
                  <a:lnTo>
                    <a:pt x="15328" y="108175"/>
                  </a:lnTo>
                  <a:lnTo>
                    <a:pt x="12337" y="106361"/>
                  </a:lnTo>
                  <a:lnTo>
                    <a:pt x="9347" y="109082"/>
                  </a:lnTo>
                  <a:lnTo>
                    <a:pt x="8823" y="111255"/>
                  </a:lnTo>
                  <a:lnTo>
                    <a:pt x="7702" y="111346"/>
                  </a:lnTo>
                  <a:lnTo>
                    <a:pt x="6692" y="106815"/>
                  </a:lnTo>
                  <a:lnTo>
                    <a:pt x="2169" y="102274"/>
                  </a:lnTo>
                  <a:lnTo>
                    <a:pt x="2916" y="101091"/>
                  </a:lnTo>
                  <a:lnTo>
                    <a:pt x="7551" y="101637"/>
                  </a:lnTo>
                  <a:lnTo>
                    <a:pt x="6505" y="100182"/>
                  </a:lnTo>
                  <a:lnTo>
                    <a:pt x="9010" y="98452"/>
                  </a:lnTo>
                  <a:lnTo>
                    <a:pt x="5421" y="98497"/>
                  </a:lnTo>
                  <a:lnTo>
                    <a:pt x="2728" y="90101"/>
                  </a:lnTo>
                  <a:lnTo>
                    <a:pt x="4150" y="88500"/>
                  </a:lnTo>
                  <a:lnTo>
                    <a:pt x="6916" y="81258"/>
                  </a:lnTo>
                  <a:lnTo>
                    <a:pt x="9421" y="79466"/>
                  </a:lnTo>
                  <a:lnTo>
                    <a:pt x="6767" y="78592"/>
                  </a:lnTo>
                  <a:lnTo>
                    <a:pt x="6804" y="77535"/>
                  </a:lnTo>
                  <a:lnTo>
                    <a:pt x="11589" y="74404"/>
                  </a:lnTo>
                  <a:lnTo>
                    <a:pt x="12300" y="71775"/>
                  </a:lnTo>
                  <a:lnTo>
                    <a:pt x="10131" y="70483"/>
                  </a:lnTo>
                  <a:lnTo>
                    <a:pt x="11066" y="68128"/>
                  </a:lnTo>
                  <a:lnTo>
                    <a:pt x="7888" y="64242"/>
                  </a:lnTo>
                  <a:lnTo>
                    <a:pt x="8075" y="56214"/>
                  </a:lnTo>
                  <a:lnTo>
                    <a:pt x="6804" y="50628"/>
                  </a:lnTo>
                  <a:lnTo>
                    <a:pt x="4748" y="51700"/>
                  </a:lnTo>
                  <a:lnTo>
                    <a:pt x="411" y="50674"/>
                  </a:lnTo>
                  <a:lnTo>
                    <a:pt x="0" y="48575"/>
                  </a:lnTo>
                  <a:lnTo>
                    <a:pt x="1197" y="46006"/>
                  </a:lnTo>
                  <a:lnTo>
                    <a:pt x="6804" y="42452"/>
                  </a:lnTo>
                  <a:lnTo>
                    <a:pt x="8673" y="42171"/>
                  </a:lnTo>
                  <a:lnTo>
                    <a:pt x="12973" y="43996"/>
                  </a:lnTo>
                  <a:lnTo>
                    <a:pt x="14766" y="47221"/>
                  </a:lnTo>
                  <a:lnTo>
                    <a:pt x="16973" y="44230"/>
                  </a:lnTo>
                  <a:lnTo>
                    <a:pt x="14729" y="43294"/>
                  </a:lnTo>
                  <a:lnTo>
                    <a:pt x="12187" y="37624"/>
                  </a:lnTo>
                  <a:lnTo>
                    <a:pt x="13084" y="34994"/>
                  </a:lnTo>
                  <a:lnTo>
                    <a:pt x="10168" y="30995"/>
                  </a:lnTo>
                  <a:lnTo>
                    <a:pt x="10319" y="28263"/>
                  </a:lnTo>
                  <a:lnTo>
                    <a:pt x="8375" y="23919"/>
                  </a:lnTo>
                  <a:lnTo>
                    <a:pt x="9570" y="229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0" name="oPE_MapPart_KOR_2_710" descr="Südkorea">
              <a:extLst>
                <a:ext uri="{FF2B5EF4-FFF2-40B4-BE49-F238E27FC236}">
                  <a16:creationId xmlns:a16="http://schemas.microsoft.com/office/drawing/2014/main" id="{A903A59D-24F7-2115-E588-F5EFE887ADDE}"/>
                </a:ext>
              </a:extLst>
            </p:cNvPr>
            <p:cNvSpPr/>
            <p:nvPr>
              <p:custDataLst>
                <p:tags r:id="rId710"/>
              </p:custDataLst>
            </p:nvPr>
          </p:nvSpPr>
          <p:spPr>
            <a:xfrm>
              <a:off x="8764626" y="3614730"/>
              <a:ext cx="5235" cy="7018"/>
            </a:xfrm>
            <a:custGeom>
              <a:avLst/>
              <a:gdLst/>
              <a:ahLst/>
              <a:cxnLst/>
              <a:rect l="0" t="0" r="0" b="0"/>
              <a:pathLst>
                <a:path w="5235" h="7018">
                  <a:moveTo>
                    <a:pt x="5234" y="5424"/>
                  </a:moveTo>
                  <a:lnTo>
                    <a:pt x="3253" y="7017"/>
                  </a:lnTo>
                  <a:lnTo>
                    <a:pt x="0" y="3739"/>
                  </a:lnTo>
                  <a:lnTo>
                    <a:pt x="482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1" name="oPE_MapPart_KOR_3_711" descr="Südkorea">
              <a:extLst>
                <a:ext uri="{FF2B5EF4-FFF2-40B4-BE49-F238E27FC236}">
                  <a16:creationId xmlns:a16="http://schemas.microsoft.com/office/drawing/2014/main" id="{144FF315-2928-6670-4CC8-5CBAED2BFA0E}"/>
                </a:ext>
              </a:extLst>
            </p:cNvPr>
            <p:cNvSpPr/>
            <p:nvPr>
              <p:custDataLst>
                <p:tags r:id="rId711"/>
              </p:custDataLst>
            </p:nvPr>
          </p:nvSpPr>
          <p:spPr>
            <a:xfrm>
              <a:off x="8750981" y="3617056"/>
              <a:ext cx="4862" cy="5511"/>
            </a:xfrm>
            <a:custGeom>
              <a:avLst/>
              <a:gdLst/>
              <a:ahLst/>
              <a:cxnLst/>
              <a:rect l="0" t="0" r="0" b="0"/>
              <a:pathLst>
                <a:path w="4862" h="5511">
                  <a:moveTo>
                    <a:pt x="4861" y="2916"/>
                  </a:moveTo>
                  <a:lnTo>
                    <a:pt x="4599" y="5419"/>
                  </a:lnTo>
                  <a:lnTo>
                    <a:pt x="3140" y="5510"/>
                  </a:lnTo>
                  <a:lnTo>
                    <a:pt x="2281" y="3918"/>
                  </a:lnTo>
                  <a:lnTo>
                    <a:pt x="860" y="4737"/>
                  </a:lnTo>
                  <a:lnTo>
                    <a:pt x="113" y="2734"/>
                  </a:lnTo>
                  <a:lnTo>
                    <a:pt x="0" y="1185"/>
                  </a:lnTo>
                  <a:lnTo>
                    <a:pt x="1720" y="0"/>
                  </a:lnTo>
                  <a:lnTo>
                    <a:pt x="4263" y="10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2" name="oPE_MapPart_KOR_4_712" descr="Südkorea">
              <a:extLst>
                <a:ext uri="{FF2B5EF4-FFF2-40B4-BE49-F238E27FC236}">
                  <a16:creationId xmlns:a16="http://schemas.microsoft.com/office/drawing/2014/main" id="{048404ED-37B2-C6D4-4196-EAF8B794B0C7}"/>
                </a:ext>
              </a:extLst>
            </p:cNvPr>
            <p:cNvSpPr/>
            <p:nvPr>
              <p:custDataLst>
                <p:tags r:id="rId712"/>
              </p:custDataLst>
            </p:nvPr>
          </p:nvSpPr>
          <p:spPr>
            <a:xfrm>
              <a:off x="8715167" y="3626110"/>
              <a:ext cx="5646" cy="5260"/>
            </a:xfrm>
            <a:custGeom>
              <a:avLst/>
              <a:gdLst/>
              <a:ahLst/>
              <a:cxnLst/>
              <a:rect l="0" t="0" r="0" b="0"/>
              <a:pathLst>
                <a:path w="5646" h="5260">
                  <a:moveTo>
                    <a:pt x="2617" y="4852"/>
                  </a:moveTo>
                  <a:lnTo>
                    <a:pt x="1272" y="5259"/>
                  </a:lnTo>
                  <a:lnTo>
                    <a:pt x="0" y="4172"/>
                  </a:lnTo>
                  <a:lnTo>
                    <a:pt x="2878" y="0"/>
                  </a:lnTo>
                  <a:lnTo>
                    <a:pt x="5645" y="1634"/>
                  </a:lnTo>
                  <a:lnTo>
                    <a:pt x="4710" y="34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3" name="oPE_MapPart_KOR_5_713" descr="Südkorea">
              <a:extLst>
                <a:ext uri="{FF2B5EF4-FFF2-40B4-BE49-F238E27FC236}">
                  <a16:creationId xmlns:a16="http://schemas.microsoft.com/office/drawing/2014/main" id="{C2660ADA-B500-ECA8-4BB8-1C32CD6B66E3}"/>
                </a:ext>
              </a:extLst>
            </p:cNvPr>
            <p:cNvSpPr/>
            <p:nvPr>
              <p:custDataLst>
                <p:tags r:id="rId713"/>
              </p:custDataLst>
            </p:nvPr>
          </p:nvSpPr>
          <p:spPr>
            <a:xfrm>
              <a:off x="8720587" y="3542194"/>
              <a:ext cx="3142" cy="5766"/>
            </a:xfrm>
            <a:custGeom>
              <a:avLst/>
              <a:gdLst/>
              <a:ahLst/>
              <a:cxnLst/>
              <a:rect l="0" t="0" r="0" b="0"/>
              <a:pathLst>
                <a:path w="3142" h="5766">
                  <a:moveTo>
                    <a:pt x="3141" y="2270"/>
                  </a:moveTo>
                  <a:lnTo>
                    <a:pt x="3067" y="5765"/>
                  </a:lnTo>
                  <a:lnTo>
                    <a:pt x="786" y="4585"/>
                  </a:lnTo>
                  <a:lnTo>
                    <a:pt x="0" y="1372"/>
                  </a:lnTo>
                  <a:lnTo>
                    <a:pt x="898" y="0"/>
                  </a:lnTo>
                  <a:lnTo>
                    <a:pt x="2580" y="10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4" name="oPE_MapPart_KOR_6_714" descr="Südkorea">
              <a:extLst>
                <a:ext uri="{FF2B5EF4-FFF2-40B4-BE49-F238E27FC236}">
                  <a16:creationId xmlns:a16="http://schemas.microsoft.com/office/drawing/2014/main" id="{444712A3-A405-8C73-2B03-39911B8FB043}"/>
                </a:ext>
              </a:extLst>
            </p:cNvPr>
            <p:cNvSpPr/>
            <p:nvPr>
              <p:custDataLst>
                <p:tags r:id="rId714"/>
              </p:custDataLst>
            </p:nvPr>
          </p:nvSpPr>
          <p:spPr>
            <a:xfrm>
              <a:off x="8726345" y="3630327"/>
              <a:ext cx="2581" cy="2492"/>
            </a:xfrm>
            <a:custGeom>
              <a:avLst/>
              <a:gdLst/>
              <a:ahLst/>
              <a:cxnLst/>
              <a:rect l="0" t="0" r="0" b="0"/>
              <a:pathLst>
                <a:path w="2581" h="2492">
                  <a:moveTo>
                    <a:pt x="2206" y="1314"/>
                  </a:moveTo>
                  <a:lnTo>
                    <a:pt x="2580" y="2491"/>
                  </a:lnTo>
                  <a:lnTo>
                    <a:pt x="897" y="2264"/>
                  </a:lnTo>
                  <a:lnTo>
                    <a:pt x="0" y="1133"/>
                  </a:lnTo>
                  <a:lnTo>
                    <a:pt x="112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5" name="oPE_MapPart_KOR_7_715" descr="Südkorea">
              <a:extLst>
                <a:ext uri="{FF2B5EF4-FFF2-40B4-BE49-F238E27FC236}">
                  <a16:creationId xmlns:a16="http://schemas.microsoft.com/office/drawing/2014/main" id="{6F651668-1E33-B9EF-7FC8-43F334CB42BB}"/>
                </a:ext>
              </a:extLst>
            </p:cNvPr>
            <p:cNvSpPr/>
            <p:nvPr>
              <p:custDataLst>
                <p:tags r:id="rId715"/>
              </p:custDataLst>
            </p:nvPr>
          </p:nvSpPr>
          <p:spPr>
            <a:xfrm>
              <a:off x="8749000" y="3623111"/>
              <a:ext cx="1272" cy="2500"/>
            </a:xfrm>
            <a:custGeom>
              <a:avLst/>
              <a:gdLst/>
              <a:ahLst/>
              <a:cxnLst/>
              <a:rect l="0" t="0" r="0" b="0"/>
              <a:pathLst>
                <a:path w="1272" h="2500">
                  <a:moveTo>
                    <a:pt x="1271" y="1682"/>
                  </a:moveTo>
                  <a:lnTo>
                    <a:pt x="1047" y="2499"/>
                  </a:lnTo>
                  <a:lnTo>
                    <a:pt x="0" y="1319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6" name="oPE_MapPart_KOR_8_716" descr="Südkorea">
              <a:extLst>
                <a:ext uri="{FF2B5EF4-FFF2-40B4-BE49-F238E27FC236}">
                  <a16:creationId xmlns:a16="http://schemas.microsoft.com/office/drawing/2014/main" id="{DB84082F-54E7-78F0-3151-04C9C772989A}"/>
                </a:ext>
              </a:extLst>
            </p:cNvPr>
            <p:cNvSpPr/>
            <p:nvPr>
              <p:custDataLst>
                <p:tags r:id="rId716"/>
              </p:custDataLst>
            </p:nvPr>
          </p:nvSpPr>
          <p:spPr>
            <a:xfrm>
              <a:off x="8719541" y="3573790"/>
              <a:ext cx="2057" cy="4745"/>
            </a:xfrm>
            <a:custGeom>
              <a:avLst/>
              <a:gdLst/>
              <a:ahLst/>
              <a:cxnLst/>
              <a:rect l="0" t="0" r="0" b="0"/>
              <a:pathLst>
                <a:path w="2057" h="4745">
                  <a:moveTo>
                    <a:pt x="2056" y="3071"/>
                  </a:moveTo>
                  <a:lnTo>
                    <a:pt x="1757" y="4744"/>
                  </a:lnTo>
                  <a:lnTo>
                    <a:pt x="373" y="3675"/>
                  </a:lnTo>
                  <a:lnTo>
                    <a:pt x="0" y="0"/>
                  </a:lnTo>
                  <a:lnTo>
                    <a:pt x="1420" y="107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7" name="oPE_MapPart_KOR_9_717" descr="Südkorea">
              <a:extLst>
                <a:ext uri="{FF2B5EF4-FFF2-40B4-BE49-F238E27FC236}">
                  <a16:creationId xmlns:a16="http://schemas.microsoft.com/office/drawing/2014/main" id="{B26142AB-B1C7-6A3B-A683-C2A576F293E6}"/>
                </a:ext>
              </a:extLst>
            </p:cNvPr>
            <p:cNvSpPr/>
            <p:nvPr>
              <p:custDataLst>
                <p:tags r:id="rId717"/>
              </p:custDataLst>
            </p:nvPr>
          </p:nvSpPr>
          <p:spPr>
            <a:xfrm>
              <a:off x="8713073" y="3617239"/>
              <a:ext cx="3441" cy="5055"/>
            </a:xfrm>
            <a:custGeom>
              <a:avLst/>
              <a:gdLst/>
              <a:ahLst/>
              <a:cxnLst/>
              <a:rect l="0" t="0" r="0" b="0"/>
              <a:pathLst>
                <a:path w="3441" h="5055">
                  <a:moveTo>
                    <a:pt x="3440" y="4645"/>
                  </a:moveTo>
                  <a:lnTo>
                    <a:pt x="2243" y="5054"/>
                  </a:lnTo>
                  <a:lnTo>
                    <a:pt x="0" y="1184"/>
                  </a:lnTo>
                  <a:lnTo>
                    <a:pt x="1496" y="0"/>
                  </a:lnTo>
                  <a:lnTo>
                    <a:pt x="3366" y="21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8" name="oPE_MapPart_KOR_10_718" descr="Südkorea">
              <a:extLst>
                <a:ext uri="{FF2B5EF4-FFF2-40B4-BE49-F238E27FC236}">
                  <a16:creationId xmlns:a16="http://schemas.microsoft.com/office/drawing/2014/main" id="{CD58D3DD-2946-68A3-EDE1-52158F3F735F}"/>
                </a:ext>
              </a:extLst>
            </p:cNvPr>
            <p:cNvSpPr/>
            <p:nvPr>
              <p:custDataLst>
                <p:tags r:id="rId718"/>
              </p:custDataLst>
            </p:nvPr>
          </p:nvSpPr>
          <p:spPr>
            <a:xfrm>
              <a:off x="8812816" y="3549280"/>
              <a:ext cx="2580" cy="2734"/>
            </a:xfrm>
            <a:custGeom>
              <a:avLst/>
              <a:gdLst/>
              <a:ahLst/>
              <a:cxnLst/>
              <a:rect l="0" t="0" r="0" b="0"/>
              <a:pathLst>
                <a:path w="2580" h="2734">
                  <a:moveTo>
                    <a:pt x="2205" y="1980"/>
                  </a:moveTo>
                  <a:lnTo>
                    <a:pt x="1271" y="2733"/>
                  </a:lnTo>
                  <a:lnTo>
                    <a:pt x="0" y="1132"/>
                  </a:lnTo>
                  <a:lnTo>
                    <a:pt x="1944" y="0"/>
                  </a:lnTo>
                  <a:lnTo>
                    <a:pt x="2579" y="61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9" name="oPE_MapPart_KOR_11_719" descr="Südkorea">
              <a:extLst>
                <a:ext uri="{FF2B5EF4-FFF2-40B4-BE49-F238E27FC236}">
                  <a16:creationId xmlns:a16="http://schemas.microsoft.com/office/drawing/2014/main" id="{C44E26A8-54FB-7C8D-18C7-EDC133C699D3}"/>
                </a:ext>
              </a:extLst>
            </p:cNvPr>
            <p:cNvSpPr/>
            <p:nvPr>
              <p:custDataLst>
                <p:tags r:id="rId719"/>
              </p:custDataLst>
            </p:nvPr>
          </p:nvSpPr>
          <p:spPr>
            <a:xfrm>
              <a:off x="8716363" y="3651515"/>
              <a:ext cx="15889" cy="8106"/>
            </a:xfrm>
            <a:custGeom>
              <a:avLst/>
              <a:gdLst/>
              <a:ahLst/>
              <a:cxnLst/>
              <a:rect l="0" t="0" r="0" b="0"/>
              <a:pathLst>
                <a:path w="15889" h="8106">
                  <a:moveTo>
                    <a:pt x="3365" y="8105"/>
                  </a:moveTo>
                  <a:lnTo>
                    <a:pt x="1308" y="8105"/>
                  </a:lnTo>
                  <a:lnTo>
                    <a:pt x="0" y="5914"/>
                  </a:lnTo>
                  <a:lnTo>
                    <a:pt x="710" y="4526"/>
                  </a:lnTo>
                  <a:lnTo>
                    <a:pt x="3588" y="2242"/>
                  </a:lnTo>
                  <a:lnTo>
                    <a:pt x="10991" y="0"/>
                  </a:lnTo>
                  <a:lnTo>
                    <a:pt x="15291" y="853"/>
                  </a:lnTo>
                  <a:lnTo>
                    <a:pt x="15888" y="2646"/>
                  </a:lnTo>
                  <a:lnTo>
                    <a:pt x="14692" y="5198"/>
                  </a:lnTo>
                  <a:lnTo>
                    <a:pt x="8636" y="77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0" name="oPE_MapPart_SDS_1_720" descr="Südsudan">
              <a:extLst>
                <a:ext uri="{FF2B5EF4-FFF2-40B4-BE49-F238E27FC236}">
                  <a16:creationId xmlns:a16="http://schemas.microsoft.com/office/drawing/2014/main" id="{94B445EB-9E39-B2FE-A7AE-7DB396B80E88}"/>
                </a:ext>
              </a:extLst>
            </p:cNvPr>
            <p:cNvSpPr/>
            <p:nvPr>
              <p:custDataLst>
                <p:tags r:id="rId720"/>
              </p:custDataLst>
            </p:nvPr>
          </p:nvSpPr>
          <p:spPr>
            <a:xfrm>
              <a:off x="6597515" y="4136116"/>
              <a:ext cx="231001" cy="183294"/>
            </a:xfrm>
            <a:custGeom>
              <a:avLst/>
              <a:gdLst/>
              <a:ahLst/>
              <a:cxnLst/>
              <a:rect l="0" t="0" r="0" b="0"/>
              <a:pathLst>
                <a:path w="231001" h="183294">
                  <a:moveTo>
                    <a:pt x="204157" y="168081"/>
                  </a:moveTo>
                  <a:lnTo>
                    <a:pt x="194026" y="177787"/>
                  </a:lnTo>
                  <a:lnTo>
                    <a:pt x="187072" y="177375"/>
                  </a:lnTo>
                  <a:lnTo>
                    <a:pt x="183820" y="175164"/>
                  </a:lnTo>
                  <a:lnTo>
                    <a:pt x="180493" y="176888"/>
                  </a:lnTo>
                  <a:lnTo>
                    <a:pt x="170063" y="178799"/>
                  </a:lnTo>
                  <a:lnTo>
                    <a:pt x="165912" y="182694"/>
                  </a:lnTo>
                  <a:lnTo>
                    <a:pt x="161876" y="180859"/>
                  </a:lnTo>
                  <a:lnTo>
                    <a:pt x="158921" y="176775"/>
                  </a:lnTo>
                  <a:lnTo>
                    <a:pt x="153688" y="179398"/>
                  </a:lnTo>
                  <a:lnTo>
                    <a:pt x="145501" y="177150"/>
                  </a:lnTo>
                  <a:lnTo>
                    <a:pt x="140865" y="180297"/>
                  </a:lnTo>
                  <a:lnTo>
                    <a:pt x="138996" y="183293"/>
                  </a:lnTo>
                  <a:lnTo>
                    <a:pt x="137275" y="180522"/>
                  </a:lnTo>
                  <a:lnTo>
                    <a:pt x="133762" y="180522"/>
                  </a:lnTo>
                  <a:lnTo>
                    <a:pt x="132117" y="176101"/>
                  </a:lnTo>
                  <a:lnTo>
                    <a:pt x="125613" y="173066"/>
                  </a:lnTo>
                  <a:lnTo>
                    <a:pt x="114846" y="160469"/>
                  </a:lnTo>
                  <a:lnTo>
                    <a:pt x="112266" y="159419"/>
                  </a:lnTo>
                  <a:lnTo>
                    <a:pt x="110546" y="159944"/>
                  </a:lnTo>
                  <a:lnTo>
                    <a:pt x="108789" y="162307"/>
                  </a:lnTo>
                  <a:lnTo>
                    <a:pt x="105462" y="164519"/>
                  </a:lnTo>
                  <a:lnTo>
                    <a:pt x="99518" y="162532"/>
                  </a:lnTo>
                  <a:lnTo>
                    <a:pt x="95106" y="162157"/>
                  </a:lnTo>
                  <a:lnTo>
                    <a:pt x="88900" y="165944"/>
                  </a:lnTo>
                  <a:lnTo>
                    <a:pt x="84003" y="165382"/>
                  </a:lnTo>
                  <a:lnTo>
                    <a:pt x="81648" y="163844"/>
                  </a:lnTo>
                  <a:lnTo>
                    <a:pt x="79629" y="161595"/>
                  </a:lnTo>
                  <a:lnTo>
                    <a:pt x="75629" y="159269"/>
                  </a:lnTo>
                  <a:lnTo>
                    <a:pt x="74208" y="156455"/>
                  </a:lnTo>
                  <a:lnTo>
                    <a:pt x="69460" y="152516"/>
                  </a:lnTo>
                  <a:lnTo>
                    <a:pt x="64601" y="145797"/>
                  </a:lnTo>
                  <a:lnTo>
                    <a:pt x="63703" y="138925"/>
                  </a:lnTo>
                  <a:lnTo>
                    <a:pt x="62245" y="136784"/>
                  </a:lnTo>
                  <a:lnTo>
                    <a:pt x="53572" y="131034"/>
                  </a:lnTo>
                  <a:lnTo>
                    <a:pt x="49161" y="129530"/>
                  </a:lnTo>
                  <a:lnTo>
                    <a:pt x="44898" y="121481"/>
                  </a:lnTo>
                  <a:lnTo>
                    <a:pt x="45983" y="117718"/>
                  </a:lnTo>
                  <a:lnTo>
                    <a:pt x="36188" y="108719"/>
                  </a:lnTo>
                  <a:lnTo>
                    <a:pt x="25608" y="103104"/>
                  </a:lnTo>
                  <a:lnTo>
                    <a:pt x="23515" y="101145"/>
                  </a:lnTo>
                  <a:lnTo>
                    <a:pt x="21496" y="98429"/>
                  </a:lnTo>
                  <a:lnTo>
                    <a:pt x="22842" y="94922"/>
                  </a:lnTo>
                  <a:lnTo>
                    <a:pt x="21870" y="93148"/>
                  </a:lnTo>
                  <a:lnTo>
                    <a:pt x="14655" y="86240"/>
                  </a:lnTo>
                  <a:lnTo>
                    <a:pt x="4747" y="83709"/>
                  </a:lnTo>
                  <a:lnTo>
                    <a:pt x="1271" y="81367"/>
                  </a:lnTo>
                  <a:lnTo>
                    <a:pt x="673" y="79440"/>
                  </a:lnTo>
                  <a:lnTo>
                    <a:pt x="1533" y="76377"/>
                  </a:lnTo>
                  <a:lnTo>
                    <a:pt x="0" y="75168"/>
                  </a:lnTo>
                  <a:lnTo>
                    <a:pt x="261" y="74525"/>
                  </a:lnTo>
                  <a:lnTo>
                    <a:pt x="3177" y="72028"/>
                  </a:lnTo>
                  <a:lnTo>
                    <a:pt x="8000" y="70515"/>
                  </a:lnTo>
                  <a:lnTo>
                    <a:pt x="8373" y="67979"/>
                  </a:lnTo>
                  <a:lnTo>
                    <a:pt x="10393" y="64345"/>
                  </a:lnTo>
                  <a:lnTo>
                    <a:pt x="10953" y="59950"/>
                  </a:lnTo>
                  <a:lnTo>
                    <a:pt x="13196" y="57032"/>
                  </a:lnTo>
                  <a:lnTo>
                    <a:pt x="13271" y="51837"/>
                  </a:lnTo>
                  <a:lnTo>
                    <a:pt x="17795" y="45916"/>
                  </a:lnTo>
                  <a:lnTo>
                    <a:pt x="18206" y="42081"/>
                  </a:lnTo>
                  <a:lnTo>
                    <a:pt x="19104" y="40865"/>
                  </a:lnTo>
                  <a:lnTo>
                    <a:pt x="35552" y="38509"/>
                  </a:lnTo>
                  <a:lnTo>
                    <a:pt x="36226" y="42803"/>
                  </a:lnTo>
                  <a:lnTo>
                    <a:pt x="42020" y="47777"/>
                  </a:lnTo>
                  <a:lnTo>
                    <a:pt x="49946" y="57070"/>
                  </a:lnTo>
                  <a:lnTo>
                    <a:pt x="52151" y="57942"/>
                  </a:lnTo>
                  <a:lnTo>
                    <a:pt x="54319" y="57638"/>
                  </a:lnTo>
                  <a:lnTo>
                    <a:pt x="60787" y="55212"/>
                  </a:lnTo>
                  <a:lnTo>
                    <a:pt x="77535" y="55478"/>
                  </a:lnTo>
                  <a:lnTo>
                    <a:pt x="81049" y="61201"/>
                  </a:lnTo>
                  <a:lnTo>
                    <a:pt x="97573" y="61277"/>
                  </a:lnTo>
                  <a:lnTo>
                    <a:pt x="97462" y="58472"/>
                  </a:lnTo>
                  <a:lnTo>
                    <a:pt x="100377" y="55630"/>
                  </a:lnTo>
                  <a:lnTo>
                    <a:pt x="105836" y="53013"/>
                  </a:lnTo>
                  <a:lnTo>
                    <a:pt x="110621" y="51951"/>
                  </a:lnTo>
                  <a:lnTo>
                    <a:pt x="113350" y="48725"/>
                  </a:lnTo>
                  <a:lnTo>
                    <a:pt x="113350" y="45688"/>
                  </a:lnTo>
                  <a:lnTo>
                    <a:pt x="121611" y="41207"/>
                  </a:lnTo>
                  <a:lnTo>
                    <a:pt x="131406" y="47511"/>
                  </a:lnTo>
                  <a:lnTo>
                    <a:pt x="137239" y="52747"/>
                  </a:lnTo>
                  <a:lnTo>
                    <a:pt x="145539" y="51913"/>
                  </a:lnTo>
                  <a:lnTo>
                    <a:pt x="155932" y="42423"/>
                  </a:lnTo>
                  <a:lnTo>
                    <a:pt x="160080" y="36950"/>
                  </a:lnTo>
                  <a:lnTo>
                    <a:pt x="161725" y="33071"/>
                  </a:lnTo>
                  <a:lnTo>
                    <a:pt x="171856" y="24049"/>
                  </a:lnTo>
                  <a:lnTo>
                    <a:pt x="170137" y="19285"/>
                  </a:lnTo>
                  <a:lnTo>
                    <a:pt x="170137" y="10891"/>
                  </a:lnTo>
                  <a:lnTo>
                    <a:pt x="164604" y="4627"/>
                  </a:lnTo>
                  <a:lnTo>
                    <a:pt x="178399" y="4550"/>
                  </a:lnTo>
                  <a:lnTo>
                    <a:pt x="178100" y="0"/>
                  </a:lnTo>
                  <a:lnTo>
                    <a:pt x="188007" y="153"/>
                  </a:lnTo>
                  <a:lnTo>
                    <a:pt x="186362" y="11502"/>
                  </a:lnTo>
                  <a:lnTo>
                    <a:pt x="185390" y="13105"/>
                  </a:lnTo>
                  <a:lnTo>
                    <a:pt x="187446" y="29113"/>
                  </a:lnTo>
                  <a:lnTo>
                    <a:pt x="186586" y="31321"/>
                  </a:lnTo>
                  <a:lnTo>
                    <a:pt x="191596" y="33299"/>
                  </a:lnTo>
                  <a:lnTo>
                    <a:pt x="202699" y="43258"/>
                  </a:lnTo>
                  <a:lnTo>
                    <a:pt x="203746" y="45916"/>
                  </a:lnTo>
                  <a:lnTo>
                    <a:pt x="203858" y="50130"/>
                  </a:lnTo>
                  <a:lnTo>
                    <a:pt x="202475" y="53013"/>
                  </a:lnTo>
                  <a:lnTo>
                    <a:pt x="201951" y="57487"/>
                  </a:lnTo>
                  <a:lnTo>
                    <a:pt x="202363" y="58397"/>
                  </a:lnTo>
                  <a:lnTo>
                    <a:pt x="206251" y="58434"/>
                  </a:lnTo>
                  <a:lnTo>
                    <a:pt x="206736" y="74941"/>
                  </a:lnTo>
                  <a:lnTo>
                    <a:pt x="206139" y="77701"/>
                  </a:lnTo>
                  <a:lnTo>
                    <a:pt x="203671" y="79817"/>
                  </a:lnTo>
                  <a:lnTo>
                    <a:pt x="189689" y="79969"/>
                  </a:lnTo>
                  <a:lnTo>
                    <a:pt x="183857" y="91224"/>
                  </a:lnTo>
                  <a:lnTo>
                    <a:pt x="188568" y="94167"/>
                  </a:lnTo>
                  <a:lnTo>
                    <a:pt x="197690" y="96016"/>
                  </a:lnTo>
                  <a:lnTo>
                    <a:pt x="202624" y="99410"/>
                  </a:lnTo>
                  <a:lnTo>
                    <a:pt x="205054" y="102389"/>
                  </a:lnTo>
                  <a:lnTo>
                    <a:pt x="205989" y="105366"/>
                  </a:lnTo>
                  <a:lnTo>
                    <a:pt x="210438" y="110037"/>
                  </a:lnTo>
                  <a:lnTo>
                    <a:pt x="214700" y="112222"/>
                  </a:lnTo>
                  <a:lnTo>
                    <a:pt x="219410" y="117192"/>
                  </a:lnTo>
                  <a:lnTo>
                    <a:pt x="224569" y="130056"/>
                  </a:lnTo>
                  <a:lnTo>
                    <a:pt x="225055" y="133927"/>
                  </a:lnTo>
                  <a:lnTo>
                    <a:pt x="227112" y="137798"/>
                  </a:lnTo>
                  <a:lnTo>
                    <a:pt x="231000" y="141592"/>
                  </a:lnTo>
                  <a:lnTo>
                    <a:pt x="208307" y="1639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1" name="oPE_MapPart_ESP_1_721" descr="Spanien">
              <a:extLst>
                <a:ext uri="{FF2B5EF4-FFF2-40B4-BE49-F238E27FC236}">
                  <a16:creationId xmlns:a16="http://schemas.microsoft.com/office/drawing/2014/main" id="{5E7DE565-E047-FF29-4836-AA307CCBDD01}"/>
                </a:ext>
              </a:extLst>
            </p:cNvPr>
            <p:cNvSpPr/>
            <p:nvPr>
              <p:custDataLst>
                <p:tags r:id="rId721"/>
              </p:custDataLst>
            </p:nvPr>
          </p:nvSpPr>
          <p:spPr>
            <a:xfrm>
              <a:off x="6125123" y="3517185"/>
              <a:ext cx="4001" cy="2589"/>
            </a:xfrm>
            <a:custGeom>
              <a:avLst/>
              <a:gdLst/>
              <a:ahLst/>
              <a:cxnLst/>
              <a:rect l="0" t="0" r="0" b="0"/>
              <a:pathLst>
                <a:path w="4001" h="2589">
                  <a:moveTo>
                    <a:pt x="4000" y="2588"/>
                  </a:moveTo>
                  <a:lnTo>
                    <a:pt x="74" y="2588"/>
                  </a:lnTo>
                  <a:lnTo>
                    <a:pt x="0" y="1534"/>
                  </a:lnTo>
                  <a:lnTo>
                    <a:pt x="710" y="0"/>
                  </a:lnTo>
                  <a:lnTo>
                    <a:pt x="1981" y="1486"/>
                  </a:lnTo>
                  <a:lnTo>
                    <a:pt x="3962" y="177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2" name="oPE_MapPart_ESP_2_722" descr="Spanien">
              <a:extLst>
                <a:ext uri="{FF2B5EF4-FFF2-40B4-BE49-F238E27FC236}">
                  <a16:creationId xmlns:a16="http://schemas.microsoft.com/office/drawing/2014/main" id="{8B3A7E34-EF66-D570-9F9E-09A861EC0321}"/>
                </a:ext>
              </a:extLst>
            </p:cNvPr>
            <p:cNvSpPr/>
            <p:nvPr>
              <p:custDataLst>
                <p:tags r:id="rId722"/>
              </p:custDataLst>
            </p:nvPr>
          </p:nvSpPr>
          <p:spPr>
            <a:xfrm>
              <a:off x="6145236" y="3485124"/>
              <a:ext cx="22656" cy="17816"/>
            </a:xfrm>
            <a:custGeom>
              <a:avLst/>
              <a:gdLst/>
              <a:ahLst/>
              <a:cxnLst/>
              <a:rect l="0" t="0" r="0" b="0"/>
              <a:pathLst>
                <a:path w="22656" h="17816">
                  <a:moveTo>
                    <a:pt x="16075" y="4628"/>
                  </a:moveTo>
                  <a:lnTo>
                    <a:pt x="22393" y="5406"/>
                  </a:lnTo>
                  <a:lnTo>
                    <a:pt x="22655" y="7156"/>
                  </a:lnTo>
                  <a:lnTo>
                    <a:pt x="18169" y="15543"/>
                  </a:lnTo>
                  <a:lnTo>
                    <a:pt x="14580" y="17815"/>
                  </a:lnTo>
                  <a:lnTo>
                    <a:pt x="8897" y="15543"/>
                  </a:lnTo>
                  <a:lnTo>
                    <a:pt x="6841" y="11330"/>
                  </a:lnTo>
                  <a:lnTo>
                    <a:pt x="5458" y="10942"/>
                  </a:lnTo>
                  <a:lnTo>
                    <a:pt x="2691" y="13074"/>
                  </a:lnTo>
                  <a:lnTo>
                    <a:pt x="485" y="11378"/>
                  </a:lnTo>
                  <a:lnTo>
                    <a:pt x="0" y="9438"/>
                  </a:lnTo>
                  <a:lnTo>
                    <a:pt x="11103" y="1463"/>
                  </a:lnTo>
                  <a:lnTo>
                    <a:pt x="17159" y="0"/>
                  </a:lnTo>
                  <a:lnTo>
                    <a:pt x="16374" y="34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3" name="oPE_MapPart_ESP_3_723" descr="Spanien">
              <a:extLst>
                <a:ext uri="{FF2B5EF4-FFF2-40B4-BE49-F238E27FC236}">
                  <a16:creationId xmlns:a16="http://schemas.microsoft.com/office/drawing/2014/main" id="{316BD31B-650B-DB88-DDE4-65C921130D67}"/>
                </a:ext>
              </a:extLst>
            </p:cNvPr>
            <p:cNvSpPr/>
            <p:nvPr>
              <p:custDataLst>
                <p:tags r:id="rId723"/>
              </p:custDataLst>
            </p:nvPr>
          </p:nvSpPr>
          <p:spPr>
            <a:xfrm>
              <a:off x="6176040" y="3482049"/>
              <a:ext cx="9721" cy="6341"/>
            </a:xfrm>
            <a:custGeom>
              <a:avLst/>
              <a:gdLst/>
              <a:ahLst/>
              <a:cxnLst/>
              <a:rect l="0" t="0" r="0" b="0"/>
              <a:pathLst>
                <a:path w="9721" h="6341">
                  <a:moveTo>
                    <a:pt x="9122" y="6340"/>
                  </a:moveTo>
                  <a:lnTo>
                    <a:pt x="262" y="3173"/>
                  </a:lnTo>
                  <a:lnTo>
                    <a:pt x="0" y="342"/>
                  </a:lnTo>
                  <a:lnTo>
                    <a:pt x="4262" y="0"/>
                  </a:lnTo>
                  <a:lnTo>
                    <a:pt x="7739" y="1172"/>
                  </a:lnTo>
                  <a:lnTo>
                    <a:pt x="9720" y="48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4" name="oPE_MapPart_ESP_4_724" descr="Spanien">
              <a:extLst>
                <a:ext uri="{FF2B5EF4-FFF2-40B4-BE49-F238E27FC236}">
                  <a16:creationId xmlns:a16="http://schemas.microsoft.com/office/drawing/2014/main" id="{5181FCBE-1DA3-8834-B371-6848B67786EC}"/>
                </a:ext>
              </a:extLst>
            </p:cNvPr>
            <p:cNvSpPr/>
            <p:nvPr>
              <p:custDataLst>
                <p:tags r:id="rId724"/>
              </p:custDataLst>
            </p:nvPr>
          </p:nvSpPr>
          <p:spPr>
            <a:xfrm>
              <a:off x="6121422" y="3507764"/>
              <a:ext cx="8300" cy="7071"/>
            </a:xfrm>
            <a:custGeom>
              <a:avLst/>
              <a:gdLst/>
              <a:ahLst/>
              <a:cxnLst/>
              <a:rect l="0" t="0" r="0" b="0"/>
              <a:pathLst>
                <a:path w="8300" h="7071">
                  <a:moveTo>
                    <a:pt x="4598" y="5389"/>
                  </a:moveTo>
                  <a:lnTo>
                    <a:pt x="3850" y="7070"/>
                  </a:lnTo>
                  <a:lnTo>
                    <a:pt x="0" y="5822"/>
                  </a:lnTo>
                  <a:lnTo>
                    <a:pt x="2579" y="1060"/>
                  </a:lnTo>
                  <a:lnTo>
                    <a:pt x="7065" y="0"/>
                  </a:lnTo>
                  <a:lnTo>
                    <a:pt x="8075" y="915"/>
                  </a:lnTo>
                  <a:lnTo>
                    <a:pt x="8299" y="2215"/>
                  </a:lnTo>
                  <a:lnTo>
                    <a:pt x="5607" y="50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5" name="oPE_MapPart_ESP_5_725" descr="Spanien">
              <a:extLst>
                <a:ext uri="{FF2B5EF4-FFF2-40B4-BE49-F238E27FC236}">
                  <a16:creationId xmlns:a16="http://schemas.microsoft.com/office/drawing/2014/main" id="{E8631EA3-EEE4-F7AB-44E7-C2C48D76F26E}"/>
                </a:ext>
              </a:extLst>
            </p:cNvPr>
            <p:cNvSpPr/>
            <p:nvPr>
              <p:custDataLst>
                <p:tags r:id="rId725"/>
              </p:custDataLst>
            </p:nvPr>
          </p:nvSpPr>
          <p:spPr>
            <a:xfrm>
              <a:off x="5904180" y="3379004"/>
              <a:ext cx="260497" cy="209912"/>
            </a:xfrm>
            <a:custGeom>
              <a:avLst/>
              <a:gdLst/>
              <a:ahLst/>
              <a:cxnLst/>
              <a:rect l="0" t="0" r="0" b="0"/>
              <a:pathLst>
                <a:path w="260497" h="209912">
                  <a:moveTo>
                    <a:pt x="154547" y="10271"/>
                  </a:moveTo>
                  <a:lnTo>
                    <a:pt x="156230" y="13150"/>
                  </a:lnTo>
                  <a:lnTo>
                    <a:pt x="162511" y="15050"/>
                  </a:lnTo>
                  <a:lnTo>
                    <a:pt x="161090" y="19867"/>
                  </a:lnTo>
                  <a:lnTo>
                    <a:pt x="162137" y="20839"/>
                  </a:lnTo>
                  <a:lnTo>
                    <a:pt x="164828" y="18997"/>
                  </a:lnTo>
                  <a:lnTo>
                    <a:pt x="165127" y="20174"/>
                  </a:lnTo>
                  <a:lnTo>
                    <a:pt x="167408" y="21248"/>
                  </a:lnTo>
                  <a:lnTo>
                    <a:pt x="175969" y="23599"/>
                  </a:lnTo>
                  <a:lnTo>
                    <a:pt x="179632" y="27578"/>
                  </a:lnTo>
                  <a:lnTo>
                    <a:pt x="185614" y="26813"/>
                  </a:lnTo>
                  <a:lnTo>
                    <a:pt x="190960" y="30683"/>
                  </a:lnTo>
                  <a:lnTo>
                    <a:pt x="196007" y="29818"/>
                  </a:lnTo>
                  <a:lnTo>
                    <a:pt x="204942" y="30683"/>
                  </a:lnTo>
                  <a:lnTo>
                    <a:pt x="206288" y="26252"/>
                  </a:lnTo>
                  <a:lnTo>
                    <a:pt x="219859" y="30632"/>
                  </a:lnTo>
                  <a:lnTo>
                    <a:pt x="221503" y="33326"/>
                  </a:lnTo>
                  <a:lnTo>
                    <a:pt x="221915" y="37789"/>
                  </a:lnTo>
                  <a:lnTo>
                    <a:pt x="227260" y="35914"/>
                  </a:lnTo>
                  <a:lnTo>
                    <a:pt x="231859" y="38093"/>
                  </a:lnTo>
                  <a:lnTo>
                    <a:pt x="233093" y="40016"/>
                  </a:lnTo>
                  <a:lnTo>
                    <a:pt x="237504" y="38245"/>
                  </a:lnTo>
                  <a:lnTo>
                    <a:pt x="246888" y="40522"/>
                  </a:lnTo>
                  <a:lnTo>
                    <a:pt x="247261" y="39004"/>
                  </a:lnTo>
                  <a:lnTo>
                    <a:pt x="251860" y="37232"/>
                  </a:lnTo>
                  <a:lnTo>
                    <a:pt x="258514" y="37941"/>
                  </a:lnTo>
                  <a:lnTo>
                    <a:pt x="260496" y="41938"/>
                  </a:lnTo>
                  <a:lnTo>
                    <a:pt x="257580" y="42847"/>
                  </a:lnTo>
                  <a:lnTo>
                    <a:pt x="257243" y="45471"/>
                  </a:lnTo>
                  <a:lnTo>
                    <a:pt x="259075" y="47740"/>
                  </a:lnTo>
                  <a:lnTo>
                    <a:pt x="259262" y="51614"/>
                  </a:lnTo>
                  <a:lnTo>
                    <a:pt x="254215" y="56533"/>
                  </a:lnTo>
                  <a:lnTo>
                    <a:pt x="239822" y="64884"/>
                  </a:lnTo>
                  <a:lnTo>
                    <a:pt x="235074" y="69866"/>
                  </a:lnTo>
                  <a:lnTo>
                    <a:pt x="213279" y="76074"/>
                  </a:lnTo>
                  <a:lnTo>
                    <a:pt x="206662" y="82657"/>
                  </a:lnTo>
                  <a:lnTo>
                    <a:pt x="210325" y="85372"/>
                  </a:lnTo>
                  <a:lnTo>
                    <a:pt x="206774" y="87935"/>
                  </a:lnTo>
                  <a:lnTo>
                    <a:pt x="204194" y="88329"/>
                  </a:lnTo>
                  <a:lnTo>
                    <a:pt x="199372" y="96437"/>
                  </a:lnTo>
                  <a:lnTo>
                    <a:pt x="190250" y="108460"/>
                  </a:lnTo>
                  <a:lnTo>
                    <a:pt x="185016" y="118080"/>
                  </a:lnTo>
                  <a:lnTo>
                    <a:pt x="184979" y="120841"/>
                  </a:lnTo>
                  <a:lnTo>
                    <a:pt x="187558" y="130349"/>
                  </a:lnTo>
                  <a:lnTo>
                    <a:pt x="191110" y="134918"/>
                  </a:lnTo>
                  <a:lnTo>
                    <a:pt x="195035" y="136694"/>
                  </a:lnTo>
                  <a:lnTo>
                    <a:pt x="196007" y="138421"/>
                  </a:lnTo>
                  <a:lnTo>
                    <a:pt x="190736" y="143066"/>
                  </a:lnTo>
                  <a:lnTo>
                    <a:pt x="183895" y="147031"/>
                  </a:lnTo>
                  <a:lnTo>
                    <a:pt x="181016" y="150178"/>
                  </a:lnTo>
                  <a:lnTo>
                    <a:pt x="180380" y="153178"/>
                  </a:lnTo>
                  <a:lnTo>
                    <a:pt x="178399" y="154557"/>
                  </a:lnTo>
                  <a:lnTo>
                    <a:pt x="177614" y="158736"/>
                  </a:lnTo>
                  <a:lnTo>
                    <a:pt x="174885" y="164609"/>
                  </a:lnTo>
                  <a:lnTo>
                    <a:pt x="174735" y="166122"/>
                  </a:lnTo>
                  <a:lnTo>
                    <a:pt x="176829" y="168248"/>
                  </a:lnTo>
                  <a:lnTo>
                    <a:pt x="175782" y="169144"/>
                  </a:lnTo>
                  <a:lnTo>
                    <a:pt x="164230" y="170088"/>
                  </a:lnTo>
                  <a:lnTo>
                    <a:pt x="157725" y="174610"/>
                  </a:lnTo>
                  <a:lnTo>
                    <a:pt x="154473" y="178652"/>
                  </a:lnTo>
                  <a:lnTo>
                    <a:pt x="151557" y="186150"/>
                  </a:lnTo>
                  <a:lnTo>
                    <a:pt x="146398" y="191336"/>
                  </a:lnTo>
                  <a:lnTo>
                    <a:pt x="143930" y="189422"/>
                  </a:lnTo>
                  <a:lnTo>
                    <a:pt x="140865" y="189095"/>
                  </a:lnTo>
                  <a:lnTo>
                    <a:pt x="133911" y="192129"/>
                  </a:lnTo>
                  <a:lnTo>
                    <a:pt x="126397" y="191009"/>
                  </a:lnTo>
                  <a:lnTo>
                    <a:pt x="120565" y="192316"/>
                  </a:lnTo>
                  <a:lnTo>
                    <a:pt x="112303" y="191056"/>
                  </a:lnTo>
                  <a:lnTo>
                    <a:pt x="101125" y="192035"/>
                  </a:lnTo>
                  <a:lnTo>
                    <a:pt x="94732" y="197531"/>
                  </a:lnTo>
                  <a:lnTo>
                    <a:pt x="89312" y="197624"/>
                  </a:lnTo>
                  <a:lnTo>
                    <a:pt x="84414" y="199670"/>
                  </a:lnTo>
                  <a:lnTo>
                    <a:pt x="81124" y="204496"/>
                  </a:lnTo>
                  <a:lnTo>
                    <a:pt x="80489" y="207090"/>
                  </a:lnTo>
                  <a:lnTo>
                    <a:pt x="78769" y="206673"/>
                  </a:lnTo>
                  <a:lnTo>
                    <a:pt x="78358" y="208663"/>
                  </a:lnTo>
                  <a:lnTo>
                    <a:pt x="74993" y="209911"/>
                  </a:lnTo>
                  <a:lnTo>
                    <a:pt x="66357" y="205700"/>
                  </a:lnTo>
                  <a:lnTo>
                    <a:pt x="62507" y="199577"/>
                  </a:lnTo>
                  <a:lnTo>
                    <a:pt x="61609" y="195158"/>
                  </a:lnTo>
                  <a:lnTo>
                    <a:pt x="59217" y="194133"/>
                  </a:lnTo>
                  <a:lnTo>
                    <a:pt x="58656" y="191756"/>
                  </a:lnTo>
                  <a:lnTo>
                    <a:pt x="60376" y="188675"/>
                  </a:lnTo>
                  <a:lnTo>
                    <a:pt x="62693" y="186946"/>
                  </a:lnTo>
                  <a:lnTo>
                    <a:pt x="60525" y="187086"/>
                  </a:lnTo>
                  <a:lnTo>
                    <a:pt x="58992" y="189095"/>
                  </a:lnTo>
                  <a:lnTo>
                    <a:pt x="56974" y="185916"/>
                  </a:lnTo>
                  <a:lnTo>
                    <a:pt x="48824" y="179685"/>
                  </a:lnTo>
                  <a:lnTo>
                    <a:pt x="49272" y="177431"/>
                  </a:lnTo>
                  <a:lnTo>
                    <a:pt x="46954" y="179544"/>
                  </a:lnTo>
                  <a:lnTo>
                    <a:pt x="37982" y="180060"/>
                  </a:lnTo>
                  <a:lnTo>
                    <a:pt x="35964" y="169427"/>
                  </a:lnTo>
                  <a:lnTo>
                    <a:pt x="37197" y="165697"/>
                  </a:lnTo>
                  <a:lnTo>
                    <a:pt x="40375" y="161012"/>
                  </a:lnTo>
                  <a:lnTo>
                    <a:pt x="42581" y="158356"/>
                  </a:lnTo>
                  <a:lnTo>
                    <a:pt x="45945" y="157360"/>
                  </a:lnTo>
                  <a:lnTo>
                    <a:pt x="47328" y="153606"/>
                  </a:lnTo>
                  <a:lnTo>
                    <a:pt x="44226" y="153749"/>
                  </a:lnTo>
                  <a:lnTo>
                    <a:pt x="39328" y="146458"/>
                  </a:lnTo>
                  <a:lnTo>
                    <a:pt x="40599" y="139619"/>
                  </a:lnTo>
                  <a:lnTo>
                    <a:pt x="45497" y="134485"/>
                  </a:lnTo>
                  <a:lnTo>
                    <a:pt x="46469" y="130494"/>
                  </a:lnTo>
                  <a:lnTo>
                    <a:pt x="45534" y="129145"/>
                  </a:lnTo>
                  <a:lnTo>
                    <a:pt x="42842" y="128374"/>
                  </a:lnTo>
                  <a:lnTo>
                    <a:pt x="40076" y="122920"/>
                  </a:lnTo>
                  <a:lnTo>
                    <a:pt x="39477" y="119534"/>
                  </a:lnTo>
                  <a:lnTo>
                    <a:pt x="35328" y="114248"/>
                  </a:lnTo>
                  <a:lnTo>
                    <a:pt x="44001" y="113713"/>
                  </a:lnTo>
                  <a:lnTo>
                    <a:pt x="46954" y="110554"/>
                  </a:lnTo>
                  <a:lnTo>
                    <a:pt x="48600" y="104510"/>
                  </a:lnTo>
                  <a:lnTo>
                    <a:pt x="45758" y="100502"/>
                  </a:lnTo>
                  <a:lnTo>
                    <a:pt x="50394" y="95751"/>
                  </a:lnTo>
                  <a:lnTo>
                    <a:pt x="49497" y="93051"/>
                  </a:lnTo>
                  <a:lnTo>
                    <a:pt x="49833" y="83892"/>
                  </a:lnTo>
                  <a:lnTo>
                    <a:pt x="47926" y="77511"/>
                  </a:lnTo>
                  <a:lnTo>
                    <a:pt x="55441" y="69368"/>
                  </a:lnTo>
                  <a:lnTo>
                    <a:pt x="61198" y="65183"/>
                  </a:lnTo>
                  <a:lnTo>
                    <a:pt x="62619" y="62288"/>
                  </a:lnTo>
                  <a:lnTo>
                    <a:pt x="60824" y="59988"/>
                  </a:lnTo>
                  <a:lnTo>
                    <a:pt x="55927" y="59188"/>
                  </a:lnTo>
                  <a:lnTo>
                    <a:pt x="55628" y="53573"/>
                  </a:lnTo>
                  <a:lnTo>
                    <a:pt x="54357" y="51665"/>
                  </a:lnTo>
                  <a:lnTo>
                    <a:pt x="43366" y="50558"/>
                  </a:lnTo>
                  <a:lnTo>
                    <a:pt x="42095" y="52971"/>
                  </a:lnTo>
                  <a:lnTo>
                    <a:pt x="38057" y="54677"/>
                  </a:lnTo>
                  <a:lnTo>
                    <a:pt x="27328" y="53272"/>
                  </a:lnTo>
                  <a:lnTo>
                    <a:pt x="22505" y="55279"/>
                  </a:lnTo>
                  <a:lnTo>
                    <a:pt x="21009" y="52971"/>
                  </a:lnTo>
                  <a:lnTo>
                    <a:pt x="22954" y="49552"/>
                  </a:lnTo>
                  <a:lnTo>
                    <a:pt x="21234" y="46278"/>
                  </a:lnTo>
                  <a:lnTo>
                    <a:pt x="20150" y="46178"/>
                  </a:lnTo>
                  <a:lnTo>
                    <a:pt x="13420" y="48546"/>
                  </a:lnTo>
                  <a:lnTo>
                    <a:pt x="7963" y="52066"/>
                  </a:lnTo>
                  <a:lnTo>
                    <a:pt x="7252" y="47085"/>
                  </a:lnTo>
                  <a:lnTo>
                    <a:pt x="11327" y="42342"/>
                  </a:lnTo>
                  <a:lnTo>
                    <a:pt x="8710" y="42039"/>
                  </a:lnTo>
                  <a:lnTo>
                    <a:pt x="10505" y="38497"/>
                  </a:lnTo>
                  <a:lnTo>
                    <a:pt x="8785" y="36877"/>
                  </a:lnTo>
                  <a:lnTo>
                    <a:pt x="8822" y="32055"/>
                  </a:lnTo>
                  <a:lnTo>
                    <a:pt x="4224" y="33376"/>
                  </a:lnTo>
                  <a:lnTo>
                    <a:pt x="4186" y="31445"/>
                  </a:lnTo>
                  <a:lnTo>
                    <a:pt x="6392" y="27578"/>
                  </a:lnTo>
                  <a:lnTo>
                    <a:pt x="4037" y="27119"/>
                  </a:lnTo>
                  <a:lnTo>
                    <a:pt x="0" y="22526"/>
                  </a:lnTo>
                  <a:lnTo>
                    <a:pt x="1196" y="16896"/>
                  </a:lnTo>
                  <a:lnTo>
                    <a:pt x="7514" y="12328"/>
                  </a:lnTo>
                  <a:lnTo>
                    <a:pt x="11850" y="12842"/>
                  </a:lnTo>
                  <a:lnTo>
                    <a:pt x="18281" y="10580"/>
                  </a:lnTo>
                  <a:lnTo>
                    <a:pt x="20486" y="9344"/>
                  </a:lnTo>
                  <a:lnTo>
                    <a:pt x="19664" y="6458"/>
                  </a:lnTo>
                  <a:lnTo>
                    <a:pt x="20337" y="5324"/>
                  </a:lnTo>
                  <a:lnTo>
                    <a:pt x="25570" y="2018"/>
                  </a:lnTo>
                  <a:lnTo>
                    <a:pt x="31926" y="0"/>
                  </a:lnTo>
                  <a:lnTo>
                    <a:pt x="35964" y="725"/>
                  </a:lnTo>
                  <a:lnTo>
                    <a:pt x="41010" y="4911"/>
                  </a:lnTo>
                  <a:lnTo>
                    <a:pt x="45160" y="6046"/>
                  </a:lnTo>
                  <a:lnTo>
                    <a:pt x="65535" y="4911"/>
                  </a:lnTo>
                  <a:lnTo>
                    <a:pt x="70395" y="3465"/>
                  </a:lnTo>
                  <a:lnTo>
                    <a:pt x="74133" y="5272"/>
                  </a:lnTo>
                  <a:lnTo>
                    <a:pt x="97873" y="10013"/>
                  </a:lnTo>
                  <a:lnTo>
                    <a:pt x="116939" y="7078"/>
                  </a:lnTo>
                  <a:lnTo>
                    <a:pt x="128565" y="11300"/>
                  </a:lnTo>
                  <a:lnTo>
                    <a:pt x="132117" y="8932"/>
                  </a:lnTo>
                  <a:lnTo>
                    <a:pt x="143295" y="12534"/>
                  </a:lnTo>
                  <a:lnTo>
                    <a:pt x="150473" y="12020"/>
                  </a:lnTo>
                  <a:lnTo>
                    <a:pt x="153837" y="104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6" name="oPE_MapPart_ESP_6_726" descr="Spanien">
              <a:extLst>
                <a:ext uri="{FF2B5EF4-FFF2-40B4-BE49-F238E27FC236}">
                  <a16:creationId xmlns:a16="http://schemas.microsoft.com/office/drawing/2014/main" id="{BBFE3B6C-FCB0-5943-7F46-6C4D9A63E19E}"/>
                </a:ext>
              </a:extLst>
            </p:cNvPr>
            <p:cNvSpPr/>
            <p:nvPr>
              <p:custDataLst>
                <p:tags r:id="rId726"/>
              </p:custDataLst>
            </p:nvPr>
          </p:nvSpPr>
          <p:spPr>
            <a:xfrm>
              <a:off x="5744883" y="3772167"/>
              <a:ext cx="16338" cy="13418"/>
            </a:xfrm>
            <a:custGeom>
              <a:avLst/>
              <a:gdLst/>
              <a:ahLst/>
              <a:cxnLst/>
              <a:rect l="0" t="0" r="0" b="0"/>
              <a:pathLst>
                <a:path w="16338" h="13418">
                  <a:moveTo>
                    <a:pt x="11852" y="4636"/>
                  </a:moveTo>
                  <a:lnTo>
                    <a:pt x="10132" y="10027"/>
                  </a:lnTo>
                  <a:lnTo>
                    <a:pt x="7552" y="12866"/>
                  </a:lnTo>
                  <a:lnTo>
                    <a:pt x="5159" y="13417"/>
                  </a:lnTo>
                  <a:lnTo>
                    <a:pt x="0" y="5613"/>
                  </a:lnTo>
                  <a:lnTo>
                    <a:pt x="8076" y="3871"/>
                  </a:lnTo>
                  <a:lnTo>
                    <a:pt x="12188" y="426"/>
                  </a:lnTo>
                  <a:lnTo>
                    <a:pt x="16225" y="0"/>
                  </a:lnTo>
                  <a:lnTo>
                    <a:pt x="16337" y="1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7" name="oPE_MapPart_ESP_7_727" descr="Spanien">
              <a:extLst>
                <a:ext uri="{FF2B5EF4-FFF2-40B4-BE49-F238E27FC236}">
                  <a16:creationId xmlns:a16="http://schemas.microsoft.com/office/drawing/2014/main" id="{E617020E-5DDA-CED1-EECC-AACECB3E3E2F}"/>
                </a:ext>
              </a:extLst>
            </p:cNvPr>
            <p:cNvSpPr/>
            <p:nvPr>
              <p:custDataLst>
                <p:tags r:id="rId727"/>
              </p:custDataLst>
            </p:nvPr>
          </p:nvSpPr>
          <p:spPr>
            <a:xfrm>
              <a:off x="5808138" y="3756494"/>
              <a:ext cx="9086" cy="9323"/>
            </a:xfrm>
            <a:custGeom>
              <a:avLst/>
              <a:gdLst/>
              <a:ahLst/>
              <a:cxnLst/>
              <a:rect l="0" t="0" r="0" b="0"/>
              <a:pathLst>
                <a:path w="9086" h="9323">
                  <a:moveTo>
                    <a:pt x="2991" y="7742"/>
                  </a:moveTo>
                  <a:lnTo>
                    <a:pt x="1571" y="9322"/>
                  </a:lnTo>
                  <a:lnTo>
                    <a:pt x="0" y="8767"/>
                  </a:lnTo>
                  <a:lnTo>
                    <a:pt x="748" y="5307"/>
                  </a:lnTo>
                  <a:lnTo>
                    <a:pt x="6767" y="2227"/>
                  </a:lnTo>
                  <a:lnTo>
                    <a:pt x="8225" y="0"/>
                  </a:lnTo>
                  <a:lnTo>
                    <a:pt x="9085" y="943"/>
                  </a:lnTo>
                  <a:lnTo>
                    <a:pt x="7926" y="5478"/>
                  </a:lnTo>
                  <a:lnTo>
                    <a:pt x="6356" y="65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8" name="oPE_MapPart_ESP_8_728" descr="Spanien">
              <a:extLst>
                <a:ext uri="{FF2B5EF4-FFF2-40B4-BE49-F238E27FC236}">
                  <a16:creationId xmlns:a16="http://schemas.microsoft.com/office/drawing/2014/main" id="{E56A7612-E934-FF30-ED49-62C46DA75777}"/>
                </a:ext>
              </a:extLst>
            </p:cNvPr>
            <p:cNvSpPr/>
            <p:nvPr>
              <p:custDataLst>
                <p:tags r:id="rId728"/>
              </p:custDataLst>
            </p:nvPr>
          </p:nvSpPr>
          <p:spPr>
            <a:xfrm>
              <a:off x="5795016" y="3768290"/>
              <a:ext cx="13796" cy="16151"/>
            </a:xfrm>
            <a:custGeom>
              <a:avLst/>
              <a:gdLst/>
              <a:ahLst/>
              <a:cxnLst/>
              <a:rect l="0" t="0" r="0" b="0"/>
              <a:pathLst>
                <a:path w="13796" h="16151">
                  <a:moveTo>
                    <a:pt x="6131" y="13480"/>
                  </a:moveTo>
                  <a:lnTo>
                    <a:pt x="3290" y="16150"/>
                  </a:lnTo>
                  <a:lnTo>
                    <a:pt x="0" y="15091"/>
                  </a:lnTo>
                  <a:lnTo>
                    <a:pt x="2842" y="14412"/>
                  </a:lnTo>
                  <a:lnTo>
                    <a:pt x="5384" y="12420"/>
                  </a:lnTo>
                  <a:lnTo>
                    <a:pt x="10132" y="810"/>
                  </a:lnTo>
                  <a:lnTo>
                    <a:pt x="11178" y="0"/>
                  </a:lnTo>
                  <a:lnTo>
                    <a:pt x="13197" y="43"/>
                  </a:lnTo>
                  <a:lnTo>
                    <a:pt x="13795" y="1151"/>
                  </a:lnTo>
                  <a:lnTo>
                    <a:pt x="13048" y="7833"/>
                  </a:lnTo>
                  <a:lnTo>
                    <a:pt x="11702" y="115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9" name="oPE_MapPart_ESP_9_729" descr="Spanien">
              <a:extLst>
                <a:ext uri="{FF2B5EF4-FFF2-40B4-BE49-F238E27FC236}">
                  <a16:creationId xmlns:a16="http://schemas.microsoft.com/office/drawing/2014/main" id="{147D800E-F923-89A8-2C2C-E9B8CB2093A7}"/>
                </a:ext>
              </a:extLst>
            </p:cNvPr>
            <p:cNvSpPr/>
            <p:nvPr>
              <p:custDataLst>
                <p:tags r:id="rId729"/>
              </p:custDataLst>
            </p:nvPr>
          </p:nvSpPr>
          <p:spPr>
            <a:xfrm>
              <a:off x="5767651" y="3782024"/>
              <a:ext cx="8711" cy="9693"/>
            </a:xfrm>
            <a:custGeom>
              <a:avLst/>
              <a:gdLst/>
              <a:ahLst/>
              <a:cxnLst/>
              <a:rect l="0" t="0" r="0" b="0"/>
              <a:pathLst>
                <a:path w="8711" h="9693">
                  <a:moveTo>
                    <a:pt x="8486" y="297"/>
                  </a:moveTo>
                  <a:lnTo>
                    <a:pt x="8710" y="6691"/>
                  </a:lnTo>
                  <a:lnTo>
                    <a:pt x="7738" y="8213"/>
                  </a:lnTo>
                  <a:lnTo>
                    <a:pt x="5196" y="9692"/>
                  </a:lnTo>
                  <a:lnTo>
                    <a:pt x="2056" y="8805"/>
                  </a:lnTo>
                  <a:lnTo>
                    <a:pt x="37" y="6395"/>
                  </a:lnTo>
                  <a:lnTo>
                    <a:pt x="0" y="3898"/>
                  </a:lnTo>
                  <a:lnTo>
                    <a:pt x="2617" y="127"/>
                  </a:lnTo>
                  <a:lnTo>
                    <a:pt x="818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0" name="oPE_MapPart_ESP_10_730" descr="Spanien">
              <a:extLst>
                <a:ext uri="{FF2B5EF4-FFF2-40B4-BE49-F238E27FC236}">
                  <a16:creationId xmlns:a16="http://schemas.microsoft.com/office/drawing/2014/main" id="{2913EFFB-498E-88F2-B1F4-4963AD8D3004}"/>
                </a:ext>
              </a:extLst>
            </p:cNvPr>
            <p:cNvSpPr/>
            <p:nvPr>
              <p:custDataLst>
                <p:tags r:id="rId730"/>
              </p:custDataLst>
            </p:nvPr>
          </p:nvSpPr>
          <p:spPr>
            <a:xfrm>
              <a:off x="5736173" y="3781006"/>
              <a:ext cx="4637" cy="4240"/>
            </a:xfrm>
            <a:custGeom>
              <a:avLst/>
              <a:gdLst/>
              <a:ahLst/>
              <a:cxnLst/>
              <a:rect l="0" t="0" r="0" b="0"/>
              <a:pathLst>
                <a:path w="4637" h="4240">
                  <a:moveTo>
                    <a:pt x="2916" y="4239"/>
                  </a:moveTo>
                  <a:lnTo>
                    <a:pt x="1047" y="3858"/>
                  </a:lnTo>
                  <a:lnTo>
                    <a:pt x="0" y="1993"/>
                  </a:lnTo>
                  <a:lnTo>
                    <a:pt x="1383" y="0"/>
                  </a:lnTo>
                  <a:lnTo>
                    <a:pt x="4075" y="1103"/>
                  </a:lnTo>
                  <a:lnTo>
                    <a:pt x="4636" y="27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1" name="oPE_MapPart_ESP_11_731" descr="Spanien">
              <a:extLst>
                <a:ext uri="{FF2B5EF4-FFF2-40B4-BE49-F238E27FC236}">
                  <a16:creationId xmlns:a16="http://schemas.microsoft.com/office/drawing/2014/main" id="{403F6EA1-52CE-CF70-6D5B-F0AC7BEAC35B}"/>
                </a:ext>
              </a:extLst>
            </p:cNvPr>
            <p:cNvSpPr/>
            <p:nvPr>
              <p:custDataLst>
                <p:tags r:id="rId731"/>
              </p:custDataLst>
            </p:nvPr>
          </p:nvSpPr>
          <p:spPr>
            <a:xfrm>
              <a:off x="5718827" y="3789307"/>
              <a:ext cx="5646" cy="4774"/>
            </a:xfrm>
            <a:custGeom>
              <a:avLst/>
              <a:gdLst/>
              <a:ahLst/>
              <a:cxnLst/>
              <a:rect l="0" t="0" r="0" b="0"/>
              <a:pathLst>
                <a:path w="5646" h="4774">
                  <a:moveTo>
                    <a:pt x="5645" y="930"/>
                  </a:moveTo>
                  <a:lnTo>
                    <a:pt x="3626" y="4773"/>
                  </a:lnTo>
                  <a:lnTo>
                    <a:pt x="486" y="2874"/>
                  </a:lnTo>
                  <a:lnTo>
                    <a:pt x="0" y="2071"/>
                  </a:lnTo>
                  <a:lnTo>
                    <a:pt x="2430" y="1902"/>
                  </a:lnTo>
                  <a:lnTo>
                    <a:pt x="489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2" name="oPE_MapPart_ESP_12_732" descr="Spanien">
              <a:extLst>
                <a:ext uri="{FF2B5EF4-FFF2-40B4-BE49-F238E27FC236}">
                  <a16:creationId xmlns:a16="http://schemas.microsoft.com/office/drawing/2014/main" id="{1AA20077-C638-5B4D-8271-63AE33A8320C}"/>
                </a:ext>
              </a:extLst>
            </p:cNvPr>
            <p:cNvSpPr/>
            <p:nvPr>
              <p:custDataLst>
                <p:tags r:id="rId732"/>
              </p:custDataLst>
            </p:nvPr>
          </p:nvSpPr>
          <p:spPr>
            <a:xfrm>
              <a:off x="5722154" y="3765773"/>
              <a:ext cx="5309" cy="8353"/>
            </a:xfrm>
            <a:custGeom>
              <a:avLst/>
              <a:gdLst/>
              <a:ahLst/>
              <a:cxnLst/>
              <a:rect l="0" t="0" r="0" b="0"/>
              <a:pathLst>
                <a:path w="5309" h="8353">
                  <a:moveTo>
                    <a:pt x="3439" y="8352"/>
                  </a:moveTo>
                  <a:lnTo>
                    <a:pt x="0" y="2091"/>
                  </a:lnTo>
                  <a:lnTo>
                    <a:pt x="1495" y="43"/>
                  </a:lnTo>
                  <a:lnTo>
                    <a:pt x="4187" y="0"/>
                  </a:lnTo>
                  <a:lnTo>
                    <a:pt x="5308" y="1408"/>
                  </a:lnTo>
                  <a:lnTo>
                    <a:pt x="5009" y="65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3" name="oPE_MapPart_LKA_1_733" descr="Sri Lanka">
              <a:extLst>
                <a:ext uri="{FF2B5EF4-FFF2-40B4-BE49-F238E27FC236}">
                  <a16:creationId xmlns:a16="http://schemas.microsoft.com/office/drawing/2014/main" id="{A8270AC2-D23A-6EB2-F428-E24504045134}"/>
                </a:ext>
              </a:extLst>
            </p:cNvPr>
            <p:cNvSpPr/>
            <p:nvPr>
              <p:custDataLst>
                <p:tags r:id="rId733"/>
              </p:custDataLst>
            </p:nvPr>
          </p:nvSpPr>
          <p:spPr>
            <a:xfrm>
              <a:off x="7754345" y="4188636"/>
              <a:ext cx="2580" cy="2580"/>
            </a:xfrm>
            <a:custGeom>
              <a:avLst/>
              <a:gdLst/>
              <a:ahLst/>
              <a:cxnLst/>
              <a:rect l="0" t="0" r="0" b="0"/>
              <a:pathLst>
                <a:path w="2580" h="2580">
                  <a:moveTo>
                    <a:pt x="2579" y="2351"/>
                  </a:moveTo>
                  <a:lnTo>
                    <a:pt x="1271" y="2579"/>
                  </a:lnTo>
                  <a:lnTo>
                    <a:pt x="0" y="569"/>
                  </a:lnTo>
                  <a:lnTo>
                    <a:pt x="859" y="0"/>
                  </a:lnTo>
                  <a:lnTo>
                    <a:pt x="1383" y="13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4" name="oPE_MapPart_LKA_2_734" descr="Sri Lanka">
              <a:extLst>
                <a:ext uri="{FF2B5EF4-FFF2-40B4-BE49-F238E27FC236}">
                  <a16:creationId xmlns:a16="http://schemas.microsoft.com/office/drawing/2014/main" id="{BABE9FC5-FFDE-45D4-1B8B-04A8A661ACCD}"/>
                </a:ext>
              </a:extLst>
            </p:cNvPr>
            <p:cNvSpPr/>
            <p:nvPr>
              <p:custDataLst>
                <p:tags r:id="rId734"/>
              </p:custDataLst>
            </p:nvPr>
          </p:nvSpPr>
          <p:spPr>
            <a:xfrm>
              <a:off x="7752288" y="4202051"/>
              <a:ext cx="3254" cy="2727"/>
            </a:xfrm>
            <a:custGeom>
              <a:avLst/>
              <a:gdLst/>
              <a:ahLst/>
              <a:cxnLst/>
              <a:rect l="0" t="0" r="0" b="0"/>
              <a:pathLst>
                <a:path w="3254" h="2727">
                  <a:moveTo>
                    <a:pt x="2655" y="1136"/>
                  </a:moveTo>
                  <a:lnTo>
                    <a:pt x="3253" y="2726"/>
                  </a:lnTo>
                  <a:lnTo>
                    <a:pt x="412" y="719"/>
                  </a:lnTo>
                  <a:lnTo>
                    <a:pt x="0" y="0"/>
                  </a:lnTo>
                  <a:lnTo>
                    <a:pt x="2356" y="7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5" name="oPE_MapPart_LKA_3_735" descr="Sri Lanka">
              <a:extLst>
                <a:ext uri="{FF2B5EF4-FFF2-40B4-BE49-F238E27FC236}">
                  <a16:creationId xmlns:a16="http://schemas.microsoft.com/office/drawing/2014/main" id="{96867B8E-F643-26A8-4455-B50DE8195370}"/>
                </a:ext>
              </a:extLst>
            </p:cNvPr>
            <p:cNvSpPr/>
            <p:nvPr>
              <p:custDataLst>
                <p:tags r:id="rId735"/>
              </p:custDataLst>
            </p:nvPr>
          </p:nvSpPr>
          <p:spPr>
            <a:xfrm>
              <a:off x="7751578" y="4187156"/>
              <a:ext cx="44900" cy="81009"/>
            </a:xfrm>
            <a:custGeom>
              <a:avLst/>
              <a:gdLst/>
              <a:ahLst/>
              <a:cxnLst/>
              <a:rect l="0" t="0" r="0" b="0"/>
              <a:pathLst>
                <a:path w="44900" h="81009">
                  <a:moveTo>
                    <a:pt x="5607" y="0"/>
                  </a:moveTo>
                  <a:lnTo>
                    <a:pt x="11216" y="342"/>
                  </a:lnTo>
                  <a:lnTo>
                    <a:pt x="13757" y="3566"/>
                  </a:lnTo>
                  <a:lnTo>
                    <a:pt x="20749" y="9365"/>
                  </a:lnTo>
                  <a:lnTo>
                    <a:pt x="25385" y="17696"/>
                  </a:lnTo>
                  <a:lnTo>
                    <a:pt x="27067" y="18491"/>
                  </a:lnTo>
                  <a:lnTo>
                    <a:pt x="30842" y="24203"/>
                  </a:lnTo>
                  <a:lnTo>
                    <a:pt x="31440" y="27493"/>
                  </a:lnTo>
                  <a:lnTo>
                    <a:pt x="34469" y="29042"/>
                  </a:lnTo>
                  <a:lnTo>
                    <a:pt x="35778" y="35616"/>
                  </a:lnTo>
                  <a:lnTo>
                    <a:pt x="40562" y="42636"/>
                  </a:lnTo>
                  <a:lnTo>
                    <a:pt x="44899" y="53007"/>
                  </a:lnTo>
                  <a:lnTo>
                    <a:pt x="44638" y="61106"/>
                  </a:lnTo>
                  <a:lnTo>
                    <a:pt x="41534" y="69238"/>
                  </a:lnTo>
                  <a:lnTo>
                    <a:pt x="34618" y="74918"/>
                  </a:lnTo>
                  <a:lnTo>
                    <a:pt x="21010" y="80370"/>
                  </a:lnTo>
                  <a:lnTo>
                    <a:pt x="16263" y="81008"/>
                  </a:lnTo>
                  <a:lnTo>
                    <a:pt x="11514" y="79730"/>
                  </a:lnTo>
                  <a:lnTo>
                    <a:pt x="7926" y="76760"/>
                  </a:lnTo>
                  <a:lnTo>
                    <a:pt x="3029" y="62613"/>
                  </a:lnTo>
                  <a:lnTo>
                    <a:pt x="0" y="34256"/>
                  </a:lnTo>
                  <a:lnTo>
                    <a:pt x="748" y="31914"/>
                  </a:lnTo>
                  <a:lnTo>
                    <a:pt x="748" y="37051"/>
                  </a:lnTo>
                  <a:lnTo>
                    <a:pt x="1459" y="37692"/>
                  </a:lnTo>
                  <a:lnTo>
                    <a:pt x="1981" y="37051"/>
                  </a:lnTo>
                  <a:lnTo>
                    <a:pt x="2879" y="29458"/>
                  </a:lnTo>
                  <a:lnTo>
                    <a:pt x="4749" y="23560"/>
                  </a:lnTo>
                  <a:lnTo>
                    <a:pt x="4487" y="19210"/>
                  </a:lnTo>
                  <a:lnTo>
                    <a:pt x="8038" y="12661"/>
                  </a:lnTo>
                  <a:lnTo>
                    <a:pt x="7739" y="4931"/>
                  </a:lnTo>
                  <a:lnTo>
                    <a:pt x="12561" y="7281"/>
                  </a:lnTo>
                  <a:lnTo>
                    <a:pt x="14842" y="6978"/>
                  </a:lnTo>
                  <a:lnTo>
                    <a:pt x="13982" y="5537"/>
                  </a:lnTo>
                  <a:lnTo>
                    <a:pt x="11328" y="4210"/>
                  </a:lnTo>
                  <a:lnTo>
                    <a:pt x="6916" y="3414"/>
                  </a:lnTo>
                  <a:lnTo>
                    <a:pt x="5010" y="1480"/>
                  </a:lnTo>
                  <a:lnTo>
                    <a:pt x="5271" y="4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6" name="oPE_MapPart_SDN_1_736" descr="Sudan">
              <a:extLst>
                <a:ext uri="{FF2B5EF4-FFF2-40B4-BE49-F238E27FC236}">
                  <a16:creationId xmlns:a16="http://schemas.microsoft.com/office/drawing/2014/main" id="{AF889F69-49AB-C077-E6DB-F2C687B86EE4}"/>
                </a:ext>
              </a:extLst>
            </p:cNvPr>
            <p:cNvSpPr/>
            <p:nvPr>
              <p:custDataLst>
                <p:tags r:id="rId736"/>
              </p:custDataLst>
            </p:nvPr>
          </p:nvSpPr>
          <p:spPr>
            <a:xfrm>
              <a:off x="6549289" y="3918810"/>
              <a:ext cx="348612" cy="292475"/>
            </a:xfrm>
            <a:custGeom>
              <a:avLst/>
              <a:gdLst/>
              <a:ahLst/>
              <a:cxnLst/>
              <a:rect l="0" t="0" r="0" b="0"/>
              <a:pathLst>
                <a:path w="348612" h="292475">
                  <a:moveTo>
                    <a:pt x="254477" y="275740"/>
                  </a:moveTo>
                  <a:lnTo>
                    <a:pt x="250589" y="275703"/>
                  </a:lnTo>
                  <a:lnTo>
                    <a:pt x="250177" y="274793"/>
                  </a:lnTo>
                  <a:lnTo>
                    <a:pt x="250701" y="270319"/>
                  </a:lnTo>
                  <a:lnTo>
                    <a:pt x="252084" y="267436"/>
                  </a:lnTo>
                  <a:lnTo>
                    <a:pt x="251972" y="263222"/>
                  </a:lnTo>
                  <a:lnTo>
                    <a:pt x="250925" y="260564"/>
                  </a:lnTo>
                  <a:lnTo>
                    <a:pt x="239822" y="250605"/>
                  </a:lnTo>
                  <a:lnTo>
                    <a:pt x="234812" y="248627"/>
                  </a:lnTo>
                  <a:lnTo>
                    <a:pt x="235672" y="246419"/>
                  </a:lnTo>
                  <a:lnTo>
                    <a:pt x="233616" y="230411"/>
                  </a:lnTo>
                  <a:lnTo>
                    <a:pt x="234588" y="228808"/>
                  </a:lnTo>
                  <a:lnTo>
                    <a:pt x="236233" y="217459"/>
                  </a:lnTo>
                  <a:lnTo>
                    <a:pt x="226326" y="217306"/>
                  </a:lnTo>
                  <a:lnTo>
                    <a:pt x="226625" y="221856"/>
                  </a:lnTo>
                  <a:lnTo>
                    <a:pt x="212830" y="221933"/>
                  </a:lnTo>
                  <a:lnTo>
                    <a:pt x="218363" y="228197"/>
                  </a:lnTo>
                  <a:lnTo>
                    <a:pt x="218363" y="236591"/>
                  </a:lnTo>
                  <a:lnTo>
                    <a:pt x="220082" y="241355"/>
                  </a:lnTo>
                  <a:lnTo>
                    <a:pt x="209951" y="250377"/>
                  </a:lnTo>
                  <a:lnTo>
                    <a:pt x="208306" y="254256"/>
                  </a:lnTo>
                  <a:lnTo>
                    <a:pt x="204158" y="259729"/>
                  </a:lnTo>
                  <a:lnTo>
                    <a:pt x="193765" y="269219"/>
                  </a:lnTo>
                  <a:lnTo>
                    <a:pt x="185465" y="270053"/>
                  </a:lnTo>
                  <a:lnTo>
                    <a:pt x="179632" y="264817"/>
                  </a:lnTo>
                  <a:lnTo>
                    <a:pt x="169837" y="258513"/>
                  </a:lnTo>
                  <a:lnTo>
                    <a:pt x="161576" y="262994"/>
                  </a:lnTo>
                  <a:lnTo>
                    <a:pt x="161576" y="266031"/>
                  </a:lnTo>
                  <a:lnTo>
                    <a:pt x="158847" y="269257"/>
                  </a:lnTo>
                  <a:lnTo>
                    <a:pt x="154062" y="270319"/>
                  </a:lnTo>
                  <a:lnTo>
                    <a:pt x="148603" y="272936"/>
                  </a:lnTo>
                  <a:lnTo>
                    <a:pt x="145688" y="275778"/>
                  </a:lnTo>
                  <a:lnTo>
                    <a:pt x="145799" y="278583"/>
                  </a:lnTo>
                  <a:lnTo>
                    <a:pt x="129275" y="278507"/>
                  </a:lnTo>
                  <a:lnTo>
                    <a:pt x="125761" y="272784"/>
                  </a:lnTo>
                  <a:lnTo>
                    <a:pt x="109013" y="272518"/>
                  </a:lnTo>
                  <a:lnTo>
                    <a:pt x="100377" y="275248"/>
                  </a:lnTo>
                  <a:lnTo>
                    <a:pt x="98172" y="274376"/>
                  </a:lnTo>
                  <a:lnTo>
                    <a:pt x="90246" y="265083"/>
                  </a:lnTo>
                  <a:lnTo>
                    <a:pt x="85050" y="260792"/>
                  </a:lnTo>
                  <a:lnTo>
                    <a:pt x="83778" y="255815"/>
                  </a:lnTo>
                  <a:lnTo>
                    <a:pt x="82508" y="255510"/>
                  </a:lnTo>
                  <a:lnTo>
                    <a:pt x="67330" y="258171"/>
                  </a:lnTo>
                  <a:lnTo>
                    <a:pt x="66432" y="259387"/>
                  </a:lnTo>
                  <a:lnTo>
                    <a:pt x="66021" y="263222"/>
                  </a:lnTo>
                  <a:lnTo>
                    <a:pt x="61497" y="269143"/>
                  </a:lnTo>
                  <a:lnTo>
                    <a:pt x="61422" y="274338"/>
                  </a:lnTo>
                  <a:lnTo>
                    <a:pt x="59179" y="277256"/>
                  </a:lnTo>
                  <a:lnTo>
                    <a:pt x="58619" y="281651"/>
                  </a:lnTo>
                  <a:lnTo>
                    <a:pt x="56599" y="285285"/>
                  </a:lnTo>
                  <a:lnTo>
                    <a:pt x="56226" y="287821"/>
                  </a:lnTo>
                  <a:lnTo>
                    <a:pt x="49609" y="290318"/>
                  </a:lnTo>
                  <a:lnTo>
                    <a:pt x="48226" y="292474"/>
                  </a:lnTo>
                  <a:lnTo>
                    <a:pt x="38506" y="291074"/>
                  </a:lnTo>
                  <a:lnTo>
                    <a:pt x="35552" y="289296"/>
                  </a:lnTo>
                  <a:lnTo>
                    <a:pt x="35852" y="286648"/>
                  </a:lnTo>
                  <a:lnTo>
                    <a:pt x="34019" y="284415"/>
                  </a:lnTo>
                  <a:lnTo>
                    <a:pt x="34132" y="283014"/>
                  </a:lnTo>
                  <a:lnTo>
                    <a:pt x="37347" y="278280"/>
                  </a:lnTo>
                  <a:lnTo>
                    <a:pt x="37833" y="268119"/>
                  </a:lnTo>
                  <a:lnTo>
                    <a:pt x="30880" y="256195"/>
                  </a:lnTo>
                  <a:lnTo>
                    <a:pt x="23664" y="248513"/>
                  </a:lnTo>
                  <a:lnTo>
                    <a:pt x="21496" y="244973"/>
                  </a:lnTo>
                  <a:lnTo>
                    <a:pt x="23104" y="239183"/>
                  </a:lnTo>
                  <a:lnTo>
                    <a:pt x="22804" y="235943"/>
                  </a:lnTo>
                  <a:lnTo>
                    <a:pt x="19888" y="234570"/>
                  </a:lnTo>
                  <a:lnTo>
                    <a:pt x="15926" y="230984"/>
                  </a:lnTo>
                  <a:lnTo>
                    <a:pt x="15177" y="229076"/>
                  </a:lnTo>
                  <a:lnTo>
                    <a:pt x="15701" y="222277"/>
                  </a:lnTo>
                  <a:lnTo>
                    <a:pt x="13458" y="220633"/>
                  </a:lnTo>
                  <a:lnTo>
                    <a:pt x="11738" y="212216"/>
                  </a:lnTo>
                  <a:lnTo>
                    <a:pt x="12224" y="210455"/>
                  </a:lnTo>
                  <a:lnTo>
                    <a:pt x="10953" y="208003"/>
                  </a:lnTo>
                  <a:lnTo>
                    <a:pt x="8486" y="206968"/>
                  </a:lnTo>
                  <a:lnTo>
                    <a:pt x="2130" y="207658"/>
                  </a:lnTo>
                  <a:lnTo>
                    <a:pt x="0" y="205244"/>
                  </a:lnTo>
                  <a:lnTo>
                    <a:pt x="3439" y="198377"/>
                  </a:lnTo>
                  <a:lnTo>
                    <a:pt x="6915" y="196188"/>
                  </a:lnTo>
                  <a:lnTo>
                    <a:pt x="8374" y="193769"/>
                  </a:lnTo>
                  <a:lnTo>
                    <a:pt x="8224" y="190733"/>
                  </a:lnTo>
                  <a:lnTo>
                    <a:pt x="5832" y="183693"/>
                  </a:lnTo>
                  <a:lnTo>
                    <a:pt x="7215" y="181344"/>
                  </a:lnTo>
                  <a:lnTo>
                    <a:pt x="14804" y="175949"/>
                  </a:lnTo>
                  <a:lnTo>
                    <a:pt x="12972" y="173327"/>
                  </a:lnTo>
                  <a:lnTo>
                    <a:pt x="11552" y="167613"/>
                  </a:lnTo>
                  <a:lnTo>
                    <a:pt x="13346" y="165837"/>
                  </a:lnTo>
                  <a:lnTo>
                    <a:pt x="17571" y="163943"/>
                  </a:lnTo>
                  <a:lnTo>
                    <a:pt x="17757" y="161159"/>
                  </a:lnTo>
                  <a:lnTo>
                    <a:pt x="19477" y="157987"/>
                  </a:lnTo>
                  <a:lnTo>
                    <a:pt x="22991" y="154502"/>
                  </a:lnTo>
                  <a:lnTo>
                    <a:pt x="23776" y="151286"/>
                  </a:lnTo>
                  <a:lnTo>
                    <a:pt x="23029" y="146477"/>
                  </a:lnTo>
                  <a:lnTo>
                    <a:pt x="26580" y="142828"/>
                  </a:lnTo>
                  <a:lnTo>
                    <a:pt x="36935" y="141896"/>
                  </a:lnTo>
                  <a:lnTo>
                    <a:pt x="44562" y="142440"/>
                  </a:lnTo>
                  <a:lnTo>
                    <a:pt x="44749" y="49130"/>
                  </a:lnTo>
                  <a:lnTo>
                    <a:pt x="65498" y="48971"/>
                  </a:lnTo>
                  <a:lnTo>
                    <a:pt x="65535" y="4639"/>
                  </a:lnTo>
                  <a:lnTo>
                    <a:pt x="194885" y="4680"/>
                  </a:lnTo>
                  <a:lnTo>
                    <a:pt x="195970" y="4519"/>
                  </a:lnTo>
                  <a:lnTo>
                    <a:pt x="197988" y="322"/>
                  </a:lnTo>
                  <a:lnTo>
                    <a:pt x="198886" y="0"/>
                  </a:lnTo>
                  <a:lnTo>
                    <a:pt x="200643" y="1251"/>
                  </a:lnTo>
                  <a:lnTo>
                    <a:pt x="199597" y="4639"/>
                  </a:lnTo>
                  <a:lnTo>
                    <a:pt x="312498" y="4639"/>
                  </a:lnTo>
                  <a:lnTo>
                    <a:pt x="313656" y="13779"/>
                  </a:lnTo>
                  <a:lnTo>
                    <a:pt x="320535" y="24456"/>
                  </a:lnTo>
                  <a:lnTo>
                    <a:pt x="320498" y="25978"/>
                  </a:lnTo>
                  <a:lnTo>
                    <a:pt x="318292" y="24576"/>
                  </a:lnTo>
                  <a:lnTo>
                    <a:pt x="318105" y="27260"/>
                  </a:lnTo>
                  <a:lnTo>
                    <a:pt x="319899" y="36736"/>
                  </a:lnTo>
                  <a:lnTo>
                    <a:pt x="319189" y="46384"/>
                  </a:lnTo>
                  <a:lnTo>
                    <a:pt x="320610" y="53663"/>
                  </a:lnTo>
                  <a:lnTo>
                    <a:pt x="320349" y="58269"/>
                  </a:lnTo>
                  <a:lnTo>
                    <a:pt x="322666" y="69045"/>
                  </a:lnTo>
                  <a:lnTo>
                    <a:pt x="324947" y="75014"/>
                  </a:lnTo>
                  <a:lnTo>
                    <a:pt x="327639" y="77265"/>
                  </a:lnTo>
                  <a:lnTo>
                    <a:pt x="330330" y="77778"/>
                  </a:lnTo>
                  <a:lnTo>
                    <a:pt x="334330" y="80816"/>
                  </a:lnTo>
                  <a:lnTo>
                    <a:pt x="340125" y="87513"/>
                  </a:lnTo>
                  <a:lnTo>
                    <a:pt x="341807" y="86726"/>
                  </a:lnTo>
                  <a:lnTo>
                    <a:pt x="347864" y="91369"/>
                  </a:lnTo>
                  <a:lnTo>
                    <a:pt x="348611" y="92863"/>
                  </a:lnTo>
                  <a:lnTo>
                    <a:pt x="341209" y="102051"/>
                  </a:lnTo>
                  <a:lnTo>
                    <a:pt x="331414" y="104795"/>
                  </a:lnTo>
                  <a:lnTo>
                    <a:pt x="326555" y="107694"/>
                  </a:lnTo>
                  <a:lnTo>
                    <a:pt x="323713" y="113407"/>
                  </a:lnTo>
                  <a:lnTo>
                    <a:pt x="315376" y="113486"/>
                  </a:lnTo>
                  <a:lnTo>
                    <a:pt x="314741" y="119074"/>
                  </a:lnTo>
                  <a:lnTo>
                    <a:pt x="312834" y="122899"/>
                  </a:lnTo>
                  <a:lnTo>
                    <a:pt x="313394" y="130033"/>
                  </a:lnTo>
                  <a:lnTo>
                    <a:pt x="305245" y="152604"/>
                  </a:lnTo>
                  <a:lnTo>
                    <a:pt x="303263" y="155122"/>
                  </a:lnTo>
                  <a:lnTo>
                    <a:pt x="305282" y="173944"/>
                  </a:lnTo>
                  <a:lnTo>
                    <a:pt x="302516" y="187425"/>
                  </a:lnTo>
                  <a:lnTo>
                    <a:pt x="297730" y="198799"/>
                  </a:lnTo>
                  <a:lnTo>
                    <a:pt x="297020" y="205972"/>
                  </a:lnTo>
                  <a:lnTo>
                    <a:pt x="287562" y="208807"/>
                  </a:lnTo>
                  <a:lnTo>
                    <a:pt x="278889" y="222964"/>
                  </a:lnTo>
                  <a:lnTo>
                    <a:pt x="275973" y="225945"/>
                  </a:lnTo>
                  <a:lnTo>
                    <a:pt x="272833" y="237391"/>
                  </a:lnTo>
                  <a:lnTo>
                    <a:pt x="272197" y="246115"/>
                  </a:lnTo>
                  <a:lnTo>
                    <a:pt x="268870" y="248627"/>
                  </a:lnTo>
                  <a:lnTo>
                    <a:pt x="264757" y="245772"/>
                  </a:lnTo>
                  <a:lnTo>
                    <a:pt x="261841" y="247752"/>
                  </a:lnTo>
                  <a:lnTo>
                    <a:pt x="260009" y="250491"/>
                  </a:lnTo>
                  <a:lnTo>
                    <a:pt x="258589" y="253230"/>
                  </a:lnTo>
                  <a:lnTo>
                    <a:pt x="259336" y="260336"/>
                  </a:lnTo>
                  <a:lnTo>
                    <a:pt x="256159" y="267473"/>
                  </a:lnTo>
                  <a:lnTo>
                    <a:pt x="254514" y="2746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7" name="oPE_MapPart_SUR_1_737" descr="Suriname">
              <a:extLst>
                <a:ext uri="{FF2B5EF4-FFF2-40B4-BE49-F238E27FC236}">
                  <a16:creationId xmlns:a16="http://schemas.microsoft.com/office/drawing/2014/main" id="{FB3570FB-FC68-5292-AF82-08D9BA2D2B0E}"/>
                </a:ext>
              </a:extLst>
            </p:cNvPr>
            <p:cNvSpPr/>
            <p:nvPr>
              <p:custDataLst>
                <p:tags r:id="rId737"/>
              </p:custDataLst>
            </p:nvPr>
          </p:nvSpPr>
          <p:spPr>
            <a:xfrm>
              <a:off x="4890271" y="4267262"/>
              <a:ext cx="84378" cy="86431"/>
            </a:xfrm>
            <a:custGeom>
              <a:avLst/>
              <a:gdLst/>
              <a:ahLst/>
              <a:cxnLst/>
              <a:rect l="0" t="0" r="0" b="0"/>
              <a:pathLst>
                <a:path w="84378" h="86431">
                  <a:moveTo>
                    <a:pt x="80938" y="13225"/>
                  </a:moveTo>
                  <a:lnTo>
                    <a:pt x="74807" y="20432"/>
                  </a:lnTo>
                  <a:lnTo>
                    <a:pt x="74246" y="24109"/>
                  </a:lnTo>
                  <a:lnTo>
                    <a:pt x="75330" y="29398"/>
                  </a:lnTo>
                  <a:lnTo>
                    <a:pt x="75031" y="32624"/>
                  </a:lnTo>
                  <a:lnTo>
                    <a:pt x="75928" y="37309"/>
                  </a:lnTo>
                  <a:lnTo>
                    <a:pt x="77087" y="38622"/>
                  </a:lnTo>
                  <a:lnTo>
                    <a:pt x="76900" y="40421"/>
                  </a:lnTo>
                  <a:lnTo>
                    <a:pt x="84377" y="50088"/>
                  </a:lnTo>
                  <a:lnTo>
                    <a:pt x="84003" y="53009"/>
                  </a:lnTo>
                  <a:lnTo>
                    <a:pt x="79966" y="59487"/>
                  </a:lnTo>
                  <a:lnTo>
                    <a:pt x="80639" y="62482"/>
                  </a:lnTo>
                  <a:lnTo>
                    <a:pt x="80116" y="66150"/>
                  </a:lnTo>
                  <a:lnTo>
                    <a:pt x="75853" y="73523"/>
                  </a:lnTo>
                  <a:lnTo>
                    <a:pt x="73050" y="75993"/>
                  </a:lnTo>
                  <a:lnTo>
                    <a:pt x="71404" y="76329"/>
                  </a:lnTo>
                  <a:lnTo>
                    <a:pt x="69722" y="75656"/>
                  </a:lnTo>
                  <a:lnTo>
                    <a:pt x="69199" y="73972"/>
                  </a:lnTo>
                  <a:lnTo>
                    <a:pt x="65984" y="73785"/>
                  </a:lnTo>
                  <a:lnTo>
                    <a:pt x="63853" y="70717"/>
                  </a:lnTo>
                  <a:lnTo>
                    <a:pt x="56264" y="72962"/>
                  </a:lnTo>
                  <a:lnTo>
                    <a:pt x="55404" y="73972"/>
                  </a:lnTo>
                  <a:lnTo>
                    <a:pt x="48264" y="74683"/>
                  </a:lnTo>
                  <a:lnTo>
                    <a:pt x="43142" y="72401"/>
                  </a:lnTo>
                  <a:lnTo>
                    <a:pt x="42245" y="74983"/>
                  </a:lnTo>
                  <a:lnTo>
                    <a:pt x="39777" y="77751"/>
                  </a:lnTo>
                  <a:lnTo>
                    <a:pt x="41123" y="78201"/>
                  </a:lnTo>
                  <a:lnTo>
                    <a:pt x="44413" y="82316"/>
                  </a:lnTo>
                  <a:lnTo>
                    <a:pt x="44114" y="85458"/>
                  </a:lnTo>
                  <a:lnTo>
                    <a:pt x="42245" y="86430"/>
                  </a:lnTo>
                  <a:lnTo>
                    <a:pt x="33235" y="84523"/>
                  </a:lnTo>
                  <a:lnTo>
                    <a:pt x="28038" y="82390"/>
                  </a:lnTo>
                  <a:lnTo>
                    <a:pt x="23291" y="74908"/>
                  </a:lnTo>
                  <a:lnTo>
                    <a:pt x="19702" y="67161"/>
                  </a:lnTo>
                  <a:lnTo>
                    <a:pt x="17795" y="65402"/>
                  </a:lnTo>
                  <a:lnTo>
                    <a:pt x="15589" y="54507"/>
                  </a:lnTo>
                  <a:lnTo>
                    <a:pt x="10468" y="54994"/>
                  </a:lnTo>
                  <a:lnTo>
                    <a:pt x="8449" y="54132"/>
                  </a:lnTo>
                  <a:lnTo>
                    <a:pt x="8411" y="51586"/>
                  </a:lnTo>
                  <a:lnTo>
                    <a:pt x="4598" y="48289"/>
                  </a:lnTo>
                  <a:lnTo>
                    <a:pt x="3028" y="44505"/>
                  </a:lnTo>
                  <a:lnTo>
                    <a:pt x="449" y="41508"/>
                  </a:lnTo>
                  <a:lnTo>
                    <a:pt x="0" y="39408"/>
                  </a:lnTo>
                  <a:lnTo>
                    <a:pt x="4299" y="27636"/>
                  </a:lnTo>
                  <a:lnTo>
                    <a:pt x="2841" y="24447"/>
                  </a:lnTo>
                  <a:lnTo>
                    <a:pt x="4336" y="22308"/>
                  </a:lnTo>
                  <a:lnTo>
                    <a:pt x="7103" y="20882"/>
                  </a:lnTo>
                  <a:lnTo>
                    <a:pt x="13309" y="20620"/>
                  </a:lnTo>
                  <a:lnTo>
                    <a:pt x="15515" y="19681"/>
                  </a:lnTo>
                  <a:lnTo>
                    <a:pt x="15440" y="18480"/>
                  </a:lnTo>
                  <a:lnTo>
                    <a:pt x="17571" y="16228"/>
                  </a:lnTo>
                  <a:lnTo>
                    <a:pt x="16075" y="15553"/>
                  </a:lnTo>
                  <a:lnTo>
                    <a:pt x="15253" y="13713"/>
                  </a:lnTo>
                  <a:lnTo>
                    <a:pt x="16748" y="10595"/>
                  </a:lnTo>
                  <a:lnTo>
                    <a:pt x="18095" y="9657"/>
                  </a:lnTo>
                  <a:lnTo>
                    <a:pt x="20711" y="1128"/>
                  </a:lnTo>
                  <a:lnTo>
                    <a:pt x="22506" y="0"/>
                  </a:lnTo>
                  <a:lnTo>
                    <a:pt x="37758" y="2218"/>
                  </a:lnTo>
                  <a:lnTo>
                    <a:pt x="43890" y="4097"/>
                  </a:lnTo>
                  <a:lnTo>
                    <a:pt x="44787" y="6126"/>
                  </a:lnTo>
                  <a:lnTo>
                    <a:pt x="44525" y="2067"/>
                  </a:lnTo>
                  <a:lnTo>
                    <a:pt x="46208" y="640"/>
                  </a:lnTo>
                  <a:lnTo>
                    <a:pt x="66881" y="75"/>
                  </a:lnTo>
                  <a:lnTo>
                    <a:pt x="76788" y="1729"/>
                  </a:lnTo>
                  <a:lnTo>
                    <a:pt x="83069" y="3834"/>
                  </a:lnTo>
                  <a:lnTo>
                    <a:pt x="82508" y="102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8" name="oPE_MapPart_SWE_1_738" descr="Schweden">
              <a:extLst>
                <a:ext uri="{FF2B5EF4-FFF2-40B4-BE49-F238E27FC236}">
                  <a16:creationId xmlns:a16="http://schemas.microsoft.com/office/drawing/2014/main" id="{4C4C1A28-8B30-F79A-A1CC-888D0465BCAD}"/>
                </a:ext>
              </a:extLst>
            </p:cNvPr>
            <p:cNvSpPr/>
            <p:nvPr>
              <p:custDataLst>
                <p:tags r:id="rId738"/>
              </p:custDataLst>
            </p:nvPr>
          </p:nvSpPr>
          <p:spPr>
            <a:xfrm>
              <a:off x="6472015" y="2909345"/>
              <a:ext cx="20189" cy="37763"/>
            </a:xfrm>
            <a:custGeom>
              <a:avLst/>
              <a:gdLst/>
              <a:ahLst/>
              <a:cxnLst/>
              <a:rect l="0" t="0" r="0" b="0"/>
              <a:pathLst>
                <a:path w="20189" h="37763">
                  <a:moveTo>
                    <a:pt x="20188" y="2531"/>
                  </a:moveTo>
                  <a:lnTo>
                    <a:pt x="14729" y="7578"/>
                  </a:lnTo>
                  <a:lnTo>
                    <a:pt x="14243" y="16228"/>
                  </a:lnTo>
                  <a:lnTo>
                    <a:pt x="16673" y="19493"/>
                  </a:lnTo>
                  <a:lnTo>
                    <a:pt x="14131" y="20950"/>
                  </a:lnTo>
                  <a:lnTo>
                    <a:pt x="12374" y="25448"/>
                  </a:lnTo>
                  <a:lnTo>
                    <a:pt x="7738" y="28554"/>
                  </a:lnTo>
                  <a:lnTo>
                    <a:pt x="4897" y="35568"/>
                  </a:lnTo>
                  <a:lnTo>
                    <a:pt x="860" y="37762"/>
                  </a:lnTo>
                  <a:lnTo>
                    <a:pt x="3775" y="31584"/>
                  </a:lnTo>
                  <a:lnTo>
                    <a:pt x="0" y="24342"/>
                  </a:lnTo>
                  <a:lnTo>
                    <a:pt x="971" y="21781"/>
                  </a:lnTo>
                  <a:lnTo>
                    <a:pt x="672" y="13374"/>
                  </a:lnTo>
                  <a:lnTo>
                    <a:pt x="9010" y="2741"/>
                  </a:lnTo>
                  <a:lnTo>
                    <a:pt x="12823" y="1407"/>
                  </a:lnTo>
                  <a:lnTo>
                    <a:pt x="14542" y="2601"/>
                  </a:lnTo>
                  <a:lnTo>
                    <a:pt x="15290" y="0"/>
                  </a:lnTo>
                  <a:lnTo>
                    <a:pt x="1768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9" name="oPE_MapPart_SWE_2_739" descr="Schweden">
              <a:extLst>
                <a:ext uri="{FF2B5EF4-FFF2-40B4-BE49-F238E27FC236}">
                  <a16:creationId xmlns:a16="http://schemas.microsoft.com/office/drawing/2014/main" id="{648673A4-46B1-D4B6-6796-A14DAABD9081}"/>
                </a:ext>
              </a:extLst>
            </p:cNvPr>
            <p:cNvSpPr/>
            <p:nvPr>
              <p:custDataLst>
                <p:tags r:id="rId739"/>
              </p:custDataLst>
            </p:nvPr>
          </p:nvSpPr>
          <p:spPr>
            <a:xfrm>
              <a:off x="6436649" y="2930918"/>
              <a:ext cx="14880" cy="41715"/>
            </a:xfrm>
            <a:custGeom>
              <a:avLst/>
              <a:gdLst/>
              <a:ahLst/>
              <a:cxnLst/>
              <a:rect l="0" t="0" r="0" b="0"/>
              <a:pathLst>
                <a:path w="14880" h="41715">
                  <a:moveTo>
                    <a:pt x="2654" y="39963"/>
                  </a:moveTo>
                  <a:lnTo>
                    <a:pt x="635" y="41714"/>
                  </a:lnTo>
                  <a:lnTo>
                    <a:pt x="0" y="39222"/>
                  </a:lnTo>
                  <a:lnTo>
                    <a:pt x="224" y="29551"/>
                  </a:lnTo>
                  <a:lnTo>
                    <a:pt x="4747" y="17900"/>
                  </a:lnTo>
                  <a:lnTo>
                    <a:pt x="6766" y="16942"/>
                  </a:lnTo>
                  <a:lnTo>
                    <a:pt x="12972" y="0"/>
                  </a:lnTo>
                  <a:lnTo>
                    <a:pt x="14879" y="970"/>
                  </a:lnTo>
                  <a:lnTo>
                    <a:pt x="13458" y="2492"/>
                  </a:lnTo>
                  <a:lnTo>
                    <a:pt x="13533" y="5256"/>
                  </a:lnTo>
                  <a:lnTo>
                    <a:pt x="10019" y="13790"/>
                  </a:lnTo>
                  <a:lnTo>
                    <a:pt x="9084" y="19268"/>
                  </a:lnTo>
                  <a:lnTo>
                    <a:pt x="7813" y="206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0" name="oPE_MapPart_SWE_3_740" descr="Schweden">
              <a:extLst>
                <a:ext uri="{FF2B5EF4-FFF2-40B4-BE49-F238E27FC236}">
                  <a16:creationId xmlns:a16="http://schemas.microsoft.com/office/drawing/2014/main" id="{2D87D96C-D54C-4086-A3DB-61F4845B7A32}"/>
                </a:ext>
              </a:extLst>
            </p:cNvPr>
            <p:cNvSpPr/>
            <p:nvPr>
              <p:custDataLst>
                <p:tags r:id="rId740"/>
              </p:custDataLst>
            </p:nvPr>
          </p:nvSpPr>
          <p:spPr>
            <a:xfrm>
              <a:off x="6327523" y="2383977"/>
              <a:ext cx="270179" cy="621842"/>
            </a:xfrm>
            <a:custGeom>
              <a:avLst/>
              <a:gdLst/>
              <a:ahLst/>
              <a:cxnLst/>
              <a:rect l="0" t="0" r="0" b="0"/>
              <a:pathLst>
                <a:path w="270179" h="621842">
                  <a:moveTo>
                    <a:pt x="5009" y="480256"/>
                  </a:moveTo>
                  <a:lnTo>
                    <a:pt x="6729" y="485334"/>
                  </a:lnTo>
                  <a:lnTo>
                    <a:pt x="10281" y="484682"/>
                  </a:lnTo>
                  <a:lnTo>
                    <a:pt x="11739" y="480983"/>
                  </a:lnTo>
                  <a:lnTo>
                    <a:pt x="13533" y="469973"/>
                  </a:lnTo>
                  <a:lnTo>
                    <a:pt x="11066" y="457620"/>
                  </a:lnTo>
                  <a:lnTo>
                    <a:pt x="14281" y="453329"/>
                  </a:lnTo>
                  <a:lnTo>
                    <a:pt x="16300" y="446421"/>
                  </a:lnTo>
                  <a:lnTo>
                    <a:pt x="21234" y="444409"/>
                  </a:lnTo>
                  <a:lnTo>
                    <a:pt x="27814" y="436331"/>
                  </a:lnTo>
                  <a:lnTo>
                    <a:pt x="28412" y="428055"/>
                  </a:lnTo>
                  <a:lnTo>
                    <a:pt x="29945" y="421929"/>
                  </a:lnTo>
                  <a:lnTo>
                    <a:pt x="24225" y="403229"/>
                  </a:lnTo>
                  <a:lnTo>
                    <a:pt x="23814" y="398533"/>
                  </a:lnTo>
                  <a:lnTo>
                    <a:pt x="32375" y="396063"/>
                  </a:lnTo>
                  <a:lnTo>
                    <a:pt x="36001" y="383411"/>
                  </a:lnTo>
                  <a:lnTo>
                    <a:pt x="30095" y="375199"/>
                  </a:lnTo>
                  <a:lnTo>
                    <a:pt x="20936" y="367409"/>
                  </a:lnTo>
                  <a:lnTo>
                    <a:pt x="24001" y="342402"/>
                  </a:lnTo>
                  <a:lnTo>
                    <a:pt x="20075" y="328666"/>
                  </a:lnTo>
                  <a:lnTo>
                    <a:pt x="20599" y="322806"/>
                  </a:lnTo>
                  <a:lnTo>
                    <a:pt x="19964" y="313803"/>
                  </a:lnTo>
                  <a:lnTo>
                    <a:pt x="22244" y="310103"/>
                  </a:lnTo>
                  <a:lnTo>
                    <a:pt x="17720" y="296696"/>
                  </a:lnTo>
                  <a:lnTo>
                    <a:pt x="22132" y="287431"/>
                  </a:lnTo>
                  <a:lnTo>
                    <a:pt x="21346" y="282564"/>
                  </a:lnTo>
                  <a:lnTo>
                    <a:pt x="34169" y="263513"/>
                  </a:lnTo>
                  <a:lnTo>
                    <a:pt x="42693" y="260011"/>
                  </a:lnTo>
                  <a:lnTo>
                    <a:pt x="58432" y="262916"/>
                  </a:lnTo>
                  <a:lnTo>
                    <a:pt x="62171" y="255300"/>
                  </a:lnTo>
                  <a:lnTo>
                    <a:pt x="60862" y="241411"/>
                  </a:lnTo>
                  <a:lnTo>
                    <a:pt x="51965" y="235675"/>
                  </a:lnTo>
                  <a:lnTo>
                    <a:pt x="61647" y="217962"/>
                  </a:lnTo>
                  <a:lnTo>
                    <a:pt x="69199" y="200365"/>
                  </a:lnTo>
                  <a:lnTo>
                    <a:pt x="70657" y="183163"/>
                  </a:lnTo>
                  <a:lnTo>
                    <a:pt x="72414" y="175708"/>
                  </a:lnTo>
                  <a:lnTo>
                    <a:pt x="70545" y="158546"/>
                  </a:lnTo>
                  <a:lnTo>
                    <a:pt x="80863" y="156604"/>
                  </a:lnTo>
                  <a:lnTo>
                    <a:pt x="87816" y="152248"/>
                  </a:lnTo>
                  <a:lnTo>
                    <a:pt x="90060" y="149460"/>
                  </a:lnTo>
                  <a:lnTo>
                    <a:pt x="88788" y="139936"/>
                  </a:lnTo>
                  <a:lnTo>
                    <a:pt x="109163" y="110170"/>
                  </a:lnTo>
                  <a:lnTo>
                    <a:pt x="109799" y="104884"/>
                  </a:lnTo>
                  <a:lnTo>
                    <a:pt x="103443" y="90262"/>
                  </a:lnTo>
                  <a:lnTo>
                    <a:pt x="104789" y="85970"/>
                  </a:lnTo>
                  <a:lnTo>
                    <a:pt x="110284" y="83427"/>
                  </a:lnTo>
                  <a:lnTo>
                    <a:pt x="112939" y="79308"/>
                  </a:lnTo>
                  <a:lnTo>
                    <a:pt x="117051" y="64689"/>
                  </a:lnTo>
                  <a:lnTo>
                    <a:pt x="128304" y="53113"/>
                  </a:lnTo>
                  <a:lnTo>
                    <a:pt x="140604" y="60808"/>
                  </a:lnTo>
                  <a:lnTo>
                    <a:pt x="145987" y="47688"/>
                  </a:lnTo>
                  <a:lnTo>
                    <a:pt x="145688" y="29234"/>
                  </a:lnTo>
                  <a:lnTo>
                    <a:pt x="150174" y="27292"/>
                  </a:lnTo>
                  <a:lnTo>
                    <a:pt x="183222" y="38900"/>
                  </a:lnTo>
                  <a:lnTo>
                    <a:pt x="188830" y="32091"/>
                  </a:lnTo>
                  <a:lnTo>
                    <a:pt x="183222" y="28417"/>
                  </a:lnTo>
                  <a:lnTo>
                    <a:pt x="188830" y="20935"/>
                  </a:lnTo>
                  <a:lnTo>
                    <a:pt x="191073" y="10925"/>
                  </a:lnTo>
                  <a:lnTo>
                    <a:pt x="190848" y="7917"/>
                  </a:lnTo>
                  <a:lnTo>
                    <a:pt x="186287" y="940"/>
                  </a:lnTo>
                  <a:lnTo>
                    <a:pt x="196793" y="0"/>
                  </a:lnTo>
                  <a:lnTo>
                    <a:pt x="202438" y="3339"/>
                  </a:lnTo>
                  <a:lnTo>
                    <a:pt x="202923" y="7501"/>
                  </a:lnTo>
                  <a:lnTo>
                    <a:pt x="214289" y="20010"/>
                  </a:lnTo>
                  <a:lnTo>
                    <a:pt x="225355" y="29643"/>
                  </a:lnTo>
                  <a:lnTo>
                    <a:pt x="241654" y="36973"/>
                  </a:lnTo>
                  <a:lnTo>
                    <a:pt x="248197" y="44463"/>
                  </a:lnTo>
                  <a:lnTo>
                    <a:pt x="249954" y="51207"/>
                  </a:lnTo>
                  <a:lnTo>
                    <a:pt x="252795" y="51608"/>
                  </a:lnTo>
                  <a:lnTo>
                    <a:pt x="259449" y="61406"/>
                  </a:lnTo>
                  <a:lnTo>
                    <a:pt x="256608" y="65781"/>
                  </a:lnTo>
                  <a:lnTo>
                    <a:pt x="256571" y="75570"/>
                  </a:lnTo>
                  <a:lnTo>
                    <a:pt x="257430" y="79995"/>
                  </a:lnTo>
                  <a:lnTo>
                    <a:pt x="255599" y="88410"/>
                  </a:lnTo>
                  <a:lnTo>
                    <a:pt x="261393" y="90457"/>
                  </a:lnTo>
                  <a:lnTo>
                    <a:pt x="262253" y="95510"/>
                  </a:lnTo>
                  <a:lnTo>
                    <a:pt x="259188" y="100641"/>
                  </a:lnTo>
                  <a:lnTo>
                    <a:pt x="259487" y="106232"/>
                  </a:lnTo>
                  <a:lnTo>
                    <a:pt x="266702" y="123146"/>
                  </a:lnTo>
                  <a:lnTo>
                    <a:pt x="264758" y="128641"/>
                  </a:lnTo>
                  <a:lnTo>
                    <a:pt x="264160" y="135430"/>
                  </a:lnTo>
                  <a:lnTo>
                    <a:pt x="260720" y="140405"/>
                  </a:lnTo>
                  <a:lnTo>
                    <a:pt x="260160" y="145640"/>
                  </a:lnTo>
                  <a:lnTo>
                    <a:pt x="260720" y="152248"/>
                  </a:lnTo>
                  <a:lnTo>
                    <a:pt x="261767" y="155401"/>
                  </a:lnTo>
                  <a:lnTo>
                    <a:pt x="265020" y="157622"/>
                  </a:lnTo>
                  <a:lnTo>
                    <a:pt x="270178" y="175161"/>
                  </a:lnTo>
                  <a:lnTo>
                    <a:pt x="264683" y="176255"/>
                  </a:lnTo>
                  <a:lnTo>
                    <a:pt x="260534" y="173975"/>
                  </a:lnTo>
                  <a:lnTo>
                    <a:pt x="250776" y="176073"/>
                  </a:lnTo>
                  <a:lnTo>
                    <a:pt x="248308" y="178623"/>
                  </a:lnTo>
                  <a:lnTo>
                    <a:pt x="240906" y="171782"/>
                  </a:lnTo>
                  <a:lnTo>
                    <a:pt x="236570" y="175708"/>
                  </a:lnTo>
                  <a:lnTo>
                    <a:pt x="233728" y="172239"/>
                  </a:lnTo>
                  <a:lnTo>
                    <a:pt x="231373" y="177895"/>
                  </a:lnTo>
                  <a:lnTo>
                    <a:pt x="230663" y="185609"/>
                  </a:lnTo>
                  <a:lnTo>
                    <a:pt x="227186" y="184885"/>
                  </a:lnTo>
                  <a:lnTo>
                    <a:pt x="228457" y="187869"/>
                  </a:lnTo>
                  <a:lnTo>
                    <a:pt x="223747" y="188862"/>
                  </a:lnTo>
                  <a:lnTo>
                    <a:pt x="224345" y="192018"/>
                  </a:lnTo>
                  <a:lnTo>
                    <a:pt x="222886" y="194267"/>
                  </a:lnTo>
                  <a:lnTo>
                    <a:pt x="216382" y="195076"/>
                  </a:lnTo>
                  <a:lnTo>
                    <a:pt x="215485" y="197589"/>
                  </a:lnTo>
                  <a:lnTo>
                    <a:pt x="217354" y="200544"/>
                  </a:lnTo>
                  <a:lnTo>
                    <a:pt x="217279" y="202422"/>
                  </a:lnTo>
                  <a:lnTo>
                    <a:pt x="213168" y="199649"/>
                  </a:lnTo>
                  <a:lnTo>
                    <a:pt x="215971" y="205099"/>
                  </a:lnTo>
                  <a:lnTo>
                    <a:pt x="216569" y="209104"/>
                  </a:lnTo>
                  <a:lnTo>
                    <a:pt x="207484" y="224654"/>
                  </a:lnTo>
                  <a:lnTo>
                    <a:pt x="210438" y="228776"/>
                  </a:lnTo>
                  <a:lnTo>
                    <a:pt x="212793" y="237503"/>
                  </a:lnTo>
                  <a:lnTo>
                    <a:pt x="215410" y="241411"/>
                  </a:lnTo>
                  <a:lnTo>
                    <a:pt x="214289" y="245481"/>
                  </a:lnTo>
                  <a:lnTo>
                    <a:pt x="205018" y="255128"/>
                  </a:lnTo>
                  <a:lnTo>
                    <a:pt x="199709" y="269809"/>
                  </a:lnTo>
                  <a:lnTo>
                    <a:pt x="188120" y="279450"/>
                  </a:lnTo>
                  <a:lnTo>
                    <a:pt x="182063" y="281891"/>
                  </a:lnTo>
                  <a:lnTo>
                    <a:pt x="178100" y="288770"/>
                  </a:lnTo>
                  <a:lnTo>
                    <a:pt x="173539" y="286593"/>
                  </a:lnTo>
                  <a:lnTo>
                    <a:pt x="173352" y="290526"/>
                  </a:lnTo>
                  <a:lnTo>
                    <a:pt x="170437" y="288101"/>
                  </a:lnTo>
                  <a:lnTo>
                    <a:pt x="168007" y="294115"/>
                  </a:lnTo>
                  <a:lnTo>
                    <a:pt x="163819" y="299189"/>
                  </a:lnTo>
                  <a:lnTo>
                    <a:pt x="159296" y="298275"/>
                  </a:lnTo>
                  <a:lnTo>
                    <a:pt x="158773" y="299189"/>
                  </a:lnTo>
                  <a:lnTo>
                    <a:pt x="160155" y="300599"/>
                  </a:lnTo>
                  <a:lnTo>
                    <a:pt x="154922" y="301926"/>
                  </a:lnTo>
                  <a:lnTo>
                    <a:pt x="153352" y="307218"/>
                  </a:lnTo>
                  <a:lnTo>
                    <a:pt x="148828" y="310268"/>
                  </a:lnTo>
                  <a:lnTo>
                    <a:pt x="152754" y="310597"/>
                  </a:lnTo>
                  <a:lnTo>
                    <a:pt x="151932" y="314871"/>
                  </a:lnTo>
                  <a:lnTo>
                    <a:pt x="147482" y="317002"/>
                  </a:lnTo>
                  <a:lnTo>
                    <a:pt x="145837" y="319703"/>
                  </a:lnTo>
                  <a:lnTo>
                    <a:pt x="139818" y="315855"/>
                  </a:lnTo>
                  <a:lnTo>
                    <a:pt x="141800" y="322806"/>
                  </a:lnTo>
                  <a:lnTo>
                    <a:pt x="140305" y="325577"/>
                  </a:lnTo>
                  <a:lnTo>
                    <a:pt x="143108" y="328260"/>
                  </a:lnTo>
                  <a:lnTo>
                    <a:pt x="134996" y="334986"/>
                  </a:lnTo>
                  <a:lnTo>
                    <a:pt x="130061" y="332397"/>
                  </a:lnTo>
                  <a:lnTo>
                    <a:pt x="129313" y="336117"/>
                  </a:lnTo>
                  <a:lnTo>
                    <a:pt x="130472" y="340230"/>
                  </a:lnTo>
                  <a:lnTo>
                    <a:pt x="134697" y="344731"/>
                  </a:lnTo>
                  <a:lnTo>
                    <a:pt x="132155" y="347697"/>
                  </a:lnTo>
                  <a:lnTo>
                    <a:pt x="129351" y="361002"/>
                  </a:lnTo>
                  <a:lnTo>
                    <a:pt x="131220" y="368986"/>
                  </a:lnTo>
                  <a:lnTo>
                    <a:pt x="125650" y="367251"/>
                  </a:lnTo>
                  <a:lnTo>
                    <a:pt x="126023" y="370168"/>
                  </a:lnTo>
                  <a:lnTo>
                    <a:pt x="124267" y="373707"/>
                  </a:lnTo>
                  <a:lnTo>
                    <a:pt x="124977" y="378803"/>
                  </a:lnTo>
                  <a:lnTo>
                    <a:pt x="124416" y="382163"/>
                  </a:lnTo>
                  <a:lnTo>
                    <a:pt x="125687" y="385204"/>
                  </a:lnTo>
                  <a:lnTo>
                    <a:pt x="124939" y="386682"/>
                  </a:lnTo>
                  <a:lnTo>
                    <a:pt x="125762" y="400690"/>
                  </a:lnTo>
                  <a:lnTo>
                    <a:pt x="127332" y="406606"/>
                  </a:lnTo>
                  <a:lnTo>
                    <a:pt x="126771" y="411351"/>
                  </a:lnTo>
                  <a:lnTo>
                    <a:pt x="129014" y="413946"/>
                  </a:lnTo>
                  <a:lnTo>
                    <a:pt x="133874" y="414480"/>
                  </a:lnTo>
                  <a:lnTo>
                    <a:pt x="135295" y="418361"/>
                  </a:lnTo>
                  <a:lnTo>
                    <a:pt x="141389" y="416079"/>
                  </a:lnTo>
                  <a:lnTo>
                    <a:pt x="145688" y="423747"/>
                  </a:lnTo>
                  <a:lnTo>
                    <a:pt x="153912" y="430242"/>
                  </a:lnTo>
                  <a:lnTo>
                    <a:pt x="153426" y="434455"/>
                  </a:lnTo>
                  <a:lnTo>
                    <a:pt x="158660" y="437531"/>
                  </a:lnTo>
                  <a:lnTo>
                    <a:pt x="162885" y="447909"/>
                  </a:lnTo>
                  <a:lnTo>
                    <a:pt x="162473" y="450882"/>
                  </a:lnTo>
                  <a:lnTo>
                    <a:pt x="154324" y="458727"/>
                  </a:lnTo>
                  <a:lnTo>
                    <a:pt x="141576" y="467188"/>
                  </a:lnTo>
                  <a:lnTo>
                    <a:pt x="145090" y="468948"/>
                  </a:lnTo>
                  <a:lnTo>
                    <a:pt x="153950" y="465721"/>
                  </a:lnTo>
                  <a:lnTo>
                    <a:pt x="155146" y="468508"/>
                  </a:lnTo>
                  <a:lnTo>
                    <a:pt x="150922" y="469973"/>
                  </a:lnTo>
                  <a:lnTo>
                    <a:pt x="150062" y="474431"/>
                  </a:lnTo>
                  <a:lnTo>
                    <a:pt x="148267" y="477274"/>
                  </a:lnTo>
                  <a:lnTo>
                    <a:pt x="131033" y="487431"/>
                  </a:lnTo>
                  <a:lnTo>
                    <a:pt x="128790" y="490536"/>
                  </a:lnTo>
                  <a:lnTo>
                    <a:pt x="121089" y="495576"/>
                  </a:lnTo>
                  <a:lnTo>
                    <a:pt x="105238" y="496295"/>
                  </a:lnTo>
                  <a:lnTo>
                    <a:pt x="117163" y="498376"/>
                  </a:lnTo>
                  <a:lnTo>
                    <a:pt x="119967" y="502029"/>
                  </a:lnTo>
                  <a:lnTo>
                    <a:pt x="114322" y="504317"/>
                  </a:lnTo>
                  <a:lnTo>
                    <a:pt x="116790" y="513073"/>
                  </a:lnTo>
                  <a:lnTo>
                    <a:pt x="115331" y="515130"/>
                  </a:lnTo>
                  <a:lnTo>
                    <a:pt x="115219" y="524735"/>
                  </a:lnTo>
                  <a:lnTo>
                    <a:pt x="113201" y="524876"/>
                  </a:lnTo>
                  <a:lnTo>
                    <a:pt x="112303" y="528812"/>
                  </a:lnTo>
                  <a:lnTo>
                    <a:pt x="114322" y="540901"/>
                  </a:lnTo>
                  <a:lnTo>
                    <a:pt x="110658" y="549987"/>
                  </a:lnTo>
                  <a:lnTo>
                    <a:pt x="111742" y="557502"/>
                  </a:lnTo>
                  <a:lnTo>
                    <a:pt x="108042" y="571190"/>
                  </a:lnTo>
                  <a:lnTo>
                    <a:pt x="105275" y="575678"/>
                  </a:lnTo>
                  <a:lnTo>
                    <a:pt x="100714" y="589462"/>
                  </a:lnTo>
                  <a:lnTo>
                    <a:pt x="97200" y="593088"/>
                  </a:lnTo>
                  <a:lnTo>
                    <a:pt x="93013" y="590873"/>
                  </a:lnTo>
                  <a:lnTo>
                    <a:pt x="74059" y="592753"/>
                  </a:lnTo>
                  <a:lnTo>
                    <a:pt x="74919" y="596505"/>
                  </a:lnTo>
                  <a:lnTo>
                    <a:pt x="70844" y="595969"/>
                  </a:lnTo>
                  <a:lnTo>
                    <a:pt x="63703" y="603980"/>
                  </a:lnTo>
                  <a:lnTo>
                    <a:pt x="63479" y="607769"/>
                  </a:lnTo>
                  <a:lnTo>
                    <a:pt x="66358" y="615185"/>
                  </a:lnTo>
                  <a:lnTo>
                    <a:pt x="62844" y="619999"/>
                  </a:lnTo>
                  <a:lnTo>
                    <a:pt x="55217" y="618814"/>
                  </a:lnTo>
                  <a:lnTo>
                    <a:pt x="45160" y="621841"/>
                  </a:lnTo>
                  <a:lnTo>
                    <a:pt x="36113" y="619473"/>
                  </a:lnTo>
                  <a:lnTo>
                    <a:pt x="37235" y="616902"/>
                  </a:lnTo>
                  <a:lnTo>
                    <a:pt x="37945" y="607105"/>
                  </a:lnTo>
                  <a:lnTo>
                    <a:pt x="27478" y="586904"/>
                  </a:lnTo>
                  <a:lnTo>
                    <a:pt x="32375" y="588991"/>
                  </a:lnTo>
                  <a:lnTo>
                    <a:pt x="34357" y="587914"/>
                  </a:lnTo>
                  <a:lnTo>
                    <a:pt x="31328" y="581302"/>
                  </a:lnTo>
                  <a:lnTo>
                    <a:pt x="35515" y="580896"/>
                  </a:lnTo>
                  <a:lnTo>
                    <a:pt x="36824" y="578459"/>
                  </a:lnTo>
                  <a:lnTo>
                    <a:pt x="36076" y="574659"/>
                  </a:lnTo>
                  <a:lnTo>
                    <a:pt x="32599" y="572960"/>
                  </a:lnTo>
                  <a:lnTo>
                    <a:pt x="29608" y="566892"/>
                  </a:lnTo>
                  <a:lnTo>
                    <a:pt x="26468" y="563678"/>
                  </a:lnTo>
                  <a:lnTo>
                    <a:pt x="20861" y="551437"/>
                  </a:lnTo>
                  <a:lnTo>
                    <a:pt x="18804" y="542986"/>
                  </a:lnTo>
                  <a:lnTo>
                    <a:pt x="16898" y="543820"/>
                  </a:lnTo>
                  <a:lnTo>
                    <a:pt x="15178" y="533995"/>
                  </a:lnTo>
                  <a:lnTo>
                    <a:pt x="12187" y="532526"/>
                  </a:lnTo>
                  <a:lnTo>
                    <a:pt x="11552" y="522552"/>
                  </a:lnTo>
                  <a:lnTo>
                    <a:pt x="8337" y="521423"/>
                  </a:lnTo>
                  <a:lnTo>
                    <a:pt x="6280" y="516830"/>
                  </a:lnTo>
                  <a:lnTo>
                    <a:pt x="5907" y="508096"/>
                  </a:lnTo>
                  <a:lnTo>
                    <a:pt x="2093" y="506956"/>
                  </a:lnTo>
                  <a:lnTo>
                    <a:pt x="2580" y="502744"/>
                  </a:lnTo>
                  <a:lnTo>
                    <a:pt x="1271" y="487070"/>
                  </a:lnTo>
                  <a:lnTo>
                    <a:pt x="0" y="482217"/>
                  </a:lnTo>
                  <a:lnTo>
                    <a:pt x="1009" y="478584"/>
                  </a:lnTo>
                  <a:lnTo>
                    <a:pt x="3065" y="4782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1" name="oPE_MapPart_SWE_4_741" descr="Schweden">
              <a:extLst>
                <a:ext uri="{FF2B5EF4-FFF2-40B4-BE49-F238E27FC236}">
                  <a16:creationId xmlns:a16="http://schemas.microsoft.com/office/drawing/2014/main" id="{E2E25384-08E5-9FEE-D550-8F211CB895E7}"/>
                </a:ext>
              </a:extLst>
            </p:cNvPr>
            <p:cNvSpPr/>
            <p:nvPr>
              <p:custDataLst>
                <p:tags r:id="rId741"/>
              </p:custDataLst>
            </p:nvPr>
          </p:nvSpPr>
          <p:spPr>
            <a:xfrm>
              <a:off x="6491417" y="2906176"/>
              <a:ext cx="6095" cy="4717"/>
            </a:xfrm>
            <a:custGeom>
              <a:avLst/>
              <a:gdLst/>
              <a:ahLst/>
              <a:cxnLst/>
              <a:rect l="0" t="0" r="0" b="0"/>
              <a:pathLst>
                <a:path w="6095" h="4717">
                  <a:moveTo>
                    <a:pt x="2430" y="2325"/>
                  </a:moveTo>
                  <a:lnTo>
                    <a:pt x="2056" y="4716"/>
                  </a:lnTo>
                  <a:lnTo>
                    <a:pt x="0" y="2747"/>
                  </a:lnTo>
                  <a:lnTo>
                    <a:pt x="1982" y="0"/>
                  </a:lnTo>
                  <a:lnTo>
                    <a:pt x="6094" y="70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2" name="oPE_MapPart_SWE_5_742" descr="Schweden">
              <a:extLst>
                <a:ext uri="{FF2B5EF4-FFF2-40B4-BE49-F238E27FC236}">
                  <a16:creationId xmlns:a16="http://schemas.microsoft.com/office/drawing/2014/main" id="{9CC24689-C0B5-6212-BCA5-4C2B1DA2B67F}"/>
                </a:ext>
              </a:extLst>
            </p:cNvPr>
            <p:cNvSpPr/>
            <p:nvPr>
              <p:custDataLst>
                <p:tags r:id="rId742"/>
              </p:custDataLst>
            </p:nvPr>
          </p:nvSpPr>
          <p:spPr>
            <a:xfrm>
              <a:off x="6477099" y="2861469"/>
              <a:ext cx="2842" cy="3346"/>
            </a:xfrm>
            <a:custGeom>
              <a:avLst/>
              <a:gdLst/>
              <a:ahLst/>
              <a:cxnLst/>
              <a:rect l="0" t="0" r="0" b="0"/>
              <a:pathLst>
                <a:path w="2842" h="3346">
                  <a:moveTo>
                    <a:pt x="1383" y="3055"/>
                  </a:moveTo>
                  <a:lnTo>
                    <a:pt x="0" y="3345"/>
                  </a:lnTo>
                  <a:lnTo>
                    <a:pt x="598" y="1456"/>
                  </a:lnTo>
                  <a:lnTo>
                    <a:pt x="284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3" name="oPE_MapPart_SWE_6_743" descr="Schweden">
              <a:extLst>
                <a:ext uri="{FF2B5EF4-FFF2-40B4-BE49-F238E27FC236}">
                  <a16:creationId xmlns:a16="http://schemas.microsoft.com/office/drawing/2014/main" id="{6971552B-7C08-1733-A4D9-7C93B4932E09}"/>
                </a:ext>
              </a:extLst>
            </p:cNvPr>
            <p:cNvSpPr/>
            <p:nvPr>
              <p:custDataLst>
                <p:tags r:id="rId743"/>
              </p:custDataLst>
            </p:nvPr>
          </p:nvSpPr>
          <p:spPr>
            <a:xfrm>
              <a:off x="6481174" y="2843958"/>
              <a:ext cx="3178" cy="3977"/>
            </a:xfrm>
            <a:custGeom>
              <a:avLst/>
              <a:gdLst/>
              <a:ahLst/>
              <a:cxnLst/>
              <a:rect l="0" t="0" r="0" b="0"/>
              <a:pathLst>
                <a:path w="3178" h="3977">
                  <a:moveTo>
                    <a:pt x="1047" y="2652"/>
                  </a:moveTo>
                  <a:lnTo>
                    <a:pt x="523" y="3976"/>
                  </a:lnTo>
                  <a:lnTo>
                    <a:pt x="0" y="2358"/>
                  </a:lnTo>
                  <a:lnTo>
                    <a:pt x="561" y="369"/>
                  </a:lnTo>
                  <a:lnTo>
                    <a:pt x="3177" y="0"/>
                  </a:lnTo>
                  <a:lnTo>
                    <a:pt x="1645" y="176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4" name="oPE_MapPart_CHE_1_744" descr="Schweiz">
              <a:extLst>
                <a:ext uri="{FF2B5EF4-FFF2-40B4-BE49-F238E27FC236}">
                  <a16:creationId xmlns:a16="http://schemas.microsoft.com/office/drawing/2014/main" id="{5A493F00-252A-E9B0-51DE-DCEF01F4CA28}"/>
                </a:ext>
              </a:extLst>
            </p:cNvPr>
            <p:cNvSpPr/>
            <p:nvPr>
              <p:custDataLst>
                <p:tags r:id="rId744"/>
              </p:custDataLst>
            </p:nvPr>
          </p:nvSpPr>
          <p:spPr>
            <a:xfrm>
              <a:off x="6220005" y="3259518"/>
              <a:ext cx="93126" cy="59049"/>
            </a:xfrm>
            <a:custGeom>
              <a:avLst/>
              <a:gdLst/>
              <a:ahLst/>
              <a:cxnLst/>
              <a:rect l="0" t="0" r="0" b="0"/>
              <a:pathLst>
                <a:path w="93126" h="59049">
                  <a:moveTo>
                    <a:pt x="73797" y="7769"/>
                  </a:moveTo>
                  <a:lnTo>
                    <a:pt x="75928" y="9484"/>
                  </a:lnTo>
                  <a:lnTo>
                    <a:pt x="72975" y="18528"/>
                  </a:lnTo>
                  <a:lnTo>
                    <a:pt x="73050" y="21879"/>
                  </a:lnTo>
                  <a:lnTo>
                    <a:pt x="80489" y="23580"/>
                  </a:lnTo>
                  <a:lnTo>
                    <a:pt x="81162" y="25717"/>
                  </a:lnTo>
                  <a:lnTo>
                    <a:pt x="86471" y="28288"/>
                  </a:lnTo>
                  <a:lnTo>
                    <a:pt x="90957" y="24238"/>
                  </a:lnTo>
                  <a:lnTo>
                    <a:pt x="93125" y="26866"/>
                  </a:lnTo>
                  <a:lnTo>
                    <a:pt x="91966" y="33963"/>
                  </a:lnTo>
                  <a:lnTo>
                    <a:pt x="92639" y="37446"/>
                  </a:lnTo>
                  <a:lnTo>
                    <a:pt x="89349" y="37011"/>
                  </a:lnTo>
                  <a:lnTo>
                    <a:pt x="87742" y="35270"/>
                  </a:lnTo>
                  <a:lnTo>
                    <a:pt x="85498" y="35923"/>
                  </a:lnTo>
                  <a:lnTo>
                    <a:pt x="84489" y="39456"/>
                  </a:lnTo>
                  <a:lnTo>
                    <a:pt x="86358" y="46824"/>
                  </a:lnTo>
                  <a:lnTo>
                    <a:pt x="84526" y="46824"/>
                  </a:lnTo>
                  <a:lnTo>
                    <a:pt x="82433" y="43090"/>
                  </a:lnTo>
                  <a:lnTo>
                    <a:pt x="73909" y="44769"/>
                  </a:lnTo>
                  <a:lnTo>
                    <a:pt x="71816" y="39456"/>
                  </a:lnTo>
                  <a:lnTo>
                    <a:pt x="69236" y="39076"/>
                  </a:lnTo>
                  <a:lnTo>
                    <a:pt x="68339" y="39674"/>
                  </a:lnTo>
                  <a:lnTo>
                    <a:pt x="68115" y="45364"/>
                  </a:lnTo>
                  <a:lnTo>
                    <a:pt x="62993" y="53512"/>
                  </a:lnTo>
                  <a:lnTo>
                    <a:pt x="63890" y="57706"/>
                  </a:lnTo>
                  <a:lnTo>
                    <a:pt x="61946" y="59048"/>
                  </a:lnTo>
                  <a:lnTo>
                    <a:pt x="58320" y="54105"/>
                  </a:lnTo>
                  <a:lnTo>
                    <a:pt x="59142" y="51681"/>
                  </a:lnTo>
                  <a:lnTo>
                    <a:pt x="55479" y="50657"/>
                  </a:lnTo>
                  <a:lnTo>
                    <a:pt x="51666" y="46607"/>
                  </a:lnTo>
                  <a:lnTo>
                    <a:pt x="50918" y="40596"/>
                  </a:lnTo>
                  <a:lnTo>
                    <a:pt x="44151" y="45850"/>
                  </a:lnTo>
                  <a:lnTo>
                    <a:pt x="44749" y="49146"/>
                  </a:lnTo>
                  <a:lnTo>
                    <a:pt x="42020" y="53512"/>
                  </a:lnTo>
                  <a:lnTo>
                    <a:pt x="37758" y="56309"/>
                  </a:lnTo>
                  <a:lnTo>
                    <a:pt x="32562" y="54642"/>
                  </a:lnTo>
                  <a:lnTo>
                    <a:pt x="24075" y="57545"/>
                  </a:lnTo>
                  <a:lnTo>
                    <a:pt x="22543" y="56846"/>
                  </a:lnTo>
                  <a:lnTo>
                    <a:pt x="16636" y="49038"/>
                  </a:lnTo>
                  <a:lnTo>
                    <a:pt x="17571" y="45742"/>
                  </a:lnTo>
                  <a:lnTo>
                    <a:pt x="16374" y="41464"/>
                  </a:lnTo>
                  <a:lnTo>
                    <a:pt x="9533" y="41030"/>
                  </a:lnTo>
                  <a:lnTo>
                    <a:pt x="5495" y="44011"/>
                  </a:lnTo>
                  <a:lnTo>
                    <a:pt x="6280" y="46391"/>
                  </a:lnTo>
                  <a:lnTo>
                    <a:pt x="4748" y="48174"/>
                  </a:lnTo>
                  <a:lnTo>
                    <a:pt x="0" y="49416"/>
                  </a:lnTo>
                  <a:lnTo>
                    <a:pt x="0" y="47526"/>
                  </a:lnTo>
                  <a:lnTo>
                    <a:pt x="2617" y="45580"/>
                  </a:lnTo>
                  <a:lnTo>
                    <a:pt x="3177" y="42602"/>
                  </a:lnTo>
                  <a:lnTo>
                    <a:pt x="1869" y="41139"/>
                  </a:lnTo>
                  <a:lnTo>
                    <a:pt x="3962" y="35597"/>
                  </a:lnTo>
                  <a:lnTo>
                    <a:pt x="9121" y="31237"/>
                  </a:lnTo>
                  <a:lnTo>
                    <a:pt x="10093" y="25388"/>
                  </a:lnTo>
                  <a:lnTo>
                    <a:pt x="14468" y="22977"/>
                  </a:lnTo>
                  <a:lnTo>
                    <a:pt x="20375" y="15611"/>
                  </a:lnTo>
                  <a:lnTo>
                    <a:pt x="21384" y="13406"/>
                  </a:lnTo>
                  <a:lnTo>
                    <a:pt x="19328" y="11750"/>
                  </a:lnTo>
                  <a:lnTo>
                    <a:pt x="20711" y="9927"/>
                  </a:lnTo>
                  <a:lnTo>
                    <a:pt x="24188" y="8820"/>
                  </a:lnTo>
                  <a:lnTo>
                    <a:pt x="25608" y="10535"/>
                  </a:lnTo>
                  <a:lnTo>
                    <a:pt x="28524" y="10535"/>
                  </a:lnTo>
                  <a:lnTo>
                    <a:pt x="34169" y="5664"/>
                  </a:lnTo>
                  <a:lnTo>
                    <a:pt x="40637" y="6550"/>
                  </a:lnTo>
                  <a:lnTo>
                    <a:pt x="51590" y="5553"/>
                  </a:lnTo>
                  <a:lnTo>
                    <a:pt x="53909" y="3833"/>
                  </a:lnTo>
                  <a:lnTo>
                    <a:pt x="50544" y="2723"/>
                  </a:lnTo>
                  <a:lnTo>
                    <a:pt x="54058" y="0"/>
                  </a:lnTo>
                  <a:lnTo>
                    <a:pt x="60451" y="3667"/>
                  </a:lnTo>
                  <a:lnTo>
                    <a:pt x="66731" y="3223"/>
                  </a:lnTo>
                  <a:lnTo>
                    <a:pt x="70171" y="54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5" name="oPE_MapPart_SYR_1_745" descr="Syrien">
              <a:extLst>
                <a:ext uri="{FF2B5EF4-FFF2-40B4-BE49-F238E27FC236}">
                  <a16:creationId xmlns:a16="http://schemas.microsoft.com/office/drawing/2014/main" id="{0097CFB8-F3DC-4931-9BF4-3BC78C5B7C11}"/>
                </a:ext>
              </a:extLst>
            </p:cNvPr>
            <p:cNvSpPr/>
            <p:nvPr>
              <p:custDataLst>
                <p:tags r:id="rId745"/>
              </p:custDataLst>
            </p:nvPr>
          </p:nvSpPr>
          <p:spPr>
            <a:xfrm>
              <a:off x="6838795" y="3555965"/>
              <a:ext cx="136791" cy="126064"/>
            </a:xfrm>
            <a:custGeom>
              <a:avLst/>
              <a:gdLst/>
              <a:ahLst/>
              <a:cxnLst/>
              <a:rect l="0" t="0" r="0" b="0"/>
              <a:pathLst>
                <a:path w="136791" h="126064">
                  <a:moveTo>
                    <a:pt x="2654" y="35722"/>
                  </a:moveTo>
                  <a:lnTo>
                    <a:pt x="8075" y="37844"/>
                  </a:lnTo>
                  <a:lnTo>
                    <a:pt x="9085" y="35214"/>
                  </a:lnTo>
                  <a:lnTo>
                    <a:pt x="12112" y="33505"/>
                  </a:lnTo>
                  <a:lnTo>
                    <a:pt x="12711" y="29203"/>
                  </a:lnTo>
                  <a:lnTo>
                    <a:pt x="18131" y="27581"/>
                  </a:lnTo>
                  <a:lnTo>
                    <a:pt x="16076" y="21826"/>
                  </a:lnTo>
                  <a:lnTo>
                    <a:pt x="18580" y="12882"/>
                  </a:lnTo>
                  <a:lnTo>
                    <a:pt x="24450" y="14048"/>
                  </a:lnTo>
                  <a:lnTo>
                    <a:pt x="27029" y="16753"/>
                  </a:lnTo>
                  <a:lnTo>
                    <a:pt x="34730" y="17032"/>
                  </a:lnTo>
                  <a:lnTo>
                    <a:pt x="50433" y="10312"/>
                  </a:lnTo>
                  <a:lnTo>
                    <a:pt x="55666" y="11340"/>
                  </a:lnTo>
                  <a:lnTo>
                    <a:pt x="62357" y="15728"/>
                  </a:lnTo>
                  <a:lnTo>
                    <a:pt x="74620" y="16007"/>
                  </a:lnTo>
                  <a:lnTo>
                    <a:pt x="88302" y="12275"/>
                  </a:lnTo>
                  <a:lnTo>
                    <a:pt x="102621" y="5209"/>
                  </a:lnTo>
                  <a:lnTo>
                    <a:pt x="119444" y="5444"/>
                  </a:lnTo>
                  <a:lnTo>
                    <a:pt x="130772" y="2395"/>
                  </a:lnTo>
                  <a:lnTo>
                    <a:pt x="133725" y="0"/>
                  </a:lnTo>
                  <a:lnTo>
                    <a:pt x="136006" y="1785"/>
                  </a:lnTo>
                  <a:lnTo>
                    <a:pt x="136790" y="6194"/>
                  </a:lnTo>
                  <a:lnTo>
                    <a:pt x="125126" y="18197"/>
                  </a:lnTo>
                  <a:lnTo>
                    <a:pt x="117388" y="20338"/>
                  </a:lnTo>
                  <a:lnTo>
                    <a:pt x="114883" y="23730"/>
                  </a:lnTo>
                  <a:lnTo>
                    <a:pt x="113836" y="31702"/>
                  </a:lnTo>
                  <a:lnTo>
                    <a:pt x="116080" y="38490"/>
                  </a:lnTo>
                  <a:lnTo>
                    <a:pt x="116117" y="42818"/>
                  </a:lnTo>
                  <a:lnTo>
                    <a:pt x="113238" y="51769"/>
                  </a:lnTo>
                  <a:lnTo>
                    <a:pt x="112790" y="64963"/>
                  </a:lnTo>
                  <a:lnTo>
                    <a:pt x="108490" y="73547"/>
                  </a:lnTo>
                  <a:lnTo>
                    <a:pt x="102284" y="75993"/>
                  </a:lnTo>
                  <a:lnTo>
                    <a:pt x="62507" y="99987"/>
                  </a:lnTo>
                  <a:lnTo>
                    <a:pt x="21907" y="126063"/>
                  </a:lnTo>
                  <a:lnTo>
                    <a:pt x="12636" y="124337"/>
                  </a:lnTo>
                  <a:lnTo>
                    <a:pt x="9458" y="121680"/>
                  </a:lnTo>
                  <a:lnTo>
                    <a:pt x="6131" y="120749"/>
                  </a:lnTo>
                  <a:lnTo>
                    <a:pt x="2729" y="116310"/>
                  </a:lnTo>
                  <a:lnTo>
                    <a:pt x="486" y="115777"/>
                  </a:lnTo>
                  <a:lnTo>
                    <a:pt x="2580" y="110615"/>
                  </a:lnTo>
                  <a:lnTo>
                    <a:pt x="598" y="100927"/>
                  </a:lnTo>
                  <a:lnTo>
                    <a:pt x="5607" y="94698"/>
                  </a:lnTo>
                  <a:lnTo>
                    <a:pt x="3701" y="92633"/>
                  </a:lnTo>
                  <a:lnTo>
                    <a:pt x="4225" y="91015"/>
                  </a:lnTo>
                  <a:lnTo>
                    <a:pt x="6804" y="88541"/>
                  </a:lnTo>
                  <a:lnTo>
                    <a:pt x="12486" y="88316"/>
                  </a:lnTo>
                  <a:lnTo>
                    <a:pt x="10655" y="86200"/>
                  </a:lnTo>
                  <a:lnTo>
                    <a:pt x="14393" y="82908"/>
                  </a:lnTo>
                  <a:lnTo>
                    <a:pt x="17048" y="78753"/>
                  </a:lnTo>
                  <a:lnTo>
                    <a:pt x="15365" y="73456"/>
                  </a:lnTo>
                  <a:lnTo>
                    <a:pt x="11739" y="71779"/>
                  </a:lnTo>
                  <a:lnTo>
                    <a:pt x="13908" y="68873"/>
                  </a:lnTo>
                  <a:lnTo>
                    <a:pt x="12860" y="67783"/>
                  </a:lnTo>
                  <a:lnTo>
                    <a:pt x="11066" y="67237"/>
                  </a:lnTo>
                  <a:lnTo>
                    <a:pt x="10356" y="68419"/>
                  </a:lnTo>
                  <a:lnTo>
                    <a:pt x="4411" y="68510"/>
                  </a:lnTo>
                  <a:lnTo>
                    <a:pt x="2580" y="60407"/>
                  </a:lnTo>
                  <a:lnTo>
                    <a:pt x="3701" y="53417"/>
                  </a:lnTo>
                  <a:lnTo>
                    <a:pt x="2879" y="48423"/>
                  </a:lnTo>
                  <a:lnTo>
                    <a:pt x="0" y="44566"/>
                  </a:lnTo>
                  <a:lnTo>
                    <a:pt x="1570" y="374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6" name="oPE_MapPart_STP_1_746" descr="São Tomé und Príncipe">
              <a:extLst>
                <a:ext uri="{FF2B5EF4-FFF2-40B4-BE49-F238E27FC236}">
                  <a16:creationId xmlns:a16="http://schemas.microsoft.com/office/drawing/2014/main" id="{8577A89F-C7E4-70D9-8635-24451CA4E256}"/>
                </a:ext>
              </a:extLst>
            </p:cNvPr>
            <p:cNvSpPr/>
            <p:nvPr>
              <p:custDataLst>
                <p:tags r:id="rId746"/>
              </p:custDataLst>
            </p:nvPr>
          </p:nvSpPr>
          <p:spPr>
            <a:xfrm>
              <a:off x="6248267" y="4356646"/>
              <a:ext cx="2506" cy="3293"/>
            </a:xfrm>
            <a:custGeom>
              <a:avLst/>
              <a:gdLst/>
              <a:ahLst/>
              <a:cxnLst/>
              <a:rect l="0" t="0" r="0" b="0"/>
              <a:pathLst>
                <a:path w="2506" h="3293">
                  <a:moveTo>
                    <a:pt x="1907" y="2731"/>
                  </a:moveTo>
                  <a:lnTo>
                    <a:pt x="1159" y="3292"/>
                  </a:lnTo>
                  <a:lnTo>
                    <a:pt x="0" y="1983"/>
                  </a:lnTo>
                  <a:lnTo>
                    <a:pt x="1721" y="0"/>
                  </a:lnTo>
                  <a:lnTo>
                    <a:pt x="2505" y="14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7" name="oPE_MapPart_STP_2_747" descr="São Tomé und Príncipe">
              <a:extLst>
                <a:ext uri="{FF2B5EF4-FFF2-40B4-BE49-F238E27FC236}">
                  <a16:creationId xmlns:a16="http://schemas.microsoft.com/office/drawing/2014/main" id="{DBBBBFE7-6916-8561-84FE-D3F93C9DF687}"/>
                </a:ext>
              </a:extLst>
            </p:cNvPr>
            <p:cNvSpPr/>
            <p:nvPr>
              <p:custDataLst>
                <p:tags r:id="rId747"/>
              </p:custDataLst>
            </p:nvPr>
          </p:nvSpPr>
          <p:spPr>
            <a:xfrm>
              <a:off x="6230547" y="4383532"/>
              <a:ext cx="5647" cy="7440"/>
            </a:xfrm>
            <a:custGeom>
              <a:avLst/>
              <a:gdLst/>
              <a:ahLst/>
              <a:cxnLst/>
              <a:rect l="0" t="0" r="0" b="0"/>
              <a:pathLst>
                <a:path w="5647" h="7440">
                  <a:moveTo>
                    <a:pt x="3776" y="5906"/>
                  </a:moveTo>
                  <a:lnTo>
                    <a:pt x="1645" y="7439"/>
                  </a:lnTo>
                  <a:lnTo>
                    <a:pt x="860" y="7028"/>
                  </a:lnTo>
                  <a:lnTo>
                    <a:pt x="0" y="2579"/>
                  </a:lnTo>
                  <a:lnTo>
                    <a:pt x="972" y="1345"/>
                  </a:lnTo>
                  <a:lnTo>
                    <a:pt x="4337" y="0"/>
                  </a:lnTo>
                  <a:lnTo>
                    <a:pt x="5646" y="1645"/>
                  </a:lnTo>
                  <a:lnTo>
                    <a:pt x="5646" y="336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8" name="oPE_MapPart_TWN_1_748" descr="Republik China">
              <a:extLst>
                <a:ext uri="{FF2B5EF4-FFF2-40B4-BE49-F238E27FC236}">
                  <a16:creationId xmlns:a16="http://schemas.microsoft.com/office/drawing/2014/main" id="{08CC7CF1-3CAC-80BB-F987-F825BC0D04ED}"/>
                </a:ext>
              </a:extLst>
            </p:cNvPr>
            <p:cNvSpPr/>
            <p:nvPr>
              <p:custDataLst>
                <p:tags r:id="rId748"/>
              </p:custDataLst>
            </p:nvPr>
          </p:nvSpPr>
          <p:spPr>
            <a:xfrm>
              <a:off x="8589817" y="3849084"/>
              <a:ext cx="38544" cy="75939"/>
            </a:xfrm>
            <a:custGeom>
              <a:avLst/>
              <a:gdLst/>
              <a:ahLst/>
              <a:cxnLst/>
              <a:rect l="0" t="0" r="0" b="0"/>
              <a:pathLst>
                <a:path w="38544" h="75939">
                  <a:moveTo>
                    <a:pt x="19439" y="60343"/>
                  </a:moveTo>
                  <a:lnTo>
                    <a:pt x="17121" y="65765"/>
                  </a:lnTo>
                  <a:lnTo>
                    <a:pt x="15924" y="75938"/>
                  </a:lnTo>
                  <a:lnTo>
                    <a:pt x="13906" y="75252"/>
                  </a:lnTo>
                  <a:lnTo>
                    <a:pt x="10579" y="66291"/>
                  </a:lnTo>
                  <a:lnTo>
                    <a:pt x="5046" y="62004"/>
                  </a:lnTo>
                  <a:lnTo>
                    <a:pt x="0" y="48413"/>
                  </a:lnTo>
                  <a:lnTo>
                    <a:pt x="1457" y="42797"/>
                  </a:lnTo>
                  <a:lnTo>
                    <a:pt x="1793" y="35742"/>
                  </a:lnTo>
                  <a:lnTo>
                    <a:pt x="11551" y="18255"/>
                  </a:lnTo>
                  <a:lnTo>
                    <a:pt x="20112" y="5575"/>
                  </a:lnTo>
                  <a:lnTo>
                    <a:pt x="26842" y="2686"/>
                  </a:lnTo>
                  <a:lnTo>
                    <a:pt x="28598" y="619"/>
                  </a:lnTo>
                  <a:lnTo>
                    <a:pt x="31589" y="0"/>
                  </a:lnTo>
                  <a:lnTo>
                    <a:pt x="36973" y="3924"/>
                  </a:lnTo>
                  <a:lnTo>
                    <a:pt x="38543" y="6936"/>
                  </a:lnTo>
                  <a:lnTo>
                    <a:pt x="36300" y="10357"/>
                  </a:lnTo>
                  <a:lnTo>
                    <a:pt x="36449" y="16981"/>
                  </a:lnTo>
                  <a:lnTo>
                    <a:pt x="32000" y="27933"/>
                  </a:lnTo>
                  <a:lnTo>
                    <a:pt x="27514" y="47884"/>
                  </a:lnTo>
                  <a:lnTo>
                    <a:pt x="22617" y="568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9" name="oPE_MapPart_TWN_2_749" descr="Republik China">
              <a:extLst>
                <a:ext uri="{FF2B5EF4-FFF2-40B4-BE49-F238E27FC236}">
                  <a16:creationId xmlns:a16="http://schemas.microsoft.com/office/drawing/2014/main" id="{C84DABCC-E715-A417-8BCD-0B93FDAE59CF}"/>
                </a:ext>
              </a:extLst>
            </p:cNvPr>
            <p:cNvSpPr/>
            <p:nvPr>
              <p:custDataLst>
                <p:tags r:id="rId749"/>
              </p:custDataLst>
            </p:nvPr>
          </p:nvSpPr>
          <p:spPr>
            <a:xfrm>
              <a:off x="8552731" y="3866353"/>
              <a:ext cx="3029" cy="2424"/>
            </a:xfrm>
            <a:custGeom>
              <a:avLst/>
              <a:gdLst/>
              <a:ahLst/>
              <a:cxnLst/>
              <a:rect l="0" t="0" r="0" b="0"/>
              <a:pathLst>
                <a:path w="3029" h="2424">
                  <a:moveTo>
                    <a:pt x="2504" y="0"/>
                  </a:moveTo>
                  <a:lnTo>
                    <a:pt x="3028" y="2423"/>
                  </a:lnTo>
                  <a:lnTo>
                    <a:pt x="186" y="1930"/>
                  </a:lnTo>
                  <a:lnTo>
                    <a:pt x="0" y="1027"/>
                  </a:lnTo>
                  <a:lnTo>
                    <a:pt x="1083" y="11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0" name="oPE_MapPart_TJK_1_750" descr="Tadschikistan">
              <a:extLst>
                <a:ext uri="{FF2B5EF4-FFF2-40B4-BE49-F238E27FC236}">
                  <a16:creationId xmlns:a16="http://schemas.microsoft.com/office/drawing/2014/main" id="{4B94614B-40D5-9017-CF99-511B605223B6}"/>
                </a:ext>
              </a:extLst>
            </p:cNvPr>
            <p:cNvSpPr/>
            <p:nvPr>
              <p:custDataLst>
                <p:tags r:id="rId750"/>
              </p:custDataLst>
            </p:nvPr>
          </p:nvSpPr>
          <p:spPr>
            <a:xfrm>
              <a:off x="7494970" y="3455822"/>
              <a:ext cx="161204" cy="115825"/>
            </a:xfrm>
            <a:custGeom>
              <a:avLst/>
              <a:gdLst/>
              <a:ahLst/>
              <a:cxnLst/>
              <a:rect l="0" t="0" r="0" b="0"/>
              <a:pathLst>
                <a:path w="161204" h="115825">
                  <a:moveTo>
                    <a:pt x="8337" y="103430"/>
                  </a:moveTo>
                  <a:lnTo>
                    <a:pt x="9496" y="95202"/>
                  </a:lnTo>
                  <a:lnTo>
                    <a:pt x="19440" y="80874"/>
                  </a:lnTo>
                  <a:lnTo>
                    <a:pt x="20599" y="76169"/>
                  </a:lnTo>
                  <a:lnTo>
                    <a:pt x="15141" y="69211"/>
                  </a:lnTo>
                  <a:lnTo>
                    <a:pt x="14318" y="63998"/>
                  </a:lnTo>
                  <a:lnTo>
                    <a:pt x="16075" y="57139"/>
                  </a:lnTo>
                  <a:lnTo>
                    <a:pt x="14244" y="55600"/>
                  </a:lnTo>
                  <a:lnTo>
                    <a:pt x="6991" y="55312"/>
                  </a:lnTo>
                  <a:lnTo>
                    <a:pt x="6019" y="51701"/>
                  </a:lnTo>
                  <a:lnTo>
                    <a:pt x="0" y="49386"/>
                  </a:lnTo>
                  <a:lnTo>
                    <a:pt x="1420" y="42716"/>
                  </a:lnTo>
                  <a:lnTo>
                    <a:pt x="7515" y="38498"/>
                  </a:lnTo>
                  <a:lnTo>
                    <a:pt x="22954" y="40777"/>
                  </a:lnTo>
                  <a:lnTo>
                    <a:pt x="25497" y="38158"/>
                  </a:lnTo>
                  <a:lnTo>
                    <a:pt x="26617" y="32616"/>
                  </a:lnTo>
                  <a:lnTo>
                    <a:pt x="28599" y="32713"/>
                  </a:lnTo>
                  <a:lnTo>
                    <a:pt x="29496" y="30862"/>
                  </a:lnTo>
                  <a:lnTo>
                    <a:pt x="31366" y="30765"/>
                  </a:lnTo>
                  <a:lnTo>
                    <a:pt x="29721" y="27887"/>
                  </a:lnTo>
                  <a:lnTo>
                    <a:pt x="30058" y="26910"/>
                  </a:lnTo>
                  <a:lnTo>
                    <a:pt x="33534" y="25836"/>
                  </a:lnTo>
                  <a:lnTo>
                    <a:pt x="32600" y="24565"/>
                  </a:lnTo>
                  <a:lnTo>
                    <a:pt x="26617" y="24760"/>
                  </a:lnTo>
                  <a:lnTo>
                    <a:pt x="26431" y="23733"/>
                  </a:lnTo>
                  <a:lnTo>
                    <a:pt x="33122" y="22216"/>
                  </a:lnTo>
                  <a:lnTo>
                    <a:pt x="39815" y="22901"/>
                  </a:lnTo>
                  <a:lnTo>
                    <a:pt x="38655" y="20453"/>
                  </a:lnTo>
                  <a:lnTo>
                    <a:pt x="40413" y="19374"/>
                  </a:lnTo>
                  <a:lnTo>
                    <a:pt x="38394" y="12841"/>
                  </a:lnTo>
                  <a:lnTo>
                    <a:pt x="40637" y="10969"/>
                  </a:lnTo>
                  <a:lnTo>
                    <a:pt x="40525" y="8554"/>
                  </a:lnTo>
                  <a:lnTo>
                    <a:pt x="41534" y="7320"/>
                  </a:lnTo>
                  <a:lnTo>
                    <a:pt x="42693" y="6530"/>
                  </a:lnTo>
                  <a:lnTo>
                    <a:pt x="48899" y="10378"/>
                  </a:lnTo>
                  <a:lnTo>
                    <a:pt x="60937" y="3911"/>
                  </a:lnTo>
                  <a:lnTo>
                    <a:pt x="63217" y="0"/>
                  </a:lnTo>
                  <a:lnTo>
                    <a:pt x="68526" y="5345"/>
                  </a:lnTo>
                  <a:lnTo>
                    <a:pt x="68152" y="7024"/>
                  </a:lnTo>
                  <a:lnTo>
                    <a:pt x="70470" y="8603"/>
                  </a:lnTo>
                  <a:lnTo>
                    <a:pt x="62806" y="15938"/>
                  </a:lnTo>
                  <a:lnTo>
                    <a:pt x="62582" y="17804"/>
                  </a:lnTo>
                  <a:lnTo>
                    <a:pt x="65947" y="19423"/>
                  </a:lnTo>
                  <a:lnTo>
                    <a:pt x="67405" y="22461"/>
                  </a:lnTo>
                  <a:lnTo>
                    <a:pt x="74770" y="21775"/>
                  </a:lnTo>
                  <a:lnTo>
                    <a:pt x="74545" y="23195"/>
                  </a:lnTo>
                  <a:lnTo>
                    <a:pt x="68264" y="25983"/>
                  </a:lnTo>
                  <a:lnTo>
                    <a:pt x="67853" y="28278"/>
                  </a:lnTo>
                  <a:lnTo>
                    <a:pt x="65573" y="29644"/>
                  </a:lnTo>
                  <a:lnTo>
                    <a:pt x="64265" y="26910"/>
                  </a:lnTo>
                  <a:lnTo>
                    <a:pt x="54171" y="22755"/>
                  </a:lnTo>
                  <a:lnTo>
                    <a:pt x="45123" y="25640"/>
                  </a:lnTo>
                  <a:lnTo>
                    <a:pt x="43852" y="27692"/>
                  </a:lnTo>
                  <a:lnTo>
                    <a:pt x="44002" y="30423"/>
                  </a:lnTo>
                  <a:lnTo>
                    <a:pt x="40488" y="29107"/>
                  </a:lnTo>
                  <a:lnTo>
                    <a:pt x="39889" y="30472"/>
                  </a:lnTo>
                  <a:lnTo>
                    <a:pt x="38880" y="34757"/>
                  </a:lnTo>
                  <a:lnTo>
                    <a:pt x="40300" y="41116"/>
                  </a:lnTo>
                  <a:lnTo>
                    <a:pt x="46543" y="39808"/>
                  </a:lnTo>
                  <a:lnTo>
                    <a:pt x="58433" y="39517"/>
                  </a:lnTo>
                  <a:lnTo>
                    <a:pt x="59965" y="40632"/>
                  </a:lnTo>
                  <a:lnTo>
                    <a:pt x="65274" y="39420"/>
                  </a:lnTo>
                  <a:lnTo>
                    <a:pt x="67516" y="40050"/>
                  </a:lnTo>
                  <a:lnTo>
                    <a:pt x="70096" y="44119"/>
                  </a:lnTo>
                  <a:lnTo>
                    <a:pt x="71480" y="44603"/>
                  </a:lnTo>
                  <a:lnTo>
                    <a:pt x="75742" y="44167"/>
                  </a:lnTo>
                  <a:lnTo>
                    <a:pt x="77013" y="41940"/>
                  </a:lnTo>
                  <a:lnTo>
                    <a:pt x="85424" y="38983"/>
                  </a:lnTo>
                  <a:lnTo>
                    <a:pt x="86396" y="40341"/>
                  </a:lnTo>
                  <a:lnTo>
                    <a:pt x="86097" y="42328"/>
                  </a:lnTo>
                  <a:lnTo>
                    <a:pt x="90844" y="43829"/>
                  </a:lnTo>
                  <a:lnTo>
                    <a:pt x="90733" y="46972"/>
                  </a:lnTo>
                  <a:lnTo>
                    <a:pt x="91817" y="47745"/>
                  </a:lnTo>
                  <a:lnTo>
                    <a:pt x="97312" y="45763"/>
                  </a:lnTo>
                  <a:lnTo>
                    <a:pt x="101200" y="49628"/>
                  </a:lnTo>
                  <a:lnTo>
                    <a:pt x="103855" y="46150"/>
                  </a:lnTo>
                  <a:lnTo>
                    <a:pt x="108116" y="45087"/>
                  </a:lnTo>
                  <a:lnTo>
                    <a:pt x="119444" y="45474"/>
                  </a:lnTo>
                  <a:lnTo>
                    <a:pt x="126959" y="42813"/>
                  </a:lnTo>
                  <a:lnTo>
                    <a:pt x="130285" y="43151"/>
                  </a:lnTo>
                  <a:lnTo>
                    <a:pt x="129799" y="49049"/>
                  </a:lnTo>
                  <a:lnTo>
                    <a:pt x="133912" y="56033"/>
                  </a:lnTo>
                  <a:lnTo>
                    <a:pt x="131631" y="59060"/>
                  </a:lnTo>
                  <a:lnTo>
                    <a:pt x="133837" y="65674"/>
                  </a:lnTo>
                  <a:lnTo>
                    <a:pt x="138473" y="67443"/>
                  </a:lnTo>
                  <a:lnTo>
                    <a:pt x="140679" y="64238"/>
                  </a:lnTo>
                  <a:lnTo>
                    <a:pt x="143706" y="64238"/>
                  </a:lnTo>
                  <a:lnTo>
                    <a:pt x="154810" y="69545"/>
                  </a:lnTo>
                  <a:lnTo>
                    <a:pt x="155334" y="71024"/>
                  </a:lnTo>
                  <a:lnTo>
                    <a:pt x="154062" y="76645"/>
                  </a:lnTo>
                  <a:lnTo>
                    <a:pt x="157426" y="87697"/>
                  </a:lnTo>
                  <a:lnTo>
                    <a:pt x="156530" y="92185"/>
                  </a:lnTo>
                  <a:lnTo>
                    <a:pt x="160753" y="96144"/>
                  </a:lnTo>
                  <a:lnTo>
                    <a:pt x="161203" y="97839"/>
                  </a:lnTo>
                  <a:lnTo>
                    <a:pt x="156454" y="101881"/>
                  </a:lnTo>
                  <a:lnTo>
                    <a:pt x="151632" y="97603"/>
                  </a:lnTo>
                  <a:lnTo>
                    <a:pt x="145202" y="96992"/>
                  </a:lnTo>
                  <a:lnTo>
                    <a:pt x="143333" y="97086"/>
                  </a:lnTo>
                  <a:lnTo>
                    <a:pt x="141426" y="99297"/>
                  </a:lnTo>
                  <a:lnTo>
                    <a:pt x="132753" y="101881"/>
                  </a:lnTo>
                  <a:lnTo>
                    <a:pt x="130211" y="101083"/>
                  </a:lnTo>
                  <a:lnTo>
                    <a:pt x="132080" y="99297"/>
                  </a:lnTo>
                  <a:lnTo>
                    <a:pt x="132155" y="96992"/>
                  </a:lnTo>
                  <a:lnTo>
                    <a:pt x="125126" y="95862"/>
                  </a:lnTo>
                  <a:lnTo>
                    <a:pt x="115032" y="100942"/>
                  </a:lnTo>
                  <a:lnTo>
                    <a:pt x="112153" y="103383"/>
                  </a:lnTo>
                  <a:lnTo>
                    <a:pt x="110060" y="107133"/>
                  </a:lnTo>
                  <a:lnTo>
                    <a:pt x="103855" y="108350"/>
                  </a:lnTo>
                  <a:lnTo>
                    <a:pt x="92303" y="115824"/>
                  </a:lnTo>
                  <a:lnTo>
                    <a:pt x="89462" y="115777"/>
                  </a:lnTo>
                  <a:lnTo>
                    <a:pt x="86657" y="111904"/>
                  </a:lnTo>
                  <a:lnTo>
                    <a:pt x="84639" y="104603"/>
                  </a:lnTo>
                  <a:lnTo>
                    <a:pt x="87742" y="84099"/>
                  </a:lnTo>
                  <a:lnTo>
                    <a:pt x="81423" y="83862"/>
                  </a:lnTo>
                  <a:lnTo>
                    <a:pt x="82545" y="77216"/>
                  </a:lnTo>
                  <a:lnTo>
                    <a:pt x="80975" y="73599"/>
                  </a:lnTo>
                  <a:lnTo>
                    <a:pt x="73125" y="69640"/>
                  </a:lnTo>
                  <a:lnTo>
                    <a:pt x="70171" y="70547"/>
                  </a:lnTo>
                  <a:lnTo>
                    <a:pt x="67666" y="72884"/>
                  </a:lnTo>
                  <a:lnTo>
                    <a:pt x="63554" y="79735"/>
                  </a:lnTo>
                  <a:lnTo>
                    <a:pt x="59329" y="83720"/>
                  </a:lnTo>
                  <a:lnTo>
                    <a:pt x="60115" y="90532"/>
                  </a:lnTo>
                  <a:lnTo>
                    <a:pt x="58806" y="92704"/>
                  </a:lnTo>
                  <a:lnTo>
                    <a:pt x="55816" y="93599"/>
                  </a:lnTo>
                  <a:lnTo>
                    <a:pt x="51142" y="91996"/>
                  </a:lnTo>
                  <a:lnTo>
                    <a:pt x="44339" y="93458"/>
                  </a:lnTo>
                  <a:lnTo>
                    <a:pt x="42843" y="95202"/>
                  </a:lnTo>
                  <a:lnTo>
                    <a:pt x="42395" y="97509"/>
                  </a:lnTo>
                  <a:lnTo>
                    <a:pt x="42731" y="102491"/>
                  </a:lnTo>
                  <a:lnTo>
                    <a:pt x="40413" y="104837"/>
                  </a:lnTo>
                  <a:lnTo>
                    <a:pt x="32264" y="99203"/>
                  </a:lnTo>
                  <a:lnTo>
                    <a:pt x="30431" y="100848"/>
                  </a:lnTo>
                  <a:lnTo>
                    <a:pt x="27253" y="101176"/>
                  </a:lnTo>
                  <a:lnTo>
                    <a:pt x="21384" y="104321"/>
                  </a:lnTo>
                  <a:lnTo>
                    <a:pt x="19552" y="105587"/>
                  </a:lnTo>
                  <a:lnTo>
                    <a:pt x="18767" y="107554"/>
                  </a:lnTo>
                  <a:lnTo>
                    <a:pt x="14730" y="109192"/>
                  </a:lnTo>
                  <a:lnTo>
                    <a:pt x="12449" y="108631"/>
                  </a:lnTo>
                  <a:lnTo>
                    <a:pt x="8487" y="10427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1" name="oPE_MapPart_TJK_2_751" descr="Tadschikistan">
              <a:extLst>
                <a:ext uri="{FF2B5EF4-FFF2-40B4-BE49-F238E27FC236}">
                  <a16:creationId xmlns:a16="http://schemas.microsoft.com/office/drawing/2014/main" id="{9BDFA4AE-E837-CE02-B441-AEE565F73CFB}"/>
                </a:ext>
              </a:extLst>
            </p:cNvPr>
            <p:cNvSpPr/>
            <p:nvPr>
              <p:custDataLst>
                <p:tags r:id="rId751"/>
              </p:custDataLst>
            </p:nvPr>
          </p:nvSpPr>
          <p:spPr>
            <a:xfrm>
              <a:off x="7561253" y="3456367"/>
              <a:ext cx="2132" cy="2131"/>
            </a:xfrm>
            <a:custGeom>
              <a:avLst/>
              <a:gdLst/>
              <a:ahLst/>
              <a:cxnLst/>
              <a:rect l="0" t="0" r="0" b="0"/>
              <a:pathLst>
                <a:path w="2132" h="2131">
                  <a:moveTo>
                    <a:pt x="2131" y="2130"/>
                  </a:moveTo>
                  <a:lnTo>
                    <a:pt x="0" y="0"/>
                  </a:lnTo>
                  <a:lnTo>
                    <a:pt x="2094" y="148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2" name="oPE_MapPart_TJK_3_752" descr="Tadschikistan">
              <a:extLst>
                <a:ext uri="{FF2B5EF4-FFF2-40B4-BE49-F238E27FC236}">
                  <a16:creationId xmlns:a16="http://schemas.microsoft.com/office/drawing/2014/main" id="{D707CD2D-7439-B372-9DD1-403E0827AA37}"/>
                </a:ext>
              </a:extLst>
            </p:cNvPr>
            <p:cNvSpPr/>
            <p:nvPr>
              <p:custDataLst>
                <p:tags r:id="rId752"/>
              </p:custDataLst>
            </p:nvPr>
          </p:nvSpPr>
          <p:spPr>
            <a:xfrm>
              <a:off x="7559870" y="3487269"/>
              <a:ext cx="4562" cy="2484"/>
            </a:xfrm>
            <a:custGeom>
              <a:avLst/>
              <a:gdLst/>
              <a:ahLst/>
              <a:cxnLst/>
              <a:rect l="0" t="0" r="0" b="0"/>
              <a:pathLst>
                <a:path w="4562" h="2484">
                  <a:moveTo>
                    <a:pt x="4561" y="1558"/>
                  </a:moveTo>
                  <a:lnTo>
                    <a:pt x="1607" y="2483"/>
                  </a:lnTo>
                  <a:lnTo>
                    <a:pt x="0" y="0"/>
                  </a:lnTo>
                  <a:lnTo>
                    <a:pt x="4486" y="97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3" name="oPE_MapPart_TZA_1_753" descr="Tansania">
              <a:extLst>
                <a:ext uri="{FF2B5EF4-FFF2-40B4-BE49-F238E27FC236}">
                  <a16:creationId xmlns:a16="http://schemas.microsoft.com/office/drawing/2014/main" id="{BA1388D5-E2D7-9144-83EB-46E216D57A5A}"/>
                </a:ext>
              </a:extLst>
            </p:cNvPr>
            <p:cNvSpPr/>
            <p:nvPr>
              <p:custDataLst>
                <p:tags r:id="rId753"/>
              </p:custDataLst>
            </p:nvPr>
          </p:nvSpPr>
          <p:spPr>
            <a:xfrm>
              <a:off x="6909788" y="4510987"/>
              <a:ext cx="8113" cy="15228"/>
            </a:xfrm>
            <a:custGeom>
              <a:avLst/>
              <a:gdLst/>
              <a:ahLst/>
              <a:cxnLst/>
              <a:rect l="0" t="0" r="0" b="0"/>
              <a:pathLst>
                <a:path w="8113" h="15228">
                  <a:moveTo>
                    <a:pt x="6505" y="9434"/>
                  </a:moveTo>
                  <a:lnTo>
                    <a:pt x="8112" y="13910"/>
                  </a:lnTo>
                  <a:lnTo>
                    <a:pt x="6804" y="15227"/>
                  </a:lnTo>
                  <a:lnTo>
                    <a:pt x="5495" y="14587"/>
                  </a:lnTo>
                  <a:lnTo>
                    <a:pt x="5010" y="13083"/>
                  </a:lnTo>
                  <a:lnTo>
                    <a:pt x="4150" y="13421"/>
                  </a:lnTo>
                  <a:lnTo>
                    <a:pt x="2692" y="11615"/>
                  </a:lnTo>
                  <a:lnTo>
                    <a:pt x="1272" y="11540"/>
                  </a:lnTo>
                  <a:lnTo>
                    <a:pt x="0" y="9397"/>
                  </a:lnTo>
                  <a:lnTo>
                    <a:pt x="225" y="4359"/>
                  </a:lnTo>
                  <a:lnTo>
                    <a:pt x="1758" y="2743"/>
                  </a:lnTo>
                  <a:lnTo>
                    <a:pt x="2617" y="0"/>
                  </a:lnTo>
                  <a:lnTo>
                    <a:pt x="5197" y="8194"/>
                  </a:lnTo>
                  <a:lnTo>
                    <a:pt x="6356" y="928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4" name="oPE_MapPart_TZA_2_754" descr="Tansania">
              <a:extLst>
                <a:ext uri="{FF2B5EF4-FFF2-40B4-BE49-F238E27FC236}">
                  <a16:creationId xmlns:a16="http://schemas.microsoft.com/office/drawing/2014/main" id="{8EFB2841-7149-1343-EEC2-2B33DF067752}"/>
                </a:ext>
              </a:extLst>
            </p:cNvPr>
            <p:cNvSpPr/>
            <p:nvPr>
              <p:custDataLst>
                <p:tags r:id="rId754"/>
              </p:custDataLst>
            </p:nvPr>
          </p:nvSpPr>
          <p:spPr>
            <a:xfrm>
              <a:off x="6919433" y="4493978"/>
              <a:ext cx="4525" cy="11188"/>
            </a:xfrm>
            <a:custGeom>
              <a:avLst/>
              <a:gdLst/>
              <a:ahLst/>
              <a:cxnLst/>
              <a:rect l="0" t="0" r="0" b="0"/>
              <a:pathLst>
                <a:path w="4525" h="11188">
                  <a:moveTo>
                    <a:pt x="4524" y="0"/>
                  </a:moveTo>
                  <a:lnTo>
                    <a:pt x="4300" y="7282"/>
                  </a:lnTo>
                  <a:lnTo>
                    <a:pt x="2132" y="11187"/>
                  </a:lnTo>
                  <a:lnTo>
                    <a:pt x="0" y="9647"/>
                  </a:lnTo>
                  <a:lnTo>
                    <a:pt x="1122" y="4316"/>
                  </a:lnTo>
                  <a:lnTo>
                    <a:pt x="562" y="414"/>
                  </a:lnTo>
                  <a:lnTo>
                    <a:pt x="2767" y="7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5" name="oPE_MapPart_TZA_3_755" descr="Tansania">
              <a:extLst>
                <a:ext uri="{FF2B5EF4-FFF2-40B4-BE49-F238E27FC236}">
                  <a16:creationId xmlns:a16="http://schemas.microsoft.com/office/drawing/2014/main" id="{AC371048-3F64-35A2-6948-734389542D0B}"/>
                </a:ext>
              </a:extLst>
            </p:cNvPr>
            <p:cNvSpPr/>
            <p:nvPr>
              <p:custDataLst>
                <p:tags r:id="rId755"/>
              </p:custDataLst>
            </p:nvPr>
          </p:nvSpPr>
          <p:spPr>
            <a:xfrm>
              <a:off x="6705033" y="4412617"/>
              <a:ext cx="231374" cy="224378"/>
            </a:xfrm>
            <a:custGeom>
              <a:avLst/>
              <a:gdLst/>
              <a:ahLst/>
              <a:cxnLst/>
              <a:rect l="0" t="0" r="0" b="0"/>
              <a:pathLst>
                <a:path w="231374" h="224378">
                  <a:moveTo>
                    <a:pt x="74694" y="175582"/>
                  </a:moveTo>
                  <a:lnTo>
                    <a:pt x="64563" y="170316"/>
                  </a:lnTo>
                  <a:lnTo>
                    <a:pt x="54395" y="168158"/>
                  </a:lnTo>
                  <a:lnTo>
                    <a:pt x="53909" y="165811"/>
                  </a:lnTo>
                  <a:lnTo>
                    <a:pt x="48787" y="165093"/>
                  </a:lnTo>
                  <a:lnTo>
                    <a:pt x="46356" y="162936"/>
                  </a:lnTo>
                  <a:lnTo>
                    <a:pt x="45908" y="161007"/>
                  </a:lnTo>
                  <a:lnTo>
                    <a:pt x="42095" y="158776"/>
                  </a:lnTo>
                  <a:lnTo>
                    <a:pt x="36413" y="158851"/>
                  </a:lnTo>
                  <a:lnTo>
                    <a:pt x="34170" y="157604"/>
                  </a:lnTo>
                  <a:lnTo>
                    <a:pt x="31291" y="154127"/>
                  </a:lnTo>
                  <a:lnTo>
                    <a:pt x="18468" y="125869"/>
                  </a:lnTo>
                  <a:lnTo>
                    <a:pt x="8001" y="117058"/>
                  </a:lnTo>
                  <a:lnTo>
                    <a:pt x="4523" y="110738"/>
                  </a:lnTo>
                  <a:lnTo>
                    <a:pt x="3252" y="104684"/>
                  </a:lnTo>
                  <a:lnTo>
                    <a:pt x="5869" y="98370"/>
                  </a:lnTo>
                  <a:lnTo>
                    <a:pt x="0" y="81211"/>
                  </a:lnTo>
                  <a:lnTo>
                    <a:pt x="1644" y="71834"/>
                  </a:lnTo>
                  <a:lnTo>
                    <a:pt x="8187" y="71946"/>
                  </a:lnTo>
                  <a:lnTo>
                    <a:pt x="12935" y="68872"/>
                  </a:lnTo>
                  <a:lnTo>
                    <a:pt x="17085" y="64262"/>
                  </a:lnTo>
                  <a:lnTo>
                    <a:pt x="21907" y="56879"/>
                  </a:lnTo>
                  <a:lnTo>
                    <a:pt x="22879" y="53920"/>
                  </a:lnTo>
                  <a:lnTo>
                    <a:pt x="27179" y="50362"/>
                  </a:lnTo>
                  <a:lnTo>
                    <a:pt x="27029" y="48901"/>
                  </a:lnTo>
                  <a:lnTo>
                    <a:pt x="30468" y="47366"/>
                  </a:lnTo>
                  <a:lnTo>
                    <a:pt x="30880" y="45831"/>
                  </a:lnTo>
                  <a:lnTo>
                    <a:pt x="30244" y="41338"/>
                  </a:lnTo>
                  <a:lnTo>
                    <a:pt x="23514" y="39429"/>
                  </a:lnTo>
                  <a:lnTo>
                    <a:pt x="22842" y="38007"/>
                  </a:lnTo>
                  <a:lnTo>
                    <a:pt x="23888" y="35312"/>
                  </a:lnTo>
                  <a:lnTo>
                    <a:pt x="22842" y="34226"/>
                  </a:lnTo>
                  <a:lnTo>
                    <a:pt x="25122" y="29736"/>
                  </a:lnTo>
                  <a:lnTo>
                    <a:pt x="30618" y="28426"/>
                  </a:lnTo>
                  <a:lnTo>
                    <a:pt x="32263" y="23862"/>
                  </a:lnTo>
                  <a:lnTo>
                    <a:pt x="31066" y="20195"/>
                  </a:lnTo>
                  <a:lnTo>
                    <a:pt x="30917" y="11780"/>
                  </a:lnTo>
                  <a:lnTo>
                    <a:pt x="28823" y="8340"/>
                  </a:lnTo>
                  <a:lnTo>
                    <a:pt x="27179" y="7741"/>
                  </a:lnTo>
                  <a:lnTo>
                    <a:pt x="24599" y="4413"/>
                  </a:lnTo>
                  <a:lnTo>
                    <a:pt x="23814" y="2805"/>
                  </a:lnTo>
                  <a:lnTo>
                    <a:pt x="24860" y="1384"/>
                  </a:lnTo>
                  <a:lnTo>
                    <a:pt x="30843" y="0"/>
                  </a:lnTo>
                  <a:lnTo>
                    <a:pt x="96677" y="150"/>
                  </a:lnTo>
                  <a:lnTo>
                    <a:pt x="172792" y="42611"/>
                  </a:lnTo>
                  <a:lnTo>
                    <a:pt x="173727" y="46767"/>
                  </a:lnTo>
                  <a:lnTo>
                    <a:pt x="172044" y="52010"/>
                  </a:lnTo>
                  <a:lnTo>
                    <a:pt x="174212" y="52909"/>
                  </a:lnTo>
                  <a:lnTo>
                    <a:pt x="175969" y="55681"/>
                  </a:lnTo>
                  <a:lnTo>
                    <a:pt x="205578" y="76897"/>
                  </a:lnTo>
                  <a:lnTo>
                    <a:pt x="200532" y="94125"/>
                  </a:lnTo>
                  <a:lnTo>
                    <a:pt x="197204" y="101601"/>
                  </a:lnTo>
                  <a:lnTo>
                    <a:pt x="196905" y="105623"/>
                  </a:lnTo>
                  <a:lnTo>
                    <a:pt x="198363" y="111076"/>
                  </a:lnTo>
                  <a:lnTo>
                    <a:pt x="203559" y="115779"/>
                  </a:lnTo>
                  <a:lnTo>
                    <a:pt x="206924" y="121199"/>
                  </a:lnTo>
                  <a:lnTo>
                    <a:pt x="210774" y="122517"/>
                  </a:lnTo>
                  <a:lnTo>
                    <a:pt x="212308" y="125568"/>
                  </a:lnTo>
                  <a:lnTo>
                    <a:pt x="206961" y="135932"/>
                  </a:lnTo>
                  <a:lnTo>
                    <a:pt x="206924" y="141552"/>
                  </a:lnTo>
                  <a:lnTo>
                    <a:pt x="207821" y="140722"/>
                  </a:lnTo>
                  <a:lnTo>
                    <a:pt x="209877" y="142080"/>
                  </a:lnTo>
                  <a:lnTo>
                    <a:pt x="210139" y="146270"/>
                  </a:lnTo>
                  <a:lnTo>
                    <a:pt x="207297" y="155336"/>
                  </a:lnTo>
                  <a:lnTo>
                    <a:pt x="208793" y="161158"/>
                  </a:lnTo>
                  <a:lnTo>
                    <a:pt x="211111" y="164109"/>
                  </a:lnTo>
                  <a:lnTo>
                    <a:pt x="210326" y="165811"/>
                  </a:lnTo>
                  <a:lnTo>
                    <a:pt x="214289" y="171074"/>
                  </a:lnTo>
                  <a:lnTo>
                    <a:pt x="213952" y="175620"/>
                  </a:lnTo>
                  <a:lnTo>
                    <a:pt x="217242" y="186276"/>
                  </a:lnTo>
                  <a:lnTo>
                    <a:pt x="216045" y="188098"/>
                  </a:lnTo>
                  <a:lnTo>
                    <a:pt x="218924" y="188553"/>
                  </a:lnTo>
                  <a:lnTo>
                    <a:pt x="221392" y="191439"/>
                  </a:lnTo>
                  <a:lnTo>
                    <a:pt x="223485" y="191401"/>
                  </a:lnTo>
                  <a:lnTo>
                    <a:pt x="229803" y="195543"/>
                  </a:lnTo>
                  <a:lnTo>
                    <a:pt x="231373" y="197899"/>
                  </a:lnTo>
                  <a:lnTo>
                    <a:pt x="221504" y="205431"/>
                  </a:lnTo>
                  <a:lnTo>
                    <a:pt x="210101" y="209923"/>
                  </a:lnTo>
                  <a:lnTo>
                    <a:pt x="207633" y="211791"/>
                  </a:lnTo>
                  <a:lnTo>
                    <a:pt x="196718" y="214039"/>
                  </a:lnTo>
                  <a:lnTo>
                    <a:pt x="190400" y="217965"/>
                  </a:lnTo>
                  <a:lnTo>
                    <a:pt x="183858" y="215106"/>
                  </a:lnTo>
                  <a:lnTo>
                    <a:pt x="178548" y="215449"/>
                  </a:lnTo>
                  <a:lnTo>
                    <a:pt x="176642" y="219415"/>
                  </a:lnTo>
                  <a:lnTo>
                    <a:pt x="174474" y="221513"/>
                  </a:lnTo>
                  <a:lnTo>
                    <a:pt x="167184" y="224262"/>
                  </a:lnTo>
                  <a:lnTo>
                    <a:pt x="163969" y="223766"/>
                  </a:lnTo>
                  <a:lnTo>
                    <a:pt x="158997" y="221209"/>
                  </a:lnTo>
                  <a:lnTo>
                    <a:pt x="156791" y="221285"/>
                  </a:lnTo>
                  <a:lnTo>
                    <a:pt x="152641" y="223689"/>
                  </a:lnTo>
                  <a:lnTo>
                    <a:pt x="149426" y="224377"/>
                  </a:lnTo>
                  <a:lnTo>
                    <a:pt x="145015" y="224185"/>
                  </a:lnTo>
                  <a:lnTo>
                    <a:pt x="142623" y="223422"/>
                  </a:lnTo>
                  <a:lnTo>
                    <a:pt x="140379" y="220598"/>
                  </a:lnTo>
                  <a:lnTo>
                    <a:pt x="136828" y="218843"/>
                  </a:lnTo>
                  <a:lnTo>
                    <a:pt x="134211" y="218805"/>
                  </a:lnTo>
                  <a:lnTo>
                    <a:pt x="129612" y="221971"/>
                  </a:lnTo>
                  <a:lnTo>
                    <a:pt x="117051" y="221437"/>
                  </a:lnTo>
                  <a:lnTo>
                    <a:pt x="115631" y="217546"/>
                  </a:lnTo>
                  <a:lnTo>
                    <a:pt x="113200" y="216440"/>
                  </a:lnTo>
                  <a:lnTo>
                    <a:pt x="109762" y="210914"/>
                  </a:lnTo>
                  <a:lnTo>
                    <a:pt x="110883" y="203071"/>
                  </a:lnTo>
                  <a:lnTo>
                    <a:pt x="109238" y="199153"/>
                  </a:lnTo>
                  <a:lnTo>
                    <a:pt x="108976" y="193186"/>
                  </a:lnTo>
                  <a:lnTo>
                    <a:pt x="108004" y="188705"/>
                  </a:lnTo>
                  <a:lnTo>
                    <a:pt x="103779" y="182406"/>
                  </a:lnTo>
                  <a:lnTo>
                    <a:pt x="97014" y="177438"/>
                  </a:lnTo>
                  <a:lnTo>
                    <a:pt x="96153" y="180889"/>
                  </a:lnTo>
                  <a:lnTo>
                    <a:pt x="94808" y="181117"/>
                  </a:lnTo>
                  <a:lnTo>
                    <a:pt x="90844" y="179600"/>
                  </a:lnTo>
                  <a:lnTo>
                    <a:pt x="85087" y="179827"/>
                  </a:lnTo>
                  <a:lnTo>
                    <a:pt x="83218" y="177931"/>
                  </a:lnTo>
                  <a:lnTo>
                    <a:pt x="79068" y="177438"/>
                  </a:lnTo>
                  <a:lnTo>
                    <a:pt x="75068" y="1754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6" name="oPE_MapPart_TZA_4_756" descr="Tansania">
              <a:extLst>
                <a:ext uri="{FF2B5EF4-FFF2-40B4-BE49-F238E27FC236}">
                  <a16:creationId xmlns:a16="http://schemas.microsoft.com/office/drawing/2014/main" id="{484C1C87-2721-C366-8B61-6451219DFEB3}"/>
                </a:ext>
              </a:extLst>
            </p:cNvPr>
            <p:cNvSpPr/>
            <p:nvPr>
              <p:custDataLst>
                <p:tags r:id="rId756"/>
              </p:custDataLst>
            </p:nvPr>
          </p:nvSpPr>
          <p:spPr>
            <a:xfrm>
              <a:off x="6918537" y="4551302"/>
              <a:ext cx="6319" cy="7133"/>
            </a:xfrm>
            <a:custGeom>
              <a:avLst/>
              <a:gdLst/>
              <a:ahLst/>
              <a:cxnLst/>
              <a:rect l="0" t="0" r="0" b="0"/>
              <a:pathLst>
                <a:path w="6319" h="7133">
                  <a:moveTo>
                    <a:pt x="2243" y="6868"/>
                  </a:moveTo>
                  <a:lnTo>
                    <a:pt x="1121" y="7132"/>
                  </a:lnTo>
                  <a:lnTo>
                    <a:pt x="0" y="6000"/>
                  </a:lnTo>
                  <a:lnTo>
                    <a:pt x="6318" y="0"/>
                  </a:lnTo>
                  <a:lnTo>
                    <a:pt x="4599" y="5245"/>
                  </a:lnTo>
                  <a:lnTo>
                    <a:pt x="3290" y="550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7" name="oPE_MapPart_THA_1_757" descr="Thailand">
              <a:extLst>
                <a:ext uri="{FF2B5EF4-FFF2-40B4-BE49-F238E27FC236}">
                  <a16:creationId xmlns:a16="http://schemas.microsoft.com/office/drawing/2014/main" id="{F60CF0B1-6A7D-900B-3C6E-6261C70F2EFB}"/>
                </a:ext>
              </a:extLst>
            </p:cNvPr>
            <p:cNvSpPr/>
            <p:nvPr>
              <p:custDataLst>
                <p:tags r:id="rId757"/>
              </p:custDataLst>
            </p:nvPr>
          </p:nvSpPr>
          <p:spPr>
            <a:xfrm>
              <a:off x="8225541" y="4147427"/>
              <a:ext cx="1533" cy="2521"/>
            </a:xfrm>
            <a:custGeom>
              <a:avLst/>
              <a:gdLst/>
              <a:ahLst/>
              <a:cxnLst/>
              <a:rect l="0" t="0" r="0" b="0"/>
              <a:pathLst>
                <a:path w="1533" h="2521">
                  <a:moveTo>
                    <a:pt x="1532" y="306"/>
                  </a:moveTo>
                  <a:lnTo>
                    <a:pt x="1158" y="2520"/>
                  </a:lnTo>
                  <a:lnTo>
                    <a:pt x="0" y="1603"/>
                  </a:lnTo>
                  <a:lnTo>
                    <a:pt x="7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8" name="oPE_MapPart_THA_2_758" descr="Thailand">
              <a:extLst>
                <a:ext uri="{FF2B5EF4-FFF2-40B4-BE49-F238E27FC236}">
                  <a16:creationId xmlns:a16="http://schemas.microsoft.com/office/drawing/2014/main" id="{E44A1075-4039-8CB5-9E2B-DAA5ADC78F46}"/>
                </a:ext>
              </a:extLst>
            </p:cNvPr>
            <p:cNvSpPr/>
            <p:nvPr>
              <p:custDataLst>
                <p:tags r:id="rId758"/>
              </p:custDataLst>
            </p:nvPr>
          </p:nvSpPr>
          <p:spPr>
            <a:xfrm>
              <a:off x="8220232" y="4137646"/>
              <a:ext cx="3103" cy="3632"/>
            </a:xfrm>
            <a:custGeom>
              <a:avLst/>
              <a:gdLst/>
              <a:ahLst/>
              <a:cxnLst/>
              <a:rect l="0" t="0" r="0" b="0"/>
              <a:pathLst>
                <a:path w="3103" h="3632">
                  <a:moveTo>
                    <a:pt x="3102" y="3479"/>
                  </a:moveTo>
                  <a:lnTo>
                    <a:pt x="486" y="3631"/>
                  </a:lnTo>
                  <a:lnTo>
                    <a:pt x="0" y="0"/>
                  </a:lnTo>
                  <a:lnTo>
                    <a:pt x="2729" y="267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9" name="oPE_MapPart_THA_3_759" descr="Thailand">
              <a:extLst>
                <a:ext uri="{FF2B5EF4-FFF2-40B4-BE49-F238E27FC236}">
                  <a16:creationId xmlns:a16="http://schemas.microsoft.com/office/drawing/2014/main" id="{2A1D6998-1C6E-5346-8F9E-05302FC99EF0}"/>
                </a:ext>
              </a:extLst>
            </p:cNvPr>
            <p:cNvSpPr/>
            <p:nvPr>
              <p:custDataLst>
                <p:tags r:id="rId759"/>
              </p:custDataLst>
            </p:nvPr>
          </p:nvSpPr>
          <p:spPr>
            <a:xfrm>
              <a:off x="8136827" y="4221752"/>
              <a:ext cx="3590" cy="8192"/>
            </a:xfrm>
            <a:custGeom>
              <a:avLst/>
              <a:gdLst/>
              <a:ahLst/>
              <a:cxnLst/>
              <a:rect l="0" t="0" r="0" b="0"/>
              <a:pathLst>
                <a:path w="3590" h="8192">
                  <a:moveTo>
                    <a:pt x="3065" y="5550"/>
                  </a:moveTo>
                  <a:lnTo>
                    <a:pt x="2841" y="7098"/>
                  </a:lnTo>
                  <a:lnTo>
                    <a:pt x="710" y="8191"/>
                  </a:lnTo>
                  <a:lnTo>
                    <a:pt x="0" y="5059"/>
                  </a:lnTo>
                  <a:lnTo>
                    <a:pt x="1233" y="0"/>
                  </a:lnTo>
                  <a:lnTo>
                    <a:pt x="1831" y="1171"/>
                  </a:lnTo>
                  <a:lnTo>
                    <a:pt x="3589" y="1700"/>
                  </a:lnTo>
                  <a:lnTo>
                    <a:pt x="2841" y="42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0" name="oPE_MapPart_THA_4_760" descr="Thailand">
              <a:extLst>
                <a:ext uri="{FF2B5EF4-FFF2-40B4-BE49-F238E27FC236}">
                  <a16:creationId xmlns:a16="http://schemas.microsoft.com/office/drawing/2014/main" id="{C26FC2E5-8DAE-0C3C-1ECD-AE98D0A29F23}"/>
                </a:ext>
              </a:extLst>
            </p:cNvPr>
            <p:cNvSpPr/>
            <p:nvPr>
              <p:custDataLst>
                <p:tags r:id="rId760"/>
              </p:custDataLst>
            </p:nvPr>
          </p:nvSpPr>
          <p:spPr>
            <a:xfrm>
              <a:off x="8118396" y="3958459"/>
              <a:ext cx="171671" cy="316207"/>
            </a:xfrm>
            <a:custGeom>
              <a:avLst/>
              <a:gdLst/>
              <a:ahLst/>
              <a:cxnLst/>
              <a:rect l="0" t="0" r="0" b="0"/>
              <a:pathLst>
                <a:path w="171671" h="316207">
                  <a:moveTo>
                    <a:pt x="57086" y="2393"/>
                  </a:moveTo>
                  <a:lnTo>
                    <a:pt x="57423" y="3987"/>
                  </a:lnTo>
                  <a:lnTo>
                    <a:pt x="61124" y="878"/>
                  </a:lnTo>
                  <a:lnTo>
                    <a:pt x="65311" y="5461"/>
                  </a:lnTo>
                  <a:lnTo>
                    <a:pt x="65797" y="7452"/>
                  </a:lnTo>
                  <a:lnTo>
                    <a:pt x="62769" y="14768"/>
                  </a:lnTo>
                  <a:lnTo>
                    <a:pt x="63255" y="17230"/>
                  </a:lnTo>
                  <a:lnTo>
                    <a:pt x="65199" y="19255"/>
                  </a:lnTo>
                  <a:lnTo>
                    <a:pt x="67517" y="20445"/>
                  </a:lnTo>
                  <a:lnTo>
                    <a:pt x="74620" y="17984"/>
                  </a:lnTo>
                  <a:lnTo>
                    <a:pt x="79704" y="19373"/>
                  </a:lnTo>
                  <a:lnTo>
                    <a:pt x="79404" y="24210"/>
                  </a:lnTo>
                  <a:lnTo>
                    <a:pt x="81237" y="31927"/>
                  </a:lnTo>
                  <a:lnTo>
                    <a:pt x="78732" y="39786"/>
                  </a:lnTo>
                  <a:lnTo>
                    <a:pt x="76265" y="43650"/>
                  </a:lnTo>
                  <a:lnTo>
                    <a:pt x="78134" y="47077"/>
                  </a:lnTo>
                  <a:lnTo>
                    <a:pt x="78284" y="50226"/>
                  </a:lnTo>
                  <a:lnTo>
                    <a:pt x="73386" y="62402"/>
                  </a:lnTo>
                  <a:lnTo>
                    <a:pt x="74395" y="63343"/>
                  </a:lnTo>
                  <a:lnTo>
                    <a:pt x="77498" y="64676"/>
                  </a:lnTo>
                  <a:lnTo>
                    <a:pt x="78770" y="64244"/>
                  </a:lnTo>
                  <a:lnTo>
                    <a:pt x="83891" y="59459"/>
                  </a:lnTo>
                  <a:lnTo>
                    <a:pt x="89574" y="55729"/>
                  </a:lnTo>
                  <a:lnTo>
                    <a:pt x="91405" y="52585"/>
                  </a:lnTo>
                  <a:lnTo>
                    <a:pt x="94957" y="51563"/>
                  </a:lnTo>
                  <a:lnTo>
                    <a:pt x="98172" y="48731"/>
                  </a:lnTo>
                  <a:lnTo>
                    <a:pt x="105611" y="53686"/>
                  </a:lnTo>
                  <a:lnTo>
                    <a:pt x="107556" y="54079"/>
                  </a:lnTo>
                  <a:lnTo>
                    <a:pt x="108865" y="56986"/>
                  </a:lnTo>
                  <a:lnTo>
                    <a:pt x="109799" y="57300"/>
                  </a:lnTo>
                  <a:lnTo>
                    <a:pt x="112827" y="54512"/>
                  </a:lnTo>
                  <a:lnTo>
                    <a:pt x="117911" y="52703"/>
                  </a:lnTo>
                  <a:lnTo>
                    <a:pt x="119931" y="48494"/>
                  </a:lnTo>
                  <a:lnTo>
                    <a:pt x="122659" y="46683"/>
                  </a:lnTo>
                  <a:lnTo>
                    <a:pt x="122061" y="45187"/>
                  </a:lnTo>
                  <a:lnTo>
                    <a:pt x="122809" y="44399"/>
                  </a:lnTo>
                  <a:lnTo>
                    <a:pt x="126958" y="44202"/>
                  </a:lnTo>
                  <a:lnTo>
                    <a:pt x="133276" y="46407"/>
                  </a:lnTo>
                  <a:lnTo>
                    <a:pt x="136566" y="46368"/>
                  </a:lnTo>
                  <a:lnTo>
                    <a:pt x="146510" y="59891"/>
                  </a:lnTo>
                  <a:lnTo>
                    <a:pt x="152978" y="65068"/>
                  </a:lnTo>
                  <a:lnTo>
                    <a:pt x="154548" y="68593"/>
                  </a:lnTo>
                  <a:lnTo>
                    <a:pt x="153053" y="77628"/>
                  </a:lnTo>
                  <a:lnTo>
                    <a:pt x="153202" y="82743"/>
                  </a:lnTo>
                  <a:lnTo>
                    <a:pt x="154623" y="86682"/>
                  </a:lnTo>
                  <a:lnTo>
                    <a:pt x="157352" y="89410"/>
                  </a:lnTo>
                  <a:lnTo>
                    <a:pt x="159371" y="93304"/>
                  </a:lnTo>
                  <a:lnTo>
                    <a:pt x="166810" y="97039"/>
                  </a:lnTo>
                  <a:lnTo>
                    <a:pt x="166174" y="98011"/>
                  </a:lnTo>
                  <a:lnTo>
                    <a:pt x="166661" y="100460"/>
                  </a:lnTo>
                  <a:lnTo>
                    <a:pt x="171670" y="104189"/>
                  </a:lnTo>
                  <a:lnTo>
                    <a:pt x="171147" y="107798"/>
                  </a:lnTo>
                  <a:lnTo>
                    <a:pt x="169016" y="110552"/>
                  </a:lnTo>
                  <a:lnTo>
                    <a:pt x="168568" y="112799"/>
                  </a:lnTo>
                  <a:lnTo>
                    <a:pt x="169726" y="119770"/>
                  </a:lnTo>
                  <a:lnTo>
                    <a:pt x="168269" y="128428"/>
                  </a:lnTo>
                  <a:lnTo>
                    <a:pt x="161875" y="132597"/>
                  </a:lnTo>
                  <a:lnTo>
                    <a:pt x="159931" y="134912"/>
                  </a:lnTo>
                  <a:lnTo>
                    <a:pt x="158436" y="134333"/>
                  </a:lnTo>
                  <a:lnTo>
                    <a:pt x="157764" y="131941"/>
                  </a:lnTo>
                  <a:lnTo>
                    <a:pt x="153801" y="130629"/>
                  </a:lnTo>
                  <a:lnTo>
                    <a:pt x="137239" y="132096"/>
                  </a:lnTo>
                  <a:lnTo>
                    <a:pt x="129313" y="130745"/>
                  </a:lnTo>
                  <a:lnTo>
                    <a:pt x="120977" y="132636"/>
                  </a:lnTo>
                  <a:lnTo>
                    <a:pt x="117463" y="134372"/>
                  </a:lnTo>
                  <a:lnTo>
                    <a:pt x="114957" y="136840"/>
                  </a:lnTo>
                  <a:lnTo>
                    <a:pt x="111220" y="143158"/>
                  </a:lnTo>
                  <a:lnTo>
                    <a:pt x="107369" y="147045"/>
                  </a:lnTo>
                  <a:lnTo>
                    <a:pt x="107406" y="148623"/>
                  </a:lnTo>
                  <a:lnTo>
                    <a:pt x="102696" y="149623"/>
                  </a:lnTo>
                  <a:lnTo>
                    <a:pt x="102920" y="155003"/>
                  </a:lnTo>
                  <a:lnTo>
                    <a:pt x="105649" y="160800"/>
                  </a:lnTo>
                  <a:lnTo>
                    <a:pt x="106434" y="168163"/>
                  </a:lnTo>
                  <a:lnTo>
                    <a:pt x="111743" y="173371"/>
                  </a:lnTo>
                  <a:lnTo>
                    <a:pt x="110733" y="176968"/>
                  </a:lnTo>
                  <a:lnTo>
                    <a:pt x="111368" y="180487"/>
                  </a:lnTo>
                  <a:lnTo>
                    <a:pt x="115444" y="188625"/>
                  </a:lnTo>
                  <a:lnTo>
                    <a:pt x="112491" y="184768"/>
                  </a:lnTo>
                  <a:lnTo>
                    <a:pt x="111930" y="182131"/>
                  </a:lnTo>
                  <a:lnTo>
                    <a:pt x="108415" y="178116"/>
                  </a:lnTo>
                  <a:lnTo>
                    <a:pt x="107294" y="180105"/>
                  </a:lnTo>
                  <a:lnTo>
                    <a:pt x="103181" y="177045"/>
                  </a:lnTo>
                  <a:lnTo>
                    <a:pt x="101462" y="174022"/>
                  </a:lnTo>
                  <a:lnTo>
                    <a:pt x="100826" y="175362"/>
                  </a:lnTo>
                  <a:lnTo>
                    <a:pt x="96789" y="171112"/>
                  </a:lnTo>
                  <a:lnTo>
                    <a:pt x="92639" y="168814"/>
                  </a:lnTo>
                  <a:lnTo>
                    <a:pt x="90322" y="167741"/>
                  </a:lnTo>
                  <a:lnTo>
                    <a:pt x="84527" y="169235"/>
                  </a:lnTo>
                  <a:lnTo>
                    <a:pt x="77162" y="168086"/>
                  </a:lnTo>
                  <a:lnTo>
                    <a:pt x="74321" y="169197"/>
                  </a:lnTo>
                  <a:lnTo>
                    <a:pt x="73161" y="168508"/>
                  </a:lnTo>
                  <a:lnTo>
                    <a:pt x="72451" y="167205"/>
                  </a:lnTo>
                  <a:lnTo>
                    <a:pt x="74507" y="151929"/>
                  </a:lnTo>
                  <a:lnTo>
                    <a:pt x="67068" y="149007"/>
                  </a:lnTo>
                  <a:lnTo>
                    <a:pt x="65684" y="150161"/>
                  </a:lnTo>
                  <a:lnTo>
                    <a:pt x="59404" y="150815"/>
                  </a:lnTo>
                  <a:lnTo>
                    <a:pt x="54880" y="153620"/>
                  </a:lnTo>
                  <a:lnTo>
                    <a:pt x="54320" y="155964"/>
                  </a:lnTo>
                  <a:lnTo>
                    <a:pt x="56414" y="160148"/>
                  </a:lnTo>
                  <a:lnTo>
                    <a:pt x="53797" y="167741"/>
                  </a:lnTo>
                  <a:lnTo>
                    <a:pt x="54283" y="178766"/>
                  </a:lnTo>
                  <a:lnTo>
                    <a:pt x="51143" y="183774"/>
                  </a:lnTo>
                  <a:lnTo>
                    <a:pt x="50357" y="187746"/>
                  </a:lnTo>
                  <a:lnTo>
                    <a:pt x="46806" y="193815"/>
                  </a:lnTo>
                  <a:lnTo>
                    <a:pt x="43890" y="205933"/>
                  </a:lnTo>
                  <a:lnTo>
                    <a:pt x="39665" y="212706"/>
                  </a:lnTo>
                  <a:lnTo>
                    <a:pt x="38693" y="216546"/>
                  </a:lnTo>
                  <a:lnTo>
                    <a:pt x="37198" y="217990"/>
                  </a:lnTo>
                  <a:lnTo>
                    <a:pt x="37796" y="221029"/>
                  </a:lnTo>
                  <a:lnTo>
                    <a:pt x="37086" y="230328"/>
                  </a:lnTo>
                  <a:lnTo>
                    <a:pt x="39740" y="237077"/>
                  </a:lnTo>
                  <a:lnTo>
                    <a:pt x="39029" y="240221"/>
                  </a:lnTo>
                  <a:lnTo>
                    <a:pt x="41945" y="241282"/>
                  </a:lnTo>
                  <a:lnTo>
                    <a:pt x="48788" y="239161"/>
                  </a:lnTo>
                  <a:lnTo>
                    <a:pt x="51105" y="239729"/>
                  </a:lnTo>
                  <a:lnTo>
                    <a:pt x="52563" y="243403"/>
                  </a:lnTo>
                  <a:lnTo>
                    <a:pt x="54320" y="254413"/>
                  </a:lnTo>
                  <a:lnTo>
                    <a:pt x="57198" y="257815"/>
                  </a:lnTo>
                  <a:lnTo>
                    <a:pt x="57909" y="256114"/>
                  </a:lnTo>
                  <a:lnTo>
                    <a:pt x="60339" y="261140"/>
                  </a:lnTo>
                  <a:lnTo>
                    <a:pt x="63965" y="278462"/>
                  </a:lnTo>
                  <a:lnTo>
                    <a:pt x="65835" y="282985"/>
                  </a:lnTo>
                  <a:lnTo>
                    <a:pt x="63666" y="281855"/>
                  </a:lnTo>
                  <a:lnTo>
                    <a:pt x="62433" y="276388"/>
                  </a:lnTo>
                  <a:lnTo>
                    <a:pt x="60413" y="276200"/>
                  </a:lnTo>
                  <a:lnTo>
                    <a:pt x="61124" y="272729"/>
                  </a:lnTo>
                  <a:lnTo>
                    <a:pt x="59853" y="271522"/>
                  </a:lnTo>
                  <a:lnTo>
                    <a:pt x="57796" y="272503"/>
                  </a:lnTo>
                  <a:lnTo>
                    <a:pt x="57872" y="275181"/>
                  </a:lnTo>
                  <a:lnTo>
                    <a:pt x="63329" y="283815"/>
                  </a:lnTo>
                  <a:lnTo>
                    <a:pt x="66694" y="284040"/>
                  </a:lnTo>
                  <a:lnTo>
                    <a:pt x="75667" y="290632"/>
                  </a:lnTo>
                  <a:lnTo>
                    <a:pt x="81573" y="289653"/>
                  </a:lnTo>
                  <a:lnTo>
                    <a:pt x="85648" y="290557"/>
                  </a:lnTo>
                  <a:lnTo>
                    <a:pt x="91891" y="298725"/>
                  </a:lnTo>
                  <a:lnTo>
                    <a:pt x="98172" y="303577"/>
                  </a:lnTo>
                  <a:lnTo>
                    <a:pt x="97200" y="306623"/>
                  </a:lnTo>
                  <a:lnTo>
                    <a:pt x="94733" y="309067"/>
                  </a:lnTo>
                  <a:lnTo>
                    <a:pt x="93424" y="312299"/>
                  </a:lnTo>
                  <a:lnTo>
                    <a:pt x="89387" y="313276"/>
                  </a:lnTo>
                  <a:lnTo>
                    <a:pt x="86844" y="310570"/>
                  </a:lnTo>
                  <a:lnTo>
                    <a:pt x="80638" y="313050"/>
                  </a:lnTo>
                  <a:lnTo>
                    <a:pt x="79256" y="315568"/>
                  </a:lnTo>
                  <a:lnTo>
                    <a:pt x="77648" y="316206"/>
                  </a:lnTo>
                  <a:lnTo>
                    <a:pt x="74919" y="313426"/>
                  </a:lnTo>
                  <a:lnTo>
                    <a:pt x="76863" y="309555"/>
                  </a:lnTo>
                  <a:lnTo>
                    <a:pt x="76414" y="303577"/>
                  </a:lnTo>
                  <a:lnTo>
                    <a:pt x="72676" y="303502"/>
                  </a:lnTo>
                  <a:lnTo>
                    <a:pt x="70208" y="299025"/>
                  </a:lnTo>
                  <a:lnTo>
                    <a:pt x="67591" y="299289"/>
                  </a:lnTo>
                  <a:lnTo>
                    <a:pt x="61685" y="297144"/>
                  </a:lnTo>
                  <a:lnTo>
                    <a:pt x="59965" y="294359"/>
                  </a:lnTo>
                  <a:lnTo>
                    <a:pt x="58208" y="294585"/>
                  </a:lnTo>
                  <a:lnTo>
                    <a:pt x="57012" y="299402"/>
                  </a:lnTo>
                  <a:lnTo>
                    <a:pt x="51815" y="292967"/>
                  </a:lnTo>
                  <a:lnTo>
                    <a:pt x="48226" y="290331"/>
                  </a:lnTo>
                  <a:lnTo>
                    <a:pt x="48712" y="285510"/>
                  </a:lnTo>
                  <a:lnTo>
                    <a:pt x="45235" y="283174"/>
                  </a:lnTo>
                  <a:lnTo>
                    <a:pt x="46171" y="280309"/>
                  </a:lnTo>
                  <a:lnTo>
                    <a:pt x="42805" y="280724"/>
                  </a:lnTo>
                  <a:lnTo>
                    <a:pt x="41198" y="279933"/>
                  </a:lnTo>
                  <a:lnTo>
                    <a:pt x="39216" y="274766"/>
                  </a:lnTo>
                  <a:lnTo>
                    <a:pt x="37571" y="272692"/>
                  </a:lnTo>
                  <a:lnTo>
                    <a:pt x="35366" y="272692"/>
                  </a:lnTo>
                  <a:lnTo>
                    <a:pt x="34806" y="269145"/>
                  </a:lnTo>
                  <a:lnTo>
                    <a:pt x="29384" y="265521"/>
                  </a:lnTo>
                  <a:lnTo>
                    <a:pt x="27590" y="261404"/>
                  </a:lnTo>
                  <a:lnTo>
                    <a:pt x="25011" y="259553"/>
                  </a:lnTo>
                  <a:lnTo>
                    <a:pt x="23366" y="260120"/>
                  </a:lnTo>
                  <a:lnTo>
                    <a:pt x="21720" y="263066"/>
                  </a:lnTo>
                  <a:lnTo>
                    <a:pt x="20487" y="262877"/>
                  </a:lnTo>
                  <a:lnTo>
                    <a:pt x="19327" y="262046"/>
                  </a:lnTo>
                  <a:lnTo>
                    <a:pt x="17945" y="257928"/>
                  </a:lnTo>
                  <a:lnTo>
                    <a:pt x="18019" y="250669"/>
                  </a:lnTo>
                  <a:lnTo>
                    <a:pt x="19777" y="246431"/>
                  </a:lnTo>
                  <a:lnTo>
                    <a:pt x="20711" y="239691"/>
                  </a:lnTo>
                  <a:lnTo>
                    <a:pt x="27590" y="220725"/>
                  </a:lnTo>
                  <a:lnTo>
                    <a:pt x="28936" y="215634"/>
                  </a:lnTo>
                  <a:lnTo>
                    <a:pt x="28711" y="210766"/>
                  </a:lnTo>
                  <a:lnTo>
                    <a:pt x="37721" y="201363"/>
                  </a:lnTo>
                  <a:lnTo>
                    <a:pt x="46544" y="187059"/>
                  </a:lnTo>
                  <a:lnTo>
                    <a:pt x="43366" y="178384"/>
                  </a:lnTo>
                  <a:lnTo>
                    <a:pt x="42169" y="170767"/>
                  </a:lnTo>
                  <a:lnTo>
                    <a:pt x="38320" y="166668"/>
                  </a:lnTo>
                  <a:lnTo>
                    <a:pt x="36338" y="160493"/>
                  </a:lnTo>
                  <a:lnTo>
                    <a:pt x="36002" y="158920"/>
                  </a:lnTo>
                  <a:lnTo>
                    <a:pt x="37422" y="156156"/>
                  </a:lnTo>
                  <a:lnTo>
                    <a:pt x="36599" y="145852"/>
                  </a:lnTo>
                  <a:lnTo>
                    <a:pt x="32375" y="138729"/>
                  </a:lnTo>
                  <a:lnTo>
                    <a:pt x="24823" y="132057"/>
                  </a:lnTo>
                  <a:lnTo>
                    <a:pt x="18094" y="122322"/>
                  </a:lnTo>
                  <a:lnTo>
                    <a:pt x="17197" y="118841"/>
                  </a:lnTo>
                  <a:lnTo>
                    <a:pt x="16973" y="113923"/>
                  </a:lnTo>
                  <a:lnTo>
                    <a:pt x="22394" y="110629"/>
                  </a:lnTo>
                  <a:lnTo>
                    <a:pt x="24561" y="110397"/>
                  </a:lnTo>
                  <a:lnTo>
                    <a:pt x="25309" y="95678"/>
                  </a:lnTo>
                  <a:lnTo>
                    <a:pt x="29983" y="92876"/>
                  </a:lnTo>
                  <a:lnTo>
                    <a:pt x="31440" y="89176"/>
                  </a:lnTo>
                  <a:lnTo>
                    <a:pt x="30356" y="87734"/>
                  </a:lnTo>
                  <a:lnTo>
                    <a:pt x="27291" y="90150"/>
                  </a:lnTo>
                  <a:lnTo>
                    <a:pt x="26730" y="89644"/>
                  </a:lnTo>
                  <a:lnTo>
                    <a:pt x="22916" y="80908"/>
                  </a:lnTo>
                  <a:lnTo>
                    <a:pt x="22095" y="75635"/>
                  </a:lnTo>
                  <a:lnTo>
                    <a:pt x="6879" y="57771"/>
                  </a:lnTo>
                  <a:lnTo>
                    <a:pt x="7589" y="54747"/>
                  </a:lnTo>
                  <a:lnTo>
                    <a:pt x="5346" y="46998"/>
                  </a:lnTo>
                  <a:lnTo>
                    <a:pt x="3104" y="46880"/>
                  </a:lnTo>
                  <a:lnTo>
                    <a:pt x="1570" y="45462"/>
                  </a:lnTo>
                  <a:lnTo>
                    <a:pt x="0" y="41994"/>
                  </a:lnTo>
                  <a:lnTo>
                    <a:pt x="2916" y="42428"/>
                  </a:lnTo>
                  <a:lnTo>
                    <a:pt x="7702" y="40457"/>
                  </a:lnTo>
                  <a:lnTo>
                    <a:pt x="6879" y="32916"/>
                  </a:lnTo>
                  <a:lnTo>
                    <a:pt x="8935" y="28565"/>
                  </a:lnTo>
                  <a:lnTo>
                    <a:pt x="9196" y="21317"/>
                  </a:lnTo>
                  <a:lnTo>
                    <a:pt x="12822" y="17032"/>
                  </a:lnTo>
                  <a:lnTo>
                    <a:pt x="13309" y="14927"/>
                  </a:lnTo>
                  <a:lnTo>
                    <a:pt x="15290" y="14650"/>
                  </a:lnTo>
                  <a:lnTo>
                    <a:pt x="17945" y="16238"/>
                  </a:lnTo>
                  <a:lnTo>
                    <a:pt x="20711" y="16277"/>
                  </a:lnTo>
                  <a:lnTo>
                    <a:pt x="32038" y="14411"/>
                  </a:lnTo>
                  <a:lnTo>
                    <a:pt x="35291" y="7213"/>
                  </a:lnTo>
                  <a:lnTo>
                    <a:pt x="40787" y="7651"/>
                  </a:lnTo>
                  <a:lnTo>
                    <a:pt x="43852" y="6098"/>
                  </a:lnTo>
                  <a:lnTo>
                    <a:pt x="43292" y="1356"/>
                  </a:lnTo>
                  <a:lnTo>
                    <a:pt x="47030" y="2313"/>
                  </a:lnTo>
                  <a:lnTo>
                    <a:pt x="49834" y="1835"/>
                  </a:lnTo>
                  <a:lnTo>
                    <a:pt x="52263" y="0"/>
                  </a:lnTo>
                  <a:lnTo>
                    <a:pt x="54619" y="9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1" name="oPE_MapPart_THA_5_761" descr="Thailand">
              <a:extLst>
                <a:ext uri="{FF2B5EF4-FFF2-40B4-BE49-F238E27FC236}">
                  <a16:creationId xmlns:a16="http://schemas.microsoft.com/office/drawing/2014/main" id="{4B95FB7E-1F6E-4A87-4CF3-71D6E90A1662}"/>
                </a:ext>
              </a:extLst>
            </p:cNvPr>
            <p:cNvSpPr/>
            <p:nvPr>
              <p:custDataLst>
                <p:tags r:id="rId761"/>
              </p:custDataLst>
            </p:nvPr>
          </p:nvSpPr>
          <p:spPr>
            <a:xfrm>
              <a:off x="8172566" y="4187535"/>
              <a:ext cx="1908" cy="2050"/>
            </a:xfrm>
            <a:custGeom>
              <a:avLst/>
              <a:gdLst/>
              <a:ahLst/>
              <a:cxnLst/>
              <a:rect l="0" t="0" r="0" b="0"/>
              <a:pathLst>
                <a:path w="1908" h="2050">
                  <a:moveTo>
                    <a:pt x="1907" y="2049"/>
                  </a:moveTo>
                  <a:lnTo>
                    <a:pt x="0" y="0"/>
                  </a:lnTo>
                  <a:lnTo>
                    <a:pt x="1870" y="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2" name="oPE_MapPart_THA_6_762" descr="Thailand">
              <a:extLst>
                <a:ext uri="{FF2B5EF4-FFF2-40B4-BE49-F238E27FC236}">
                  <a16:creationId xmlns:a16="http://schemas.microsoft.com/office/drawing/2014/main" id="{133004C0-2B6A-679E-E294-6733F0213E19}"/>
                </a:ext>
              </a:extLst>
            </p:cNvPr>
            <p:cNvSpPr/>
            <p:nvPr>
              <p:custDataLst>
                <p:tags r:id="rId762"/>
              </p:custDataLst>
            </p:nvPr>
          </p:nvSpPr>
          <p:spPr>
            <a:xfrm>
              <a:off x="8171669" y="4191897"/>
              <a:ext cx="2731" cy="3488"/>
            </a:xfrm>
            <a:custGeom>
              <a:avLst/>
              <a:gdLst/>
              <a:ahLst/>
              <a:cxnLst/>
              <a:rect l="0" t="0" r="0" b="0"/>
              <a:pathLst>
                <a:path w="2731" h="3488">
                  <a:moveTo>
                    <a:pt x="2730" y="0"/>
                  </a:moveTo>
                  <a:lnTo>
                    <a:pt x="2355" y="2653"/>
                  </a:lnTo>
                  <a:lnTo>
                    <a:pt x="486" y="3487"/>
                  </a:lnTo>
                  <a:lnTo>
                    <a:pt x="0" y="569"/>
                  </a:lnTo>
                  <a:lnTo>
                    <a:pt x="2131" y="2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3" name="oPE_MapPart_THA_7_763" descr="Thailand">
              <a:extLst>
                <a:ext uri="{FF2B5EF4-FFF2-40B4-BE49-F238E27FC236}">
                  <a16:creationId xmlns:a16="http://schemas.microsoft.com/office/drawing/2014/main" id="{3E19D195-6D93-5284-6F0B-A691B5A2D750}"/>
                </a:ext>
              </a:extLst>
            </p:cNvPr>
            <p:cNvSpPr/>
            <p:nvPr>
              <p:custDataLst>
                <p:tags r:id="rId763"/>
              </p:custDataLst>
            </p:nvPr>
          </p:nvSpPr>
          <p:spPr>
            <a:xfrm>
              <a:off x="8164753" y="4252178"/>
              <a:ext cx="1982" cy="4028"/>
            </a:xfrm>
            <a:custGeom>
              <a:avLst/>
              <a:gdLst/>
              <a:ahLst/>
              <a:cxnLst/>
              <a:rect l="0" t="0" r="0" b="0"/>
              <a:pathLst>
                <a:path w="1982" h="4028">
                  <a:moveTo>
                    <a:pt x="1159" y="4027"/>
                  </a:moveTo>
                  <a:lnTo>
                    <a:pt x="0" y="2447"/>
                  </a:lnTo>
                  <a:lnTo>
                    <a:pt x="972" y="0"/>
                  </a:lnTo>
                  <a:lnTo>
                    <a:pt x="1981" y="30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4" name="oPE_MapPart_THA_8_764" descr="Thailand">
              <a:extLst>
                <a:ext uri="{FF2B5EF4-FFF2-40B4-BE49-F238E27FC236}">
                  <a16:creationId xmlns:a16="http://schemas.microsoft.com/office/drawing/2014/main" id="{C690825B-AD32-3ABA-7AFE-29A2BBA33FD7}"/>
                </a:ext>
              </a:extLst>
            </p:cNvPr>
            <p:cNvSpPr/>
            <p:nvPr>
              <p:custDataLst>
                <p:tags r:id="rId764"/>
              </p:custDataLst>
            </p:nvPr>
          </p:nvSpPr>
          <p:spPr>
            <a:xfrm>
              <a:off x="8142397" y="4222960"/>
              <a:ext cx="1533" cy="3664"/>
            </a:xfrm>
            <a:custGeom>
              <a:avLst/>
              <a:gdLst/>
              <a:ahLst/>
              <a:cxnLst/>
              <a:rect l="0" t="0" r="0" b="0"/>
              <a:pathLst>
                <a:path w="1533" h="3664">
                  <a:moveTo>
                    <a:pt x="1271" y="3663"/>
                  </a:moveTo>
                  <a:lnTo>
                    <a:pt x="0" y="0"/>
                  </a:lnTo>
                  <a:lnTo>
                    <a:pt x="1532" y="10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5" name="oPE_MapPart_THA_9_765" descr="Thailand">
              <a:extLst>
                <a:ext uri="{FF2B5EF4-FFF2-40B4-BE49-F238E27FC236}">
                  <a16:creationId xmlns:a16="http://schemas.microsoft.com/office/drawing/2014/main" id="{5992EA0E-A690-BF9F-7B50-D33DDD5408B2}"/>
                </a:ext>
              </a:extLst>
            </p:cNvPr>
            <p:cNvSpPr/>
            <p:nvPr>
              <p:custDataLst>
                <p:tags r:id="rId765"/>
              </p:custDataLst>
            </p:nvPr>
          </p:nvSpPr>
          <p:spPr>
            <a:xfrm>
              <a:off x="8136603" y="4201332"/>
              <a:ext cx="1272" cy="2045"/>
            </a:xfrm>
            <a:custGeom>
              <a:avLst/>
              <a:gdLst/>
              <a:ahLst/>
              <a:cxnLst/>
              <a:rect l="0" t="0" r="0" b="0"/>
              <a:pathLst>
                <a:path w="1272" h="2045">
                  <a:moveTo>
                    <a:pt x="1158" y="1817"/>
                  </a:moveTo>
                  <a:lnTo>
                    <a:pt x="0" y="2044"/>
                  </a:lnTo>
                  <a:lnTo>
                    <a:pt x="148" y="908"/>
                  </a:lnTo>
                  <a:lnTo>
                    <a:pt x="1046" y="0"/>
                  </a:lnTo>
                  <a:lnTo>
                    <a:pt x="1271" y="12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6" name="oPE_MapPart_THA_10_766" descr="Thailand">
              <a:extLst>
                <a:ext uri="{FF2B5EF4-FFF2-40B4-BE49-F238E27FC236}">
                  <a16:creationId xmlns:a16="http://schemas.microsoft.com/office/drawing/2014/main" id="{60CCE8AD-EF37-B900-DDB8-EE9999E866B2}"/>
                </a:ext>
              </a:extLst>
            </p:cNvPr>
            <p:cNvSpPr/>
            <p:nvPr>
              <p:custDataLst>
                <p:tags r:id="rId766"/>
              </p:custDataLst>
            </p:nvPr>
          </p:nvSpPr>
          <p:spPr>
            <a:xfrm>
              <a:off x="8153089" y="4232849"/>
              <a:ext cx="1234" cy="3470"/>
            </a:xfrm>
            <a:custGeom>
              <a:avLst/>
              <a:gdLst/>
              <a:ahLst/>
              <a:cxnLst/>
              <a:rect l="0" t="0" r="0" b="0"/>
              <a:pathLst>
                <a:path w="1234" h="3470">
                  <a:moveTo>
                    <a:pt x="710" y="942"/>
                  </a:moveTo>
                  <a:lnTo>
                    <a:pt x="1233" y="3469"/>
                  </a:lnTo>
                  <a:lnTo>
                    <a:pt x="486" y="2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7" name="oPE_MapPart_BHS_1_767" descr="Bahamas">
              <a:extLst>
                <a:ext uri="{FF2B5EF4-FFF2-40B4-BE49-F238E27FC236}">
                  <a16:creationId xmlns:a16="http://schemas.microsoft.com/office/drawing/2014/main" id="{08CC4C2E-C309-6032-0704-0FA4272EEEE3}"/>
                </a:ext>
              </a:extLst>
            </p:cNvPr>
            <p:cNvSpPr/>
            <p:nvPr>
              <p:custDataLst>
                <p:tags r:id="rId767"/>
              </p:custDataLst>
            </p:nvPr>
          </p:nvSpPr>
          <p:spPr>
            <a:xfrm>
              <a:off x="4476012" y="3871690"/>
              <a:ext cx="9983" cy="12483"/>
            </a:xfrm>
            <a:custGeom>
              <a:avLst/>
              <a:gdLst/>
              <a:ahLst/>
              <a:cxnLst/>
              <a:rect l="0" t="0" r="0" b="0"/>
              <a:pathLst>
                <a:path w="9983" h="12483">
                  <a:moveTo>
                    <a:pt x="7103" y="861"/>
                  </a:moveTo>
                  <a:lnTo>
                    <a:pt x="5084" y="2829"/>
                  </a:lnTo>
                  <a:lnTo>
                    <a:pt x="6580" y="3853"/>
                  </a:lnTo>
                  <a:lnTo>
                    <a:pt x="7963" y="1599"/>
                  </a:lnTo>
                  <a:lnTo>
                    <a:pt x="9085" y="3442"/>
                  </a:lnTo>
                  <a:lnTo>
                    <a:pt x="9982" y="9499"/>
                  </a:lnTo>
                  <a:lnTo>
                    <a:pt x="8823" y="12482"/>
                  </a:lnTo>
                  <a:lnTo>
                    <a:pt x="4748" y="12156"/>
                  </a:lnTo>
                  <a:lnTo>
                    <a:pt x="3066" y="5613"/>
                  </a:lnTo>
                  <a:lnTo>
                    <a:pt x="0" y="1558"/>
                  </a:lnTo>
                  <a:lnTo>
                    <a:pt x="620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8" name="oPE_MapPart_BHS_2_768" descr="Bahamas">
              <a:extLst>
                <a:ext uri="{FF2B5EF4-FFF2-40B4-BE49-F238E27FC236}">
                  <a16:creationId xmlns:a16="http://schemas.microsoft.com/office/drawing/2014/main" id="{06F3F25F-907E-319F-945B-1202241296E8}"/>
                </a:ext>
              </a:extLst>
            </p:cNvPr>
            <p:cNvSpPr/>
            <p:nvPr>
              <p:custDataLst>
                <p:tags r:id="rId768"/>
              </p:custDataLst>
            </p:nvPr>
          </p:nvSpPr>
          <p:spPr>
            <a:xfrm>
              <a:off x="4477171" y="3810571"/>
              <a:ext cx="18805" cy="24047"/>
            </a:xfrm>
            <a:custGeom>
              <a:avLst/>
              <a:gdLst/>
              <a:ahLst/>
              <a:cxnLst/>
              <a:rect l="0" t="0" r="0" b="0"/>
              <a:pathLst>
                <a:path w="18805" h="24047">
                  <a:moveTo>
                    <a:pt x="14916" y="24046"/>
                  </a:moveTo>
                  <a:lnTo>
                    <a:pt x="11215" y="21260"/>
                  </a:lnTo>
                  <a:lnTo>
                    <a:pt x="14468" y="18222"/>
                  </a:lnTo>
                  <a:lnTo>
                    <a:pt x="15328" y="10505"/>
                  </a:lnTo>
                  <a:lnTo>
                    <a:pt x="14655" y="8834"/>
                  </a:lnTo>
                  <a:lnTo>
                    <a:pt x="9009" y="2222"/>
                  </a:lnTo>
                  <a:lnTo>
                    <a:pt x="0" y="881"/>
                  </a:lnTo>
                  <a:lnTo>
                    <a:pt x="1682" y="0"/>
                  </a:lnTo>
                  <a:lnTo>
                    <a:pt x="8523" y="881"/>
                  </a:lnTo>
                  <a:lnTo>
                    <a:pt x="14056" y="5865"/>
                  </a:lnTo>
                  <a:lnTo>
                    <a:pt x="14243" y="7036"/>
                  </a:lnTo>
                  <a:lnTo>
                    <a:pt x="18207" y="9544"/>
                  </a:lnTo>
                  <a:lnTo>
                    <a:pt x="18804" y="14095"/>
                  </a:lnTo>
                  <a:lnTo>
                    <a:pt x="16113" y="16263"/>
                  </a:lnTo>
                  <a:lnTo>
                    <a:pt x="15627" y="228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9" name="oPE_MapPart_BHS_3_769" descr="Bahamas">
              <a:extLst>
                <a:ext uri="{FF2B5EF4-FFF2-40B4-BE49-F238E27FC236}">
                  <a16:creationId xmlns:a16="http://schemas.microsoft.com/office/drawing/2014/main" id="{F5EA216F-819C-18D5-DDEE-9005D14F3A99}"/>
                </a:ext>
              </a:extLst>
            </p:cNvPr>
            <p:cNvSpPr/>
            <p:nvPr>
              <p:custDataLst>
                <p:tags r:id="rId769"/>
              </p:custDataLst>
            </p:nvPr>
          </p:nvSpPr>
          <p:spPr>
            <a:xfrm>
              <a:off x="4565698" y="3938694"/>
              <a:ext cx="13908" cy="8378"/>
            </a:xfrm>
            <a:custGeom>
              <a:avLst/>
              <a:gdLst/>
              <a:ahLst/>
              <a:cxnLst/>
              <a:rect l="0" t="0" r="0" b="0"/>
              <a:pathLst>
                <a:path w="13908" h="8378">
                  <a:moveTo>
                    <a:pt x="13608" y="2688"/>
                  </a:moveTo>
                  <a:lnTo>
                    <a:pt x="10729" y="7456"/>
                  </a:lnTo>
                  <a:lnTo>
                    <a:pt x="5832" y="8257"/>
                  </a:lnTo>
                  <a:lnTo>
                    <a:pt x="411" y="8377"/>
                  </a:lnTo>
                  <a:lnTo>
                    <a:pt x="0" y="4692"/>
                  </a:lnTo>
                  <a:lnTo>
                    <a:pt x="3290" y="2728"/>
                  </a:lnTo>
                  <a:lnTo>
                    <a:pt x="9271" y="3570"/>
                  </a:lnTo>
                  <a:lnTo>
                    <a:pt x="11290" y="2447"/>
                  </a:lnTo>
                  <a:lnTo>
                    <a:pt x="12935" y="0"/>
                  </a:lnTo>
                  <a:lnTo>
                    <a:pt x="13907" y="32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0" name="oPE_MapPart_BHS_4_770" descr="Bahamas">
              <a:extLst>
                <a:ext uri="{FF2B5EF4-FFF2-40B4-BE49-F238E27FC236}">
                  <a16:creationId xmlns:a16="http://schemas.microsoft.com/office/drawing/2014/main" id="{313F6760-CCCF-0CB3-C648-B53A8A84139B}"/>
                </a:ext>
              </a:extLst>
            </p:cNvPr>
            <p:cNvSpPr/>
            <p:nvPr>
              <p:custDataLst>
                <p:tags r:id="rId770"/>
              </p:custDataLst>
            </p:nvPr>
          </p:nvSpPr>
          <p:spPr>
            <a:xfrm>
              <a:off x="4466965" y="3850778"/>
              <a:ext cx="14357" cy="20913"/>
            </a:xfrm>
            <a:custGeom>
              <a:avLst/>
              <a:gdLst/>
              <a:ahLst/>
              <a:cxnLst/>
              <a:rect l="0" t="0" r="0" b="0"/>
              <a:pathLst>
                <a:path w="14357" h="20913">
                  <a:moveTo>
                    <a:pt x="14356" y="11339"/>
                  </a:moveTo>
                  <a:lnTo>
                    <a:pt x="14318" y="16889"/>
                  </a:lnTo>
                  <a:lnTo>
                    <a:pt x="8112" y="20912"/>
                  </a:lnTo>
                  <a:lnTo>
                    <a:pt x="6206" y="18080"/>
                  </a:lnTo>
                  <a:lnTo>
                    <a:pt x="6019" y="16232"/>
                  </a:lnTo>
                  <a:lnTo>
                    <a:pt x="5047" y="16848"/>
                  </a:lnTo>
                  <a:lnTo>
                    <a:pt x="1420" y="15041"/>
                  </a:lnTo>
                  <a:lnTo>
                    <a:pt x="0" y="13150"/>
                  </a:lnTo>
                  <a:lnTo>
                    <a:pt x="1982" y="12820"/>
                  </a:lnTo>
                  <a:lnTo>
                    <a:pt x="2392" y="14013"/>
                  </a:lnTo>
                  <a:lnTo>
                    <a:pt x="4000" y="12533"/>
                  </a:lnTo>
                  <a:lnTo>
                    <a:pt x="2841" y="10269"/>
                  </a:lnTo>
                  <a:lnTo>
                    <a:pt x="5720" y="4129"/>
                  </a:lnTo>
                  <a:lnTo>
                    <a:pt x="4636" y="248"/>
                  </a:lnTo>
                  <a:lnTo>
                    <a:pt x="5645" y="0"/>
                  </a:lnTo>
                  <a:lnTo>
                    <a:pt x="9533" y="2684"/>
                  </a:lnTo>
                  <a:lnTo>
                    <a:pt x="9570" y="4500"/>
                  </a:lnTo>
                  <a:lnTo>
                    <a:pt x="12337" y="93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1" name="oPE_MapPart_BHS_5_771" descr="Bahamas">
              <a:extLst>
                <a:ext uri="{FF2B5EF4-FFF2-40B4-BE49-F238E27FC236}">
                  <a16:creationId xmlns:a16="http://schemas.microsoft.com/office/drawing/2014/main" id="{F604E199-23EA-C800-C5C7-5755D810D295}"/>
                </a:ext>
              </a:extLst>
            </p:cNvPr>
            <p:cNvSpPr/>
            <p:nvPr>
              <p:custDataLst>
                <p:tags r:id="rId771"/>
              </p:custDataLst>
            </p:nvPr>
          </p:nvSpPr>
          <p:spPr>
            <a:xfrm>
              <a:off x="4455525" y="3813882"/>
              <a:ext cx="22021" cy="6777"/>
            </a:xfrm>
            <a:custGeom>
              <a:avLst/>
              <a:gdLst/>
              <a:ahLst/>
              <a:cxnLst/>
              <a:rect l="0" t="0" r="0" b="0"/>
              <a:pathLst>
                <a:path w="22021" h="6777">
                  <a:moveTo>
                    <a:pt x="10243" y="1633"/>
                  </a:moveTo>
                  <a:lnTo>
                    <a:pt x="12748" y="2344"/>
                  </a:lnTo>
                  <a:lnTo>
                    <a:pt x="21646" y="1256"/>
                  </a:lnTo>
                  <a:lnTo>
                    <a:pt x="22020" y="3139"/>
                  </a:lnTo>
                  <a:lnTo>
                    <a:pt x="15627" y="3725"/>
                  </a:lnTo>
                  <a:lnTo>
                    <a:pt x="6543" y="6776"/>
                  </a:lnTo>
                  <a:lnTo>
                    <a:pt x="3888" y="6275"/>
                  </a:lnTo>
                  <a:lnTo>
                    <a:pt x="0" y="2512"/>
                  </a:lnTo>
                  <a:lnTo>
                    <a:pt x="3888" y="5021"/>
                  </a:lnTo>
                  <a:lnTo>
                    <a:pt x="5683" y="4645"/>
                  </a:lnTo>
                  <a:lnTo>
                    <a:pt x="7327" y="3223"/>
                  </a:lnTo>
                  <a:lnTo>
                    <a:pt x="807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2" name="oPE_MapPart_BHS_6_772" descr="Bahamas">
              <a:extLst>
                <a:ext uri="{FF2B5EF4-FFF2-40B4-BE49-F238E27FC236}">
                  <a16:creationId xmlns:a16="http://schemas.microsoft.com/office/drawing/2014/main" id="{8CC059E9-7BBA-D3D0-64E8-D921698F93F0}"/>
                </a:ext>
              </a:extLst>
            </p:cNvPr>
            <p:cNvSpPr/>
            <p:nvPr>
              <p:custDataLst>
                <p:tags r:id="rId772"/>
              </p:custDataLst>
            </p:nvPr>
          </p:nvSpPr>
          <p:spPr>
            <a:xfrm>
              <a:off x="4485097" y="3853504"/>
              <a:ext cx="6094" cy="2064"/>
            </a:xfrm>
            <a:custGeom>
              <a:avLst/>
              <a:gdLst/>
              <a:ahLst/>
              <a:cxnLst/>
              <a:rect l="0" t="0" r="0" b="0"/>
              <a:pathLst>
                <a:path w="6094" h="2064">
                  <a:moveTo>
                    <a:pt x="4448" y="1568"/>
                  </a:moveTo>
                  <a:lnTo>
                    <a:pt x="2093" y="2063"/>
                  </a:lnTo>
                  <a:lnTo>
                    <a:pt x="0" y="1196"/>
                  </a:lnTo>
                  <a:lnTo>
                    <a:pt x="710" y="577"/>
                  </a:lnTo>
                  <a:lnTo>
                    <a:pt x="4822" y="0"/>
                  </a:lnTo>
                  <a:lnTo>
                    <a:pt x="6093" y="9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3" name="oPE_MapPart_BHS_7_773" descr="Bahamas">
              <a:extLst>
                <a:ext uri="{FF2B5EF4-FFF2-40B4-BE49-F238E27FC236}">
                  <a16:creationId xmlns:a16="http://schemas.microsoft.com/office/drawing/2014/main" id="{82C1FC9B-0ED4-C608-D72B-DBFE25BF548C}"/>
                </a:ext>
              </a:extLst>
            </p:cNvPr>
            <p:cNvSpPr/>
            <p:nvPr>
              <p:custDataLst>
                <p:tags r:id="rId773"/>
              </p:custDataLst>
            </p:nvPr>
          </p:nvSpPr>
          <p:spPr>
            <a:xfrm>
              <a:off x="4552688" y="3904482"/>
              <a:ext cx="5684" cy="3934"/>
            </a:xfrm>
            <a:custGeom>
              <a:avLst/>
              <a:gdLst/>
              <a:ahLst/>
              <a:cxnLst/>
              <a:rect l="0" t="0" r="0" b="0"/>
              <a:pathLst>
                <a:path w="5684" h="3934">
                  <a:moveTo>
                    <a:pt x="5197" y="2636"/>
                  </a:moveTo>
                  <a:lnTo>
                    <a:pt x="5683" y="3042"/>
                  </a:lnTo>
                  <a:lnTo>
                    <a:pt x="4337" y="3933"/>
                  </a:lnTo>
                  <a:lnTo>
                    <a:pt x="673" y="2879"/>
                  </a:lnTo>
                  <a:lnTo>
                    <a:pt x="0" y="0"/>
                  </a:lnTo>
                  <a:lnTo>
                    <a:pt x="2729" y="18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4" name="oPE_MapPart_BHS_8_774" descr="Bahamas">
              <a:extLst>
                <a:ext uri="{FF2B5EF4-FFF2-40B4-BE49-F238E27FC236}">
                  <a16:creationId xmlns:a16="http://schemas.microsoft.com/office/drawing/2014/main" id="{4930F159-C2C1-62FD-A9C6-CCB7C3869B08}"/>
                </a:ext>
              </a:extLst>
            </p:cNvPr>
            <p:cNvSpPr/>
            <p:nvPr>
              <p:custDataLst>
                <p:tags r:id="rId774"/>
              </p:custDataLst>
            </p:nvPr>
          </p:nvSpPr>
          <p:spPr>
            <a:xfrm>
              <a:off x="4547641" y="3875379"/>
              <a:ext cx="2506" cy="3767"/>
            </a:xfrm>
            <a:custGeom>
              <a:avLst/>
              <a:gdLst/>
              <a:ahLst/>
              <a:cxnLst/>
              <a:rect l="0" t="0" r="0" b="0"/>
              <a:pathLst>
                <a:path w="2506" h="3767">
                  <a:moveTo>
                    <a:pt x="2505" y="1310"/>
                  </a:moveTo>
                  <a:lnTo>
                    <a:pt x="860" y="3766"/>
                  </a:lnTo>
                  <a:lnTo>
                    <a:pt x="0" y="3561"/>
                  </a:lnTo>
                  <a:lnTo>
                    <a:pt x="486" y="450"/>
                  </a:lnTo>
                  <a:lnTo>
                    <a:pt x="209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5" name="oPE_MapPart_BHS_9_775" descr="Bahamas">
              <a:extLst>
                <a:ext uri="{FF2B5EF4-FFF2-40B4-BE49-F238E27FC236}">
                  <a16:creationId xmlns:a16="http://schemas.microsoft.com/office/drawing/2014/main" id="{8E9F9B7E-D603-7D89-3282-8AE2B09E63D2}"/>
                </a:ext>
              </a:extLst>
            </p:cNvPr>
            <p:cNvSpPr/>
            <p:nvPr>
              <p:custDataLst>
                <p:tags r:id="rId775"/>
              </p:custDataLst>
            </p:nvPr>
          </p:nvSpPr>
          <p:spPr>
            <a:xfrm>
              <a:off x="4553324" y="3906956"/>
              <a:ext cx="9160" cy="12298"/>
            </a:xfrm>
            <a:custGeom>
              <a:avLst/>
              <a:gdLst/>
              <a:ahLst/>
              <a:cxnLst/>
              <a:rect l="0" t="0" r="0" b="0"/>
              <a:pathLst>
                <a:path w="9160" h="12298">
                  <a:moveTo>
                    <a:pt x="1458" y="11611"/>
                  </a:moveTo>
                  <a:lnTo>
                    <a:pt x="0" y="12297"/>
                  </a:lnTo>
                  <a:lnTo>
                    <a:pt x="336" y="11127"/>
                  </a:lnTo>
                  <a:lnTo>
                    <a:pt x="7701" y="4577"/>
                  </a:lnTo>
                  <a:lnTo>
                    <a:pt x="6243" y="2147"/>
                  </a:lnTo>
                  <a:lnTo>
                    <a:pt x="6691" y="324"/>
                  </a:lnTo>
                  <a:lnTo>
                    <a:pt x="8860" y="0"/>
                  </a:lnTo>
                  <a:lnTo>
                    <a:pt x="8299" y="1135"/>
                  </a:lnTo>
                  <a:lnTo>
                    <a:pt x="9159" y="4334"/>
                  </a:lnTo>
                  <a:lnTo>
                    <a:pt x="6280" y="8298"/>
                  </a:lnTo>
                  <a:lnTo>
                    <a:pt x="3813" y="95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6" name="oPE_MapPart_BHS_10_776" descr="Bahamas">
              <a:extLst>
                <a:ext uri="{FF2B5EF4-FFF2-40B4-BE49-F238E27FC236}">
                  <a16:creationId xmlns:a16="http://schemas.microsoft.com/office/drawing/2014/main" id="{3865893A-ACB0-6524-0839-E2F7379176A9}"/>
                </a:ext>
              </a:extLst>
            </p:cNvPr>
            <p:cNvSpPr/>
            <p:nvPr>
              <p:custDataLst>
                <p:tags r:id="rId776"/>
              </p:custDataLst>
            </p:nvPr>
          </p:nvSpPr>
          <p:spPr>
            <a:xfrm>
              <a:off x="4501321" y="3842419"/>
              <a:ext cx="13572" cy="21016"/>
            </a:xfrm>
            <a:custGeom>
              <a:avLst/>
              <a:gdLst/>
              <a:ahLst/>
              <a:cxnLst/>
              <a:rect l="0" t="0" r="0" b="0"/>
              <a:pathLst>
                <a:path w="13572" h="21016">
                  <a:moveTo>
                    <a:pt x="2730" y="1782"/>
                  </a:moveTo>
                  <a:lnTo>
                    <a:pt x="9085" y="5383"/>
                  </a:lnTo>
                  <a:lnTo>
                    <a:pt x="13571" y="9763"/>
                  </a:lnTo>
                  <a:lnTo>
                    <a:pt x="12711" y="21015"/>
                  </a:lnTo>
                  <a:lnTo>
                    <a:pt x="9571" y="17146"/>
                  </a:lnTo>
                  <a:lnTo>
                    <a:pt x="11776" y="17063"/>
                  </a:lnTo>
                  <a:lnTo>
                    <a:pt x="12898" y="10259"/>
                  </a:lnTo>
                  <a:lnTo>
                    <a:pt x="8562" y="5796"/>
                  </a:lnTo>
                  <a:lnTo>
                    <a:pt x="5833" y="5135"/>
                  </a:lnTo>
                  <a:lnTo>
                    <a:pt x="3327" y="3065"/>
                  </a:lnTo>
                  <a:lnTo>
                    <a:pt x="0" y="3190"/>
                  </a:lnTo>
                  <a:lnTo>
                    <a:pt x="145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7" name="oPE_MapPart_BHS_11_777" descr="Bahamas">
              <a:extLst>
                <a:ext uri="{FF2B5EF4-FFF2-40B4-BE49-F238E27FC236}">
                  <a16:creationId xmlns:a16="http://schemas.microsoft.com/office/drawing/2014/main" id="{614E1B8D-2A24-F7C1-2332-0F91D79DE007}"/>
                </a:ext>
              </a:extLst>
            </p:cNvPr>
            <p:cNvSpPr/>
            <p:nvPr>
              <p:custDataLst>
                <p:tags r:id="rId777"/>
              </p:custDataLst>
            </p:nvPr>
          </p:nvSpPr>
          <p:spPr>
            <a:xfrm>
              <a:off x="4516762" y="3885683"/>
              <a:ext cx="7739" cy="5018"/>
            </a:xfrm>
            <a:custGeom>
              <a:avLst/>
              <a:gdLst/>
              <a:ahLst/>
              <a:cxnLst/>
              <a:rect l="0" t="0" r="0" b="0"/>
              <a:pathLst>
                <a:path w="7739" h="5018">
                  <a:moveTo>
                    <a:pt x="7738" y="5017"/>
                  </a:moveTo>
                  <a:lnTo>
                    <a:pt x="0" y="1551"/>
                  </a:lnTo>
                  <a:lnTo>
                    <a:pt x="560" y="0"/>
                  </a:lnTo>
                  <a:lnTo>
                    <a:pt x="1831" y="571"/>
                  </a:lnTo>
                  <a:lnTo>
                    <a:pt x="5869" y="41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8" name="oPE_MapPart_BHS_12_778" descr="Bahamas">
              <a:extLst>
                <a:ext uri="{FF2B5EF4-FFF2-40B4-BE49-F238E27FC236}">
                  <a16:creationId xmlns:a16="http://schemas.microsoft.com/office/drawing/2014/main" id="{93FCE888-28EF-DEC3-8DC0-809EE7C683D1}"/>
                </a:ext>
              </a:extLst>
            </p:cNvPr>
            <p:cNvSpPr/>
            <p:nvPr>
              <p:custDataLst>
                <p:tags r:id="rId778"/>
              </p:custDataLst>
            </p:nvPr>
          </p:nvSpPr>
          <p:spPr>
            <a:xfrm>
              <a:off x="4531752" y="3885764"/>
              <a:ext cx="9871" cy="17502"/>
            </a:xfrm>
            <a:custGeom>
              <a:avLst/>
              <a:gdLst/>
              <a:ahLst/>
              <a:cxnLst/>
              <a:rect l="0" t="0" r="0" b="0"/>
              <a:pathLst>
                <a:path w="9871" h="17502">
                  <a:moveTo>
                    <a:pt x="9870" y="17501"/>
                  </a:moveTo>
                  <a:lnTo>
                    <a:pt x="7104" y="13562"/>
                  </a:lnTo>
                  <a:lnTo>
                    <a:pt x="1907" y="11367"/>
                  </a:lnTo>
                  <a:lnTo>
                    <a:pt x="3627" y="10513"/>
                  </a:lnTo>
                  <a:lnTo>
                    <a:pt x="3851" y="9049"/>
                  </a:lnTo>
                  <a:lnTo>
                    <a:pt x="113" y="1796"/>
                  </a:lnTo>
                  <a:lnTo>
                    <a:pt x="0" y="0"/>
                  </a:lnTo>
                  <a:lnTo>
                    <a:pt x="4300" y="7583"/>
                  </a:lnTo>
                  <a:lnTo>
                    <a:pt x="5234" y="11733"/>
                  </a:lnTo>
                  <a:lnTo>
                    <a:pt x="9758" y="1510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9" name="oPE_MapPart_BHS_13_779" descr="Bahamas">
              <a:extLst>
                <a:ext uri="{FF2B5EF4-FFF2-40B4-BE49-F238E27FC236}">
                  <a16:creationId xmlns:a16="http://schemas.microsoft.com/office/drawing/2014/main" id="{C2CA2500-E37C-69A2-0E75-A53F0339A7AE}"/>
                </a:ext>
              </a:extLst>
            </p:cNvPr>
            <p:cNvSpPr/>
            <p:nvPr>
              <p:custDataLst>
                <p:tags r:id="rId779"/>
              </p:custDataLst>
            </p:nvPr>
          </p:nvSpPr>
          <p:spPr>
            <a:xfrm>
              <a:off x="4522855" y="3862323"/>
              <a:ext cx="9197" cy="12729"/>
            </a:xfrm>
            <a:custGeom>
              <a:avLst/>
              <a:gdLst/>
              <a:ahLst/>
              <a:cxnLst/>
              <a:rect l="0" t="0" r="0" b="0"/>
              <a:pathLst>
                <a:path w="9197" h="12729">
                  <a:moveTo>
                    <a:pt x="9047" y="11375"/>
                  </a:moveTo>
                  <a:lnTo>
                    <a:pt x="9196" y="12523"/>
                  </a:lnTo>
                  <a:lnTo>
                    <a:pt x="5010" y="12728"/>
                  </a:lnTo>
                  <a:lnTo>
                    <a:pt x="6954" y="9859"/>
                  </a:lnTo>
                  <a:lnTo>
                    <a:pt x="0" y="988"/>
                  </a:lnTo>
                  <a:lnTo>
                    <a:pt x="710" y="0"/>
                  </a:lnTo>
                  <a:lnTo>
                    <a:pt x="1869" y="371"/>
                  </a:lnTo>
                  <a:lnTo>
                    <a:pt x="4673" y="616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0" name="oPE_MapPart_BHS_14_780" descr="Bahamas">
              <a:extLst>
                <a:ext uri="{FF2B5EF4-FFF2-40B4-BE49-F238E27FC236}">
                  <a16:creationId xmlns:a16="http://schemas.microsoft.com/office/drawing/2014/main" id="{DDCCDCFB-A5AF-2EDC-C67F-620FA35F4C4D}"/>
                </a:ext>
              </a:extLst>
            </p:cNvPr>
            <p:cNvSpPr/>
            <p:nvPr>
              <p:custDataLst>
                <p:tags r:id="rId780"/>
              </p:custDataLst>
            </p:nvPr>
          </p:nvSpPr>
          <p:spPr>
            <a:xfrm>
              <a:off x="4576465" y="3913151"/>
              <a:ext cx="8636" cy="3680"/>
            </a:xfrm>
            <a:custGeom>
              <a:avLst/>
              <a:gdLst/>
              <a:ahLst/>
              <a:cxnLst/>
              <a:rect l="0" t="0" r="0" b="0"/>
              <a:pathLst>
                <a:path w="8636" h="3680">
                  <a:moveTo>
                    <a:pt x="2542" y="567"/>
                  </a:moveTo>
                  <a:lnTo>
                    <a:pt x="6878" y="1577"/>
                  </a:lnTo>
                  <a:lnTo>
                    <a:pt x="8635" y="2871"/>
                  </a:lnTo>
                  <a:lnTo>
                    <a:pt x="7888" y="3679"/>
                  </a:lnTo>
                  <a:lnTo>
                    <a:pt x="5682" y="2143"/>
                  </a:lnTo>
                  <a:lnTo>
                    <a:pt x="0" y="1658"/>
                  </a:lnTo>
                  <a:lnTo>
                    <a:pt x="7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1" name="oPE_MapPart_BHS_15_781" descr="Bahamas">
              <a:extLst>
                <a:ext uri="{FF2B5EF4-FFF2-40B4-BE49-F238E27FC236}">
                  <a16:creationId xmlns:a16="http://schemas.microsoft.com/office/drawing/2014/main" id="{E4DAF787-198F-F41F-A823-FBD49FE8D670}"/>
                </a:ext>
              </a:extLst>
            </p:cNvPr>
            <p:cNvSpPr/>
            <p:nvPr>
              <p:custDataLst>
                <p:tags r:id="rId781"/>
              </p:custDataLst>
            </p:nvPr>
          </p:nvSpPr>
          <p:spPr>
            <a:xfrm>
              <a:off x="4578558" y="3933151"/>
              <a:ext cx="3029" cy="2332"/>
            </a:xfrm>
            <a:custGeom>
              <a:avLst/>
              <a:gdLst/>
              <a:ahLst/>
              <a:cxnLst/>
              <a:rect l="0" t="0" r="0" b="0"/>
              <a:pathLst>
                <a:path w="3029" h="2332">
                  <a:moveTo>
                    <a:pt x="3028" y="1247"/>
                  </a:moveTo>
                  <a:lnTo>
                    <a:pt x="262" y="2331"/>
                  </a:lnTo>
                  <a:lnTo>
                    <a:pt x="0" y="1046"/>
                  </a:lnTo>
                  <a:lnTo>
                    <a:pt x="138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2" name="oPE_MapPart_GMB_1_782" descr="Gambia">
              <a:extLst>
                <a:ext uri="{FF2B5EF4-FFF2-40B4-BE49-F238E27FC236}">
                  <a16:creationId xmlns:a16="http://schemas.microsoft.com/office/drawing/2014/main" id="{97CF8D41-78BB-4416-C92D-19E6A45EC0A1}"/>
                </a:ext>
              </a:extLst>
            </p:cNvPr>
            <p:cNvSpPr/>
            <p:nvPr>
              <p:custDataLst>
                <p:tags r:id="rId782"/>
              </p:custDataLst>
            </p:nvPr>
          </p:nvSpPr>
          <p:spPr>
            <a:xfrm>
              <a:off x="5746566" y="4102388"/>
              <a:ext cx="62246" cy="15836"/>
            </a:xfrm>
            <a:custGeom>
              <a:avLst/>
              <a:gdLst/>
              <a:ahLst/>
              <a:cxnLst/>
              <a:rect l="0" t="0" r="0" b="0"/>
              <a:pathLst>
                <a:path w="62246" h="15836">
                  <a:moveTo>
                    <a:pt x="5458" y="4655"/>
                  </a:moveTo>
                  <a:lnTo>
                    <a:pt x="27328" y="4694"/>
                  </a:lnTo>
                  <a:lnTo>
                    <a:pt x="29048" y="1693"/>
                  </a:lnTo>
                  <a:lnTo>
                    <a:pt x="32300" y="346"/>
                  </a:lnTo>
                  <a:lnTo>
                    <a:pt x="37384" y="0"/>
                  </a:lnTo>
                  <a:lnTo>
                    <a:pt x="46805" y="4040"/>
                  </a:lnTo>
                  <a:lnTo>
                    <a:pt x="50245" y="6463"/>
                  </a:lnTo>
                  <a:lnTo>
                    <a:pt x="59142" y="5617"/>
                  </a:lnTo>
                  <a:lnTo>
                    <a:pt x="61722" y="7001"/>
                  </a:lnTo>
                  <a:lnTo>
                    <a:pt x="62245" y="8500"/>
                  </a:lnTo>
                  <a:lnTo>
                    <a:pt x="61834" y="10037"/>
                  </a:lnTo>
                  <a:lnTo>
                    <a:pt x="53535" y="12188"/>
                  </a:lnTo>
                  <a:lnTo>
                    <a:pt x="44712" y="9691"/>
                  </a:lnTo>
                  <a:lnTo>
                    <a:pt x="34768" y="5347"/>
                  </a:lnTo>
                  <a:lnTo>
                    <a:pt x="31964" y="8769"/>
                  </a:lnTo>
                  <a:lnTo>
                    <a:pt x="20973" y="10268"/>
                  </a:lnTo>
                  <a:lnTo>
                    <a:pt x="20561" y="13878"/>
                  </a:lnTo>
                  <a:lnTo>
                    <a:pt x="3664" y="13916"/>
                  </a:lnTo>
                  <a:lnTo>
                    <a:pt x="1271" y="15835"/>
                  </a:lnTo>
                  <a:lnTo>
                    <a:pt x="0" y="9922"/>
                  </a:lnTo>
                  <a:lnTo>
                    <a:pt x="3215" y="7078"/>
                  </a:lnTo>
                  <a:lnTo>
                    <a:pt x="5570" y="10728"/>
                  </a:lnTo>
                  <a:lnTo>
                    <a:pt x="8524" y="11459"/>
                  </a:lnTo>
                  <a:lnTo>
                    <a:pt x="13272" y="11190"/>
                  </a:lnTo>
                  <a:lnTo>
                    <a:pt x="13832" y="8999"/>
                  </a:lnTo>
                  <a:lnTo>
                    <a:pt x="29011" y="7232"/>
                  </a:lnTo>
                  <a:lnTo>
                    <a:pt x="26057" y="6539"/>
                  </a:lnTo>
                  <a:lnTo>
                    <a:pt x="14318" y="7655"/>
                  </a:lnTo>
                  <a:lnTo>
                    <a:pt x="9832" y="9883"/>
                  </a:lnTo>
                  <a:lnTo>
                    <a:pt x="7963" y="9691"/>
                  </a:lnTo>
                  <a:lnTo>
                    <a:pt x="6131" y="742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3" name="oPE_MapPart_TGO_1_783" descr="Togo">
              <a:extLst>
                <a:ext uri="{FF2B5EF4-FFF2-40B4-BE49-F238E27FC236}">
                  <a16:creationId xmlns:a16="http://schemas.microsoft.com/office/drawing/2014/main" id="{BD64AF33-280A-2AD9-B914-27D749D6F1C6}"/>
                </a:ext>
              </a:extLst>
            </p:cNvPr>
            <p:cNvSpPr/>
            <p:nvPr>
              <p:custDataLst>
                <p:tags r:id="rId783"/>
              </p:custDataLst>
            </p:nvPr>
          </p:nvSpPr>
          <p:spPr>
            <a:xfrm>
              <a:off x="6094206" y="4159631"/>
              <a:ext cx="38731" cy="105602"/>
            </a:xfrm>
            <a:custGeom>
              <a:avLst/>
              <a:gdLst/>
              <a:ahLst/>
              <a:cxnLst/>
              <a:rect l="0" t="0" r="0" b="0"/>
              <a:pathLst>
                <a:path w="38731" h="105602">
                  <a:moveTo>
                    <a:pt x="20486" y="2591"/>
                  </a:moveTo>
                  <a:lnTo>
                    <a:pt x="18169" y="8567"/>
                  </a:lnTo>
                  <a:lnTo>
                    <a:pt x="17645" y="15412"/>
                  </a:lnTo>
                  <a:lnTo>
                    <a:pt x="29421" y="23616"/>
                  </a:lnTo>
                  <a:lnTo>
                    <a:pt x="30580" y="37004"/>
                  </a:lnTo>
                  <a:lnTo>
                    <a:pt x="35029" y="43556"/>
                  </a:lnTo>
                  <a:lnTo>
                    <a:pt x="35552" y="86635"/>
                  </a:lnTo>
                  <a:lnTo>
                    <a:pt x="33608" y="86711"/>
                  </a:lnTo>
                  <a:lnTo>
                    <a:pt x="34655" y="89121"/>
                  </a:lnTo>
                  <a:lnTo>
                    <a:pt x="34992" y="94730"/>
                  </a:lnTo>
                  <a:lnTo>
                    <a:pt x="37982" y="98568"/>
                  </a:lnTo>
                  <a:lnTo>
                    <a:pt x="38730" y="101314"/>
                  </a:lnTo>
                  <a:lnTo>
                    <a:pt x="26468" y="105601"/>
                  </a:lnTo>
                  <a:lnTo>
                    <a:pt x="26393" y="104436"/>
                  </a:lnTo>
                  <a:lnTo>
                    <a:pt x="23590" y="103232"/>
                  </a:lnTo>
                  <a:lnTo>
                    <a:pt x="22244" y="100788"/>
                  </a:lnTo>
                  <a:lnTo>
                    <a:pt x="17084" y="98004"/>
                  </a:lnTo>
                  <a:lnTo>
                    <a:pt x="16374" y="95333"/>
                  </a:lnTo>
                  <a:lnTo>
                    <a:pt x="12710" y="89686"/>
                  </a:lnTo>
                  <a:lnTo>
                    <a:pt x="14991" y="79175"/>
                  </a:lnTo>
                  <a:lnTo>
                    <a:pt x="12374" y="77441"/>
                  </a:lnTo>
                  <a:lnTo>
                    <a:pt x="12187" y="75104"/>
                  </a:lnTo>
                  <a:lnTo>
                    <a:pt x="14355" y="71331"/>
                  </a:lnTo>
                  <a:lnTo>
                    <a:pt x="13906" y="62574"/>
                  </a:lnTo>
                  <a:lnTo>
                    <a:pt x="16075" y="59250"/>
                  </a:lnTo>
                  <a:lnTo>
                    <a:pt x="14580" y="55547"/>
                  </a:lnTo>
                  <a:lnTo>
                    <a:pt x="10430" y="51917"/>
                  </a:lnTo>
                  <a:lnTo>
                    <a:pt x="9532" y="49686"/>
                  </a:lnTo>
                  <a:lnTo>
                    <a:pt x="11963" y="47756"/>
                  </a:lnTo>
                  <a:lnTo>
                    <a:pt x="11476" y="42193"/>
                  </a:lnTo>
                  <a:lnTo>
                    <a:pt x="12710" y="36246"/>
                  </a:lnTo>
                  <a:lnTo>
                    <a:pt x="10206" y="34275"/>
                  </a:lnTo>
                  <a:lnTo>
                    <a:pt x="7177" y="35640"/>
                  </a:lnTo>
                  <a:lnTo>
                    <a:pt x="6654" y="34844"/>
                  </a:lnTo>
                  <a:lnTo>
                    <a:pt x="7514" y="32607"/>
                  </a:lnTo>
                  <a:lnTo>
                    <a:pt x="8897" y="31887"/>
                  </a:lnTo>
                  <a:lnTo>
                    <a:pt x="7289" y="31053"/>
                  </a:lnTo>
                  <a:lnTo>
                    <a:pt x="8523" y="30143"/>
                  </a:lnTo>
                  <a:lnTo>
                    <a:pt x="9719" y="17388"/>
                  </a:lnTo>
                  <a:lnTo>
                    <a:pt x="6280" y="15298"/>
                  </a:lnTo>
                  <a:lnTo>
                    <a:pt x="0" y="9366"/>
                  </a:lnTo>
                  <a:lnTo>
                    <a:pt x="1981" y="1981"/>
                  </a:lnTo>
                  <a:lnTo>
                    <a:pt x="374" y="0"/>
                  </a:lnTo>
                  <a:lnTo>
                    <a:pt x="11850" y="2591"/>
                  </a:lnTo>
                  <a:lnTo>
                    <a:pt x="12038" y="3390"/>
                  </a:lnTo>
                  <a:lnTo>
                    <a:pt x="15140" y="27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4" name="oPE_MapPart_TON_1_784" descr="Tonga">
              <a:extLst>
                <a:ext uri="{FF2B5EF4-FFF2-40B4-BE49-F238E27FC236}">
                  <a16:creationId xmlns:a16="http://schemas.microsoft.com/office/drawing/2014/main" id="{4D355AAE-92A4-1E7A-FAF0-57E2228095B7}"/>
                </a:ext>
              </a:extLst>
            </p:cNvPr>
            <p:cNvSpPr/>
            <p:nvPr>
              <p:custDataLst>
                <p:tags r:id="rId784"/>
              </p:custDataLst>
            </p:nvPr>
          </p:nvSpPr>
          <p:spPr>
            <a:xfrm>
              <a:off x="2453840" y="4839739"/>
              <a:ext cx="5908" cy="4331"/>
            </a:xfrm>
            <a:custGeom>
              <a:avLst/>
              <a:gdLst/>
              <a:ahLst/>
              <a:cxnLst/>
              <a:rect l="0" t="0" r="0" b="0"/>
              <a:pathLst>
                <a:path w="5908" h="4331">
                  <a:moveTo>
                    <a:pt x="4187" y="2244"/>
                  </a:moveTo>
                  <a:lnTo>
                    <a:pt x="5907" y="1323"/>
                  </a:lnTo>
                  <a:lnTo>
                    <a:pt x="4299" y="4330"/>
                  </a:lnTo>
                  <a:lnTo>
                    <a:pt x="0" y="842"/>
                  </a:lnTo>
                  <a:lnTo>
                    <a:pt x="935" y="0"/>
                  </a:lnTo>
                  <a:lnTo>
                    <a:pt x="1309" y="1002"/>
                  </a:lnTo>
                  <a:lnTo>
                    <a:pt x="4262" y="1723"/>
                  </a:lnTo>
                  <a:lnTo>
                    <a:pt x="3402" y="192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5" name="oPE_MapPart_TON_2_785" descr="Tonga">
              <a:extLst>
                <a:ext uri="{FF2B5EF4-FFF2-40B4-BE49-F238E27FC236}">
                  <a16:creationId xmlns:a16="http://schemas.microsoft.com/office/drawing/2014/main" id="{949AA683-1560-ED96-9BE9-8F0B95DB0D7C}"/>
                </a:ext>
              </a:extLst>
            </p:cNvPr>
            <p:cNvSpPr/>
            <p:nvPr>
              <p:custDataLst>
                <p:tags r:id="rId785"/>
              </p:custDataLst>
            </p:nvPr>
          </p:nvSpPr>
          <p:spPr>
            <a:xfrm>
              <a:off x="2481056" y="4784576"/>
              <a:ext cx="2693" cy="2803"/>
            </a:xfrm>
            <a:custGeom>
              <a:avLst/>
              <a:gdLst/>
              <a:ahLst/>
              <a:cxnLst/>
              <a:rect l="0" t="0" r="0" b="0"/>
              <a:pathLst>
                <a:path w="2693" h="2803">
                  <a:moveTo>
                    <a:pt x="2056" y="1499"/>
                  </a:moveTo>
                  <a:lnTo>
                    <a:pt x="1271" y="2802"/>
                  </a:lnTo>
                  <a:lnTo>
                    <a:pt x="0" y="2052"/>
                  </a:lnTo>
                  <a:lnTo>
                    <a:pt x="1047" y="0"/>
                  </a:lnTo>
                  <a:lnTo>
                    <a:pt x="2692" y="8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6" name="oPE_MapPart_TON_3_786" descr="Tonga">
              <a:extLst>
                <a:ext uri="{FF2B5EF4-FFF2-40B4-BE49-F238E27FC236}">
                  <a16:creationId xmlns:a16="http://schemas.microsoft.com/office/drawing/2014/main" id="{0E585297-3F13-98F1-4039-9FB13EF7B7AD}"/>
                </a:ext>
              </a:extLst>
            </p:cNvPr>
            <p:cNvSpPr/>
            <p:nvPr>
              <p:custDataLst>
                <p:tags r:id="rId786"/>
              </p:custDataLst>
            </p:nvPr>
          </p:nvSpPr>
          <p:spPr>
            <a:xfrm>
              <a:off x="2461953" y="4844911"/>
              <a:ext cx="1234" cy="3334"/>
            </a:xfrm>
            <a:custGeom>
              <a:avLst/>
              <a:gdLst/>
              <a:ahLst/>
              <a:cxnLst/>
              <a:rect l="0" t="0" r="0" b="0"/>
              <a:pathLst>
                <a:path w="1234" h="3334">
                  <a:moveTo>
                    <a:pt x="1233" y="0"/>
                  </a:moveTo>
                  <a:lnTo>
                    <a:pt x="1121" y="3333"/>
                  </a:lnTo>
                  <a:lnTo>
                    <a:pt x="0" y="1084"/>
                  </a:lnTo>
                  <a:lnTo>
                    <a:pt x="1009" y="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7" name="oPE_MapPart_TTO_1_787" descr="Trinidad und Tobago">
              <a:extLst>
                <a:ext uri="{FF2B5EF4-FFF2-40B4-BE49-F238E27FC236}">
                  <a16:creationId xmlns:a16="http://schemas.microsoft.com/office/drawing/2014/main" id="{7F353430-8AEC-AC72-9165-31173C11D7D6}"/>
                </a:ext>
              </a:extLst>
            </p:cNvPr>
            <p:cNvSpPr/>
            <p:nvPr>
              <p:custDataLst>
                <p:tags r:id="rId787"/>
              </p:custDataLst>
            </p:nvPr>
          </p:nvSpPr>
          <p:spPr>
            <a:xfrm>
              <a:off x="4832998" y="4155172"/>
              <a:ext cx="5945" cy="3317"/>
            </a:xfrm>
            <a:custGeom>
              <a:avLst/>
              <a:gdLst/>
              <a:ahLst/>
              <a:cxnLst/>
              <a:rect l="0" t="0" r="0" b="0"/>
              <a:pathLst>
                <a:path w="5945" h="3317">
                  <a:moveTo>
                    <a:pt x="1159" y="3126"/>
                  </a:moveTo>
                  <a:lnTo>
                    <a:pt x="0" y="3316"/>
                  </a:lnTo>
                  <a:lnTo>
                    <a:pt x="149" y="2478"/>
                  </a:lnTo>
                  <a:lnTo>
                    <a:pt x="2131" y="1029"/>
                  </a:lnTo>
                  <a:lnTo>
                    <a:pt x="5944" y="0"/>
                  </a:lnTo>
                  <a:lnTo>
                    <a:pt x="5495" y="12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8" name="oPE_MapPart_TTO_2_788" descr="Trinidad und Tobago">
              <a:extLst>
                <a:ext uri="{FF2B5EF4-FFF2-40B4-BE49-F238E27FC236}">
                  <a16:creationId xmlns:a16="http://schemas.microsoft.com/office/drawing/2014/main" id="{E2268661-035D-E8B9-A77D-2AA6FF39526C}"/>
                </a:ext>
              </a:extLst>
            </p:cNvPr>
            <p:cNvSpPr/>
            <p:nvPr>
              <p:custDataLst>
                <p:tags r:id="rId788"/>
              </p:custDataLst>
            </p:nvPr>
          </p:nvSpPr>
          <p:spPr>
            <a:xfrm>
              <a:off x="4810268" y="4165458"/>
              <a:ext cx="20525" cy="16271"/>
            </a:xfrm>
            <a:custGeom>
              <a:avLst/>
              <a:gdLst/>
              <a:ahLst/>
              <a:cxnLst/>
              <a:rect l="0" t="0" r="0" b="0"/>
              <a:pathLst>
                <a:path w="20525" h="16271">
                  <a:moveTo>
                    <a:pt x="18543" y="14904"/>
                  </a:moveTo>
                  <a:lnTo>
                    <a:pt x="15178" y="16081"/>
                  </a:lnTo>
                  <a:lnTo>
                    <a:pt x="0" y="16270"/>
                  </a:lnTo>
                  <a:lnTo>
                    <a:pt x="5085" y="13688"/>
                  </a:lnTo>
                  <a:lnTo>
                    <a:pt x="5682" y="12587"/>
                  </a:lnTo>
                  <a:lnTo>
                    <a:pt x="8449" y="12055"/>
                  </a:lnTo>
                  <a:lnTo>
                    <a:pt x="8860" y="4984"/>
                  </a:lnTo>
                  <a:lnTo>
                    <a:pt x="5271" y="2588"/>
                  </a:lnTo>
                  <a:lnTo>
                    <a:pt x="17159" y="152"/>
                  </a:lnTo>
                  <a:lnTo>
                    <a:pt x="20524" y="0"/>
                  </a:lnTo>
                  <a:lnTo>
                    <a:pt x="18094" y="3577"/>
                  </a:lnTo>
                  <a:lnTo>
                    <a:pt x="18019" y="7570"/>
                  </a:lnTo>
                  <a:lnTo>
                    <a:pt x="19478" y="10915"/>
                  </a:lnTo>
                  <a:lnTo>
                    <a:pt x="18729" y="141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9" name="oPE_MapPart_TUN_1_789" descr="Tunesien">
              <a:extLst>
                <a:ext uri="{FF2B5EF4-FFF2-40B4-BE49-F238E27FC236}">
                  <a16:creationId xmlns:a16="http://schemas.microsoft.com/office/drawing/2014/main" id="{66613B21-0683-B47A-7DEB-03BC217BB122}"/>
                </a:ext>
              </a:extLst>
            </p:cNvPr>
            <p:cNvSpPr/>
            <p:nvPr>
              <p:custDataLst>
                <p:tags r:id="rId789"/>
              </p:custDataLst>
            </p:nvPr>
          </p:nvSpPr>
          <p:spPr>
            <a:xfrm>
              <a:off x="6251782" y="3554837"/>
              <a:ext cx="83780" cy="177935"/>
            </a:xfrm>
            <a:custGeom>
              <a:avLst/>
              <a:gdLst/>
              <a:ahLst/>
              <a:cxnLst/>
              <a:rect l="0" t="0" r="0" b="0"/>
              <a:pathLst>
                <a:path w="83780" h="177935">
                  <a:moveTo>
                    <a:pt x="83143" y="105855"/>
                  </a:moveTo>
                  <a:lnTo>
                    <a:pt x="82097" y="119170"/>
                  </a:lnTo>
                  <a:lnTo>
                    <a:pt x="83779" y="122098"/>
                  </a:lnTo>
                  <a:lnTo>
                    <a:pt x="83181" y="124801"/>
                  </a:lnTo>
                  <a:lnTo>
                    <a:pt x="69086" y="132979"/>
                  </a:lnTo>
                  <a:lnTo>
                    <a:pt x="64563" y="136682"/>
                  </a:lnTo>
                  <a:lnTo>
                    <a:pt x="61797" y="141434"/>
                  </a:lnTo>
                  <a:lnTo>
                    <a:pt x="57610" y="142665"/>
                  </a:lnTo>
                  <a:lnTo>
                    <a:pt x="54282" y="148062"/>
                  </a:lnTo>
                  <a:lnTo>
                    <a:pt x="56974" y="158557"/>
                  </a:lnTo>
                  <a:lnTo>
                    <a:pt x="57236" y="162611"/>
                  </a:lnTo>
                  <a:lnTo>
                    <a:pt x="56413" y="164570"/>
                  </a:lnTo>
                  <a:lnTo>
                    <a:pt x="49721" y="174124"/>
                  </a:lnTo>
                  <a:lnTo>
                    <a:pt x="41908" y="177934"/>
                  </a:lnTo>
                  <a:lnTo>
                    <a:pt x="32038" y="133200"/>
                  </a:lnTo>
                  <a:lnTo>
                    <a:pt x="17309" y="121611"/>
                  </a:lnTo>
                  <a:lnTo>
                    <a:pt x="14767" y="112144"/>
                  </a:lnTo>
                  <a:lnTo>
                    <a:pt x="12711" y="108980"/>
                  </a:lnTo>
                  <a:lnTo>
                    <a:pt x="4785" y="103665"/>
                  </a:lnTo>
                  <a:lnTo>
                    <a:pt x="0" y="89624"/>
                  </a:lnTo>
                  <a:lnTo>
                    <a:pt x="261" y="83404"/>
                  </a:lnTo>
                  <a:lnTo>
                    <a:pt x="5159" y="79067"/>
                  </a:lnTo>
                  <a:lnTo>
                    <a:pt x="7028" y="75128"/>
                  </a:lnTo>
                  <a:lnTo>
                    <a:pt x="12935" y="71273"/>
                  </a:lnTo>
                  <a:lnTo>
                    <a:pt x="14392" y="69184"/>
                  </a:lnTo>
                  <a:lnTo>
                    <a:pt x="15477" y="66956"/>
                  </a:lnTo>
                  <a:lnTo>
                    <a:pt x="16860" y="58111"/>
                  </a:lnTo>
                  <a:lnTo>
                    <a:pt x="18543" y="55049"/>
                  </a:lnTo>
                  <a:lnTo>
                    <a:pt x="16935" y="50010"/>
                  </a:lnTo>
                  <a:lnTo>
                    <a:pt x="16973" y="43578"/>
                  </a:lnTo>
                  <a:lnTo>
                    <a:pt x="15515" y="39802"/>
                  </a:lnTo>
                  <a:lnTo>
                    <a:pt x="17608" y="25276"/>
                  </a:lnTo>
                  <a:lnTo>
                    <a:pt x="16673" y="23000"/>
                  </a:lnTo>
                  <a:lnTo>
                    <a:pt x="14692" y="21373"/>
                  </a:lnTo>
                  <a:lnTo>
                    <a:pt x="18056" y="18440"/>
                  </a:lnTo>
                  <a:lnTo>
                    <a:pt x="19589" y="15083"/>
                  </a:lnTo>
                  <a:lnTo>
                    <a:pt x="22842" y="13216"/>
                  </a:lnTo>
                  <a:lnTo>
                    <a:pt x="22356" y="10505"/>
                  </a:lnTo>
                  <a:lnTo>
                    <a:pt x="27478" y="8960"/>
                  </a:lnTo>
                  <a:lnTo>
                    <a:pt x="34094" y="3805"/>
                  </a:lnTo>
                  <a:lnTo>
                    <a:pt x="45422" y="0"/>
                  </a:lnTo>
                  <a:lnTo>
                    <a:pt x="48562" y="846"/>
                  </a:lnTo>
                  <a:lnTo>
                    <a:pt x="47441" y="3382"/>
                  </a:lnTo>
                  <a:lnTo>
                    <a:pt x="48375" y="5353"/>
                  </a:lnTo>
                  <a:lnTo>
                    <a:pt x="49759" y="4180"/>
                  </a:lnTo>
                  <a:lnTo>
                    <a:pt x="49310" y="2256"/>
                  </a:lnTo>
                  <a:lnTo>
                    <a:pt x="53721" y="2349"/>
                  </a:lnTo>
                  <a:lnTo>
                    <a:pt x="56002" y="3523"/>
                  </a:lnTo>
                  <a:lnTo>
                    <a:pt x="55815" y="8024"/>
                  </a:lnTo>
                  <a:lnTo>
                    <a:pt x="58843" y="12375"/>
                  </a:lnTo>
                  <a:lnTo>
                    <a:pt x="57984" y="14570"/>
                  </a:lnTo>
                  <a:lnTo>
                    <a:pt x="60488" y="15830"/>
                  </a:lnTo>
                  <a:lnTo>
                    <a:pt x="62656" y="14290"/>
                  </a:lnTo>
                  <a:lnTo>
                    <a:pt x="63778" y="12001"/>
                  </a:lnTo>
                  <a:lnTo>
                    <a:pt x="73797" y="6994"/>
                  </a:lnTo>
                  <a:lnTo>
                    <a:pt x="75292" y="12141"/>
                  </a:lnTo>
                  <a:lnTo>
                    <a:pt x="72003" y="15550"/>
                  </a:lnTo>
                  <a:lnTo>
                    <a:pt x="68488" y="22024"/>
                  </a:lnTo>
                  <a:lnTo>
                    <a:pt x="62843" y="26391"/>
                  </a:lnTo>
                  <a:lnTo>
                    <a:pt x="61797" y="30238"/>
                  </a:lnTo>
                  <a:lnTo>
                    <a:pt x="64189" y="37634"/>
                  </a:lnTo>
                  <a:lnTo>
                    <a:pt x="72751" y="44084"/>
                  </a:lnTo>
                  <a:lnTo>
                    <a:pt x="73573" y="51706"/>
                  </a:lnTo>
                  <a:lnTo>
                    <a:pt x="75180" y="54133"/>
                  </a:lnTo>
                  <a:lnTo>
                    <a:pt x="66245" y="68365"/>
                  </a:lnTo>
                  <a:lnTo>
                    <a:pt x="54357" y="78433"/>
                  </a:lnTo>
                  <a:lnTo>
                    <a:pt x="52749" y="81914"/>
                  </a:lnTo>
                  <a:lnTo>
                    <a:pt x="55217" y="89174"/>
                  </a:lnTo>
                  <a:lnTo>
                    <a:pt x="58245" y="92233"/>
                  </a:lnTo>
                  <a:lnTo>
                    <a:pt x="61348" y="93895"/>
                  </a:lnTo>
                  <a:lnTo>
                    <a:pt x="66731" y="93222"/>
                  </a:lnTo>
                  <a:lnTo>
                    <a:pt x="66918" y="97575"/>
                  </a:lnTo>
                  <a:lnTo>
                    <a:pt x="70582" y="97082"/>
                  </a:lnTo>
                  <a:lnTo>
                    <a:pt x="71815" y="94794"/>
                  </a:lnTo>
                  <a:lnTo>
                    <a:pt x="74432" y="96365"/>
                  </a:lnTo>
                  <a:lnTo>
                    <a:pt x="75815" y="101204"/>
                  </a:lnTo>
                  <a:lnTo>
                    <a:pt x="78022" y="102681"/>
                  </a:lnTo>
                  <a:lnTo>
                    <a:pt x="76900" y="104157"/>
                  </a:lnTo>
                  <a:lnTo>
                    <a:pt x="81012" y="1047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0" name="oPE_MapPart_TUN_2_790" descr="Tunesien">
              <a:extLst>
                <a:ext uri="{FF2B5EF4-FFF2-40B4-BE49-F238E27FC236}">
                  <a16:creationId xmlns:a16="http://schemas.microsoft.com/office/drawing/2014/main" id="{F91758AE-8ACE-0383-975F-47DDE59A8233}"/>
                </a:ext>
              </a:extLst>
            </p:cNvPr>
            <p:cNvSpPr/>
            <p:nvPr>
              <p:custDataLst>
                <p:tags r:id="rId790"/>
              </p:custDataLst>
            </p:nvPr>
          </p:nvSpPr>
          <p:spPr>
            <a:xfrm>
              <a:off x="6327037" y="3620064"/>
              <a:ext cx="3254" cy="3048"/>
            </a:xfrm>
            <a:custGeom>
              <a:avLst/>
              <a:gdLst/>
              <a:ahLst/>
              <a:cxnLst/>
              <a:rect l="0" t="0" r="0" b="0"/>
              <a:pathLst>
                <a:path w="3254" h="3048">
                  <a:moveTo>
                    <a:pt x="3215" y="1228"/>
                  </a:moveTo>
                  <a:lnTo>
                    <a:pt x="0" y="3047"/>
                  </a:lnTo>
                  <a:lnTo>
                    <a:pt x="598" y="1456"/>
                  </a:lnTo>
                  <a:lnTo>
                    <a:pt x="325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1" name="oPE_MapPart_TUN_3_791" descr="Tunesien">
              <a:extLst>
                <a:ext uri="{FF2B5EF4-FFF2-40B4-BE49-F238E27FC236}">
                  <a16:creationId xmlns:a16="http://schemas.microsoft.com/office/drawing/2014/main" id="{05ABEAD1-9FD4-414F-76C6-E6772B536020}"/>
                </a:ext>
              </a:extLst>
            </p:cNvPr>
            <p:cNvSpPr/>
            <p:nvPr>
              <p:custDataLst>
                <p:tags r:id="rId791"/>
              </p:custDataLst>
            </p:nvPr>
          </p:nvSpPr>
          <p:spPr>
            <a:xfrm>
              <a:off x="6318700" y="3642930"/>
              <a:ext cx="6469" cy="5175"/>
            </a:xfrm>
            <a:custGeom>
              <a:avLst/>
              <a:gdLst/>
              <a:ahLst/>
              <a:cxnLst/>
              <a:rect l="0" t="0" r="0" b="0"/>
              <a:pathLst>
                <a:path w="6469" h="5175">
                  <a:moveTo>
                    <a:pt x="4897" y="4319"/>
                  </a:moveTo>
                  <a:lnTo>
                    <a:pt x="2804" y="5174"/>
                  </a:lnTo>
                  <a:lnTo>
                    <a:pt x="0" y="3870"/>
                  </a:lnTo>
                  <a:lnTo>
                    <a:pt x="486" y="136"/>
                  </a:lnTo>
                  <a:lnTo>
                    <a:pt x="4150" y="0"/>
                  </a:lnTo>
                  <a:lnTo>
                    <a:pt x="6468" y="2206"/>
                  </a:lnTo>
                  <a:lnTo>
                    <a:pt x="5608" y="36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2" name="oPE_MapPart_TUR_1_792" descr="Türkei">
              <a:extLst>
                <a:ext uri="{FF2B5EF4-FFF2-40B4-BE49-F238E27FC236}">
                  <a16:creationId xmlns:a16="http://schemas.microsoft.com/office/drawing/2014/main" id="{A55738B2-5305-6717-9364-B13424F60720}"/>
                </a:ext>
              </a:extLst>
            </p:cNvPr>
            <p:cNvSpPr/>
            <p:nvPr>
              <p:custDataLst>
                <p:tags r:id="rId792"/>
              </p:custDataLst>
            </p:nvPr>
          </p:nvSpPr>
          <p:spPr>
            <a:xfrm>
              <a:off x="6629142" y="3477744"/>
              <a:ext cx="6394" cy="3475"/>
            </a:xfrm>
            <a:custGeom>
              <a:avLst/>
              <a:gdLst/>
              <a:ahLst/>
              <a:cxnLst/>
              <a:rect l="0" t="0" r="0" b="0"/>
              <a:pathLst>
                <a:path w="6394" h="3475">
                  <a:moveTo>
                    <a:pt x="6244" y="2643"/>
                  </a:moveTo>
                  <a:lnTo>
                    <a:pt x="1458" y="3474"/>
                  </a:lnTo>
                  <a:lnTo>
                    <a:pt x="0" y="2643"/>
                  </a:lnTo>
                  <a:lnTo>
                    <a:pt x="4262" y="0"/>
                  </a:lnTo>
                  <a:lnTo>
                    <a:pt x="6393" y="15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3" name="oPE_MapPart_TUR_2_793" descr="Türkei">
              <a:extLst>
                <a:ext uri="{FF2B5EF4-FFF2-40B4-BE49-F238E27FC236}">
                  <a16:creationId xmlns:a16="http://schemas.microsoft.com/office/drawing/2014/main" id="{2F9B29C7-1EBA-4736-7575-A77288A3A0F9}"/>
                </a:ext>
              </a:extLst>
            </p:cNvPr>
            <p:cNvSpPr/>
            <p:nvPr>
              <p:custDataLst>
                <p:tags r:id="rId793"/>
              </p:custDataLst>
            </p:nvPr>
          </p:nvSpPr>
          <p:spPr>
            <a:xfrm>
              <a:off x="6638339" y="3427298"/>
              <a:ext cx="388464" cy="166605"/>
            </a:xfrm>
            <a:custGeom>
              <a:avLst/>
              <a:gdLst/>
              <a:ahLst/>
              <a:cxnLst/>
              <a:rect l="0" t="0" r="0" b="0"/>
              <a:pathLst>
                <a:path w="388464" h="166605">
                  <a:moveTo>
                    <a:pt x="319788" y="15193"/>
                  </a:moveTo>
                  <a:lnTo>
                    <a:pt x="326293" y="17537"/>
                  </a:lnTo>
                  <a:lnTo>
                    <a:pt x="328423" y="15791"/>
                  </a:lnTo>
                  <a:lnTo>
                    <a:pt x="339639" y="17338"/>
                  </a:lnTo>
                  <a:lnTo>
                    <a:pt x="342556" y="13494"/>
                  </a:lnTo>
                  <a:lnTo>
                    <a:pt x="346331" y="13894"/>
                  </a:lnTo>
                  <a:lnTo>
                    <a:pt x="347041" y="15891"/>
                  </a:lnTo>
                  <a:lnTo>
                    <a:pt x="354294" y="21522"/>
                  </a:lnTo>
                  <a:lnTo>
                    <a:pt x="353659" y="22169"/>
                  </a:lnTo>
                  <a:lnTo>
                    <a:pt x="355005" y="24008"/>
                  </a:lnTo>
                  <a:lnTo>
                    <a:pt x="359752" y="25200"/>
                  </a:lnTo>
                  <a:lnTo>
                    <a:pt x="360201" y="27681"/>
                  </a:lnTo>
                  <a:lnTo>
                    <a:pt x="363865" y="31446"/>
                  </a:lnTo>
                  <a:lnTo>
                    <a:pt x="365733" y="37177"/>
                  </a:lnTo>
                  <a:lnTo>
                    <a:pt x="365547" y="39149"/>
                  </a:lnTo>
                  <a:lnTo>
                    <a:pt x="362556" y="43676"/>
                  </a:lnTo>
                  <a:lnTo>
                    <a:pt x="365472" y="52257"/>
                  </a:lnTo>
                  <a:lnTo>
                    <a:pt x="364575" y="53382"/>
                  </a:lnTo>
                  <a:lnTo>
                    <a:pt x="370294" y="56167"/>
                  </a:lnTo>
                  <a:lnTo>
                    <a:pt x="377510" y="55679"/>
                  </a:lnTo>
                  <a:lnTo>
                    <a:pt x="379790" y="56899"/>
                  </a:lnTo>
                  <a:lnTo>
                    <a:pt x="388463" y="66245"/>
                  </a:lnTo>
                  <a:lnTo>
                    <a:pt x="383715" y="63038"/>
                  </a:lnTo>
                  <a:lnTo>
                    <a:pt x="380986" y="65808"/>
                  </a:lnTo>
                  <a:lnTo>
                    <a:pt x="379603" y="72401"/>
                  </a:lnTo>
                  <a:lnTo>
                    <a:pt x="371977" y="73611"/>
                  </a:lnTo>
                  <a:lnTo>
                    <a:pt x="373135" y="77862"/>
                  </a:lnTo>
                  <a:lnTo>
                    <a:pt x="375192" y="79839"/>
                  </a:lnTo>
                  <a:lnTo>
                    <a:pt x="374519" y="83836"/>
                  </a:lnTo>
                  <a:lnTo>
                    <a:pt x="375042" y="85471"/>
                  </a:lnTo>
                  <a:lnTo>
                    <a:pt x="377136" y="88064"/>
                  </a:lnTo>
                  <a:lnTo>
                    <a:pt x="377696" y="100025"/>
                  </a:lnTo>
                  <a:lnTo>
                    <a:pt x="380837" y="101408"/>
                  </a:lnTo>
                  <a:lnTo>
                    <a:pt x="375903" y="112670"/>
                  </a:lnTo>
                  <a:lnTo>
                    <a:pt x="383753" y="117876"/>
                  </a:lnTo>
                  <a:lnTo>
                    <a:pt x="382818" y="119245"/>
                  </a:lnTo>
                  <a:lnTo>
                    <a:pt x="383417" y="125092"/>
                  </a:lnTo>
                  <a:lnTo>
                    <a:pt x="388015" y="128855"/>
                  </a:lnTo>
                  <a:lnTo>
                    <a:pt x="387417" y="132704"/>
                  </a:lnTo>
                  <a:lnTo>
                    <a:pt x="384090" y="131860"/>
                  </a:lnTo>
                  <a:lnTo>
                    <a:pt x="377360" y="137015"/>
                  </a:lnTo>
                  <a:lnTo>
                    <a:pt x="375678" y="135095"/>
                  </a:lnTo>
                  <a:lnTo>
                    <a:pt x="375491" y="129935"/>
                  </a:lnTo>
                  <a:lnTo>
                    <a:pt x="373883" y="128573"/>
                  </a:lnTo>
                  <a:lnTo>
                    <a:pt x="371790" y="128244"/>
                  </a:lnTo>
                  <a:lnTo>
                    <a:pt x="368126" y="130593"/>
                  </a:lnTo>
                  <a:lnTo>
                    <a:pt x="364761" y="130499"/>
                  </a:lnTo>
                  <a:lnTo>
                    <a:pt x="352649" y="126833"/>
                  </a:lnTo>
                  <a:lnTo>
                    <a:pt x="349434" y="127962"/>
                  </a:lnTo>
                  <a:lnTo>
                    <a:pt x="346069" y="126739"/>
                  </a:lnTo>
                  <a:lnTo>
                    <a:pt x="339452" y="133079"/>
                  </a:lnTo>
                  <a:lnTo>
                    <a:pt x="337434" y="133595"/>
                  </a:lnTo>
                  <a:lnTo>
                    <a:pt x="336462" y="130452"/>
                  </a:lnTo>
                  <a:lnTo>
                    <a:pt x="334181" y="128667"/>
                  </a:lnTo>
                  <a:lnTo>
                    <a:pt x="331228" y="131062"/>
                  </a:lnTo>
                  <a:lnTo>
                    <a:pt x="319900" y="134111"/>
                  </a:lnTo>
                  <a:lnTo>
                    <a:pt x="303077" y="133876"/>
                  </a:lnTo>
                  <a:lnTo>
                    <a:pt x="288758" y="140942"/>
                  </a:lnTo>
                  <a:lnTo>
                    <a:pt x="275076" y="144674"/>
                  </a:lnTo>
                  <a:lnTo>
                    <a:pt x="262813" y="144395"/>
                  </a:lnTo>
                  <a:lnTo>
                    <a:pt x="256122" y="140007"/>
                  </a:lnTo>
                  <a:lnTo>
                    <a:pt x="250889" y="138979"/>
                  </a:lnTo>
                  <a:lnTo>
                    <a:pt x="235186" y="145699"/>
                  </a:lnTo>
                  <a:lnTo>
                    <a:pt x="227485" y="145420"/>
                  </a:lnTo>
                  <a:lnTo>
                    <a:pt x="224906" y="142715"/>
                  </a:lnTo>
                  <a:lnTo>
                    <a:pt x="219036" y="141549"/>
                  </a:lnTo>
                  <a:lnTo>
                    <a:pt x="216532" y="150493"/>
                  </a:lnTo>
                  <a:lnTo>
                    <a:pt x="218587" y="156248"/>
                  </a:lnTo>
                  <a:lnTo>
                    <a:pt x="213167" y="157870"/>
                  </a:lnTo>
                  <a:lnTo>
                    <a:pt x="212568" y="162172"/>
                  </a:lnTo>
                  <a:lnTo>
                    <a:pt x="209541" y="163881"/>
                  </a:lnTo>
                  <a:lnTo>
                    <a:pt x="208007" y="166604"/>
                  </a:lnTo>
                  <a:lnTo>
                    <a:pt x="203110" y="164389"/>
                  </a:lnTo>
                  <a:lnTo>
                    <a:pt x="204456" y="162311"/>
                  </a:lnTo>
                  <a:lnTo>
                    <a:pt x="201428" y="154300"/>
                  </a:lnTo>
                  <a:lnTo>
                    <a:pt x="209279" y="145280"/>
                  </a:lnTo>
                  <a:lnTo>
                    <a:pt x="209092" y="141455"/>
                  </a:lnTo>
                  <a:lnTo>
                    <a:pt x="206363" y="138745"/>
                  </a:lnTo>
                  <a:lnTo>
                    <a:pt x="198325" y="143602"/>
                  </a:lnTo>
                  <a:lnTo>
                    <a:pt x="195746" y="146864"/>
                  </a:lnTo>
                  <a:lnTo>
                    <a:pt x="192755" y="147423"/>
                  </a:lnTo>
                  <a:lnTo>
                    <a:pt x="178437" y="141175"/>
                  </a:lnTo>
                  <a:lnTo>
                    <a:pt x="170025" y="146678"/>
                  </a:lnTo>
                  <a:lnTo>
                    <a:pt x="162885" y="154672"/>
                  </a:lnTo>
                  <a:lnTo>
                    <a:pt x="157464" y="157592"/>
                  </a:lnTo>
                  <a:lnTo>
                    <a:pt x="141576" y="159814"/>
                  </a:lnTo>
                  <a:lnTo>
                    <a:pt x="138771" y="161340"/>
                  </a:lnTo>
                  <a:lnTo>
                    <a:pt x="130136" y="157546"/>
                  </a:lnTo>
                  <a:lnTo>
                    <a:pt x="122734" y="148493"/>
                  </a:lnTo>
                  <a:lnTo>
                    <a:pt x="106508" y="141035"/>
                  </a:lnTo>
                  <a:lnTo>
                    <a:pt x="94097" y="139914"/>
                  </a:lnTo>
                  <a:lnTo>
                    <a:pt x="92825" y="141689"/>
                  </a:lnTo>
                  <a:lnTo>
                    <a:pt x="92340" y="148726"/>
                  </a:lnTo>
                  <a:lnTo>
                    <a:pt x="89984" y="155321"/>
                  </a:lnTo>
                  <a:lnTo>
                    <a:pt x="88788" y="156017"/>
                  </a:lnTo>
                  <a:lnTo>
                    <a:pt x="85536" y="154347"/>
                  </a:lnTo>
                  <a:lnTo>
                    <a:pt x="74283" y="158240"/>
                  </a:lnTo>
                  <a:lnTo>
                    <a:pt x="64601" y="153930"/>
                  </a:lnTo>
                  <a:lnTo>
                    <a:pt x="62956" y="152026"/>
                  </a:lnTo>
                  <a:lnTo>
                    <a:pt x="60750" y="144395"/>
                  </a:lnTo>
                  <a:lnTo>
                    <a:pt x="59330" y="143835"/>
                  </a:lnTo>
                  <a:lnTo>
                    <a:pt x="56152" y="144861"/>
                  </a:lnTo>
                  <a:lnTo>
                    <a:pt x="49235" y="141502"/>
                  </a:lnTo>
                  <a:lnTo>
                    <a:pt x="45496" y="141315"/>
                  </a:lnTo>
                  <a:lnTo>
                    <a:pt x="43254" y="144581"/>
                  </a:lnTo>
                  <a:lnTo>
                    <a:pt x="39590" y="145933"/>
                  </a:lnTo>
                  <a:lnTo>
                    <a:pt x="40936" y="142902"/>
                  </a:lnTo>
                  <a:lnTo>
                    <a:pt x="35141" y="143276"/>
                  </a:lnTo>
                  <a:lnTo>
                    <a:pt x="32038" y="144861"/>
                  </a:lnTo>
                  <a:lnTo>
                    <a:pt x="27851" y="143882"/>
                  </a:lnTo>
                  <a:lnTo>
                    <a:pt x="31514" y="141969"/>
                  </a:lnTo>
                  <a:lnTo>
                    <a:pt x="39329" y="140801"/>
                  </a:lnTo>
                  <a:lnTo>
                    <a:pt x="44226" y="135657"/>
                  </a:lnTo>
                  <a:lnTo>
                    <a:pt x="25683" y="135938"/>
                  </a:lnTo>
                  <a:lnTo>
                    <a:pt x="23888" y="137015"/>
                  </a:lnTo>
                  <a:lnTo>
                    <a:pt x="23626" y="134345"/>
                  </a:lnTo>
                  <a:lnTo>
                    <a:pt x="24674" y="133127"/>
                  </a:lnTo>
                  <a:lnTo>
                    <a:pt x="29533" y="132141"/>
                  </a:lnTo>
                  <a:lnTo>
                    <a:pt x="29234" y="129935"/>
                  </a:lnTo>
                  <a:lnTo>
                    <a:pt x="22991" y="126269"/>
                  </a:lnTo>
                  <a:lnTo>
                    <a:pt x="21496" y="120661"/>
                  </a:lnTo>
                  <a:lnTo>
                    <a:pt x="19851" y="119245"/>
                  </a:lnTo>
                  <a:lnTo>
                    <a:pt x="23104" y="117450"/>
                  </a:lnTo>
                  <a:lnTo>
                    <a:pt x="23253" y="110822"/>
                  </a:lnTo>
                  <a:lnTo>
                    <a:pt x="15926" y="108781"/>
                  </a:lnTo>
                  <a:lnTo>
                    <a:pt x="11850" y="105027"/>
                  </a:lnTo>
                  <a:lnTo>
                    <a:pt x="9758" y="106310"/>
                  </a:lnTo>
                  <a:lnTo>
                    <a:pt x="3701" y="102932"/>
                  </a:lnTo>
                  <a:lnTo>
                    <a:pt x="4785" y="100454"/>
                  </a:lnTo>
                  <a:lnTo>
                    <a:pt x="6317" y="100549"/>
                  </a:lnTo>
                  <a:lnTo>
                    <a:pt x="5496" y="93719"/>
                  </a:lnTo>
                  <a:lnTo>
                    <a:pt x="6841" y="93288"/>
                  </a:lnTo>
                  <a:lnTo>
                    <a:pt x="9832" y="95489"/>
                  </a:lnTo>
                  <a:lnTo>
                    <a:pt x="10019" y="99167"/>
                  </a:lnTo>
                  <a:lnTo>
                    <a:pt x="11664" y="101360"/>
                  </a:lnTo>
                  <a:lnTo>
                    <a:pt x="12785" y="99167"/>
                  </a:lnTo>
                  <a:lnTo>
                    <a:pt x="15552" y="100407"/>
                  </a:lnTo>
                  <a:lnTo>
                    <a:pt x="21421" y="98307"/>
                  </a:lnTo>
                  <a:lnTo>
                    <a:pt x="16486" y="97496"/>
                  </a:lnTo>
                  <a:lnTo>
                    <a:pt x="13532" y="91469"/>
                  </a:lnTo>
                  <a:lnTo>
                    <a:pt x="16562" y="89695"/>
                  </a:lnTo>
                  <a:lnTo>
                    <a:pt x="18729" y="86720"/>
                  </a:lnTo>
                  <a:lnTo>
                    <a:pt x="14580" y="84750"/>
                  </a:lnTo>
                  <a:lnTo>
                    <a:pt x="15402" y="80610"/>
                  </a:lnTo>
                  <a:lnTo>
                    <a:pt x="11813" y="75882"/>
                  </a:lnTo>
                  <a:lnTo>
                    <a:pt x="16599" y="69835"/>
                  </a:lnTo>
                  <a:lnTo>
                    <a:pt x="16337" y="68962"/>
                  </a:lnTo>
                  <a:lnTo>
                    <a:pt x="0" y="71191"/>
                  </a:lnTo>
                  <a:lnTo>
                    <a:pt x="1420" y="57046"/>
                  </a:lnTo>
                  <a:lnTo>
                    <a:pt x="4187" y="56118"/>
                  </a:lnTo>
                  <a:lnTo>
                    <a:pt x="12973" y="45887"/>
                  </a:lnTo>
                  <a:lnTo>
                    <a:pt x="18692" y="46034"/>
                  </a:lnTo>
                  <a:lnTo>
                    <a:pt x="20972" y="44462"/>
                  </a:lnTo>
                  <a:lnTo>
                    <a:pt x="24336" y="44413"/>
                  </a:lnTo>
                  <a:lnTo>
                    <a:pt x="25347" y="46574"/>
                  </a:lnTo>
                  <a:lnTo>
                    <a:pt x="28300" y="48095"/>
                  </a:lnTo>
                  <a:lnTo>
                    <a:pt x="33534" y="47849"/>
                  </a:lnTo>
                  <a:lnTo>
                    <a:pt x="36039" y="46426"/>
                  </a:lnTo>
                  <a:lnTo>
                    <a:pt x="33646" y="43676"/>
                  </a:lnTo>
                  <a:lnTo>
                    <a:pt x="36599" y="42841"/>
                  </a:lnTo>
                  <a:lnTo>
                    <a:pt x="38992" y="43479"/>
                  </a:lnTo>
                  <a:lnTo>
                    <a:pt x="37720" y="46426"/>
                  </a:lnTo>
                  <a:lnTo>
                    <a:pt x="38431" y="46721"/>
                  </a:lnTo>
                  <a:lnTo>
                    <a:pt x="60114" y="46181"/>
                  </a:lnTo>
                  <a:lnTo>
                    <a:pt x="61123" y="45248"/>
                  </a:lnTo>
                  <a:lnTo>
                    <a:pt x="55553" y="42250"/>
                  </a:lnTo>
                  <a:lnTo>
                    <a:pt x="59105" y="39592"/>
                  </a:lnTo>
                  <a:lnTo>
                    <a:pt x="77536" y="36684"/>
                  </a:lnTo>
                  <a:lnTo>
                    <a:pt x="67554" y="34709"/>
                  </a:lnTo>
                  <a:lnTo>
                    <a:pt x="62320" y="31199"/>
                  </a:lnTo>
                  <a:lnTo>
                    <a:pt x="60899" y="29267"/>
                  </a:lnTo>
                  <a:lnTo>
                    <a:pt x="61947" y="24604"/>
                  </a:lnTo>
                  <a:lnTo>
                    <a:pt x="63030" y="23362"/>
                  </a:lnTo>
                  <a:lnTo>
                    <a:pt x="79068" y="25300"/>
                  </a:lnTo>
                  <a:lnTo>
                    <a:pt x="87891" y="24058"/>
                  </a:lnTo>
                  <a:lnTo>
                    <a:pt x="97574" y="27136"/>
                  </a:lnTo>
                  <a:lnTo>
                    <a:pt x="106807" y="26491"/>
                  </a:lnTo>
                  <a:lnTo>
                    <a:pt x="108714" y="25101"/>
                  </a:lnTo>
                  <a:lnTo>
                    <a:pt x="111032" y="20626"/>
                  </a:lnTo>
                  <a:lnTo>
                    <a:pt x="124079" y="13194"/>
                  </a:lnTo>
                  <a:lnTo>
                    <a:pt x="128640" y="9291"/>
                  </a:lnTo>
                  <a:lnTo>
                    <a:pt x="150958" y="1258"/>
                  </a:lnTo>
                  <a:lnTo>
                    <a:pt x="179409" y="2969"/>
                  </a:lnTo>
                  <a:lnTo>
                    <a:pt x="184717" y="0"/>
                  </a:lnTo>
                  <a:lnTo>
                    <a:pt x="187782" y="956"/>
                  </a:lnTo>
                  <a:lnTo>
                    <a:pt x="187109" y="4777"/>
                  </a:lnTo>
                  <a:lnTo>
                    <a:pt x="188942" y="7487"/>
                  </a:lnTo>
                  <a:lnTo>
                    <a:pt x="196157" y="11944"/>
                  </a:lnTo>
                  <a:lnTo>
                    <a:pt x="203671" y="9742"/>
                  </a:lnTo>
                  <a:lnTo>
                    <a:pt x="206437" y="10593"/>
                  </a:lnTo>
                  <a:lnTo>
                    <a:pt x="209092" y="17687"/>
                  </a:lnTo>
                  <a:lnTo>
                    <a:pt x="213765" y="21920"/>
                  </a:lnTo>
                  <a:lnTo>
                    <a:pt x="215933" y="22219"/>
                  </a:lnTo>
                  <a:lnTo>
                    <a:pt x="218774" y="19730"/>
                  </a:lnTo>
                  <a:lnTo>
                    <a:pt x="221504" y="19431"/>
                  </a:lnTo>
                  <a:lnTo>
                    <a:pt x="225952" y="21871"/>
                  </a:lnTo>
                  <a:lnTo>
                    <a:pt x="227485" y="24406"/>
                  </a:lnTo>
                  <a:lnTo>
                    <a:pt x="242028" y="27285"/>
                  </a:lnTo>
                  <a:lnTo>
                    <a:pt x="245019" y="29416"/>
                  </a:lnTo>
                  <a:lnTo>
                    <a:pt x="254814" y="31545"/>
                  </a:lnTo>
                  <a:lnTo>
                    <a:pt x="276533" y="26541"/>
                  </a:lnTo>
                  <a:lnTo>
                    <a:pt x="284460" y="29961"/>
                  </a:lnTo>
                  <a:lnTo>
                    <a:pt x="293956" y="30555"/>
                  </a:lnTo>
                  <a:lnTo>
                    <a:pt x="317807" y="177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4" name="oPE_MapPart_TUR_3_794" descr="Türkei">
              <a:extLst>
                <a:ext uri="{FF2B5EF4-FFF2-40B4-BE49-F238E27FC236}">
                  <a16:creationId xmlns:a16="http://schemas.microsoft.com/office/drawing/2014/main" id="{DF3CB05D-076B-FBD1-9098-342A4585F0E1}"/>
                </a:ext>
              </a:extLst>
            </p:cNvPr>
            <p:cNvSpPr/>
            <p:nvPr>
              <p:custDataLst>
                <p:tags r:id="rId794"/>
              </p:custDataLst>
            </p:nvPr>
          </p:nvSpPr>
          <p:spPr>
            <a:xfrm>
              <a:off x="6636806" y="3426442"/>
              <a:ext cx="62695" cy="55608"/>
            </a:xfrm>
            <a:custGeom>
              <a:avLst/>
              <a:gdLst/>
              <a:ahLst/>
              <a:cxnLst/>
              <a:rect l="0" t="0" r="0" b="0"/>
              <a:pathLst>
                <a:path w="62695" h="55608">
                  <a:moveTo>
                    <a:pt x="41048" y="3473"/>
                  </a:moveTo>
                  <a:lnTo>
                    <a:pt x="40487" y="6638"/>
                  </a:lnTo>
                  <a:lnTo>
                    <a:pt x="44824" y="15000"/>
                  </a:lnTo>
                  <a:lnTo>
                    <a:pt x="47927" y="17446"/>
                  </a:lnTo>
                  <a:lnTo>
                    <a:pt x="62694" y="24019"/>
                  </a:lnTo>
                  <a:lnTo>
                    <a:pt x="60601" y="30123"/>
                  </a:lnTo>
                  <a:lnTo>
                    <a:pt x="56937" y="31064"/>
                  </a:lnTo>
                  <a:lnTo>
                    <a:pt x="44301" y="28091"/>
                  </a:lnTo>
                  <a:lnTo>
                    <a:pt x="39179" y="30569"/>
                  </a:lnTo>
                  <a:lnTo>
                    <a:pt x="35478" y="29975"/>
                  </a:lnTo>
                  <a:lnTo>
                    <a:pt x="30319" y="31064"/>
                  </a:lnTo>
                  <a:lnTo>
                    <a:pt x="28899" y="34725"/>
                  </a:lnTo>
                  <a:lnTo>
                    <a:pt x="25310" y="38920"/>
                  </a:lnTo>
                  <a:lnTo>
                    <a:pt x="15216" y="44090"/>
                  </a:lnTo>
                  <a:lnTo>
                    <a:pt x="6057" y="54287"/>
                  </a:lnTo>
                  <a:lnTo>
                    <a:pt x="3403" y="55607"/>
                  </a:lnTo>
                  <a:lnTo>
                    <a:pt x="4598" y="52135"/>
                  </a:lnTo>
                  <a:lnTo>
                    <a:pt x="4449" y="49097"/>
                  </a:lnTo>
                  <a:lnTo>
                    <a:pt x="8486" y="45564"/>
                  </a:lnTo>
                  <a:lnTo>
                    <a:pt x="14169" y="42811"/>
                  </a:lnTo>
                  <a:lnTo>
                    <a:pt x="15627" y="40596"/>
                  </a:lnTo>
                  <a:lnTo>
                    <a:pt x="1383" y="40990"/>
                  </a:lnTo>
                  <a:lnTo>
                    <a:pt x="0" y="37835"/>
                  </a:lnTo>
                  <a:lnTo>
                    <a:pt x="6057" y="31609"/>
                  </a:lnTo>
                  <a:lnTo>
                    <a:pt x="6057" y="23771"/>
                  </a:lnTo>
                  <a:lnTo>
                    <a:pt x="11701" y="20537"/>
                  </a:lnTo>
                  <a:lnTo>
                    <a:pt x="12187" y="19241"/>
                  </a:lnTo>
                  <a:lnTo>
                    <a:pt x="11253" y="13700"/>
                  </a:lnTo>
                  <a:lnTo>
                    <a:pt x="5869" y="10498"/>
                  </a:lnTo>
                  <a:lnTo>
                    <a:pt x="5982" y="8945"/>
                  </a:lnTo>
                  <a:lnTo>
                    <a:pt x="9832" y="7440"/>
                  </a:lnTo>
                  <a:lnTo>
                    <a:pt x="11963" y="3573"/>
                  </a:lnTo>
                  <a:lnTo>
                    <a:pt x="17571" y="2818"/>
                  </a:lnTo>
                  <a:lnTo>
                    <a:pt x="20225" y="957"/>
                  </a:lnTo>
                  <a:lnTo>
                    <a:pt x="25048" y="0"/>
                  </a:lnTo>
                  <a:lnTo>
                    <a:pt x="31066" y="4830"/>
                  </a:lnTo>
                  <a:lnTo>
                    <a:pt x="38207" y="297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5" name="oPE_MapPart_CYN_1_795" descr="Türkische Republik Nordzypern">
              <a:extLst>
                <a:ext uri="{FF2B5EF4-FFF2-40B4-BE49-F238E27FC236}">
                  <a16:creationId xmlns:a16="http://schemas.microsoft.com/office/drawing/2014/main" id="{3346A5E2-C6FC-4D5B-3C08-EE052AC9738C}"/>
                </a:ext>
              </a:extLst>
            </p:cNvPr>
            <p:cNvSpPr/>
            <p:nvPr>
              <p:custDataLst>
                <p:tags r:id="rId795"/>
              </p:custDataLst>
            </p:nvPr>
          </p:nvSpPr>
          <p:spPr>
            <a:xfrm>
              <a:off x="6775577" y="3598232"/>
              <a:ext cx="38134" cy="16818"/>
            </a:xfrm>
            <a:custGeom>
              <a:avLst/>
              <a:gdLst/>
              <a:ahLst/>
              <a:cxnLst/>
              <a:rect l="0" t="0" r="0" b="0"/>
              <a:pathLst>
                <a:path w="38134" h="16818">
                  <a:moveTo>
                    <a:pt x="26656" y="15173"/>
                  </a:moveTo>
                  <a:lnTo>
                    <a:pt x="23815" y="14488"/>
                  </a:lnTo>
                  <a:lnTo>
                    <a:pt x="19852" y="16406"/>
                  </a:lnTo>
                  <a:lnTo>
                    <a:pt x="16712" y="15858"/>
                  </a:lnTo>
                  <a:lnTo>
                    <a:pt x="15702" y="16817"/>
                  </a:lnTo>
                  <a:lnTo>
                    <a:pt x="15291" y="14260"/>
                  </a:lnTo>
                  <a:lnTo>
                    <a:pt x="13795" y="12706"/>
                  </a:lnTo>
                  <a:lnTo>
                    <a:pt x="9758" y="12431"/>
                  </a:lnTo>
                  <a:lnTo>
                    <a:pt x="4150" y="14625"/>
                  </a:lnTo>
                  <a:lnTo>
                    <a:pt x="0" y="13163"/>
                  </a:lnTo>
                  <a:lnTo>
                    <a:pt x="3328" y="12248"/>
                  </a:lnTo>
                  <a:lnTo>
                    <a:pt x="4599" y="6936"/>
                  </a:lnTo>
                  <a:lnTo>
                    <a:pt x="12189" y="8173"/>
                  </a:lnTo>
                  <a:lnTo>
                    <a:pt x="18432" y="7853"/>
                  </a:lnTo>
                  <a:lnTo>
                    <a:pt x="38133" y="0"/>
                  </a:lnTo>
                  <a:lnTo>
                    <a:pt x="25385" y="9411"/>
                  </a:lnTo>
                  <a:lnTo>
                    <a:pt x="24675" y="11699"/>
                  </a:lnTo>
                  <a:lnTo>
                    <a:pt x="25160" y="133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6" name="oPE_MapPart_TKM_1_796" descr="Turkmenistan">
              <a:extLst>
                <a:ext uri="{FF2B5EF4-FFF2-40B4-BE49-F238E27FC236}">
                  <a16:creationId xmlns:a16="http://schemas.microsoft.com/office/drawing/2014/main" id="{15B65A68-3EE9-D7D8-7F56-5C080A957BBA}"/>
                </a:ext>
              </a:extLst>
            </p:cNvPr>
            <p:cNvSpPr/>
            <p:nvPr>
              <p:custDataLst>
                <p:tags r:id="rId796"/>
              </p:custDataLst>
            </p:nvPr>
          </p:nvSpPr>
          <p:spPr>
            <a:xfrm>
              <a:off x="7197164" y="3508487"/>
              <a:ext cx="1870" cy="7788"/>
            </a:xfrm>
            <a:custGeom>
              <a:avLst/>
              <a:gdLst/>
              <a:ahLst/>
              <a:cxnLst/>
              <a:rect l="0" t="0" r="0" b="0"/>
              <a:pathLst>
                <a:path w="1870" h="7788">
                  <a:moveTo>
                    <a:pt x="1869" y="7787"/>
                  </a:moveTo>
                  <a:lnTo>
                    <a:pt x="0" y="1107"/>
                  </a:lnTo>
                  <a:lnTo>
                    <a:pt x="1533" y="0"/>
                  </a:lnTo>
                  <a:lnTo>
                    <a:pt x="748" y="14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7" name="oPE_MapPart_TKM_2_797" descr="Turkmenistan">
              <a:extLst>
                <a:ext uri="{FF2B5EF4-FFF2-40B4-BE49-F238E27FC236}">
                  <a16:creationId xmlns:a16="http://schemas.microsoft.com/office/drawing/2014/main" id="{89E2F360-E442-2984-5F8C-EA6B37F16704}"/>
                </a:ext>
              </a:extLst>
            </p:cNvPr>
            <p:cNvSpPr/>
            <p:nvPr>
              <p:custDataLst>
                <p:tags r:id="rId797"/>
              </p:custDataLst>
            </p:nvPr>
          </p:nvSpPr>
          <p:spPr>
            <a:xfrm>
              <a:off x="7186248" y="3407142"/>
              <a:ext cx="293582" cy="203614"/>
            </a:xfrm>
            <a:custGeom>
              <a:avLst/>
              <a:gdLst/>
              <a:ahLst/>
              <a:cxnLst/>
              <a:rect l="0" t="0" r="0" b="0"/>
              <a:pathLst>
                <a:path w="293582" h="203614">
                  <a:moveTo>
                    <a:pt x="72376" y="40733"/>
                  </a:moveTo>
                  <a:lnTo>
                    <a:pt x="93985" y="42375"/>
                  </a:lnTo>
                  <a:lnTo>
                    <a:pt x="96078" y="39986"/>
                  </a:lnTo>
                  <a:lnTo>
                    <a:pt x="93985" y="37195"/>
                  </a:lnTo>
                  <a:lnTo>
                    <a:pt x="92864" y="25887"/>
                  </a:lnTo>
                  <a:lnTo>
                    <a:pt x="99630" y="18443"/>
                  </a:lnTo>
                  <a:lnTo>
                    <a:pt x="110509" y="16577"/>
                  </a:lnTo>
                  <a:lnTo>
                    <a:pt x="113238" y="10107"/>
                  </a:lnTo>
                  <a:lnTo>
                    <a:pt x="114958" y="8232"/>
                  </a:lnTo>
                  <a:lnTo>
                    <a:pt x="120229" y="9853"/>
                  </a:lnTo>
                  <a:lnTo>
                    <a:pt x="122621" y="13699"/>
                  </a:lnTo>
                  <a:lnTo>
                    <a:pt x="124229" y="13496"/>
                  </a:lnTo>
                  <a:lnTo>
                    <a:pt x="123070" y="10512"/>
                  </a:lnTo>
                  <a:lnTo>
                    <a:pt x="117500" y="4273"/>
                  </a:lnTo>
                  <a:lnTo>
                    <a:pt x="119743" y="2545"/>
                  </a:lnTo>
                  <a:lnTo>
                    <a:pt x="125425" y="2748"/>
                  </a:lnTo>
                  <a:lnTo>
                    <a:pt x="126585" y="0"/>
                  </a:lnTo>
                  <a:lnTo>
                    <a:pt x="132566" y="6152"/>
                  </a:lnTo>
                  <a:lnTo>
                    <a:pt x="138435" y="7573"/>
                  </a:lnTo>
                  <a:lnTo>
                    <a:pt x="140865" y="11929"/>
                  </a:lnTo>
                  <a:lnTo>
                    <a:pt x="142509" y="12839"/>
                  </a:lnTo>
                  <a:lnTo>
                    <a:pt x="152978" y="13648"/>
                  </a:lnTo>
                  <a:lnTo>
                    <a:pt x="155595" y="15972"/>
                  </a:lnTo>
                  <a:lnTo>
                    <a:pt x="154698" y="22622"/>
                  </a:lnTo>
                  <a:lnTo>
                    <a:pt x="158136" y="24481"/>
                  </a:lnTo>
                  <a:lnTo>
                    <a:pt x="160080" y="27392"/>
                  </a:lnTo>
                  <a:lnTo>
                    <a:pt x="157463" y="28596"/>
                  </a:lnTo>
                  <a:lnTo>
                    <a:pt x="158772" y="33200"/>
                  </a:lnTo>
                  <a:lnTo>
                    <a:pt x="157352" y="36497"/>
                  </a:lnTo>
                  <a:lnTo>
                    <a:pt x="157763" y="38591"/>
                  </a:lnTo>
                  <a:lnTo>
                    <a:pt x="165352" y="43518"/>
                  </a:lnTo>
                  <a:lnTo>
                    <a:pt x="173914" y="42773"/>
                  </a:lnTo>
                  <a:lnTo>
                    <a:pt x="181726" y="44413"/>
                  </a:lnTo>
                  <a:lnTo>
                    <a:pt x="186998" y="42027"/>
                  </a:lnTo>
                  <a:lnTo>
                    <a:pt x="190063" y="43021"/>
                  </a:lnTo>
                  <a:lnTo>
                    <a:pt x="195409" y="47044"/>
                  </a:lnTo>
                  <a:lnTo>
                    <a:pt x="199410" y="58319"/>
                  </a:lnTo>
                  <a:lnTo>
                    <a:pt x="205241" y="67907"/>
                  </a:lnTo>
                  <a:lnTo>
                    <a:pt x="207484" y="77592"/>
                  </a:lnTo>
                  <a:lnTo>
                    <a:pt x="228720" y="93767"/>
                  </a:lnTo>
                  <a:lnTo>
                    <a:pt x="234065" y="99561"/>
                  </a:lnTo>
                  <a:lnTo>
                    <a:pt x="242364" y="105098"/>
                  </a:lnTo>
                  <a:lnTo>
                    <a:pt x="245430" y="104473"/>
                  </a:lnTo>
                  <a:lnTo>
                    <a:pt x="251897" y="110379"/>
                  </a:lnTo>
                  <a:lnTo>
                    <a:pt x="272497" y="124088"/>
                  </a:lnTo>
                  <a:lnTo>
                    <a:pt x="279937" y="123946"/>
                  </a:lnTo>
                  <a:lnTo>
                    <a:pt x="293095" y="130741"/>
                  </a:lnTo>
                  <a:lnTo>
                    <a:pt x="293581" y="132210"/>
                  </a:lnTo>
                  <a:lnTo>
                    <a:pt x="291451" y="136046"/>
                  </a:lnTo>
                  <a:lnTo>
                    <a:pt x="291376" y="147507"/>
                  </a:lnTo>
                  <a:lnTo>
                    <a:pt x="282777" y="145766"/>
                  </a:lnTo>
                  <a:lnTo>
                    <a:pt x="275637" y="141714"/>
                  </a:lnTo>
                  <a:lnTo>
                    <a:pt x="273057" y="144400"/>
                  </a:lnTo>
                  <a:lnTo>
                    <a:pt x="271263" y="150044"/>
                  </a:lnTo>
                  <a:lnTo>
                    <a:pt x="261618" y="150373"/>
                  </a:lnTo>
                  <a:lnTo>
                    <a:pt x="255935" y="153141"/>
                  </a:lnTo>
                  <a:lnTo>
                    <a:pt x="249580" y="173668"/>
                  </a:lnTo>
                  <a:lnTo>
                    <a:pt x="240906" y="179507"/>
                  </a:lnTo>
                  <a:lnTo>
                    <a:pt x="239187" y="182097"/>
                  </a:lnTo>
                  <a:lnTo>
                    <a:pt x="236121" y="182097"/>
                  </a:lnTo>
                  <a:lnTo>
                    <a:pt x="224495" y="186068"/>
                  </a:lnTo>
                  <a:lnTo>
                    <a:pt x="220906" y="186344"/>
                  </a:lnTo>
                  <a:lnTo>
                    <a:pt x="220456" y="187082"/>
                  </a:lnTo>
                  <a:lnTo>
                    <a:pt x="221728" y="190675"/>
                  </a:lnTo>
                  <a:lnTo>
                    <a:pt x="220681" y="191687"/>
                  </a:lnTo>
                  <a:lnTo>
                    <a:pt x="219373" y="196604"/>
                  </a:lnTo>
                  <a:lnTo>
                    <a:pt x="211747" y="201462"/>
                  </a:lnTo>
                  <a:lnTo>
                    <a:pt x="207073" y="201554"/>
                  </a:lnTo>
                  <a:lnTo>
                    <a:pt x="203821" y="203613"/>
                  </a:lnTo>
                  <a:lnTo>
                    <a:pt x="201877" y="200546"/>
                  </a:lnTo>
                  <a:lnTo>
                    <a:pt x="197092" y="196650"/>
                  </a:lnTo>
                  <a:lnTo>
                    <a:pt x="189578" y="196925"/>
                  </a:lnTo>
                  <a:lnTo>
                    <a:pt x="183820" y="191917"/>
                  </a:lnTo>
                  <a:lnTo>
                    <a:pt x="182101" y="192148"/>
                  </a:lnTo>
                  <a:lnTo>
                    <a:pt x="181913" y="185837"/>
                  </a:lnTo>
                  <a:lnTo>
                    <a:pt x="179857" y="183021"/>
                  </a:lnTo>
                  <a:lnTo>
                    <a:pt x="181091" y="177516"/>
                  </a:lnTo>
                  <a:lnTo>
                    <a:pt x="180194" y="167672"/>
                  </a:lnTo>
                  <a:lnTo>
                    <a:pt x="179147" y="165855"/>
                  </a:lnTo>
                  <a:lnTo>
                    <a:pt x="162996" y="165995"/>
                  </a:lnTo>
                  <a:lnTo>
                    <a:pt x="154847" y="155485"/>
                  </a:lnTo>
                  <a:lnTo>
                    <a:pt x="144604" y="149997"/>
                  </a:lnTo>
                  <a:lnTo>
                    <a:pt x="142771" y="147883"/>
                  </a:lnTo>
                  <a:lnTo>
                    <a:pt x="142286" y="144966"/>
                  </a:lnTo>
                  <a:lnTo>
                    <a:pt x="140828" y="142892"/>
                  </a:lnTo>
                  <a:lnTo>
                    <a:pt x="131294" y="138740"/>
                  </a:lnTo>
                  <a:lnTo>
                    <a:pt x="127855" y="139543"/>
                  </a:lnTo>
                  <a:lnTo>
                    <a:pt x="125799" y="138598"/>
                  </a:lnTo>
                  <a:lnTo>
                    <a:pt x="122397" y="139968"/>
                  </a:lnTo>
                  <a:lnTo>
                    <a:pt x="119818" y="139212"/>
                  </a:lnTo>
                  <a:lnTo>
                    <a:pt x="113948" y="134863"/>
                  </a:lnTo>
                  <a:lnTo>
                    <a:pt x="100938" y="131120"/>
                  </a:lnTo>
                  <a:lnTo>
                    <a:pt x="100003" y="126942"/>
                  </a:lnTo>
                  <a:lnTo>
                    <a:pt x="97611" y="124707"/>
                  </a:lnTo>
                  <a:lnTo>
                    <a:pt x="81984" y="123803"/>
                  </a:lnTo>
                  <a:lnTo>
                    <a:pt x="79554" y="125373"/>
                  </a:lnTo>
                  <a:lnTo>
                    <a:pt x="78470" y="128272"/>
                  </a:lnTo>
                  <a:lnTo>
                    <a:pt x="64077" y="127750"/>
                  </a:lnTo>
                  <a:lnTo>
                    <a:pt x="59965" y="129032"/>
                  </a:lnTo>
                  <a:lnTo>
                    <a:pt x="49983" y="136235"/>
                  </a:lnTo>
                  <a:lnTo>
                    <a:pt x="45833" y="144306"/>
                  </a:lnTo>
                  <a:lnTo>
                    <a:pt x="35254" y="147930"/>
                  </a:lnTo>
                  <a:lnTo>
                    <a:pt x="29496" y="147648"/>
                  </a:lnTo>
                  <a:lnTo>
                    <a:pt x="27627" y="132305"/>
                  </a:lnTo>
                  <a:lnTo>
                    <a:pt x="28561" y="105242"/>
                  </a:lnTo>
                  <a:lnTo>
                    <a:pt x="25571" y="101104"/>
                  </a:lnTo>
                  <a:lnTo>
                    <a:pt x="25160" y="98259"/>
                  </a:lnTo>
                  <a:lnTo>
                    <a:pt x="17495" y="94734"/>
                  </a:lnTo>
                  <a:lnTo>
                    <a:pt x="14730" y="95362"/>
                  </a:lnTo>
                  <a:lnTo>
                    <a:pt x="13757" y="96763"/>
                  </a:lnTo>
                  <a:lnTo>
                    <a:pt x="13122" y="92267"/>
                  </a:lnTo>
                  <a:lnTo>
                    <a:pt x="15402" y="87518"/>
                  </a:lnTo>
                  <a:lnTo>
                    <a:pt x="18618" y="89457"/>
                  </a:lnTo>
                  <a:lnTo>
                    <a:pt x="23065" y="89167"/>
                  </a:lnTo>
                  <a:lnTo>
                    <a:pt x="22617" y="87566"/>
                  </a:lnTo>
                  <a:lnTo>
                    <a:pt x="20337" y="85915"/>
                  </a:lnTo>
                  <a:lnTo>
                    <a:pt x="20636" y="79396"/>
                  </a:lnTo>
                  <a:lnTo>
                    <a:pt x="18917" y="78031"/>
                  </a:lnTo>
                  <a:lnTo>
                    <a:pt x="10280" y="77299"/>
                  </a:lnTo>
                  <a:lnTo>
                    <a:pt x="9533" y="79786"/>
                  </a:lnTo>
                  <a:lnTo>
                    <a:pt x="11252" y="83048"/>
                  </a:lnTo>
                  <a:lnTo>
                    <a:pt x="6467" y="75493"/>
                  </a:lnTo>
                  <a:lnTo>
                    <a:pt x="4972" y="66092"/>
                  </a:lnTo>
                  <a:lnTo>
                    <a:pt x="9345" y="48581"/>
                  </a:lnTo>
                  <a:lnTo>
                    <a:pt x="13533" y="54420"/>
                  </a:lnTo>
                  <a:lnTo>
                    <a:pt x="17421" y="55606"/>
                  </a:lnTo>
                  <a:lnTo>
                    <a:pt x="23290" y="54618"/>
                  </a:lnTo>
                  <a:lnTo>
                    <a:pt x="26393" y="58812"/>
                  </a:lnTo>
                  <a:lnTo>
                    <a:pt x="28599" y="59255"/>
                  </a:lnTo>
                  <a:lnTo>
                    <a:pt x="35291" y="57333"/>
                  </a:lnTo>
                  <a:lnTo>
                    <a:pt x="39141" y="58072"/>
                  </a:lnTo>
                  <a:lnTo>
                    <a:pt x="37908" y="54173"/>
                  </a:lnTo>
                  <a:lnTo>
                    <a:pt x="39067" y="53185"/>
                  </a:lnTo>
                  <a:lnTo>
                    <a:pt x="42656" y="54223"/>
                  </a:lnTo>
                  <a:lnTo>
                    <a:pt x="45534" y="53135"/>
                  </a:lnTo>
                  <a:lnTo>
                    <a:pt x="46320" y="50959"/>
                  </a:lnTo>
                  <a:lnTo>
                    <a:pt x="45908" y="47689"/>
                  </a:lnTo>
                  <a:lnTo>
                    <a:pt x="43590" y="44313"/>
                  </a:lnTo>
                  <a:lnTo>
                    <a:pt x="33272" y="35299"/>
                  </a:lnTo>
                  <a:lnTo>
                    <a:pt x="28113" y="19350"/>
                  </a:lnTo>
                  <a:lnTo>
                    <a:pt x="27216" y="18594"/>
                  </a:lnTo>
                  <a:lnTo>
                    <a:pt x="13944" y="19300"/>
                  </a:lnTo>
                  <a:lnTo>
                    <a:pt x="9907" y="22571"/>
                  </a:lnTo>
                  <a:lnTo>
                    <a:pt x="6691" y="29948"/>
                  </a:lnTo>
                  <a:lnTo>
                    <a:pt x="8112" y="31600"/>
                  </a:lnTo>
                  <a:lnTo>
                    <a:pt x="6990" y="40185"/>
                  </a:lnTo>
                  <a:lnTo>
                    <a:pt x="7402" y="44115"/>
                  </a:lnTo>
                  <a:lnTo>
                    <a:pt x="2392" y="34999"/>
                  </a:lnTo>
                  <a:lnTo>
                    <a:pt x="0" y="28044"/>
                  </a:lnTo>
                  <a:lnTo>
                    <a:pt x="7851" y="20206"/>
                  </a:lnTo>
                  <a:lnTo>
                    <a:pt x="11664" y="17788"/>
                  </a:lnTo>
                  <a:lnTo>
                    <a:pt x="24748" y="13597"/>
                  </a:lnTo>
                  <a:lnTo>
                    <a:pt x="33796" y="12485"/>
                  </a:lnTo>
                  <a:lnTo>
                    <a:pt x="49011" y="22873"/>
                  </a:lnTo>
                  <a:lnTo>
                    <a:pt x="57235" y="36995"/>
                  </a:lnTo>
                  <a:lnTo>
                    <a:pt x="61086" y="41479"/>
                  </a:lnTo>
                  <a:lnTo>
                    <a:pt x="63367" y="42375"/>
                  </a:lnTo>
                  <a:lnTo>
                    <a:pt x="71480" y="406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8" name="oPE_MapPart_TCA_1_798" descr="Turks- und Caicosinseln">
              <a:extLst>
                <a:ext uri="{FF2B5EF4-FFF2-40B4-BE49-F238E27FC236}">
                  <a16:creationId xmlns:a16="http://schemas.microsoft.com/office/drawing/2014/main" id="{2509400F-9083-C1AE-C3A5-91EB2791D098}"/>
                </a:ext>
              </a:extLst>
            </p:cNvPr>
            <p:cNvSpPr/>
            <p:nvPr>
              <p:custDataLst>
                <p:tags r:id="rId798"/>
              </p:custDataLst>
            </p:nvPr>
          </p:nvSpPr>
          <p:spPr>
            <a:xfrm>
              <a:off x="4589624" y="3914526"/>
              <a:ext cx="22432" cy="24169"/>
            </a:xfrm>
            <a:custGeom>
              <a:avLst/>
              <a:gdLst/>
              <a:ahLst/>
              <a:cxnLst/>
              <a:rect l="0" t="0" r="0" b="0"/>
              <a:pathLst>
                <a:path w="22432" h="24169">
                  <a:moveTo>
                    <a:pt x="0" y="0"/>
                  </a:moveTo>
                  <a:lnTo>
                    <a:pt x="22431" y="0"/>
                  </a:lnTo>
                  <a:lnTo>
                    <a:pt x="22431" y="24168"/>
                  </a:lnTo>
                  <a:lnTo>
                    <a:pt x="0" y="2416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9" name="oPE_MapPart_TUV_1_799" descr="Tuvalu">
              <a:extLst>
                <a:ext uri="{FF2B5EF4-FFF2-40B4-BE49-F238E27FC236}">
                  <a16:creationId xmlns:a16="http://schemas.microsoft.com/office/drawing/2014/main" id="{4A4E2F55-DAB4-233E-9030-CF2BA6CEFEE8}"/>
                </a:ext>
              </a:extLst>
            </p:cNvPr>
            <p:cNvSpPr/>
            <p:nvPr>
              <p:custDataLst>
                <p:tags r:id="rId799"/>
              </p:custDataLst>
            </p:nvPr>
          </p:nvSpPr>
          <p:spPr>
            <a:xfrm>
              <a:off x="9806798" y="4557754"/>
              <a:ext cx="22432" cy="22681"/>
            </a:xfrm>
            <a:custGeom>
              <a:avLst/>
              <a:gdLst/>
              <a:ahLst/>
              <a:cxnLst/>
              <a:rect l="0" t="0" r="0" b="0"/>
              <a:pathLst>
                <a:path w="22432" h="22681">
                  <a:moveTo>
                    <a:pt x="0" y="0"/>
                  </a:moveTo>
                  <a:lnTo>
                    <a:pt x="22431" y="0"/>
                  </a:lnTo>
                  <a:lnTo>
                    <a:pt x="22431" y="22680"/>
                  </a:lnTo>
                  <a:lnTo>
                    <a:pt x="0" y="226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0" name="oPE_MapPart_UGA_1_800" descr="Uganda">
              <a:extLst>
                <a:ext uri="{FF2B5EF4-FFF2-40B4-BE49-F238E27FC236}">
                  <a16:creationId xmlns:a16="http://schemas.microsoft.com/office/drawing/2014/main" id="{C85B71A6-17C7-273A-88B4-D691187607A1}"/>
                </a:ext>
              </a:extLst>
            </p:cNvPr>
            <p:cNvSpPr/>
            <p:nvPr>
              <p:custDataLst>
                <p:tags r:id="rId800"/>
              </p:custDataLst>
            </p:nvPr>
          </p:nvSpPr>
          <p:spPr>
            <a:xfrm>
              <a:off x="6710005" y="4304197"/>
              <a:ext cx="112454" cy="118294"/>
            </a:xfrm>
            <a:custGeom>
              <a:avLst/>
              <a:gdLst/>
              <a:ahLst/>
              <a:cxnLst/>
              <a:rect l="0" t="0" r="0" b="0"/>
              <a:pathLst>
                <a:path w="112454" h="118294">
                  <a:moveTo>
                    <a:pt x="90134" y="108570"/>
                  </a:moveTo>
                  <a:lnTo>
                    <a:pt x="25871" y="108420"/>
                  </a:lnTo>
                  <a:lnTo>
                    <a:pt x="21496" y="109954"/>
                  </a:lnTo>
                  <a:lnTo>
                    <a:pt x="16561" y="110066"/>
                  </a:lnTo>
                  <a:lnTo>
                    <a:pt x="11179" y="116161"/>
                  </a:lnTo>
                  <a:lnTo>
                    <a:pt x="7627" y="118293"/>
                  </a:lnTo>
                  <a:lnTo>
                    <a:pt x="6618" y="117919"/>
                  </a:lnTo>
                  <a:lnTo>
                    <a:pt x="5458" y="115488"/>
                  </a:lnTo>
                  <a:lnTo>
                    <a:pt x="299" y="116573"/>
                  </a:lnTo>
                  <a:lnTo>
                    <a:pt x="0" y="111038"/>
                  </a:lnTo>
                  <a:lnTo>
                    <a:pt x="3215" y="85690"/>
                  </a:lnTo>
                  <a:lnTo>
                    <a:pt x="7701" y="77391"/>
                  </a:lnTo>
                  <a:lnTo>
                    <a:pt x="7889" y="70736"/>
                  </a:lnTo>
                  <a:lnTo>
                    <a:pt x="12861" y="67520"/>
                  </a:lnTo>
                  <a:lnTo>
                    <a:pt x="15740" y="63108"/>
                  </a:lnTo>
                  <a:lnTo>
                    <a:pt x="18991" y="62023"/>
                  </a:lnTo>
                  <a:lnTo>
                    <a:pt x="35104" y="45269"/>
                  </a:lnTo>
                  <a:lnTo>
                    <a:pt x="35515" y="43173"/>
                  </a:lnTo>
                  <a:lnTo>
                    <a:pt x="33497" y="40592"/>
                  </a:lnTo>
                  <a:lnTo>
                    <a:pt x="31552" y="40218"/>
                  </a:lnTo>
                  <a:lnTo>
                    <a:pt x="29047" y="37823"/>
                  </a:lnTo>
                  <a:lnTo>
                    <a:pt x="26319" y="37860"/>
                  </a:lnTo>
                  <a:lnTo>
                    <a:pt x="24188" y="36738"/>
                  </a:lnTo>
                  <a:lnTo>
                    <a:pt x="26730" y="27606"/>
                  </a:lnTo>
                  <a:lnTo>
                    <a:pt x="24749" y="24536"/>
                  </a:lnTo>
                  <a:lnTo>
                    <a:pt x="27889" y="16898"/>
                  </a:lnTo>
                  <a:lnTo>
                    <a:pt x="26506" y="15212"/>
                  </a:lnTo>
                  <a:lnTo>
                    <a:pt x="28375" y="12216"/>
                  </a:lnTo>
                  <a:lnTo>
                    <a:pt x="33011" y="9069"/>
                  </a:lnTo>
                  <a:lnTo>
                    <a:pt x="41198" y="11317"/>
                  </a:lnTo>
                  <a:lnTo>
                    <a:pt x="46431" y="8694"/>
                  </a:lnTo>
                  <a:lnTo>
                    <a:pt x="49386" y="12778"/>
                  </a:lnTo>
                  <a:lnTo>
                    <a:pt x="53422" y="14613"/>
                  </a:lnTo>
                  <a:lnTo>
                    <a:pt x="57573" y="10718"/>
                  </a:lnTo>
                  <a:lnTo>
                    <a:pt x="68003" y="8807"/>
                  </a:lnTo>
                  <a:lnTo>
                    <a:pt x="71330" y="7083"/>
                  </a:lnTo>
                  <a:lnTo>
                    <a:pt x="74582" y="9294"/>
                  </a:lnTo>
                  <a:lnTo>
                    <a:pt x="81536" y="9706"/>
                  </a:lnTo>
                  <a:lnTo>
                    <a:pt x="91667" y="0"/>
                  </a:lnTo>
                  <a:lnTo>
                    <a:pt x="94882" y="6896"/>
                  </a:lnTo>
                  <a:lnTo>
                    <a:pt x="96004" y="7308"/>
                  </a:lnTo>
                  <a:lnTo>
                    <a:pt x="95593" y="8507"/>
                  </a:lnTo>
                  <a:lnTo>
                    <a:pt x="101237" y="11879"/>
                  </a:lnTo>
                  <a:lnTo>
                    <a:pt x="100452" y="16823"/>
                  </a:lnTo>
                  <a:lnTo>
                    <a:pt x="101462" y="22028"/>
                  </a:lnTo>
                  <a:lnTo>
                    <a:pt x="102995" y="22926"/>
                  </a:lnTo>
                  <a:lnTo>
                    <a:pt x="104378" y="26970"/>
                  </a:lnTo>
                  <a:lnTo>
                    <a:pt x="107556" y="29178"/>
                  </a:lnTo>
                  <a:lnTo>
                    <a:pt x="110958" y="36214"/>
                  </a:lnTo>
                  <a:lnTo>
                    <a:pt x="110472" y="37524"/>
                  </a:lnTo>
                  <a:lnTo>
                    <a:pt x="112154" y="44894"/>
                  </a:lnTo>
                  <a:lnTo>
                    <a:pt x="112453" y="50916"/>
                  </a:lnTo>
                  <a:lnTo>
                    <a:pt x="112191" y="53609"/>
                  </a:lnTo>
                  <a:lnTo>
                    <a:pt x="108416" y="59069"/>
                  </a:lnTo>
                  <a:lnTo>
                    <a:pt x="108752" y="61912"/>
                  </a:lnTo>
                  <a:lnTo>
                    <a:pt x="104640" y="63743"/>
                  </a:lnTo>
                  <a:lnTo>
                    <a:pt x="102173" y="66099"/>
                  </a:lnTo>
                  <a:lnTo>
                    <a:pt x="100677" y="69726"/>
                  </a:lnTo>
                  <a:lnTo>
                    <a:pt x="95480" y="75185"/>
                  </a:lnTo>
                  <a:lnTo>
                    <a:pt x="92938" y="81615"/>
                  </a:lnTo>
                  <a:lnTo>
                    <a:pt x="90957" y="84120"/>
                  </a:lnTo>
                  <a:lnTo>
                    <a:pt x="90060" y="1050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1" name="oPE_MapPart_UKR_1_801" descr="Ukraine">
              <a:extLst>
                <a:ext uri="{FF2B5EF4-FFF2-40B4-BE49-F238E27FC236}">
                  <a16:creationId xmlns:a16="http://schemas.microsoft.com/office/drawing/2014/main" id="{BF83DB7C-2C73-7347-FE59-A4ABE4978E37}"/>
                </a:ext>
              </a:extLst>
            </p:cNvPr>
            <p:cNvSpPr/>
            <p:nvPr>
              <p:custDataLst>
                <p:tags r:id="rId801"/>
              </p:custDataLst>
            </p:nvPr>
          </p:nvSpPr>
          <p:spPr>
            <a:xfrm>
              <a:off x="6555643" y="3111572"/>
              <a:ext cx="373736" cy="224659"/>
            </a:xfrm>
            <a:custGeom>
              <a:avLst/>
              <a:gdLst/>
              <a:ahLst/>
              <a:cxnLst/>
              <a:rect l="0" t="0" r="0" b="0"/>
              <a:pathLst>
                <a:path w="373736" h="224659">
                  <a:moveTo>
                    <a:pt x="334033" y="168947"/>
                  </a:moveTo>
                  <a:lnTo>
                    <a:pt x="320088" y="169442"/>
                  </a:lnTo>
                  <a:lnTo>
                    <a:pt x="315863" y="174265"/>
                  </a:lnTo>
                  <a:lnTo>
                    <a:pt x="309808" y="175523"/>
                  </a:lnTo>
                  <a:lnTo>
                    <a:pt x="304574" y="180438"/>
                  </a:lnTo>
                  <a:lnTo>
                    <a:pt x="302368" y="178910"/>
                  </a:lnTo>
                  <a:lnTo>
                    <a:pt x="299639" y="178965"/>
                  </a:lnTo>
                  <a:lnTo>
                    <a:pt x="293844" y="182127"/>
                  </a:lnTo>
                  <a:lnTo>
                    <a:pt x="288573" y="181855"/>
                  </a:lnTo>
                  <a:lnTo>
                    <a:pt x="284460" y="183162"/>
                  </a:lnTo>
                  <a:lnTo>
                    <a:pt x="275600" y="190494"/>
                  </a:lnTo>
                  <a:lnTo>
                    <a:pt x="272610" y="195796"/>
                  </a:lnTo>
                  <a:lnTo>
                    <a:pt x="268423" y="198818"/>
                  </a:lnTo>
                  <a:lnTo>
                    <a:pt x="273095" y="193526"/>
                  </a:lnTo>
                  <a:lnTo>
                    <a:pt x="273357" y="190765"/>
                  </a:lnTo>
                  <a:lnTo>
                    <a:pt x="272049" y="188705"/>
                  </a:lnTo>
                  <a:lnTo>
                    <a:pt x="268609" y="193905"/>
                  </a:lnTo>
                  <a:lnTo>
                    <a:pt x="264161" y="196228"/>
                  </a:lnTo>
                  <a:lnTo>
                    <a:pt x="264310" y="202266"/>
                  </a:lnTo>
                  <a:lnTo>
                    <a:pt x="267301" y="209888"/>
                  </a:lnTo>
                  <a:lnTo>
                    <a:pt x="266179" y="209996"/>
                  </a:lnTo>
                  <a:lnTo>
                    <a:pt x="263114" y="208173"/>
                  </a:lnTo>
                  <a:lnTo>
                    <a:pt x="263001" y="205115"/>
                  </a:lnTo>
                  <a:lnTo>
                    <a:pt x="260759" y="202588"/>
                  </a:lnTo>
                  <a:lnTo>
                    <a:pt x="255861" y="202965"/>
                  </a:lnTo>
                  <a:lnTo>
                    <a:pt x="253880" y="200058"/>
                  </a:lnTo>
                  <a:lnTo>
                    <a:pt x="247076" y="198710"/>
                  </a:lnTo>
                  <a:lnTo>
                    <a:pt x="242477" y="195688"/>
                  </a:lnTo>
                  <a:lnTo>
                    <a:pt x="239449" y="195310"/>
                  </a:lnTo>
                  <a:lnTo>
                    <a:pt x="239338" y="197524"/>
                  </a:lnTo>
                  <a:lnTo>
                    <a:pt x="238066" y="199034"/>
                  </a:lnTo>
                  <a:lnTo>
                    <a:pt x="234664" y="200166"/>
                  </a:lnTo>
                  <a:lnTo>
                    <a:pt x="229954" y="196660"/>
                  </a:lnTo>
                  <a:lnTo>
                    <a:pt x="214888" y="199411"/>
                  </a:lnTo>
                  <a:lnTo>
                    <a:pt x="205729" y="194067"/>
                  </a:lnTo>
                  <a:lnTo>
                    <a:pt x="201467" y="193472"/>
                  </a:lnTo>
                  <a:lnTo>
                    <a:pt x="200421" y="192173"/>
                  </a:lnTo>
                  <a:lnTo>
                    <a:pt x="204794" y="190981"/>
                  </a:lnTo>
                  <a:lnTo>
                    <a:pt x="205130" y="189030"/>
                  </a:lnTo>
                  <a:lnTo>
                    <a:pt x="199037" y="187728"/>
                  </a:lnTo>
                  <a:lnTo>
                    <a:pt x="195709" y="185283"/>
                  </a:lnTo>
                  <a:lnTo>
                    <a:pt x="212496" y="187674"/>
                  </a:lnTo>
                  <a:lnTo>
                    <a:pt x="216981" y="183380"/>
                  </a:lnTo>
                  <a:lnTo>
                    <a:pt x="212345" y="184957"/>
                  </a:lnTo>
                  <a:lnTo>
                    <a:pt x="205878" y="182617"/>
                  </a:lnTo>
                  <a:lnTo>
                    <a:pt x="203822" y="178310"/>
                  </a:lnTo>
                  <a:lnTo>
                    <a:pt x="203710" y="172293"/>
                  </a:lnTo>
                  <a:lnTo>
                    <a:pt x="201616" y="166969"/>
                  </a:lnTo>
                  <a:lnTo>
                    <a:pt x="199971" y="165264"/>
                  </a:lnTo>
                  <a:lnTo>
                    <a:pt x="203149" y="173991"/>
                  </a:lnTo>
                  <a:lnTo>
                    <a:pt x="202327" y="182345"/>
                  </a:lnTo>
                  <a:lnTo>
                    <a:pt x="195261" y="181909"/>
                  </a:lnTo>
                  <a:lnTo>
                    <a:pt x="195896" y="178528"/>
                  </a:lnTo>
                  <a:lnTo>
                    <a:pt x="192570" y="182999"/>
                  </a:lnTo>
                  <a:lnTo>
                    <a:pt x="187036" y="183162"/>
                  </a:lnTo>
                  <a:lnTo>
                    <a:pt x="179971" y="185338"/>
                  </a:lnTo>
                  <a:lnTo>
                    <a:pt x="177092" y="193905"/>
                  </a:lnTo>
                  <a:lnTo>
                    <a:pt x="167970" y="205867"/>
                  </a:lnTo>
                  <a:lnTo>
                    <a:pt x="161390" y="209299"/>
                  </a:lnTo>
                  <a:lnTo>
                    <a:pt x="155708" y="210210"/>
                  </a:lnTo>
                  <a:lnTo>
                    <a:pt x="155147" y="213847"/>
                  </a:lnTo>
                  <a:lnTo>
                    <a:pt x="156605" y="215609"/>
                  </a:lnTo>
                  <a:lnTo>
                    <a:pt x="157764" y="221417"/>
                  </a:lnTo>
                  <a:lnTo>
                    <a:pt x="157315" y="223915"/>
                  </a:lnTo>
                  <a:lnTo>
                    <a:pt x="154437" y="220619"/>
                  </a:lnTo>
                  <a:lnTo>
                    <a:pt x="151034" y="219182"/>
                  </a:lnTo>
                  <a:lnTo>
                    <a:pt x="147297" y="219661"/>
                  </a:lnTo>
                  <a:lnTo>
                    <a:pt x="140455" y="223012"/>
                  </a:lnTo>
                  <a:lnTo>
                    <a:pt x="138137" y="222428"/>
                  </a:lnTo>
                  <a:lnTo>
                    <a:pt x="137689" y="224658"/>
                  </a:lnTo>
                  <a:lnTo>
                    <a:pt x="131258" y="222959"/>
                  </a:lnTo>
                  <a:lnTo>
                    <a:pt x="128492" y="221311"/>
                  </a:lnTo>
                  <a:lnTo>
                    <a:pt x="126324" y="218276"/>
                  </a:lnTo>
                  <a:lnTo>
                    <a:pt x="132268" y="216250"/>
                  </a:lnTo>
                  <a:lnTo>
                    <a:pt x="132118" y="211869"/>
                  </a:lnTo>
                  <a:lnTo>
                    <a:pt x="137053" y="206350"/>
                  </a:lnTo>
                  <a:lnTo>
                    <a:pt x="137240" y="203771"/>
                  </a:lnTo>
                  <a:lnTo>
                    <a:pt x="141576" y="200435"/>
                  </a:lnTo>
                  <a:lnTo>
                    <a:pt x="142810" y="196606"/>
                  </a:lnTo>
                  <a:lnTo>
                    <a:pt x="141502" y="193255"/>
                  </a:lnTo>
                  <a:lnTo>
                    <a:pt x="141165" y="189193"/>
                  </a:lnTo>
                  <a:lnTo>
                    <a:pt x="141801" y="188162"/>
                  </a:lnTo>
                  <a:lnTo>
                    <a:pt x="146549" y="186153"/>
                  </a:lnTo>
                  <a:lnTo>
                    <a:pt x="146923" y="190548"/>
                  </a:lnTo>
                  <a:lnTo>
                    <a:pt x="148979" y="187891"/>
                  </a:lnTo>
                  <a:lnTo>
                    <a:pt x="155447" y="189952"/>
                  </a:lnTo>
                  <a:lnTo>
                    <a:pt x="157353" y="188434"/>
                  </a:lnTo>
                  <a:lnTo>
                    <a:pt x="160082" y="191415"/>
                  </a:lnTo>
                  <a:lnTo>
                    <a:pt x="165017" y="190602"/>
                  </a:lnTo>
                  <a:lnTo>
                    <a:pt x="166138" y="189193"/>
                  </a:lnTo>
                  <a:lnTo>
                    <a:pt x="161876" y="185718"/>
                  </a:lnTo>
                  <a:lnTo>
                    <a:pt x="162251" y="180111"/>
                  </a:lnTo>
                  <a:lnTo>
                    <a:pt x="160904" y="176944"/>
                  </a:lnTo>
                  <a:lnTo>
                    <a:pt x="154549" y="172841"/>
                  </a:lnTo>
                  <a:lnTo>
                    <a:pt x="153352" y="168947"/>
                  </a:lnTo>
                  <a:lnTo>
                    <a:pt x="153876" y="163447"/>
                  </a:lnTo>
                  <a:lnTo>
                    <a:pt x="145464" y="156766"/>
                  </a:lnTo>
                  <a:lnTo>
                    <a:pt x="147035" y="147946"/>
                  </a:lnTo>
                  <a:lnTo>
                    <a:pt x="146698" y="144660"/>
                  </a:lnTo>
                  <a:lnTo>
                    <a:pt x="145278" y="142094"/>
                  </a:lnTo>
                  <a:lnTo>
                    <a:pt x="141054" y="142485"/>
                  </a:lnTo>
                  <a:lnTo>
                    <a:pt x="137950" y="137285"/>
                  </a:lnTo>
                  <a:lnTo>
                    <a:pt x="132903" y="136333"/>
                  </a:lnTo>
                  <a:lnTo>
                    <a:pt x="131520" y="138181"/>
                  </a:lnTo>
                  <a:lnTo>
                    <a:pt x="129950" y="135941"/>
                  </a:lnTo>
                  <a:lnTo>
                    <a:pt x="128978" y="136501"/>
                  </a:lnTo>
                  <a:lnTo>
                    <a:pt x="129090" y="134370"/>
                  </a:lnTo>
                  <a:lnTo>
                    <a:pt x="127931" y="133585"/>
                  </a:lnTo>
                  <a:lnTo>
                    <a:pt x="123744" y="133023"/>
                  </a:lnTo>
                  <a:lnTo>
                    <a:pt x="122697" y="131001"/>
                  </a:lnTo>
                  <a:lnTo>
                    <a:pt x="118174" y="128018"/>
                  </a:lnTo>
                  <a:lnTo>
                    <a:pt x="112528" y="126102"/>
                  </a:lnTo>
                  <a:lnTo>
                    <a:pt x="105874" y="129426"/>
                  </a:lnTo>
                  <a:lnTo>
                    <a:pt x="97949" y="128919"/>
                  </a:lnTo>
                  <a:lnTo>
                    <a:pt x="93201" y="132911"/>
                  </a:lnTo>
                  <a:lnTo>
                    <a:pt x="86696" y="134651"/>
                  </a:lnTo>
                  <a:lnTo>
                    <a:pt x="83742" y="141200"/>
                  </a:lnTo>
                  <a:lnTo>
                    <a:pt x="69237" y="143768"/>
                  </a:lnTo>
                  <a:lnTo>
                    <a:pt x="63106" y="146499"/>
                  </a:lnTo>
                  <a:lnTo>
                    <a:pt x="61125" y="148891"/>
                  </a:lnTo>
                  <a:lnTo>
                    <a:pt x="57386" y="149725"/>
                  </a:lnTo>
                  <a:lnTo>
                    <a:pt x="50844" y="143154"/>
                  </a:lnTo>
                  <a:lnTo>
                    <a:pt x="48862" y="142652"/>
                  </a:lnTo>
                  <a:lnTo>
                    <a:pt x="42508" y="143935"/>
                  </a:lnTo>
                  <a:lnTo>
                    <a:pt x="31927" y="141257"/>
                  </a:lnTo>
                  <a:lnTo>
                    <a:pt x="26544" y="141312"/>
                  </a:lnTo>
                  <a:lnTo>
                    <a:pt x="20937" y="138293"/>
                  </a:lnTo>
                  <a:lnTo>
                    <a:pt x="19179" y="140809"/>
                  </a:lnTo>
                  <a:lnTo>
                    <a:pt x="15478" y="142652"/>
                  </a:lnTo>
                  <a:lnTo>
                    <a:pt x="14656" y="139132"/>
                  </a:lnTo>
                  <a:lnTo>
                    <a:pt x="13272" y="137565"/>
                  </a:lnTo>
                  <a:lnTo>
                    <a:pt x="9384" y="136837"/>
                  </a:lnTo>
                  <a:lnTo>
                    <a:pt x="8076" y="134595"/>
                  </a:lnTo>
                  <a:lnTo>
                    <a:pt x="4561" y="133023"/>
                  </a:lnTo>
                  <a:lnTo>
                    <a:pt x="2543" y="128300"/>
                  </a:lnTo>
                  <a:lnTo>
                    <a:pt x="0" y="128356"/>
                  </a:lnTo>
                  <a:lnTo>
                    <a:pt x="263" y="123223"/>
                  </a:lnTo>
                  <a:lnTo>
                    <a:pt x="3403" y="119547"/>
                  </a:lnTo>
                  <a:lnTo>
                    <a:pt x="8450" y="107325"/>
                  </a:lnTo>
                  <a:lnTo>
                    <a:pt x="14095" y="108979"/>
                  </a:lnTo>
                  <a:lnTo>
                    <a:pt x="14992" y="107667"/>
                  </a:lnTo>
                  <a:lnTo>
                    <a:pt x="11927" y="104240"/>
                  </a:lnTo>
                  <a:lnTo>
                    <a:pt x="12488" y="100290"/>
                  </a:lnTo>
                  <a:lnTo>
                    <a:pt x="10768" y="92474"/>
                  </a:lnTo>
                  <a:lnTo>
                    <a:pt x="11964" y="90341"/>
                  </a:lnTo>
                  <a:lnTo>
                    <a:pt x="18805" y="80909"/>
                  </a:lnTo>
                  <a:lnTo>
                    <a:pt x="32825" y="65452"/>
                  </a:lnTo>
                  <a:lnTo>
                    <a:pt x="38246" y="64338"/>
                  </a:lnTo>
                  <a:lnTo>
                    <a:pt x="40675" y="60462"/>
                  </a:lnTo>
                  <a:lnTo>
                    <a:pt x="40788" y="57577"/>
                  </a:lnTo>
                  <a:lnTo>
                    <a:pt x="38358" y="52088"/>
                  </a:lnTo>
                  <a:lnTo>
                    <a:pt x="41012" y="50135"/>
                  </a:lnTo>
                  <a:lnTo>
                    <a:pt x="40825" y="49188"/>
                  </a:lnTo>
                  <a:lnTo>
                    <a:pt x="38507" y="46994"/>
                  </a:lnTo>
                  <a:lnTo>
                    <a:pt x="35966" y="40871"/>
                  </a:lnTo>
                  <a:lnTo>
                    <a:pt x="31853" y="34723"/>
                  </a:lnTo>
                  <a:lnTo>
                    <a:pt x="32152" y="31910"/>
                  </a:lnTo>
                  <a:lnTo>
                    <a:pt x="30619" y="27830"/>
                  </a:lnTo>
                  <a:lnTo>
                    <a:pt x="30694" y="24763"/>
                  </a:lnTo>
                  <a:lnTo>
                    <a:pt x="31479" y="24101"/>
                  </a:lnTo>
                  <a:lnTo>
                    <a:pt x="38358" y="25365"/>
                  </a:lnTo>
                  <a:lnTo>
                    <a:pt x="44638" y="19214"/>
                  </a:lnTo>
                  <a:lnTo>
                    <a:pt x="46320" y="16130"/>
                  </a:lnTo>
                  <a:lnTo>
                    <a:pt x="60976" y="14010"/>
                  </a:lnTo>
                  <a:lnTo>
                    <a:pt x="75892" y="14191"/>
                  </a:lnTo>
                  <a:lnTo>
                    <a:pt x="104079" y="20000"/>
                  </a:lnTo>
                  <a:lnTo>
                    <a:pt x="107294" y="25184"/>
                  </a:lnTo>
                  <a:lnTo>
                    <a:pt x="115444" y="26027"/>
                  </a:lnTo>
                  <a:lnTo>
                    <a:pt x="115669" y="29151"/>
                  </a:lnTo>
                  <a:lnTo>
                    <a:pt x="118959" y="25365"/>
                  </a:lnTo>
                  <a:lnTo>
                    <a:pt x="122137" y="26448"/>
                  </a:lnTo>
                  <a:lnTo>
                    <a:pt x="125726" y="24823"/>
                  </a:lnTo>
                  <a:lnTo>
                    <a:pt x="134324" y="26989"/>
                  </a:lnTo>
                  <a:lnTo>
                    <a:pt x="135333" y="29871"/>
                  </a:lnTo>
                  <a:lnTo>
                    <a:pt x="137091" y="30651"/>
                  </a:lnTo>
                  <a:lnTo>
                    <a:pt x="138362" y="28070"/>
                  </a:lnTo>
                  <a:lnTo>
                    <a:pt x="144791" y="24161"/>
                  </a:lnTo>
                  <a:lnTo>
                    <a:pt x="149876" y="32329"/>
                  </a:lnTo>
                  <a:lnTo>
                    <a:pt x="154138" y="30591"/>
                  </a:lnTo>
                  <a:lnTo>
                    <a:pt x="166774" y="29151"/>
                  </a:lnTo>
                  <a:lnTo>
                    <a:pt x="169840" y="31790"/>
                  </a:lnTo>
                  <a:lnTo>
                    <a:pt x="170363" y="34245"/>
                  </a:lnTo>
                  <a:lnTo>
                    <a:pt x="174737" y="36218"/>
                  </a:lnTo>
                  <a:lnTo>
                    <a:pt x="176569" y="33227"/>
                  </a:lnTo>
                  <a:lnTo>
                    <a:pt x="174512" y="25184"/>
                  </a:lnTo>
                  <a:lnTo>
                    <a:pt x="175559" y="22112"/>
                  </a:lnTo>
                  <a:lnTo>
                    <a:pt x="179111" y="15161"/>
                  </a:lnTo>
                  <a:lnTo>
                    <a:pt x="183784" y="10064"/>
                  </a:lnTo>
                  <a:lnTo>
                    <a:pt x="196121" y="7995"/>
                  </a:lnTo>
                  <a:lnTo>
                    <a:pt x="207522" y="9942"/>
                  </a:lnTo>
                  <a:lnTo>
                    <a:pt x="210850" y="7813"/>
                  </a:lnTo>
                  <a:lnTo>
                    <a:pt x="212496" y="2446"/>
                  </a:lnTo>
                  <a:lnTo>
                    <a:pt x="214028" y="1224"/>
                  </a:lnTo>
                  <a:lnTo>
                    <a:pt x="221729" y="3118"/>
                  </a:lnTo>
                  <a:lnTo>
                    <a:pt x="228833" y="123"/>
                  </a:lnTo>
                  <a:lnTo>
                    <a:pt x="241020" y="0"/>
                  </a:lnTo>
                  <a:lnTo>
                    <a:pt x="244908" y="3118"/>
                  </a:lnTo>
                  <a:lnTo>
                    <a:pt x="248870" y="12311"/>
                  </a:lnTo>
                  <a:lnTo>
                    <a:pt x="254777" y="19033"/>
                  </a:lnTo>
                  <a:lnTo>
                    <a:pt x="254403" y="21207"/>
                  </a:lnTo>
                  <a:lnTo>
                    <a:pt x="249021" y="22413"/>
                  </a:lnTo>
                  <a:lnTo>
                    <a:pt x="250666" y="26628"/>
                  </a:lnTo>
                  <a:lnTo>
                    <a:pt x="251300" y="32988"/>
                  </a:lnTo>
                  <a:lnTo>
                    <a:pt x="252235" y="33766"/>
                  </a:lnTo>
                  <a:lnTo>
                    <a:pt x="250964" y="36576"/>
                  </a:lnTo>
                  <a:lnTo>
                    <a:pt x="262291" y="39441"/>
                  </a:lnTo>
                  <a:lnTo>
                    <a:pt x="268609" y="38307"/>
                  </a:lnTo>
                  <a:lnTo>
                    <a:pt x="270554" y="43014"/>
                  </a:lnTo>
                  <a:lnTo>
                    <a:pt x="273768" y="43549"/>
                  </a:lnTo>
                  <a:lnTo>
                    <a:pt x="273806" y="46638"/>
                  </a:lnTo>
                  <a:lnTo>
                    <a:pt x="276423" y="53979"/>
                  </a:lnTo>
                  <a:lnTo>
                    <a:pt x="275413" y="57813"/>
                  </a:lnTo>
                  <a:lnTo>
                    <a:pt x="275825" y="60109"/>
                  </a:lnTo>
                  <a:lnTo>
                    <a:pt x="279563" y="65687"/>
                  </a:lnTo>
                  <a:lnTo>
                    <a:pt x="281282" y="66449"/>
                  </a:lnTo>
                  <a:lnTo>
                    <a:pt x="285769" y="63458"/>
                  </a:lnTo>
                  <a:lnTo>
                    <a:pt x="290479" y="64397"/>
                  </a:lnTo>
                  <a:lnTo>
                    <a:pt x="294405" y="68556"/>
                  </a:lnTo>
                  <a:lnTo>
                    <a:pt x="298443" y="68556"/>
                  </a:lnTo>
                  <a:lnTo>
                    <a:pt x="300910" y="70895"/>
                  </a:lnTo>
                  <a:lnTo>
                    <a:pt x="303826" y="68205"/>
                  </a:lnTo>
                  <a:lnTo>
                    <a:pt x="317584" y="64338"/>
                  </a:lnTo>
                  <a:lnTo>
                    <a:pt x="320911" y="68205"/>
                  </a:lnTo>
                  <a:lnTo>
                    <a:pt x="323453" y="74162"/>
                  </a:lnTo>
                  <a:lnTo>
                    <a:pt x="330555" y="80271"/>
                  </a:lnTo>
                  <a:lnTo>
                    <a:pt x="332650" y="79632"/>
                  </a:lnTo>
                  <a:lnTo>
                    <a:pt x="333285" y="76841"/>
                  </a:lnTo>
                  <a:lnTo>
                    <a:pt x="334967" y="75968"/>
                  </a:lnTo>
                  <a:lnTo>
                    <a:pt x="338967" y="78819"/>
                  </a:lnTo>
                  <a:lnTo>
                    <a:pt x="343042" y="79167"/>
                  </a:lnTo>
                  <a:lnTo>
                    <a:pt x="348650" y="83345"/>
                  </a:lnTo>
                  <a:lnTo>
                    <a:pt x="353996" y="82302"/>
                  </a:lnTo>
                  <a:lnTo>
                    <a:pt x="356651" y="86008"/>
                  </a:lnTo>
                  <a:lnTo>
                    <a:pt x="359978" y="86413"/>
                  </a:lnTo>
                  <a:lnTo>
                    <a:pt x="366557" y="91437"/>
                  </a:lnTo>
                  <a:lnTo>
                    <a:pt x="372801" y="91264"/>
                  </a:lnTo>
                  <a:lnTo>
                    <a:pt x="372314" y="95927"/>
                  </a:lnTo>
                  <a:lnTo>
                    <a:pt x="373735" y="97938"/>
                  </a:lnTo>
                  <a:lnTo>
                    <a:pt x="373399" y="101665"/>
                  </a:lnTo>
                  <a:lnTo>
                    <a:pt x="368837" y="107610"/>
                  </a:lnTo>
                  <a:lnTo>
                    <a:pt x="364613" y="109378"/>
                  </a:lnTo>
                  <a:lnTo>
                    <a:pt x="365997" y="112339"/>
                  </a:lnTo>
                  <a:lnTo>
                    <a:pt x="371193" y="115294"/>
                  </a:lnTo>
                  <a:lnTo>
                    <a:pt x="366819" y="115748"/>
                  </a:lnTo>
                  <a:lnTo>
                    <a:pt x="364987" y="117904"/>
                  </a:lnTo>
                  <a:lnTo>
                    <a:pt x="363753" y="122545"/>
                  </a:lnTo>
                  <a:lnTo>
                    <a:pt x="367716" y="124071"/>
                  </a:lnTo>
                  <a:lnTo>
                    <a:pt x="368837" y="129763"/>
                  </a:lnTo>
                  <a:lnTo>
                    <a:pt x="367941" y="131563"/>
                  </a:lnTo>
                  <a:lnTo>
                    <a:pt x="370258" y="132630"/>
                  </a:lnTo>
                  <a:lnTo>
                    <a:pt x="366483" y="142094"/>
                  </a:lnTo>
                  <a:lnTo>
                    <a:pt x="366520" y="144493"/>
                  </a:lnTo>
                  <a:lnTo>
                    <a:pt x="365660" y="145830"/>
                  </a:lnTo>
                  <a:lnTo>
                    <a:pt x="346669" y="146053"/>
                  </a:lnTo>
                  <a:lnTo>
                    <a:pt x="342893" y="151335"/>
                  </a:lnTo>
                  <a:lnTo>
                    <a:pt x="335566" y="154607"/>
                  </a:lnTo>
                  <a:lnTo>
                    <a:pt x="333771" y="161958"/>
                  </a:lnTo>
                  <a:lnTo>
                    <a:pt x="335415" y="163833"/>
                  </a:lnTo>
                  <a:lnTo>
                    <a:pt x="333846" y="1676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2" name="oPE_MapPart_UKR_2_802" descr="Ukraine">
              <a:extLst>
                <a:ext uri="{FF2B5EF4-FFF2-40B4-BE49-F238E27FC236}">
                  <a16:creationId xmlns:a16="http://schemas.microsoft.com/office/drawing/2014/main" id="{D3B5CDC1-6126-D497-08A3-2141572E3017}"/>
                </a:ext>
              </a:extLst>
            </p:cNvPr>
            <p:cNvSpPr/>
            <p:nvPr>
              <p:custDataLst>
                <p:tags r:id="rId802"/>
              </p:custDataLst>
            </p:nvPr>
          </p:nvSpPr>
          <p:spPr>
            <a:xfrm>
              <a:off x="6750417" y="3302283"/>
              <a:ext cx="13311" cy="6598"/>
            </a:xfrm>
            <a:custGeom>
              <a:avLst/>
              <a:gdLst/>
              <a:ahLst/>
              <a:cxnLst/>
              <a:rect l="0" t="0" r="0" b="0"/>
              <a:pathLst>
                <a:path w="13311" h="6598">
                  <a:moveTo>
                    <a:pt x="10469" y="5085"/>
                  </a:moveTo>
                  <a:lnTo>
                    <a:pt x="13310" y="6597"/>
                  </a:lnTo>
                  <a:lnTo>
                    <a:pt x="10394" y="6165"/>
                  </a:lnTo>
                  <a:lnTo>
                    <a:pt x="1122" y="3464"/>
                  </a:lnTo>
                  <a:lnTo>
                    <a:pt x="0" y="0"/>
                  </a:lnTo>
                  <a:lnTo>
                    <a:pt x="2693" y="30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3" name="oPE_MapPart_ARE_1_803" descr="Vereinigte Arabische Emirate">
              <a:extLst>
                <a:ext uri="{FF2B5EF4-FFF2-40B4-BE49-F238E27FC236}">
                  <a16:creationId xmlns:a16="http://schemas.microsoft.com/office/drawing/2014/main" id="{C24DFC97-01D2-3D56-76C7-648149F924C2}"/>
                </a:ext>
              </a:extLst>
            </p:cNvPr>
            <p:cNvSpPr/>
            <p:nvPr>
              <p:custDataLst>
                <p:tags r:id="rId803"/>
              </p:custDataLst>
            </p:nvPr>
          </p:nvSpPr>
          <p:spPr>
            <a:xfrm>
              <a:off x="7167032" y="3830957"/>
              <a:ext cx="100117" cy="78391"/>
            </a:xfrm>
            <a:custGeom>
              <a:avLst/>
              <a:gdLst/>
              <a:ahLst/>
              <a:cxnLst/>
              <a:rect l="0" t="0" r="0" b="0"/>
              <a:pathLst>
                <a:path w="100117" h="78391">
                  <a:moveTo>
                    <a:pt x="98247" y="9514"/>
                  </a:moveTo>
                  <a:lnTo>
                    <a:pt x="99593" y="11379"/>
                  </a:lnTo>
                  <a:lnTo>
                    <a:pt x="100116" y="24939"/>
                  </a:lnTo>
                  <a:lnTo>
                    <a:pt x="93387" y="30420"/>
                  </a:lnTo>
                  <a:lnTo>
                    <a:pt x="91443" y="27660"/>
                  </a:lnTo>
                  <a:lnTo>
                    <a:pt x="92190" y="27290"/>
                  </a:lnTo>
                  <a:lnTo>
                    <a:pt x="92041" y="25517"/>
                  </a:lnTo>
                  <a:lnTo>
                    <a:pt x="90284" y="25105"/>
                  </a:lnTo>
                  <a:lnTo>
                    <a:pt x="87817" y="27454"/>
                  </a:lnTo>
                  <a:lnTo>
                    <a:pt x="87218" y="36095"/>
                  </a:lnTo>
                  <a:lnTo>
                    <a:pt x="88003" y="39297"/>
                  </a:lnTo>
                  <a:lnTo>
                    <a:pt x="87069" y="41758"/>
                  </a:lnTo>
                  <a:lnTo>
                    <a:pt x="90545" y="42373"/>
                  </a:lnTo>
                  <a:lnTo>
                    <a:pt x="91742" y="45814"/>
                  </a:lnTo>
                  <a:lnTo>
                    <a:pt x="82657" y="47451"/>
                  </a:lnTo>
                  <a:lnTo>
                    <a:pt x="81012" y="48597"/>
                  </a:lnTo>
                  <a:lnTo>
                    <a:pt x="82321" y="51377"/>
                  </a:lnTo>
                  <a:lnTo>
                    <a:pt x="81836" y="53542"/>
                  </a:lnTo>
                  <a:lnTo>
                    <a:pt x="75442" y="69141"/>
                  </a:lnTo>
                  <a:lnTo>
                    <a:pt x="75143" y="76607"/>
                  </a:lnTo>
                  <a:lnTo>
                    <a:pt x="73760" y="78390"/>
                  </a:lnTo>
                  <a:lnTo>
                    <a:pt x="20487" y="71456"/>
                  </a:lnTo>
                  <a:lnTo>
                    <a:pt x="524" y="45486"/>
                  </a:lnTo>
                  <a:lnTo>
                    <a:pt x="0" y="40773"/>
                  </a:lnTo>
                  <a:lnTo>
                    <a:pt x="785" y="39584"/>
                  </a:lnTo>
                  <a:lnTo>
                    <a:pt x="2019" y="41594"/>
                  </a:lnTo>
                  <a:lnTo>
                    <a:pt x="4150" y="41471"/>
                  </a:lnTo>
                  <a:lnTo>
                    <a:pt x="4636" y="45568"/>
                  </a:lnTo>
                  <a:lnTo>
                    <a:pt x="7029" y="47615"/>
                  </a:lnTo>
                  <a:lnTo>
                    <a:pt x="14168" y="47369"/>
                  </a:lnTo>
                  <a:lnTo>
                    <a:pt x="22431" y="43766"/>
                  </a:lnTo>
                  <a:lnTo>
                    <a:pt x="48301" y="45527"/>
                  </a:lnTo>
                  <a:lnTo>
                    <a:pt x="58769" y="40938"/>
                  </a:lnTo>
                  <a:lnTo>
                    <a:pt x="66021" y="28773"/>
                  </a:lnTo>
                  <a:lnTo>
                    <a:pt x="73311" y="23496"/>
                  </a:lnTo>
                  <a:lnTo>
                    <a:pt x="82134" y="12995"/>
                  </a:lnTo>
                  <a:lnTo>
                    <a:pt x="90807" y="6194"/>
                  </a:lnTo>
                  <a:lnTo>
                    <a:pt x="93723" y="0"/>
                  </a:lnTo>
                  <a:lnTo>
                    <a:pt x="95518" y="333"/>
                  </a:lnTo>
                  <a:lnTo>
                    <a:pt x="95032" y="8560"/>
                  </a:lnTo>
                  <a:lnTo>
                    <a:pt x="97836" y="1001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4" name="oPE_MapPart_ARE_2_804" descr="Vereinigte Arabische Emirate">
              <a:extLst>
                <a:ext uri="{FF2B5EF4-FFF2-40B4-BE49-F238E27FC236}">
                  <a16:creationId xmlns:a16="http://schemas.microsoft.com/office/drawing/2014/main" id="{F9447FAB-22D9-36E0-C056-BB767CA5BFC0}"/>
                </a:ext>
              </a:extLst>
            </p:cNvPr>
            <p:cNvSpPr/>
            <p:nvPr>
              <p:custDataLst>
                <p:tags r:id="rId804"/>
              </p:custDataLst>
            </p:nvPr>
          </p:nvSpPr>
          <p:spPr>
            <a:xfrm>
              <a:off x="7200753" y="3868858"/>
              <a:ext cx="5272" cy="3489"/>
            </a:xfrm>
            <a:custGeom>
              <a:avLst/>
              <a:gdLst/>
              <a:ahLst/>
              <a:cxnLst/>
              <a:rect l="0" t="0" r="0" b="0"/>
              <a:pathLst>
                <a:path w="5272" h="3489">
                  <a:moveTo>
                    <a:pt x="2916" y="3488"/>
                  </a:moveTo>
                  <a:lnTo>
                    <a:pt x="0" y="2749"/>
                  </a:lnTo>
                  <a:lnTo>
                    <a:pt x="4599" y="0"/>
                  </a:lnTo>
                  <a:lnTo>
                    <a:pt x="5271" y="903"/>
                  </a:lnTo>
                  <a:lnTo>
                    <a:pt x="3962" y="29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5" name="oPE_MapPart_ARE_3_805" descr="Vereinigte Arabische Emirate">
              <a:extLst>
                <a:ext uri="{FF2B5EF4-FFF2-40B4-BE49-F238E27FC236}">
                  <a16:creationId xmlns:a16="http://schemas.microsoft.com/office/drawing/2014/main" id="{E69C361B-0C15-77D0-06E2-9BA55E24D651}"/>
                </a:ext>
              </a:extLst>
            </p:cNvPr>
            <p:cNvSpPr/>
            <p:nvPr>
              <p:custDataLst>
                <p:tags r:id="rId805"/>
              </p:custDataLst>
            </p:nvPr>
          </p:nvSpPr>
          <p:spPr>
            <a:xfrm>
              <a:off x="7188117" y="3869638"/>
              <a:ext cx="1534" cy="2012"/>
            </a:xfrm>
            <a:custGeom>
              <a:avLst/>
              <a:gdLst/>
              <a:ahLst/>
              <a:cxnLst/>
              <a:rect l="0" t="0" r="0" b="0"/>
              <a:pathLst>
                <a:path w="1534" h="2012">
                  <a:moveTo>
                    <a:pt x="711" y="2011"/>
                  </a:moveTo>
                  <a:lnTo>
                    <a:pt x="0" y="575"/>
                  </a:lnTo>
                  <a:lnTo>
                    <a:pt x="972" y="0"/>
                  </a:lnTo>
                  <a:lnTo>
                    <a:pt x="1533" y="10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6" name="oPE_MapPart_ARE_4_806" descr="Vereinigte Arabische Emirate">
              <a:extLst>
                <a:ext uri="{FF2B5EF4-FFF2-40B4-BE49-F238E27FC236}">
                  <a16:creationId xmlns:a16="http://schemas.microsoft.com/office/drawing/2014/main" id="{D40EAFDB-8E93-31E1-878F-E66BB24585F2}"/>
                </a:ext>
              </a:extLst>
            </p:cNvPr>
            <p:cNvSpPr/>
            <p:nvPr>
              <p:custDataLst>
                <p:tags r:id="rId806"/>
              </p:custDataLst>
            </p:nvPr>
          </p:nvSpPr>
          <p:spPr>
            <a:xfrm>
              <a:off x="7209950" y="3872346"/>
              <a:ext cx="6094" cy="2787"/>
            </a:xfrm>
            <a:custGeom>
              <a:avLst/>
              <a:gdLst/>
              <a:ahLst/>
              <a:cxnLst/>
              <a:rect l="0" t="0" r="0" b="0"/>
              <a:pathLst>
                <a:path w="6094" h="2787">
                  <a:moveTo>
                    <a:pt x="6093" y="1845"/>
                  </a:moveTo>
                  <a:lnTo>
                    <a:pt x="6093" y="2623"/>
                  </a:lnTo>
                  <a:lnTo>
                    <a:pt x="3402" y="2786"/>
                  </a:lnTo>
                  <a:lnTo>
                    <a:pt x="0" y="2008"/>
                  </a:lnTo>
                  <a:lnTo>
                    <a:pt x="4149" y="0"/>
                  </a:lnTo>
                  <a:lnTo>
                    <a:pt x="5383" y="98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7" name="oPE_MapPart_ARE_5_807" descr="Vereinigte Arabische Emirate">
              <a:extLst>
                <a:ext uri="{FF2B5EF4-FFF2-40B4-BE49-F238E27FC236}">
                  <a16:creationId xmlns:a16="http://schemas.microsoft.com/office/drawing/2014/main" id="{8A1FD546-B79A-00B0-A0FB-8073757E5453}"/>
                </a:ext>
              </a:extLst>
            </p:cNvPr>
            <p:cNvSpPr/>
            <p:nvPr>
              <p:custDataLst>
                <p:tags r:id="rId807"/>
              </p:custDataLst>
            </p:nvPr>
          </p:nvSpPr>
          <p:spPr>
            <a:xfrm>
              <a:off x="7224492" y="3866723"/>
              <a:ext cx="2730" cy="1438"/>
            </a:xfrm>
            <a:custGeom>
              <a:avLst/>
              <a:gdLst/>
              <a:ahLst/>
              <a:cxnLst/>
              <a:rect l="0" t="0" r="0" b="0"/>
              <a:pathLst>
                <a:path w="2730" h="1438">
                  <a:moveTo>
                    <a:pt x="2729" y="1437"/>
                  </a:moveTo>
                  <a:lnTo>
                    <a:pt x="486" y="1437"/>
                  </a:lnTo>
                  <a:lnTo>
                    <a:pt x="0" y="780"/>
                  </a:lnTo>
                  <a:lnTo>
                    <a:pt x="935" y="0"/>
                  </a:lnTo>
                  <a:lnTo>
                    <a:pt x="1907" y="7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8" name="oPE_MapPart_GBR_1_808" descr="Vereinigtes Königreich">
              <a:extLst>
                <a:ext uri="{FF2B5EF4-FFF2-40B4-BE49-F238E27FC236}">
                  <a16:creationId xmlns:a16="http://schemas.microsoft.com/office/drawing/2014/main" id="{DEB119D8-EC6C-7841-7238-DA2AC2529200}"/>
                </a:ext>
              </a:extLst>
            </p:cNvPr>
            <p:cNvSpPr/>
            <p:nvPr>
              <p:custDataLst>
                <p:tags r:id="rId808"/>
              </p:custDataLst>
            </p:nvPr>
          </p:nvSpPr>
          <p:spPr>
            <a:xfrm>
              <a:off x="5968631" y="2879769"/>
              <a:ext cx="163633" cy="308762"/>
            </a:xfrm>
            <a:custGeom>
              <a:avLst/>
              <a:gdLst/>
              <a:ahLst/>
              <a:cxnLst/>
              <a:rect l="0" t="0" r="0" b="0"/>
              <a:pathLst>
                <a:path w="163633" h="308762">
                  <a:moveTo>
                    <a:pt x="71965" y="256145"/>
                  </a:moveTo>
                  <a:lnTo>
                    <a:pt x="65498" y="258912"/>
                  </a:lnTo>
                  <a:lnTo>
                    <a:pt x="58955" y="263893"/>
                  </a:lnTo>
                  <a:lnTo>
                    <a:pt x="53385" y="263114"/>
                  </a:lnTo>
                  <a:lnTo>
                    <a:pt x="46544" y="257168"/>
                  </a:lnTo>
                  <a:lnTo>
                    <a:pt x="39403" y="257950"/>
                  </a:lnTo>
                  <a:lnTo>
                    <a:pt x="42394" y="254879"/>
                  </a:lnTo>
                  <a:lnTo>
                    <a:pt x="36263" y="252165"/>
                  </a:lnTo>
                  <a:lnTo>
                    <a:pt x="31814" y="252286"/>
                  </a:lnTo>
                  <a:lnTo>
                    <a:pt x="25571" y="256024"/>
                  </a:lnTo>
                  <a:lnTo>
                    <a:pt x="20935" y="253372"/>
                  </a:lnTo>
                  <a:lnTo>
                    <a:pt x="19365" y="248114"/>
                  </a:lnTo>
                  <a:lnTo>
                    <a:pt x="18056" y="247509"/>
                  </a:lnTo>
                  <a:lnTo>
                    <a:pt x="21683" y="243568"/>
                  </a:lnTo>
                  <a:lnTo>
                    <a:pt x="36337" y="236752"/>
                  </a:lnTo>
                  <a:lnTo>
                    <a:pt x="41198" y="232415"/>
                  </a:lnTo>
                  <a:lnTo>
                    <a:pt x="44712" y="225057"/>
                  </a:lnTo>
                  <a:lnTo>
                    <a:pt x="42656" y="222781"/>
                  </a:lnTo>
                  <a:lnTo>
                    <a:pt x="43478" y="219514"/>
                  </a:lnTo>
                  <a:lnTo>
                    <a:pt x="41833" y="215560"/>
                  </a:lnTo>
                  <a:lnTo>
                    <a:pt x="42170" y="212278"/>
                  </a:lnTo>
                  <a:lnTo>
                    <a:pt x="36898" y="212898"/>
                  </a:lnTo>
                  <a:lnTo>
                    <a:pt x="30094" y="215993"/>
                  </a:lnTo>
                  <a:lnTo>
                    <a:pt x="31029" y="213084"/>
                  </a:lnTo>
                  <a:lnTo>
                    <a:pt x="35889" y="208864"/>
                  </a:lnTo>
                  <a:lnTo>
                    <a:pt x="38730" y="204321"/>
                  </a:lnTo>
                  <a:lnTo>
                    <a:pt x="48263" y="198826"/>
                  </a:lnTo>
                  <a:lnTo>
                    <a:pt x="56189" y="197512"/>
                  </a:lnTo>
                  <a:lnTo>
                    <a:pt x="58282" y="197324"/>
                  </a:lnTo>
                  <a:lnTo>
                    <a:pt x="63030" y="200327"/>
                  </a:lnTo>
                  <a:lnTo>
                    <a:pt x="61609" y="195632"/>
                  </a:lnTo>
                  <a:lnTo>
                    <a:pt x="63703" y="194503"/>
                  </a:lnTo>
                  <a:lnTo>
                    <a:pt x="66768" y="198763"/>
                  </a:lnTo>
                  <a:lnTo>
                    <a:pt x="70245" y="198576"/>
                  </a:lnTo>
                  <a:lnTo>
                    <a:pt x="66881" y="197199"/>
                  </a:lnTo>
                  <a:lnTo>
                    <a:pt x="63703" y="191551"/>
                  </a:lnTo>
                  <a:lnTo>
                    <a:pt x="63815" y="188971"/>
                  </a:lnTo>
                  <a:lnTo>
                    <a:pt x="66619" y="183798"/>
                  </a:lnTo>
                  <a:lnTo>
                    <a:pt x="64414" y="182407"/>
                  </a:lnTo>
                  <a:lnTo>
                    <a:pt x="64488" y="177719"/>
                  </a:lnTo>
                  <a:lnTo>
                    <a:pt x="67142" y="175814"/>
                  </a:lnTo>
                  <a:lnTo>
                    <a:pt x="68264" y="169637"/>
                  </a:lnTo>
                  <a:lnTo>
                    <a:pt x="67815" y="168169"/>
                  </a:lnTo>
                  <a:lnTo>
                    <a:pt x="61609" y="169892"/>
                  </a:lnTo>
                  <a:lnTo>
                    <a:pt x="53235" y="157784"/>
                  </a:lnTo>
                  <a:lnTo>
                    <a:pt x="52750" y="154307"/>
                  </a:lnTo>
                  <a:lnTo>
                    <a:pt x="55404" y="146872"/>
                  </a:lnTo>
                  <a:lnTo>
                    <a:pt x="59479" y="142003"/>
                  </a:lnTo>
                  <a:lnTo>
                    <a:pt x="64301" y="140377"/>
                  </a:lnTo>
                  <a:lnTo>
                    <a:pt x="53646" y="140572"/>
                  </a:lnTo>
                  <a:lnTo>
                    <a:pt x="45160" y="146548"/>
                  </a:lnTo>
                  <a:lnTo>
                    <a:pt x="41534" y="146613"/>
                  </a:lnTo>
                  <a:lnTo>
                    <a:pt x="39029" y="144213"/>
                  </a:lnTo>
                  <a:lnTo>
                    <a:pt x="33534" y="147391"/>
                  </a:lnTo>
                  <a:lnTo>
                    <a:pt x="27290" y="144213"/>
                  </a:lnTo>
                  <a:lnTo>
                    <a:pt x="25384" y="149851"/>
                  </a:lnTo>
                  <a:lnTo>
                    <a:pt x="20711" y="143823"/>
                  </a:lnTo>
                  <a:lnTo>
                    <a:pt x="19926" y="139139"/>
                  </a:lnTo>
                  <a:lnTo>
                    <a:pt x="22356" y="139074"/>
                  </a:lnTo>
                  <a:lnTo>
                    <a:pt x="30244" y="120384"/>
                  </a:lnTo>
                  <a:lnTo>
                    <a:pt x="29234" y="116815"/>
                  </a:lnTo>
                  <a:lnTo>
                    <a:pt x="25757" y="113105"/>
                  </a:lnTo>
                  <a:lnTo>
                    <a:pt x="26206" y="106656"/>
                  </a:lnTo>
                  <a:lnTo>
                    <a:pt x="27141" y="104589"/>
                  </a:lnTo>
                  <a:lnTo>
                    <a:pt x="32150" y="104255"/>
                  </a:lnTo>
                  <a:lnTo>
                    <a:pt x="26767" y="100043"/>
                  </a:lnTo>
                  <a:lnTo>
                    <a:pt x="27664" y="96089"/>
                  </a:lnTo>
                  <a:lnTo>
                    <a:pt x="25047" y="100914"/>
                  </a:lnTo>
                  <a:lnTo>
                    <a:pt x="21608" y="102451"/>
                  </a:lnTo>
                  <a:lnTo>
                    <a:pt x="19066" y="106123"/>
                  </a:lnTo>
                  <a:lnTo>
                    <a:pt x="18430" y="104589"/>
                  </a:lnTo>
                  <a:lnTo>
                    <a:pt x="18879" y="99508"/>
                  </a:lnTo>
                  <a:lnTo>
                    <a:pt x="23589" y="93266"/>
                  </a:lnTo>
                  <a:lnTo>
                    <a:pt x="15551" y="101248"/>
                  </a:lnTo>
                  <a:lnTo>
                    <a:pt x="14841" y="102919"/>
                  </a:lnTo>
                  <a:lnTo>
                    <a:pt x="15514" y="110516"/>
                  </a:lnTo>
                  <a:lnTo>
                    <a:pt x="11962" y="124470"/>
                  </a:lnTo>
                  <a:lnTo>
                    <a:pt x="10094" y="126772"/>
                  </a:lnTo>
                  <a:lnTo>
                    <a:pt x="7551" y="125458"/>
                  </a:lnTo>
                  <a:lnTo>
                    <a:pt x="9383" y="115889"/>
                  </a:lnTo>
                  <a:lnTo>
                    <a:pt x="13047" y="109319"/>
                  </a:lnTo>
                  <a:lnTo>
                    <a:pt x="10580" y="108920"/>
                  </a:lnTo>
                  <a:lnTo>
                    <a:pt x="10878" y="99910"/>
                  </a:lnTo>
                  <a:lnTo>
                    <a:pt x="12411" y="92661"/>
                  </a:lnTo>
                  <a:lnTo>
                    <a:pt x="15365" y="82734"/>
                  </a:lnTo>
                  <a:lnTo>
                    <a:pt x="19627" y="73558"/>
                  </a:lnTo>
                  <a:lnTo>
                    <a:pt x="9981" y="82057"/>
                  </a:lnTo>
                  <a:lnTo>
                    <a:pt x="5570" y="80972"/>
                  </a:lnTo>
                  <a:lnTo>
                    <a:pt x="4075" y="79275"/>
                  </a:lnTo>
                  <a:lnTo>
                    <a:pt x="3402" y="76147"/>
                  </a:lnTo>
                  <a:lnTo>
                    <a:pt x="0" y="75057"/>
                  </a:lnTo>
                  <a:lnTo>
                    <a:pt x="8336" y="69939"/>
                  </a:lnTo>
                  <a:lnTo>
                    <a:pt x="5645" y="68023"/>
                  </a:lnTo>
                  <a:lnTo>
                    <a:pt x="8224" y="65830"/>
                  </a:lnTo>
                  <a:lnTo>
                    <a:pt x="11252" y="60403"/>
                  </a:lnTo>
                  <a:lnTo>
                    <a:pt x="11850" y="55438"/>
                  </a:lnTo>
                  <a:lnTo>
                    <a:pt x="9906" y="51565"/>
                  </a:lnTo>
                  <a:lnTo>
                    <a:pt x="7028" y="49832"/>
                  </a:lnTo>
                  <a:lnTo>
                    <a:pt x="6878" y="46361"/>
                  </a:lnTo>
                  <a:lnTo>
                    <a:pt x="11439" y="43368"/>
                  </a:lnTo>
                  <a:lnTo>
                    <a:pt x="9420" y="42393"/>
                  </a:lnTo>
                  <a:lnTo>
                    <a:pt x="8037" y="38623"/>
                  </a:lnTo>
                  <a:lnTo>
                    <a:pt x="10878" y="30350"/>
                  </a:lnTo>
                  <a:lnTo>
                    <a:pt x="20262" y="30350"/>
                  </a:lnTo>
                  <a:lnTo>
                    <a:pt x="14953" y="22948"/>
                  </a:lnTo>
                  <a:lnTo>
                    <a:pt x="16486" y="16288"/>
                  </a:lnTo>
                  <a:lnTo>
                    <a:pt x="23365" y="15364"/>
                  </a:lnTo>
                  <a:lnTo>
                    <a:pt x="21645" y="10523"/>
                  </a:lnTo>
                  <a:lnTo>
                    <a:pt x="22131" y="5164"/>
                  </a:lnTo>
                  <a:lnTo>
                    <a:pt x="23178" y="3301"/>
                  </a:lnTo>
                  <a:lnTo>
                    <a:pt x="27477" y="3086"/>
                  </a:lnTo>
                  <a:lnTo>
                    <a:pt x="29421" y="5522"/>
                  </a:lnTo>
                  <a:lnTo>
                    <a:pt x="34094" y="3229"/>
                  </a:lnTo>
                  <a:lnTo>
                    <a:pt x="35291" y="5450"/>
                  </a:lnTo>
                  <a:lnTo>
                    <a:pt x="59665" y="0"/>
                  </a:lnTo>
                  <a:lnTo>
                    <a:pt x="63965" y="575"/>
                  </a:lnTo>
                  <a:lnTo>
                    <a:pt x="62731" y="9595"/>
                  </a:lnTo>
                  <a:lnTo>
                    <a:pt x="60637" y="13017"/>
                  </a:lnTo>
                  <a:lnTo>
                    <a:pt x="44487" y="27323"/>
                  </a:lnTo>
                  <a:lnTo>
                    <a:pt x="43553" y="31475"/>
                  </a:lnTo>
                  <a:lnTo>
                    <a:pt x="47254" y="32809"/>
                  </a:lnTo>
                  <a:lnTo>
                    <a:pt x="42656" y="38273"/>
                  </a:lnTo>
                  <a:lnTo>
                    <a:pt x="41496" y="42114"/>
                  </a:lnTo>
                  <a:lnTo>
                    <a:pt x="58955" y="37014"/>
                  </a:lnTo>
                  <a:lnTo>
                    <a:pt x="64301" y="38483"/>
                  </a:lnTo>
                  <a:lnTo>
                    <a:pt x="84302" y="37294"/>
                  </a:lnTo>
                  <a:lnTo>
                    <a:pt x="88601" y="40788"/>
                  </a:lnTo>
                  <a:lnTo>
                    <a:pt x="90396" y="46152"/>
                  </a:lnTo>
                  <a:lnTo>
                    <a:pt x="85423" y="54471"/>
                  </a:lnTo>
                  <a:lnTo>
                    <a:pt x="80414" y="69528"/>
                  </a:lnTo>
                  <a:lnTo>
                    <a:pt x="75442" y="78119"/>
                  </a:lnTo>
                  <a:lnTo>
                    <a:pt x="69722" y="83954"/>
                  </a:lnTo>
                  <a:lnTo>
                    <a:pt x="64077" y="85172"/>
                  </a:lnTo>
                  <a:lnTo>
                    <a:pt x="58619" y="88415"/>
                  </a:lnTo>
                  <a:lnTo>
                    <a:pt x="67441" y="87132"/>
                  </a:lnTo>
                  <a:lnTo>
                    <a:pt x="72264" y="90101"/>
                  </a:lnTo>
                  <a:lnTo>
                    <a:pt x="71815" y="92526"/>
                  </a:lnTo>
                  <a:lnTo>
                    <a:pt x="69871" y="94476"/>
                  </a:lnTo>
                  <a:lnTo>
                    <a:pt x="65498" y="94745"/>
                  </a:lnTo>
                  <a:lnTo>
                    <a:pt x="57535" y="100980"/>
                  </a:lnTo>
                  <a:lnTo>
                    <a:pt x="48675" y="98436"/>
                  </a:lnTo>
                  <a:lnTo>
                    <a:pt x="52450" y="101382"/>
                  </a:lnTo>
                  <a:lnTo>
                    <a:pt x="64040" y="103788"/>
                  </a:lnTo>
                  <a:lnTo>
                    <a:pt x="68451" y="100980"/>
                  </a:lnTo>
                  <a:lnTo>
                    <a:pt x="73385" y="100980"/>
                  </a:lnTo>
                  <a:lnTo>
                    <a:pt x="82769" y="105589"/>
                  </a:lnTo>
                  <a:lnTo>
                    <a:pt x="92975" y="117874"/>
                  </a:lnTo>
                  <a:lnTo>
                    <a:pt x="97835" y="137705"/>
                  </a:lnTo>
                  <a:lnTo>
                    <a:pt x="101760" y="149333"/>
                  </a:lnTo>
                  <a:lnTo>
                    <a:pt x="113425" y="156497"/>
                  </a:lnTo>
                  <a:lnTo>
                    <a:pt x="125612" y="170211"/>
                  </a:lnTo>
                  <a:lnTo>
                    <a:pt x="123107" y="173652"/>
                  </a:lnTo>
                  <a:lnTo>
                    <a:pt x="129762" y="188153"/>
                  </a:lnTo>
                  <a:lnTo>
                    <a:pt x="125836" y="186955"/>
                  </a:lnTo>
                  <a:lnTo>
                    <a:pt x="121761" y="183672"/>
                  </a:lnTo>
                  <a:lnTo>
                    <a:pt x="113649" y="184114"/>
                  </a:lnTo>
                  <a:lnTo>
                    <a:pt x="121275" y="185251"/>
                  </a:lnTo>
                  <a:lnTo>
                    <a:pt x="130023" y="193059"/>
                  </a:lnTo>
                  <a:lnTo>
                    <a:pt x="133014" y="197700"/>
                  </a:lnTo>
                  <a:lnTo>
                    <a:pt x="134771" y="203823"/>
                  </a:lnTo>
                  <a:lnTo>
                    <a:pt x="128303" y="212588"/>
                  </a:lnTo>
                  <a:lnTo>
                    <a:pt x="133164" y="215931"/>
                  </a:lnTo>
                  <a:lnTo>
                    <a:pt x="135294" y="215375"/>
                  </a:lnTo>
                  <a:lnTo>
                    <a:pt x="138958" y="210479"/>
                  </a:lnTo>
                  <a:lnTo>
                    <a:pt x="149276" y="210727"/>
                  </a:lnTo>
                  <a:lnTo>
                    <a:pt x="156080" y="213022"/>
                  </a:lnTo>
                  <a:lnTo>
                    <a:pt x="161763" y="217786"/>
                  </a:lnTo>
                  <a:lnTo>
                    <a:pt x="162996" y="220439"/>
                  </a:lnTo>
                  <a:lnTo>
                    <a:pt x="163632" y="227575"/>
                  </a:lnTo>
                  <a:lnTo>
                    <a:pt x="159744" y="240529"/>
                  </a:lnTo>
                  <a:lnTo>
                    <a:pt x="154735" y="244903"/>
                  </a:lnTo>
                  <a:lnTo>
                    <a:pt x="152978" y="244417"/>
                  </a:lnTo>
                  <a:lnTo>
                    <a:pt x="153837" y="248659"/>
                  </a:lnTo>
                  <a:lnTo>
                    <a:pt x="152043" y="250050"/>
                  </a:lnTo>
                  <a:lnTo>
                    <a:pt x="147221" y="249930"/>
                  </a:lnTo>
                  <a:lnTo>
                    <a:pt x="142996" y="252527"/>
                  </a:lnTo>
                  <a:lnTo>
                    <a:pt x="146024" y="253915"/>
                  </a:lnTo>
                  <a:lnTo>
                    <a:pt x="146622" y="255301"/>
                  </a:lnTo>
                  <a:lnTo>
                    <a:pt x="145874" y="257830"/>
                  </a:lnTo>
                  <a:lnTo>
                    <a:pt x="136192" y="261374"/>
                  </a:lnTo>
                  <a:lnTo>
                    <a:pt x="138360" y="260774"/>
                  </a:lnTo>
                  <a:lnTo>
                    <a:pt x="141613" y="264012"/>
                  </a:lnTo>
                  <a:lnTo>
                    <a:pt x="145837" y="264911"/>
                  </a:lnTo>
                  <a:lnTo>
                    <a:pt x="156753" y="264791"/>
                  </a:lnTo>
                  <a:lnTo>
                    <a:pt x="156380" y="270826"/>
                  </a:lnTo>
                  <a:lnTo>
                    <a:pt x="149052" y="275233"/>
                  </a:lnTo>
                  <a:lnTo>
                    <a:pt x="147295" y="279272"/>
                  </a:lnTo>
                  <a:lnTo>
                    <a:pt x="143407" y="278975"/>
                  </a:lnTo>
                  <a:lnTo>
                    <a:pt x="131631" y="284600"/>
                  </a:lnTo>
                  <a:lnTo>
                    <a:pt x="123144" y="282944"/>
                  </a:lnTo>
                  <a:lnTo>
                    <a:pt x="111069" y="284541"/>
                  </a:lnTo>
                  <a:lnTo>
                    <a:pt x="97947" y="280220"/>
                  </a:lnTo>
                  <a:lnTo>
                    <a:pt x="99667" y="282708"/>
                  </a:lnTo>
                  <a:lnTo>
                    <a:pt x="95854" y="285132"/>
                  </a:lnTo>
                  <a:lnTo>
                    <a:pt x="85199" y="285841"/>
                  </a:lnTo>
                  <a:lnTo>
                    <a:pt x="86620" y="289027"/>
                  </a:lnTo>
                  <a:lnTo>
                    <a:pt x="85087" y="289851"/>
                  </a:lnTo>
                  <a:lnTo>
                    <a:pt x="78545" y="288732"/>
                  </a:lnTo>
                  <a:lnTo>
                    <a:pt x="76825" y="289969"/>
                  </a:lnTo>
                  <a:lnTo>
                    <a:pt x="69685" y="286490"/>
                  </a:lnTo>
                  <a:lnTo>
                    <a:pt x="65086" y="286136"/>
                  </a:lnTo>
                  <a:lnTo>
                    <a:pt x="56675" y="288909"/>
                  </a:lnTo>
                  <a:lnTo>
                    <a:pt x="54992" y="291676"/>
                  </a:lnTo>
                  <a:lnTo>
                    <a:pt x="52936" y="299013"/>
                  </a:lnTo>
                  <a:lnTo>
                    <a:pt x="50955" y="301704"/>
                  </a:lnTo>
                  <a:lnTo>
                    <a:pt x="48599" y="302055"/>
                  </a:lnTo>
                  <a:lnTo>
                    <a:pt x="40263" y="296728"/>
                  </a:lnTo>
                  <a:lnTo>
                    <a:pt x="29160" y="300067"/>
                  </a:lnTo>
                  <a:lnTo>
                    <a:pt x="23328" y="304274"/>
                  </a:lnTo>
                  <a:lnTo>
                    <a:pt x="21047" y="308237"/>
                  </a:lnTo>
                  <a:lnTo>
                    <a:pt x="18842" y="308761"/>
                  </a:lnTo>
                  <a:lnTo>
                    <a:pt x="14505" y="306082"/>
                  </a:lnTo>
                  <a:lnTo>
                    <a:pt x="10617" y="307829"/>
                  </a:lnTo>
                  <a:lnTo>
                    <a:pt x="9906" y="305207"/>
                  </a:lnTo>
                  <a:lnTo>
                    <a:pt x="11664" y="303106"/>
                  </a:lnTo>
                  <a:lnTo>
                    <a:pt x="16411" y="301470"/>
                  </a:lnTo>
                  <a:lnTo>
                    <a:pt x="23440" y="293382"/>
                  </a:lnTo>
                  <a:lnTo>
                    <a:pt x="25720" y="292147"/>
                  </a:lnTo>
                  <a:lnTo>
                    <a:pt x="32188" y="284186"/>
                  </a:lnTo>
                  <a:lnTo>
                    <a:pt x="33422" y="277550"/>
                  </a:lnTo>
                  <a:lnTo>
                    <a:pt x="38132" y="275947"/>
                  </a:lnTo>
                  <a:lnTo>
                    <a:pt x="40375" y="270588"/>
                  </a:lnTo>
                  <a:lnTo>
                    <a:pt x="47553" y="269155"/>
                  </a:lnTo>
                  <a:lnTo>
                    <a:pt x="62245" y="270051"/>
                  </a:lnTo>
                  <a:lnTo>
                    <a:pt x="73573" y="256626"/>
                  </a:lnTo>
                  <a:lnTo>
                    <a:pt x="76825" y="252165"/>
                  </a:lnTo>
                  <a:lnTo>
                    <a:pt x="74619" y="25367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9" name="oPE_MapPart_GBR_2_809" descr="Vereinigtes Königreich">
              <a:extLst>
                <a:ext uri="{FF2B5EF4-FFF2-40B4-BE49-F238E27FC236}">
                  <a16:creationId xmlns:a16="http://schemas.microsoft.com/office/drawing/2014/main" id="{330D9187-CEBE-3A20-DDAA-A37AEDF79608}"/>
                </a:ext>
              </a:extLst>
            </p:cNvPr>
            <p:cNvSpPr/>
            <p:nvPr>
              <p:custDataLst>
                <p:tags r:id="rId809"/>
              </p:custDataLst>
            </p:nvPr>
          </p:nvSpPr>
          <p:spPr>
            <a:xfrm>
              <a:off x="5926835" y="3009692"/>
              <a:ext cx="55554" cy="42393"/>
            </a:xfrm>
            <a:custGeom>
              <a:avLst/>
              <a:gdLst/>
              <a:ahLst/>
              <a:cxnLst/>
              <a:rect l="0" t="0" r="0" b="0"/>
              <a:pathLst>
                <a:path w="55554" h="42393">
                  <a:moveTo>
                    <a:pt x="40038" y="41372"/>
                  </a:moveTo>
                  <a:lnTo>
                    <a:pt x="31066" y="42392"/>
                  </a:lnTo>
                  <a:lnTo>
                    <a:pt x="30655" y="37926"/>
                  </a:lnTo>
                  <a:lnTo>
                    <a:pt x="27888" y="36904"/>
                  </a:lnTo>
                  <a:lnTo>
                    <a:pt x="26318" y="32806"/>
                  </a:lnTo>
                  <a:lnTo>
                    <a:pt x="22729" y="29983"/>
                  </a:lnTo>
                  <a:lnTo>
                    <a:pt x="19589" y="33768"/>
                  </a:lnTo>
                  <a:lnTo>
                    <a:pt x="20561" y="36009"/>
                  </a:lnTo>
                  <a:lnTo>
                    <a:pt x="17047" y="39778"/>
                  </a:lnTo>
                  <a:lnTo>
                    <a:pt x="11178" y="39395"/>
                  </a:lnTo>
                  <a:lnTo>
                    <a:pt x="6018" y="36840"/>
                  </a:lnTo>
                  <a:lnTo>
                    <a:pt x="5420" y="34408"/>
                  </a:lnTo>
                  <a:lnTo>
                    <a:pt x="0" y="28376"/>
                  </a:lnTo>
                  <a:lnTo>
                    <a:pt x="8112" y="23287"/>
                  </a:lnTo>
                  <a:lnTo>
                    <a:pt x="4860" y="19604"/>
                  </a:lnTo>
                  <a:lnTo>
                    <a:pt x="12337" y="17079"/>
                  </a:lnTo>
                  <a:lnTo>
                    <a:pt x="15963" y="7717"/>
                  </a:lnTo>
                  <a:lnTo>
                    <a:pt x="19253" y="5367"/>
                  </a:lnTo>
                  <a:lnTo>
                    <a:pt x="21683" y="6999"/>
                  </a:lnTo>
                  <a:lnTo>
                    <a:pt x="24860" y="2097"/>
                  </a:lnTo>
                  <a:lnTo>
                    <a:pt x="34693" y="0"/>
                  </a:lnTo>
                  <a:lnTo>
                    <a:pt x="41870" y="853"/>
                  </a:lnTo>
                  <a:lnTo>
                    <a:pt x="47254" y="11755"/>
                  </a:lnTo>
                  <a:lnTo>
                    <a:pt x="50432" y="15328"/>
                  </a:lnTo>
                  <a:lnTo>
                    <a:pt x="50544" y="17468"/>
                  </a:lnTo>
                  <a:lnTo>
                    <a:pt x="47067" y="20122"/>
                  </a:lnTo>
                  <a:lnTo>
                    <a:pt x="47067" y="21673"/>
                  </a:lnTo>
                  <a:lnTo>
                    <a:pt x="53235" y="20833"/>
                  </a:lnTo>
                  <a:lnTo>
                    <a:pt x="55553" y="26703"/>
                  </a:lnTo>
                  <a:lnTo>
                    <a:pt x="55254" y="28826"/>
                  </a:lnTo>
                  <a:lnTo>
                    <a:pt x="51366" y="24964"/>
                  </a:lnTo>
                  <a:lnTo>
                    <a:pt x="51702" y="30946"/>
                  </a:lnTo>
                  <a:lnTo>
                    <a:pt x="53721" y="31331"/>
                  </a:lnTo>
                  <a:lnTo>
                    <a:pt x="52712" y="34856"/>
                  </a:lnTo>
                  <a:lnTo>
                    <a:pt x="48151" y="36136"/>
                  </a:lnTo>
                  <a:lnTo>
                    <a:pt x="45833" y="41372"/>
                  </a:lnTo>
                  <a:lnTo>
                    <a:pt x="42057" y="423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0" name="oPE_MapPart_GBR_3_810" descr="Vereinigtes Königreich">
              <a:extLst>
                <a:ext uri="{FF2B5EF4-FFF2-40B4-BE49-F238E27FC236}">
                  <a16:creationId xmlns:a16="http://schemas.microsoft.com/office/drawing/2014/main" id="{04763A2E-866C-A455-0F42-3747744E9B3C}"/>
                </a:ext>
              </a:extLst>
            </p:cNvPr>
            <p:cNvSpPr/>
            <p:nvPr>
              <p:custDataLst>
                <p:tags r:id="rId810"/>
              </p:custDataLst>
            </p:nvPr>
          </p:nvSpPr>
          <p:spPr>
            <a:xfrm>
              <a:off x="5948630" y="2885577"/>
              <a:ext cx="18730" cy="29667"/>
            </a:xfrm>
            <a:custGeom>
              <a:avLst/>
              <a:gdLst/>
              <a:ahLst/>
              <a:cxnLst/>
              <a:rect l="0" t="0" r="0" b="0"/>
              <a:pathLst>
                <a:path w="18730" h="29667">
                  <a:moveTo>
                    <a:pt x="18617" y="5570"/>
                  </a:moveTo>
                  <a:lnTo>
                    <a:pt x="16000" y="12467"/>
                  </a:lnTo>
                  <a:lnTo>
                    <a:pt x="11253" y="16220"/>
                  </a:lnTo>
                  <a:lnTo>
                    <a:pt x="14393" y="16928"/>
                  </a:lnTo>
                  <a:lnTo>
                    <a:pt x="13907" y="19047"/>
                  </a:lnTo>
                  <a:lnTo>
                    <a:pt x="2878" y="29666"/>
                  </a:lnTo>
                  <a:lnTo>
                    <a:pt x="262" y="27141"/>
                  </a:lnTo>
                  <a:lnTo>
                    <a:pt x="4972" y="22853"/>
                  </a:lnTo>
                  <a:lnTo>
                    <a:pt x="785" y="19753"/>
                  </a:lnTo>
                  <a:lnTo>
                    <a:pt x="2280" y="17917"/>
                  </a:lnTo>
                  <a:lnTo>
                    <a:pt x="374" y="16786"/>
                  </a:lnTo>
                  <a:lnTo>
                    <a:pt x="0" y="14451"/>
                  </a:lnTo>
                  <a:lnTo>
                    <a:pt x="1720" y="10906"/>
                  </a:lnTo>
                  <a:lnTo>
                    <a:pt x="4336" y="12679"/>
                  </a:lnTo>
                  <a:lnTo>
                    <a:pt x="7663" y="12467"/>
                  </a:lnTo>
                  <a:lnTo>
                    <a:pt x="6617" y="7991"/>
                  </a:lnTo>
                  <a:lnTo>
                    <a:pt x="16599" y="644"/>
                  </a:lnTo>
                  <a:lnTo>
                    <a:pt x="17832" y="0"/>
                  </a:lnTo>
                  <a:lnTo>
                    <a:pt x="18729" y="27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1" name="oPE_MapPart_GBR_4_811" descr="Vereinigtes Königreich">
              <a:extLst>
                <a:ext uri="{FF2B5EF4-FFF2-40B4-BE49-F238E27FC236}">
                  <a16:creationId xmlns:a16="http://schemas.microsoft.com/office/drawing/2014/main" id="{C88FA0E3-857E-63DB-FDD2-1C3BC73A2145}"/>
                </a:ext>
              </a:extLst>
            </p:cNvPr>
            <p:cNvSpPr/>
            <p:nvPr>
              <p:custDataLst>
                <p:tags r:id="rId811"/>
              </p:custDataLst>
            </p:nvPr>
          </p:nvSpPr>
          <p:spPr>
            <a:xfrm>
              <a:off x="5955583" y="2918462"/>
              <a:ext cx="22619" cy="23912"/>
            </a:xfrm>
            <a:custGeom>
              <a:avLst/>
              <a:gdLst/>
              <a:ahLst/>
              <a:cxnLst/>
              <a:rect l="0" t="0" r="0" b="0"/>
              <a:pathLst>
                <a:path w="22619" h="23912">
                  <a:moveTo>
                    <a:pt x="12786" y="6277"/>
                  </a:moveTo>
                  <a:lnTo>
                    <a:pt x="12973" y="13634"/>
                  </a:lnTo>
                  <a:lnTo>
                    <a:pt x="22618" y="15985"/>
                  </a:lnTo>
                  <a:lnTo>
                    <a:pt x="22095" y="18057"/>
                  </a:lnTo>
                  <a:lnTo>
                    <a:pt x="16861" y="23911"/>
                  </a:lnTo>
                  <a:lnTo>
                    <a:pt x="15477" y="23636"/>
                  </a:lnTo>
                  <a:lnTo>
                    <a:pt x="15104" y="17988"/>
                  </a:lnTo>
                  <a:lnTo>
                    <a:pt x="9085" y="17919"/>
                  </a:lnTo>
                  <a:lnTo>
                    <a:pt x="6617" y="13080"/>
                  </a:lnTo>
                  <a:lnTo>
                    <a:pt x="1757" y="11763"/>
                  </a:lnTo>
                  <a:lnTo>
                    <a:pt x="0" y="8710"/>
                  </a:lnTo>
                  <a:lnTo>
                    <a:pt x="1159" y="6624"/>
                  </a:lnTo>
                  <a:lnTo>
                    <a:pt x="3701" y="6207"/>
                  </a:lnTo>
                  <a:lnTo>
                    <a:pt x="2991" y="4048"/>
                  </a:lnTo>
                  <a:lnTo>
                    <a:pt x="7926" y="2444"/>
                  </a:lnTo>
                  <a:lnTo>
                    <a:pt x="8375" y="0"/>
                  </a:lnTo>
                  <a:lnTo>
                    <a:pt x="10655" y="629"/>
                  </a:lnTo>
                  <a:lnTo>
                    <a:pt x="12337" y="31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2" name="oPE_MapPart_GBR_5_812" descr="Vereinigtes Königreich">
              <a:extLst>
                <a:ext uri="{FF2B5EF4-FFF2-40B4-BE49-F238E27FC236}">
                  <a16:creationId xmlns:a16="http://schemas.microsoft.com/office/drawing/2014/main" id="{BA8F7009-FE80-E865-C582-C48646B53AA7}"/>
                </a:ext>
              </a:extLst>
            </p:cNvPr>
            <p:cNvSpPr/>
            <p:nvPr>
              <p:custDataLst>
                <p:tags r:id="rId812"/>
              </p:custDataLst>
            </p:nvPr>
          </p:nvSpPr>
          <p:spPr>
            <a:xfrm>
              <a:off x="6061457" y="2799295"/>
              <a:ext cx="12674" cy="30136"/>
            </a:xfrm>
            <a:custGeom>
              <a:avLst/>
              <a:gdLst/>
              <a:ahLst/>
              <a:cxnLst/>
              <a:rect l="0" t="0" r="0" b="0"/>
              <a:pathLst>
                <a:path w="12674" h="30136">
                  <a:moveTo>
                    <a:pt x="7364" y="2967"/>
                  </a:moveTo>
                  <a:lnTo>
                    <a:pt x="7813" y="5928"/>
                  </a:lnTo>
                  <a:lnTo>
                    <a:pt x="8860" y="5170"/>
                  </a:lnTo>
                  <a:lnTo>
                    <a:pt x="10505" y="8050"/>
                  </a:lnTo>
                  <a:lnTo>
                    <a:pt x="12673" y="6914"/>
                  </a:lnTo>
                  <a:lnTo>
                    <a:pt x="9645" y="25208"/>
                  </a:lnTo>
                  <a:lnTo>
                    <a:pt x="7888" y="30135"/>
                  </a:lnTo>
                  <a:lnTo>
                    <a:pt x="6392" y="29166"/>
                  </a:lnTo>
                  <a:lnTo>
                    <a:pt x="8037" y="20713"/>
                  </a:lnTo>
                  <a:lnTo>
                    <a:pt x="7065" y="17634"/>
                  </a:lnTo>
                  <a:lnTo>
                    <a:pt x="3775" y="18235"/>
                  </a:lnTo>
                  <a:lnTo>
                    <a:pt x="3401" y="16204"/>
                  </a:lnTo>
                  <a:lnTo>
                    <a:pt x="448" y="15602"/>
                  </a:lnTo>
                  <a:lnTo>
                    <a:pt x="0" y="13718"/>
                  </a:lnTo>
                  <a:lnTo>
                    <a:pt x="5981" y="11605"/>
                  </a:lnTo>
                  <a:lnTo>
                    <a:pt x="4448" y="5852"/>
                  </a:lnTo>
                  <a:lnTo>
                    <a:pt x="1906" y="4790"/>
                  </a:lnTo>
                  <a:lnTo>
                    <a:pt x="5159" y="380"/>
                  </a:lnTo>
                  <a:lnTo>
                    <a:pt x="751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3" name="oPE_MapPart_GBR_6_813" descr="Vereinigtes Königreich">
              <a:extLst>
                <a:ext uri="{FF2B5EF4-FFF2-40B4-BE49-F238E27FC236}">
                  <a16:creationId xmlns:a16="http://schemas.microsoft.com/office/drawing/2014/main" id="{CFA2B6D1-FE77-8E53-ADDE-8B3A09098D37}"/>
                </a:ext>
              </a:extLst>
            </p:cNvPr>
            <p:cNvSpPr/>
            <p:nvPr>
              <p:custDataLst>
                <p:tags r:id="rId813"/>
              </p:custDataLst>
            </p:nvPr>
          </p:nvSpPr>
          <p:spPr>
            <a:xfrm>
              <a:off x="5964743" y="2957548"/>
              <a:ext cx="11627" cy="13267"/>
            </a:xfrm>
            <a:custGeom>
              <a:avLst/>
              <a:gdLst/>
              <a:ahLst/>
              <a:cxnLst/>
              <a:rect l="0" t="0" r="0" b="0"/>
              <a:pathLst>
                <a:path w="11627" h="13267">
                  <a:moveTo>
                    <a:pt x="11252" y="11378"/>
                  </a:moveTo>
                  <a:lnTo>
                    <a:pt x="149" y="13266"/>
                  </a:lnTo>
                  <a:lnTo>
                    <a:pt x="448" y="11513"/>
                  </a:lnTo>
                  <a:lnTo>
                    <a:pt x="2804" y="10906"/>
                  </a:lnTo>
                  <a:lnTo>
                    <a:pt x="3776" y="5836"/>
                  </a:lnTo>
                  <a:lnTo>
                    <a:pt x="0" y="2921"/>
                  </a:lnTo>
                  <a:lnTo>
                    <a:pt x="710" y="1292"/>
                  </a:lnTo>
                  <a:lnTo>
                    <a:pt x="4523" y="0"/>
                  </a:lnTo>
                  <a:lnTo>
                    <a:pt x="7738" y="4210"/>
                  </a:lnTo>
                  <a:lnTo>
                    <a:pt x="11626" y="58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4" name="oPE_MapPart_GBR_7_814" descr="Vereinigtes Königreich">
              <a:extLst>
                <a:ext uri="{FF2B5EF4-FFF2-40B4-BE49-F238E27FC236}">
                  <a16:creationId xmlns:a16="http://schemas.microsoft.com/office/drawing/2014/main" id="{D1BE2625-2F32-E6F7-BE10-3B7326089D70}"/>
                </a:ext>
              </a:extLst>
            </p:cNvPr>
            <p:cNvSpPr/>
            <p:nvPr>
              <p:custDataLst>
                <p:tags r:id="rId814"/>
              </p:custDataLst>
            </p:nvPr>
          </p:nvSpPr>
          <p:spPr>
            <a:xfrm>
              <a:off x="6001118" y="3074649"/>
              <a:ext cx="10768" cy="9816"/>
            </a:xfrm>
            <a:custGeom>
              <a:avLst/>
              <a:gdLst/>
              <a:ahLst/>
              <a:cxnLst/>
              <a:rect l="0" t="0" r="0" b="0"/>
              <a:pathLst>
                <a:path w="10768" h="9816">
                  <a:moveTo>
                    <a:pt x="7701" y="3320"/>
                  </a:moveTo>
                  <a:lnTo>
                    <a:pt x="10767" y="3883"/>
                  </a:lnTo>
                  <a:lnTo>
                    <a:pt x="10056" y="5322"/>
                  </a:lnTo>
                  <a:lnTo>
                    <a:pt x="4075" y="9815"/>
                  </a:lnTo>
                  <a:lnTo>
                    <a:pt x="2019" y="8381"/>
                  </a:lnTo>
                  <a:lnTo>
                    <a:pt x="299" y="5447"/>
                  </a:lnTo>
                  <a:lnTo>
                    <a:pt x="0" y="1066"/>
                  </a:lnTo>
                  <a:lnTo>
                    <a:pt x="527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5" name="oPE_MapPart_GBR_8_815" descr="Vereinigtes Königreich">
              <a:extLst>
                <a:ext uri="{FF2B5EF4-FFF2-40B4-BE49-F238E27FC236}">
                  <a16:creationId xmlns:a16="http://schemas.microsoft.com/office/drawing/2014/main" id="{7246E2EE-7BD2-61C4-BAF5-09D1AD6A4B30}"/>
                </a:ext>
              </a:extLst>
            </p:cNvPr>
            <p:cNvSpPr/>
            <p:nvPr>
              <p:custDataLst>
                <p:tags r:id="rId815"/>
              </p:custDataLst>
            </p:nvPr>
          </p:nvSpPr>
          <p:spPr>
            <a:xfrm>
              <a:off x="5961191" y="2984291"/>
              <a:ext cx="9011" cy="11964"/>
            </a:xfrm>
            <a:custGeom>
              <a:avLst/>
              <a:gdLst/>
              <a:ahLst/>
              <a:cxnLst/>
              <a:rect l="0" t="0" r="0" b="0"/>
              <a:pathLst>
                <a:path w="9011" h="11964">
                  <a:moveTo>
                    <a:pt x="7514" y="0"/>
                  </a:moveTo>
                  <a:lnTo>
                    <a:pt x="9010" y="7721"/>
                  </a:lnTo>
                  <a:lnTo>
                    <a:pt x="8374" y="10108"/>
                  </a:lnTo>
                  <a:lnTo>
                    <a:pt x="3851" y="11963"/>
                  </a:lnTo>
                  <a:lnTo>
                    <a:pt x="4598" y="9644"/>
                  </a:lnTo>
                  <a:lnTo>
                    <a:pt x="3926" y="5595"/>
                  </a:lnTo>
                  <a:lnTo>
                    <a:pt x="0" y="8649"/>
                  </a:lnTo>
                  <a:lnTo>
                    <a:pt x="935" y="3666"/>
                  </a:lnTo>
                  <a:lnTo>
                    <a:pt x="5720" y="10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6" name="oPE_MapPart_GBR_9_816" descr="Vereinigtes Königreich">
              <a:extLst>
                <a:ext uri="{FF2B5EF4-FFF2-40B4-BE49-F238E27FC236}">
                  <a16:creationId xmlns:a16="http://schemas.microsoft.com/office/drawing/2014/main" id="{8D5F43D6-E851-17F1-70AC-A401B6931F1D}"/>
                </a:ext>
              </a:extLst>
            </p:cNvPr>
            <p:cNvSpPr/>
            <p:nvPr>
              <p:custDataLst>
                <p:tags r:id="rId816"/>
              </p:custDataLst>
            </p:nvPr>
          </p:nvSpPr>
          <p:spPr>
            <a:xfrm>
              <a:off x="6026352" y="2860158"/>
              <a:ext cx="12264" cy="9298"/>
            </a:xfrm>
            <a:custGeom>
              <a:avLst/>
              <a:gdLst/>
              <a:ahLst/>
              <a:cxnLst/>
              <a:rect l="0" t="0" r="0" b="0"/>
              <a:pathLst>
                <a:path w="12264" h="9298">
                  <a:moveTo>
                    <a:pt x="6131" y="4366"/>
                  </a:moveTo>
                  <a:lnTo>
                    <a:pt x="11104" y="6253"/>
                  </a:lnTo>
                  <a:lnTo>
                    <a:pt x="12263" y="7341"/>
                  </a:lnTo>
                  <a:lnTo>
                    <a:pt x="11627" y="9297"/>
                  </a:lnTo>
                  <a:lnTo>
                    <a:pt x="3178" y="8573"/>
                  </a:lnTo>
                  <a:lnTo>
                    <a:pt x="2318" y="5528"/>
                  </a:lnTo>
                  <a:lnTo>
                    <a:pt x="449" y="6689"/>
                  </a:lnTo>
                  <a:lnTo>
                    <a:pt x="0" y="4802"/>
                  </a:lnTo>
                  <a:lnTo>
                    <a:pt x="898" y="292"/>
                  </a:lnTo>
                  <a:lnTo>
                    <a:pt x="4075" y="0"/>
                  </a:lnTo>
                  <a:lnTo>
                    <a:pt x="6917" y="32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7" name="oPE_MapPart_GBR_10_817" descr="Vereinigtes Königreich">
              <a:extLst>
                <a:ext uri="{FF2B5EF4-FFF2-40B4-BE49-F238E27FC236}">
                  <a16:creationId xmlns:a16="http://schemas.microsoft.com/office/drawing/2014/main" id="{F07E5926-3743-9456-16B8-0919B9BD25D8}"/>
                </a:ext>
              </a:extLst>
            </p:cNvPr>
            <p:cNvSpPr/>
            <p:nvPr>
              <p:custDataLst>
                <p:tags r:id="rId817"/>
              </p:custDataLst>
            </p:nvPr>
          </p:nvSpPr>
          <p:spPr>
            <a:xfrm>
              <a:off x="5983996" y="2992476"/>
              <a:ext cx="6206" cy="9591"/>
            </a:xfrm>
            <a:custGeom>
              <a:avLst/>
              <a:gdLst/>
              <a:ahLst/>
              <a:cxnLst/>
              <a:rect l="0" t="0" r="0" b="0"/>
              <a:pathLst>
                <a:path w="6206" h="9591">
                  <a:moveTo>
                    <a:pt x="5981" y="9590"/>
                  </a:moveTo>
                  <a:lnTo>
                    <a:pt x="1271" y="8403"/>
                  </a:lnTo>
                  <a:lnTo>
                    <a:pt x="0" y="3380"/>
                  </a:lnTo>
                  <a:lnTo>
                    <a:pt x="1532" y="0"/>
                  </a:lnTo>
                  <a:lnTo>
                    <a:pt x="4299" y="730"/>
                  </a:lnTo>
                  <a:lnTo>
                    <a:pt x="6205" y="79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8" name="oPE_MapPart_GBR_11_818" descr="Vereinigtes Königreich">
              <a:extLst>
                <a:ext uri="{FF2B5EF4-FFF2-40B4-BE49-F238E27FC236}">
                  <a16:creationId xmlns:a16="http://schemas.microsoft.com/office/drawing/2014/main" id="{063E0574-0446-962B-7047-4DB873B76A69}"/>
                </a:ext>
              </a:extLst>
            </p:cNvPr>
            <p:cNvSpPr/>
            <p:nvPr>
              <p:custDataLst>
                <p:tags r:id="rId818"/>
              </p:custDataLst>
            </p:nvPr>
          </p:nvSpPr>
          <p:spPr>
            <a:xfrm>
              <a:off x="6063513" y="3164074"/>
              <a:ext cx="10356" cy="6018"/>
            </a:xfrm>
            <a:custGeom>
              <a:avLst/>
              <a:gdLst/>
              <a:ahLst/>
              <a:cxnLst/>
              <a:rect l="0" t="0" r="0" b="0"/>
              <a:pathLst>
                <a:path w="10356" h="6018">
                  <a:moveTo>
                    <a:pt x="10355" y="2716"/>
                  </a:moveTo>
                  <a:lnTo>
                    <a:pt x="6504" y="6017"/>
                  </a:lnTo>
                  <a:lnTo>
                    <a:pt x="0" y="3483"/>
                  </a:lnTo>
                  <a:lnTo>
                    <a:pt x="5234" y="0"/>
                  </a:lnTo>
                  <a:lnTo>
                    <a:pt x="8711" y="12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9" name="oPE_MapPart_GBR_12_819" descr="Vereinigtes Königreich">
              <a:extLst>
                <a:ext uri="{FF2B5EF4-FFF2-40B4-BE49-F238E27FC236}">
                  <a16:creationId xmlns:a16="http://schemas.microsoft.com/office/drawing/2014/main" id="{DD6CAF50-ECBB-7C94-30EB-69FBDD939F1B}"/>
                </a:ext>
              </a:extLst>
            </p:cNvPr>
            <p:cNvSpPr/>
            <p:nvPr>
              <p:custDataLst>
                <p:tags r:id="rId819"/>
              </p:custDataLst>
            </p:nvPr>
          </p:nvSpPr>
          <p:spPr>
            <a:xfrm>
              <a:off x="5939919" y="2917832"/>
              <a:ext cx="8787" cy="5794"/>
            </a:xfrm>
            <a:custGeom>
              <a:avLst/>
              <a:gdLst/>
              <a:ahLst/>
              <a:cxnLst/>
              <a:rect l="0" t="0" r="0" b="0"/>
              <a:pathLst>
                <a:path w="8787" h="5794">
                  <a:moveTo>
                    <a:pt x="6430" y="0"/>
                  </a:moveTo>
                  <a:lnTo>
                    <a:pt x="8786" y="2167"/>
                  </a:lnTo>
                  <a:lnTo>
                    <a:pt x="6916" y="5793"/>
                  </a:lnTo>
                  <a:lnTo>
                    <a:pt x="4038" y="5793"/>
                  </a:lnTo>
                  <a:lnTo>
                    <a:pt x="0" y="3144"/>
                  </a:lnTo>
                  <a:lnTo>
                    <a:pt x="935" y="1189"/>
                  </a:lnTo>
                  <a:lnTo>
                    <a:pt x="5047" y="9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0" name="oPE_MapPart_GBR_13_820" descr="Vereinigtes Königreich">
              <a:extLst>
                <a:ext uri="{FF2B5EF4-FFF2-40B4-BE49-F238E27FC236}">
                  <a16:creationId xmlns:a16="http://schemas.microsoft.com/office/drawing/2014/main" id="{4A2DC30A-D98B-39A8-2FDC-E816BE3CDE9B}"/>
                </a:ext>
              </a:extLst>
            </p:cNvPr>
            <p:cNvSpPr/>
            <p:nvPr>
              <p:custDataLst>
                <p:tags r:id="rId820"/>
              </p:custDataLst>
            </p:nvPr>
          </p:nvSpPr>
          <p:spPr>
            <a:xfrm>
              <a:off x="5941826" y="2929532"/>
              <a:ext cx="3664" cy="10159"/>
            </a:xfrm>
            <a:custGeom>
              <a:avLst/>
              <a:gdLst/>
              <a:ahLst/>
              <a:cxnLst/>
              <a:rect l="0" t="0" r="0" b="0"/>
              <a:pathLst>
                <a:path w="3664" h="10159">
                  <a:moveTo>
                    <a:pt x="3589" y="10158"/>
                  </a:moveTo>
                  <a:lnTo>
                    <a:pt x="860" y="9607"/>
                  </a:lnTo>
                  <a:lnTo>
                    <a:pt x="0" y="5813"/>
                  </a:lnTo>
                  <a:lnTo>
                    <a:pt x="261" y="0"/>
                  </a:lnTo>
                  <a:lnTo>
                    <a:pt x="3252" y="347"/>
                  </a:lnTo>
                  <a:lnTo>
                    <a:pt x="3663" y="97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1" name="oPE_MapPart_GBR_14_821" descr="Vereinigtes Königreich">
              <a:extLst>
                <a:ext uri="{FF2B5EF4-FFF2-40B4-BE49-F238E27FC236}">
                  <a16:creationId xmlns:a16="http://schemas.microsoft.com/office/drawing/2014/main" id="{38C3FF6C-776E-B5EC-07EC-300660448B2D}"/>
                </a:ext>
              </a:extLst>
            </p:cNvPr>
            <p:cNvSpPr/>
            <p:nvPr>
              <p:custDataLst>
                <p:tags r:id="rId821"/>
              </p:custDataLst>
            </p:nvPr>
          </p:nvSpPr>
          <p:spPr>
            <a:xfrm>
              <a:off x="5969902" y="2977333"/>
              <a:ext cx="7179" cy="11556"/>
            </a:xfrm>
            <a:custGeom>
              <a:avLst/>
              <a:gdLst/>
              <a:ahLst/>
              <a:cxnLst/>
              <a:rect l="0" t="0" r="0" b="0"/>
              <a:pathLst>
                <a:path w="7179" h="11556">
                  <a:moveTo>
                    <a:pt x="2093" y="11289"/>
                  </a:moveTo>
                  <a:lnTo>
                    <a:pt x="635" y="11555"/>
                  </a:lnTo>
                  <a:lnTo>
                    <a:pt x="0" y="8359"/>
                  </a:lnTo>
                  <a:lnTo>
                    <a:pt x="3327" y="5355"/>
                  </a:lnTo>
                  <a:lnTo>
                    <a:pt x="2093" y="4687"/>
                  </a:lnTo>
                  <a:lnTo>
                    <a:pt x="2766" y="2747"/>
                  </a:lnTo>
                  <a:lnTo>
                    <a:pt x="7178" y="0"/>
                  </a:lnTo>
                  <a:lnTo>
                    <a:pt x="5682" y="421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2" name="oPE_MapPart_GBR_15_822" descr="Vereinigtes Königreich">
              <a:extLst>
                <a:ext uri="{FF2B5EF4-FFF2-40B4-BE49-F238E27FC236}">
                  <a16:creationId xmlns:a16="http://schemas.microsoft.com/office/drawing/2014/main" id="{DFAFBA15-111D-C42D-5A7B-FB23220137E5}"/>
                </a:ext>
              </a:extLst>
            </p:cNvPr>
            <p:cNvSpPr/>
            <p:nvPr>
              <p:custDataLst>
                <p:tags r:id="rId822"/>
              </p:custDataLst>
            </p:nvPr>
          </p:nvSpPr>
          <p:spPr>
            <a:xfrm>
              <a:off x="6071775" y="2794564"/>
              <a:ext cx="3440" cy="8687"/>
            </a:xfrm>
            <a:custGeom>
              <a:avLst/>
              <a:gdLst/>
              <a:ahLst/>
              <a:cxnLst/>
              <a:rect l="0" t="0" r="0" b="0"/>
              <a:pathLst>
                <a:path w="3440" h="8687">
                  <a:moveTo>
                    <a:pt x="2579" y="8686"/>
                  </a:moveTo>
                  <a:lnTo>
                    <a:pt x="0" y="4883"/>
                  </a:lnTo>
                  <a:lnTo>
                    <a:pt x="1533" y="0"/>
                  </a:lnTo>
                  <a:lnTo>
                    <a:pt x="3327" y="153"/>
                  </a:lnTo>
                  <a:lnTo>
                    <a:pt x="3439" y="2596"/>
                  </a:lnTo>
                  <a:lnTo>
                    <a:pt x="2430" y="3054"/>
                  </a:lnTo>
                  <a:lnTo>
                    <a:pt x="2729" y="800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3" name="oPE_MapPart_GBR_16_823" descr="Vereinigtes Königreich">
              <a:extLst>
                <a:ext uri="{FF2B5EF4-FFF2-40B4-BE49-F238E27FC236}">
                  <a16:creationId xmlns:a16="http://schemas.microsoft.com/office/drawing/2014/main" id="{9DE16201-7B29-C6BA-92C5-C3EB6B4911B8}"/>
                </a:ext>
              </a:extLst>
            </p:cNvPr>
            <p:cNvSpPr/>
            <p:nvPr>
              <p:custDataLst>
                <p:tags r:id="rId823"/>
              </p:custDataLst>
            </p:nvPr>
          </p:nvSpPr>
          <p:spPr>
            <a:xfrm>
              <a:off x="6032596" y="2851605"/>
              <a:ext cx="6917" cy="7534"/>
            </a:xfrm>
            <a:custGeom>
              <a:avLst/>
              <a:gdLst/>
              <a:ahLst/>
              <a:cxnLst/>
              <a:rect l="0" t="0" r="0" b="0"/>
              <a:pathLst>
                <a:path w="6917" h="7534">
                  <a:moveTo>
                    <a:pt x="6729" y="6511"/>
                  </a:moveTo>
                  <a:lnTo>
                    <a:pt x="4934" y="7533"/>
                  </a:lnTo>
                  <a:lnTo>
                    <a:pt x="3962" y="4101"/>
                  </a:lnTo>
                  <a:lnTo>
                    <a:pt x="0" y="953"/>
                  </a:lnTo>
                  <a:lnTo>
                    <a:pt x="1607" y="0"/>
                  </a:lnTo>
                  <a:lnTo>
                    <a:pt x="6916" y="51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4" name="oPE_MapPart_VIR_1_824" descr="Amerikanische Jungferninseln">
              <a:extLst>
                <a:ext uri="{FF2B5EF4-FFF2-40B4-BE49-F238E27FC236}">
                  <a16:creationId xmlns:a16="http://schemas.microsoft.com/office/drawing/2014/main" id="{E9071AB8-9681-BBD0-0CEF-A1570EC307C3}"/>
                </a:ext>
              </a:extLst>
            </p:cNvPr>
            <p:cNvSpPr/>
            <p:nvPr>
              <p:custDataLst>
                <p:tags r:id="rId824"/>
              </p:custDataLst>
            </p:nvPr>
          </p:nvSpPr>
          <p:spPr>
            <a:xfrm>
              <a:off x="4738901" y="3999152"/>
              <a:ext cx="22431" cy="23592"/>
            </a:xfrm>
            <a:custGeom>
              <a:avLst/>
              <a:gdLst/>
              <a:ahLst/>
              <a:cxnLst/>
              <a:rect l="0" t="0" r="0" b="0"/>
              <a:pathLst>
                <a:path w="22431" h="23592">
                  <a:moveTo>
                    <a:pt x="0" y="0"/>
                  </a:moveTo>
                  <a:lnTo>
                    <a:pt x="22430" y="0"/>
                  </a:lnTo>
                  <a:lnTo>
                    <a:pt x="22430" y="23591"/>
                  </a:lnTo>
                  <a:lnTo>
                    <a:pt x="0" y="235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5" name="oPE_MapPart_USA_1_825" descr="Vereinigte Staaten">
              <a:extLst>
                <a:ext uri="{FF2B5EF4-FFF2-40B4-BE49-F238E27FC236}">
                  <a16:creationId xmlns:a16="http://schemas.microsoft.com/office/drawing/2014/main" id="{F32B534C-318B-E679-E6C0-B2760D5154CC}"/>
                </a:ext>
              </a:extLst>
            </p:cNvPr>
            <p:cNvSpPr/>
            <p:nvPr>
              <p:custDataLst>
                <p:tags r:id="rId825"/>
              </p:custDataLst>
            </p:nvPr>
          </p:nvSpPr>
          <p:spPr>
            <a:xfrm>
              <a:off x="3505881" y="3209452"/>
              <a:ext cx="1198851" cy="642773"/>
            </a:xfrm>
            <a:custGeom>
              <a:avLst/>
              <a:gdLst/>
              <a:ahLst/>
              <a:cxnLst/>
              <a:rect l="0" t="0" r="0" b="0"/>
              <a:pathLst>
                <a:path w="1198851" h="642773">
                  <a:moveTo>
                    <a:pt x="1038470" y="133560"/>
                  </a:moveTo>
                  <a:lnTo>
                    <a:pt x="1104753" y="133454"/>
                  </a:lnTo>
                  <a:lnTo>
                    <a:pt x="1108716" y="125132"/>
                  </a:lnTo>
                  <a:lnTo>
                    <a:pt x="1112716" y="125929"/>
                  </a:lnTo>
                  <a:lnTo>
                    <a:pt x="1115520" y="123750"/>
                  </a:lnTo>
                  <a:lnTo>
                    <a:pt x="1118324" y="125717"/>
                  </a:lnTo>
                  <a:lnTo>
                    <a:pt x="1119670" y="121728"/>
                  </a:lnTo>
                  <a:lnTo>
                    <a:pt x="1121950" y="121035"/>
                  </a:lnTo>
                  <a:lnTo>
                    <a:pt x="1121688" y="117409"/>
                  </a:lnTo>
                  <a:lnTo>
                    <a:pt x="1127520" y="111848"/>
                  </a:lnTo>
                  <a:lnTo>
                    <a:pt x="1127819" y="109918"/>
                  </a:lnTo>
                  <a:lnTo>
                    <a:pt x="1130137" y="106859"/>
                  </a:lnTo>
                  <a:lnTo>
                    <a:pt x="1129950" y="102340"/>
                  </a:lnTo>
                  <a:lnTo>
                    <a:pt x="1131109" y="96511"/>
                  </a:lnTo>
                  <a:lnTo>
                    <a:pt x="1134885" y="90771"/>
                  </a:lnTo>
                  <a:lnTo>
                    <a:pt x="1136119" y="82721"/>
                  </a:lnTo>
                  <a:lnTo>
                    <a:pt x="1152008" y="59716"/>
                  </a:lnTo>
                  <a:lnTo>
                    <a:pt x="1156007" y="60822"/>
                  </a:lnTo>
                  <a:lnTo>
                    <a:pt x="1156045" y="65512"/>
                  </a:lnTo>
                  <a:lnTo>
                    <a:pt x="1158363" y="67439"/>
                  </a:lnTo>
                  <a:lnTo>
                    <a:pt x="1160605" y="67659"/>
                  </a:lnTo>
                  <a:lnTo>
                    <a:pt x="1171373" y="63030"/>
                  </a:lnTo>
                  <a:lnTo>
                    <a:pt x="1175784" y="65457"/>
                  </a:lnTo>
                  <a:lnTo>
                    <a:pt x="1181840" y="71342"/>
                  </a:lnTo>
                  <a:lnTo>
                    <a:pt x="1182663" y="106214"/>
                  </a:lnTo>
                  <a:lnTo>
                    <a:pt x="1181915" y="112169"/>
                  </a:lnTo>
                  <a:lnTo>
                    <a:pt x="1186214" y="115326"/>
                  </a:lnTo>
                  <a:lnTo>
                    <a:pt x="1189579" y="115860"/>
                  </a:lnTo>
                  <a:lnTo>
                    <a:pt x="1189766" y="117996"/>
                  </a:lnTo>
                  <a:lnTo>
                    <a:pt x="1188345" y="119703"/>
                  </a:lnTo>
                  <a:lnTo>
                    <a:pt x="1189691" y="122526"/>
                  </a:lnTo>
                  <a:lnTo>
                    <a:pt x="1188756" y="125557"/>
                  </a:lnTo>
                  <a:lnTo>
                    <a:pt x="1192046" y="129166"/>
                  </a:lnTo>
                  <a:lnTo>
                    <a:pt x="1193392" y="127734"/>
                  </a:lnTo>
                  <a:lnTo>
                    <a:pt x="1195972" y="128688"/>
                  </a:lnTo>
                  <a:lnTo>
                    <a:pt x="1196906" y="133983"/>
                  </a:lnTo>
                  <a:lnTo>
                    <a:pt x="1196345" y="137046"/>
                  </a:lnTo>
                  <a:lnTo>
                    <a:pt x="1198850" y="138734"/>
                  </a:lnTo>
                  <a:lnTo>
                    <a:pt x="1194626" y="143156"/>
                  </a:lnTo>
                  <a:lnTo>
                    <a:pt x="1191037" y="142525"/>
                  </a:lnTo>
                  <a:lnTo>
                    <a:pt x="1187036" y="144049"/>
                  </a:lnTo>
                  <a:lnTo>
                    <a:pt x="1185018" y="146464"/>
                  </a:lnTo>
                  <a:lnTo>
                    <a:pt x="1181167" y="146045"/>
                  </a:lnTo>
                  <a:lnTo>
                    <a:pt x="1179747" y="149662"/>
                  </a:lnTo>
                  <a:lnTo>
                    <a:pt x="1178588" y="149348"/>
                  </a:lnTo>
                  <a:lnTo>
                    <a:pt x="1176644" y="151651"/>
                  </a:lnTo>
                  <a:lnTo>
                    <a:pt x="1174662" y="148248"/>
                  </a:lnTo>
                  <a:lnTo>
                    <a:pt x="1172045" y="148090"/>
                  </a:lnTo>
                  <a:lnTo>
                    <a:pt x="1170064" y="149872"/>
                  </a:lnTo>
                  <a:lnTo>
                    <a:pt x="1168456" y="148090"/>
                  </a:lnTo>
                  <a:lnTo>
                    <a:pt x="1166737" y="155309"/>
                  </a:lnTo>
                  <a:lnTo>
                    <a:pt x="1162774" y="152854"/>
                  </a:lnTo>
                  <a:lnTo>
                    <a:pt x="1160942" y="152958"/>
                  </a:lnTo>
                  <a:lnTo>
                    <a:pt x="1163073" y="149976"/>
                  </a:lnTo>
                  <a:lnTo>
                    <a:pt x="1161316" y="149610"/>
                  </a:lnTo>
                  <a:lnTo>
                    <a:pt x="1161989" y="146202"/>
                  </a:lnTo>
                  <a:lnTo>
                    <a:pt x="1157839" y="150238"/>
                  </a:lnTo>
                  <a:lnTo>
                    <a:pt x="1157951" y="152697"/>
                  </a:lnTo>
                  <a:lnTo>
                    <a:pt x="1155634" y="159949"/>
                  </a:lnTo>
                  <a:lnTo>
                    <a:pt x="1154176" y="161717"/>
                  </a:lnTo>
                  <a:lnTo>
                    <a:pt x="1152344" y="163173"/>
                  </a:lnTo>
                  <a:lnTo>
                    <a:pt x="1149877" y="162757"/>
                  </a:lnTo>
                  <a:lnTo>
                    <a:pt x="1146213" y="165769"/>
                  </a:lnTo>
                  <a:lnTo>
                    <a:pt x="1145465" y="163277"/>
                  </a:lnTo>
                  <a:lnTo>
                    <a:pt x="1144082" y="166236"/>
                  </a:lnTo>
                  <a:lnTo>
                    <a:pt x="1143483" y="162965"/>
                  </a:lnTo>
                  <a:lnTo>
                    <a:pt x="1141876" y="167065"/>
                  </a:lnTo>
                  <a:lnTo>
                    <a:pt x="1140530" y="165354"/>
                  </a:lnTo>
                  <a:lnTo>
                    <a:pt x="1140269" y="169345"/>
                  </a:lnTo>
                  <a:lnTo>
                    <a:pt x="1138922" y="167998"/>
                  </a:lnTo>
                  <a:lnTo>
                    <a:pt x="1136791" y="168879"/>
                  </a:lnTo>
                  <a:lnTo>
                    <a:pt x="1136979" y="166962"/>
                  </a:lnTo>
                  <a:lnTo>
                    <a:pt x="1134960" y="167532"/>
                  </a:lnTo>
                  <a:lnTo>
                    <a:pt x="1130698" y="172242"/>
                  </a:lnTo>
                  <a:lnTo>
                    <a:pt x="1132081" y="173533"/>
                  </a:lnTo>
                  <a:lnTo>
                    <a:pt x="1125464" y="181469"/>
                  </a:lnTo>
                  <a:lnTo>
                    <a:pt x="1122922" y="187576"/>
                  </a:lnTo>
                  <a:lnTo>
                    <a:pt x="1121053" y="189419"/>
                  </a:lnTo>
                  <a:lnTo>
                    <a:pt x="1119072" y="196365"/>
                  </a:lnTo>
                  <a:lnTo>
                    <a:pt x="1120978" y="200794"/>
                  </a:lnTo>
                  <a:lnTo>
                    <a:pt x="1123296" y="200693"/>
                  </a:lnTo>
                  <a:lnTo>
                    <a:pt x="1123557" y="202065"/>
                  </a:lnTo>
                  <a:lnTo>
                    <a:pt x="1118996" y="204096"/>
                  </a:lnTo>
                  <a:lnTo>
                    <a:pt x="1114548" y="210327"/>
                  </a:lnTo>
                  <a:lnTo>
                    <a:pt x="1120940" y="213207"/>
                  </a:lnTo>
                  <a:lnTo>
                    <a:pt x="1123446" y="218450"/>
                  </a:lnTo>
                  <a:lnTo>
                    <a:pt x="1122661" y="219960"/>
                  </a:lnTo>
                  <a:lnTo>
                    <a:pt x="1124866" y="221317"/>
                  </a:lnTo>
                  <a:lnTo>
                    <a:pt x="1125577" y="225082"/>
                  </a:lnTo>
                  <a:lnTo>
                    <a:pt x="1127408" y="226386"/>
                  </a:lnTo>
                  <a:lnTo>
                    <a:pt x="1130137" y="227137"/>
                  </a:lnTo>
                  <a:lnTo>
                    <a:pt x="1136231" y="224430"/>
                  </a:lnTo>
                  <a:lnTo>
                    <a:pt x="1133988" y="218752"/>
                  </a:lnTo>
                  <a:lnTo>
                    <a:pt x="1131371" y="217594"/>
                  </a:lnTo>
                  <a:lnTo>
                    <a:pt x="1134025" y="217392"/>
                  </a:lnTo>
                  <a:lnTo>
                    <a:pt x="1136717" y="220663"/>
                  </a:lnTo>
                  <a:lnTo>
                    <a:pt x="1137353" y="228589"/>
                  </a:lnTo>
                  <a:lnTo>
                    <a:pt x="1127857" y="229990"/>
                  </a:lnTo>
                  <a:lnTo>
                    <a:pt x="1122623" y="232539"/>
                  </a:lnTo>
                  <a:lnTo>
                    <a:pt x="1122436" y="227688"/>
                  </a:lnTo>
                  <a:lnTo>
                    <a:pt x="1121726" y="227538"/>
                  </a:lnTo>
                  <a:lnTo>
                    <a:pt x="1116043" y="232139"/>
                  </a:lnTo>
                  <a:lnTo>
                    <a:pt x="1112005" y="233787"/>
                  </a:lnTo>
                  <a:lnTo>
                    <a:pt x="1111258" y="229590"/>
                  </a:lnTo>
                  <a:lnTo>
                    <a:pt x="1112417" y="226686"/>
                  </a:lnTo>
                  <a:lnTo>
                    <a:pt x="1109874" y="228489"/>
                  </a:lnTo>
                  <a:lnTo>
                    <a:pt x="1107407" y="225283"/>
                  </a:lnTo>
                  <a:lnTo>
                    <a:pt x="1107968" y="227889"/>
                  </a:lnTo>
                  <a:lnTo>
                    <a:pt x="1106660" y="229790"/>
                  </a:lnTo>
                  <a:lnTo>
                    <a:pt x="1106286" y="234785"/>
                  </a:lnTo>
                  <a:lnTo>
                    <a:pt x="1104641" y="236879"/>
                  </a:lnTo>
                  <a:lnTo>
                    <a:pt x="1084790" y="239717"/>
                  </a:lnTo>
                  <a:lnTo>
                    <a:pt x="1075518" y="239468"/>
                  </a:lnTo>
                  <a:lnTo>
                    <a:pt x="1061873" y="246717"/>
                  </a:lnTo>
                  <a:lnTo>
                    <a:pt x="1053461" y="254134"/>
                  </a:lnTo>
                  <a:lnTo>
                    <a:pt x="1055854" y="245825"/>
                  </a:lnTo>
                  <a:lnTo>
                    <a:pt x="1055630" y="242599"/>
                  </a:lnTo>
                  <a:lnTo>
                    <a:pt x="1053835" y="240413"/>
                  </a:lnTo>
                  <a:lnTo>
                    <a:pt x="1054919" y="243592"/>
                  </a:lnTo>
                  <a:lnTo>
                    <a:pt x="1054695" y="249687"/>
                  </a:lnTo>
                  <a:lnTo>
                    <a:pt x="1052676" y="254036"/>
                  </a:lnTo>
                  <a:lnTo>
                    <a:pt x="1049311" y="256995"/>
                  </a:lnTo>
                  <a:lnTo>
                    <a:pt x="1047704" y="260244"/>
                  </a:lnTo>
                  <a:lnTo>
                    <a:pt x="1048190" y="262210"/>
                  </a:lnTo>
                  <a:lnTo>
                    <a:pt x="1053237" y="262357"/>
                  </a:lnTo>
                  <a:lnTo>
                    <a:pt x="1053760" y="263733"/>
                  </a:lnTo>
                  <a:lnTo>
                    <a:pt x="1051518" y="280349"/>
                  </a:lnTo>
                  <a:lnTo>
                    <a:pt x="1051854" y="274843"/>
                  </a:lnTo>
                  <a:lnTo>
                    <a:pt x="1051218" y="275282"/>
                  </a:lnTo>
                  <a:lnTo>
                    <a:pt x="1049536" y="282050"/>
                  </a:lnTo>
                  <a:lnTo>
                    <a:pt x="1046321" y="287196"/>
                  </a:lnTo>
                  <a:lnTo>
                    <a:pt x="1044751" y="286808"/>
                  </a:lnTo>
                  <a:lnTo>
                    <a:pt x="1044302" y="291166"/>
                  </a:lnTo>
                  <a:lnTo>
                    <a:pt x="1040676" y="293728"/>
                  </a:lnTo>
                  <a:lnTo>
                    <a:pt x="1036713" y="301490"/>
                  </a:lnTo>
                  <a:lnTo>
                    <a:pt x="1033386" y="302884"/>
                  </a:lnTo>
                  <a:lnTo>
                    <a:pt x="1034582" y="297685"/>
                  </a:lnTo>
                  <a:lnTo>
                    <a:pt x="1029610" y="295998"/>
                  </a:lnTo>
                  <a:lnTo>
                    <a:pt x="1021535" y="288407"/>
                  </a:lnTo>
                  <a:lnTo>
                    <a:pt x="1021535" y="285401"/>
                  </a:lnTo>
                  <a:lnTo>
                    <a:pt x="1023666" y="280349"/>
                  </a:lnTo>
                  <a:lnTo>
                    <a:pt x="1029236" y="278158"/>
                  </a:lnTo>
                  <a:lnTo>
                    <a:pt x="1030881" y="275086"/>
                  </a:lnTo>
                  <a:lnTo>
                    <a:pt x="1028825" y="277476"/>
                  </a:lnTo>
                  <a:lnTo>
                    <a:pt x="1024115" y="279181"/>
                  </a:lnTo>
                  <a:lnTo>
                    <a:pt x="1020226" y="284334"/>
                  </a:lnTo>
                  <a:lnTo>
                    <a:pt x="1020526" y="288746"/>
                  </a:lnTo>
                  <a:lnTo>
                    <a:pt x="1023853" y="294018"/>
                  </a:lnTo>
                  <a:lnTo>
                    <a:pt x="1024264" y="299083"/>
                  </a:lnTo>
                  <a:lnTo>
                    <a:pt x="1028601" y="306390"/>
                  </a:lnTo>
                  <a:lnTo>
                    <a:pt x="1030582" y="307493"/>
                  </a:lnTo>
                  <a:lnTo>
                    <a:pt x="1029760" y="311373"/>
                  </a:lnTo>
                  <a:lnTo>
                    <a:pt x="1028526" y="312426"/>
                  </a:lnTo>
                  <a:lnTo>
                    <a:pt x="1030919" y="312761"/>
                  </a:lnTo>
                  <a:lnTo>
                    <a:pt x="1031629" y="316822"/>
                  </a:lnTo>
                  <a:lnTo>
                    <a:pt x="1030881" y="318444"/>
                  </a:lnTo>
                  <a:lnTo>
                    <a:pt x="1030919" y="317251"/>
                  </a:lnTo>
                  <a:lnTo>
                    <a:pt x="1029984" y="317346"/>
                  </a:lnTo>
                  <a:lnTo>
                    <a:pt x="1029086" y="321350"/>
                  </a:lnTo>
                  <a:lnTo>
                    <a:pt x="1027741" y="321683"/>
                  </a:lnTo>
                  <a:lnTo>
                    <a:pt x="1025087" y="326390"/>
                  </a:lnTo>
                  <a:lnTo>
                    <a:pt x="1020040" y="337800"/>
                  </a:lnTo>
                  <a:lnTo>
                    <a:pt x="1020226" y="339686"/>
                  </a:lnTo>
                  <a:lnTo>
                    <a:pt x="1015553" y="343173"/>
                  </a:lnTo>
                  <a:lnTo>
                    <a:pt x="1013011" y="350316"/>
                  </a:lnTo>
                  <a:lnTo>
                    <a:pt x="1011703" y="347406"/>
                  </a:lnTo>
                  <a:lnTo>
                    <a:pt x="1012189" y="343879"/>
                  </a:lnTo>
                  <a:lnTo>
                    <a:pt x="1013983" y="338083"/>
                  </a:lnTo>
                  <a:lnTo>
                    <a:pt x="1018731" y="329284"/>
                  </a:lnTo>
                  <a:lnTo>
                    <a:pt x="1014768" y="328857"/>
                  </a:lnTo>
                  <a:lnTo>
                    <a:pt x="1015890" y="325820"/>
                  </a:lnTo>
                  <a:lnTo>
                    <a:pt x="1013161" y="323634"/>
                  </a:lnTo>
                  <a:lnTo>
                    <a:pt x="1014469" y="321207"/>
                  </a:lnTo>
                  <a:lnTo>
                    <a:pt x="1014581" y="318539"/>
                  </a:lnTo>
                  <a:lnTo>
                    <a:pt x="1010581" y="320731"/>
                  </a:lnTo>
                  <a:lnTo>
                    <a:pt x="1007254" y="318539"/>
                  </a:lnTo>
                  <a:lnTo>
                    <a:pt x="1006170" y="316535"/>
                  </a:lnTo>
                  <a:lnTo>
                    <a:pt x="1005534" y="315007"/>
                  </a:lnTo>
                  <a:lnTo>
                    <a:pt x="1006170" y="312235"/>
                  </a:lnTo>
                  <a:lnTo>
                    <a:pt x="1011291" y="311565"/>
                  </a:lnTo>
                  <a:lnTo>
                    <a:pt x="1007216" y="308021"/>
                  </a:lnTo>
                  <a:lnTo>
                    <a:pt x="1005871" y="307637"/>
                  </a:lnTo>
                  <a:lnTo>
                    <a:pt x="1004562" y="309315"/>
                  </a:lnTo>
                  <a:lnTo>
                    <a:pt x="1005422" y="306390"/>
                  </a:lnTo>
                  <a:lnTo>
                    <a:pt x="1008151" y="305478"/>
                  </a:lnTo>
                  <a:lnTo>
                    <a:pt x="1006656" y="303076"/>
                  </a:lnTo>
                  <a:lnTo>
                    <a:pt x="1004787" y="303989"/>
                  </a:lnTo>
                  <a:lnTo>
                    <a:pt x="1005161" y="301297"/>
                  </a:lnTo>
                  <a:lnTo>
                    <a:pt x="1007815" y="301778"/>
                  </a:lnTo>
                  <a:lnTo>
                    <a:pt x="1008861" y="299372"/>
                  </a:lnTo>
                  <a:lnTo>
                    <a:pt x="1008899" y="298264"/>
                  </a:lnTo>
                  <a:lnTo>
                    <a:pt x="1007142" y="299853"/>
                  </a:lnTo>
                  <a:lnTo>
                    <a:pt x="1006768" y="296432"/>
                  </a:lnTo>
                  <a:lnTo>
                    <a:pt x="1010095" y="291650"/>
                  </a:lnTo>
                  <a:lnTo>
                    <a:pt x="1014245" y="291457"/>
                  </a:lnTo>
                  <a:lnTo>
                    <a:pt x="1011591" y="290537"/>
                  </a:lnTo>
                  <a:lnTo>
                    <a:pt x="1014282" y="287874"/>
                  </a:lnTo>
                  <a:lnTo>
                    <a:pt x="1012263" y="288020"/>
                  </a:lnTo>
                  <a:lnTo>
                    <a:pt x="1012525" y="285838"/>
                  </a:lnTo>
                  <a:lnTo>
                    <a:pt x="1010357" y="286517"/>
                  </a:lnTo>
                  <a:lnTo>
                    <a:pt x="1009646" y="289957"/>
                  </a:lnTo>
                  <a:lnTo>
                    <a:pt x="1007179" y="291360"/>
                  </a:lnTo>
                  <a:lnTo>
                    <a:pt x="1006506" y="289812"/>
                  </a:lnTo>
                  <a:lnTo>
                    <a:pt x="1005908" y="292907"/>
                  </a:lnTo>
                  <a:lnTo>
                    <a:pt x="1004787" y="290731"/>
                  </a:lnTo>
                  <a:lnTo>
                    <a:pt x="1002917" y="295515"/>
                  </a:lnTo>
                  <a:lnTo>
                    <a:pt x="999815" y="294357"/>
                  </a:lnTo>
                  <a:lnTo>
                    <a:pt x="1002768" y="298167"/>
                  </a:lnTo>
                  <a:lnTo>
                    <a:pt x="1002917" y="299564"/>
                  </a:lnTo>
                  <a:lnTo>
                    <a:pt x="1001833" y="300720"/>
                  </a:lnTo>
                  <a:lnTo>
                    <a:pt x="1000039" y="299805"/>
                  </a:lnTo>
                  <a:lnTo>
                    <a:pt x="1001385" y="303028"/>
                  </a:lnTo>
                  <a:lnTo>
                    <a:pt x="1000525" y="308404"/>
                  </a:lnTo>
                  <a:lnTo>
                    <a:pt x="1001235" y="314004"/>
                  </a:lnTo>
                  <a:lnTo>
                    <a:pt x="1003478" y="318348"/>
                  </a:lnTo>
                  <a:lnTo>
                    <a:pt x="999777" y="316583"/>
                  </a:lnTo>
                  <a:lnTo>
                    <a:pt x="997571" y="311900"/>
                  </a:lnTo>
                  <a:lnTo>
                    <a:pt x="997758" y="313861"/>
                  </a:lnTo>
                  <a:lnTo>
                    <a:pt x="998319" y="316058"/>
                  </a:lnTo>
                  <a:lnTo>
                    <a:pt x="1003179" y="321016"/>
                  </a:lnTo>
                  <a:lnTo>
                    <a:pt x="1004749" y="324394"/>
                  </a:lnTo>
                  <a:lnTo>
                    <a:pt x="1004562" y="325820"/>
                  </a:lnTo>
                  <a:lnTo>
                    <a:pt x="1002207" y="323491"/>
                  </a:lnTo>
                  <a:lnTo>
                    <a:pt x="995664" y="321159"/>
                  </a:lnTo>
                  <a:lnTo>
                    <a:pt x="993609" y="317776"/>
                  </a:lnTo>
                  <a:lnTo>
                    <a:pt x="993160" y="320398"/>
                  </a:lnTo>
                  <a:lnTo>
                    <a:pt x="990879" y="316344"/>
                  </a:lnTo>
                  <a:lnTo>
                    <a:pt x="986057" y="317299"/>
                  </a:lnTo>
                  <a:lnTo>
                    <a:pt x="986318" y="313765"/>
                  </a:lnTo>
                  <a:lnTo>
                    <a:pt x="990506" y="307493"/>
                  </a:lnTo>
                  <a:lnTo>
                    <a:pt x="990244" y="304518"/>
                  </a:lnTo>
                  <a:lnTo>
                    <a:pt x="989945" y="307541"/>
                  </a:lnTo>
                  <a:lnTo>
                    <a:pt x="985496" y="312235"/>
                  </a:lnTo>
                  <a:lnTo>
                    <a:pt x="984374" y="317633"/>
                  </a:lnTo>
                  <a:lnTo>
                    <a:pt x="985197" y="318777"/>
                  </a:lnTo>
                  <a:lnTo>
                    <a:pt x="989907" y="318682"/>
                  </a:lnTo>
                  <a:lnTo>
                    <a:pt x="992823" y="322873"/>
                  </a:lnTo>
                  <a:lnTo>
                    <a:pt x="1000226" y="325582"/>
                  </a:lnTo>
                  <a:lnTo>
                    <a:pt x="1006170" y="330895"/>
                  </a:lnTo>
                  <a:lnTo>
                    <a:pt x="1004525" y="336619"/>
                  </a:lnTo>
                  <a:lnTo>
                    <a:pt x="1001422" y="336430"/>
                  </a:lnTo>
                  <a:lnTo>
                    <a:pt x="992151" y="325582"/>
                  </a:lnTo>
                  <a:lnTo>
                    <a:pt x="988599" y="323728"/>
                  </a:lnTo>
                  <a:lnTo>
                    <a:pt x="1000263" y="336808"/>
                  </a:lnTo>
                  <a:lnTo>
                    <a:pt x="1005310" y="339357"/>
                  </a:lnTo>
                  <a:lnTo>
                    <a:pt x="1004039" y="340441"/>
                  </a:lnTo>
                  <a:lnTo>
                    <a:pt x="1006095" y="341337"/>
                  </a:lnTo>
                  <a:lnTo>
                    <a:pt x="1006357" y="343032"/>
                  </a:lnTo>
                  <a:lnTo>
                    <a:pt x="1006170" y="344961"/>
                  </a:lnTo>
                  <a:lnTo>
                    <a:pt x="1003329" y="344209"/>
                  </a:lnTo>
                  <a:lnTo>
                    <a:pt x="1003478" y="346466"/>
                  </a:lnTo>
                  <a:lnTo>
                    <a:pt x="1002245" y="347124"/>
                  </a:lnTo>
                  <a:lnTo>
                    <a:pt x="995926" y="341101"/>
                  </a:lnTo>
                  <a:lnTo>
                    <a:pt x="998954" y="345855"/>
                  </a:lnTo>
                  <a:lnTo>
                    <a:pt x="1003329" y="348720"/>
                  </a:lnTo>
                  <a:lnTo>
                    <a:pt x="1005422" y="351394"/>
                  </a:lnTo>
                  <a:lnTo>
                    <a:pt x="1005758" y="352894"/>
                  </a:lnTo>
                  <a:lnTo>
                    <a:pt x="1003329" y="354486"/>
                  </a:lnTo>
                  <a:lnTo>
                    <a:pt x="999142" y="350550"/>
                  </a:lnTo>
                  <a:lnTo>
                    <a:pt x="998543" y="348486"/>
                  </a:lnTo>
                  <a:lnTo>
                    <a:pt x="990730" y="345996"/>
                  </a:lnTo>
                  <a:lnTo>
                    <a:pt x="985683" y="345714"/>
                  </a:lnTo>
                  <a:lnTo>
                    <a:pt x="997721" y="349753"/>
                  </a:lnTo>
                  <a:lnTo>
                    <a:pt x="998506" y="353034"/>
                  </a:lnTo>
                  <a:lnTo>
                    <a:pt x="1001160" y="355282"/>
                  </a:lnTo>
                  <a:lnTo>
                    <a:pt x="1001534" y="356965"/>
                  </a:lnTo>
                  <a:lnTo>
                    <a:pt x="1006581" y="355515"/>
                  </a:lnTo>
                  <a:lnTo>
                    <a:pt x="1011665" y="356544"/>
                  </a:lnTo>
                  <a:lnTo>
                    <a:pt x="1016675" y="374233"/>
                  </a:lnTo>
                  <a:lnTo>
                    <a:pt x="1021348" y="384772"/>
                  </a:lnTo>
                  <a:lnTo>
                    <a:pt x="1015591" y="373121"/>
                  </a:lnTo>
                  <a:lnTo>
                    <a:pt x="1012787" y="363126"/>
                  </a:lnTo>
                  <a:lnTo>
                    <a:pt x="1011815" y="367920"/>
                  </a:lnTo>
                  <a:lnTo>
                    <a:pt x="1015404" y="377197"/>
                  </a:lnTo>
                  <a:lnTo>
                    <a:pt x="1014095" y="375576"/>
                  </a:lnTo>
                  <a:lnTo>
                    <a:pt x="1008600" y="372935"/>
                  </a:lnTo>
                  <a:lnTo>
                    <a:pt x="1008525" y="376364"/>
                  </a:lnTo>
                  <a:lnTo>
                    <a:pt x="1006020" y="375252"/>
                  </a:lnTo>
                  <a:lnTo>
                    <a:pt x="1006918" y="377151"/>
                  </a:lnTo>
                  <a:lnTo>
                    <a:pt x="1003702" y="376688"/>
                  </a:lnTo>
                  <a:lnTo>
                    <a:pt x="1001721" y="379371"/>
                  </a:lnTo>
                  <a:lnTo>
                    <a:pt x="1000039" y="379694"/>
                  </a:lnTo>
                  <a:lnTo>
                    <a:pt x="997571" y="378169"/>
                  </a:lnTo>
                  <a:lnTo>
                    <a:pt x="996412" y="374233"/>
                  </a:lnTo>
                  <a:lnTo>
                    <a:pt x="996562" y="381219"/>
                  </a:lnTo>
                  <a:lnTo>
                    <a:pt x="1010208" y="380850"/>
                  </a:lnTo>
                  <a:lnTo>
                    <a:pt x="1009908" y="388043"/>
                  </a:lnTo>
                  <a:lnTo>
                    <a:pt x="1011628" y="387214"/>
                  </a:lnTo>
                  <a:lnTo>
                    <a:pt x="1012077" y="382789"/>
                  </a:lnTo>
                  <a:lnTo>
                    <a:pt x="1014693" y="381127"/>
                  </a:lnTo>
                  <a:lnTo>
                    <a:pt x="1015553" y="381265"/>
                  </a:lnTo>
                  <a:lnTo>
                    <a:pt x="1016675" y="384127"/>
                  </a:lnTo>
                  <a:lnTo>
                    <a:pt x="1016338" y="389148"/>
                  </a:lnTo>
                  <a:lnTo>
                    <a:pt x="1008039" y="396633"/>
                  </a:lnTo>
                  <a:lnTo>
                    <a:pt x="1001497" y="395532"/>
                  </a:lnTo>
                  <a:lnTo>
                    <a:pt x="999665" y="392089"/>
                  </a:lnTo>
                  <a:lnTo>
                    <a:pt x="998468" y="394110"/>
                  </a:lnTo>
                  <a:lnTo>
                    <a:pt x="996263" y="394661"/>
                  </a:lnTo>
                  <a:lnTo>
                    <a:pt x="990057" y="392227"/>
                  </a:lnTo>
                  <a:lnTo>
                    <a:pt x="991403" y="393972"/>
                  </a:lnTo>
                  <a:lnTo>
                    <a:pt x="1001011" y="398740"/>
                  </a:lnTo>
                  <a:lnTo>
                    <a:pt x="998618" y="403771"/>
                  </a:lnTo>
                  <a:lnTo>
                    <a:pt x="995478" y="405871"/>
                  </a:lnTo>
                  <a:lnTo>
                    <a:pt x="993758" y="405506"/>
                  </a:lnTo>
                  <a:lnTo>
                    <a:pt x="989421" y="401714"/>
                  </a:lnTo>
                  <a:lnTo>
                    <a:pt x="991403" y="405004"/>
                  </a:lnTo>
                  <a:lnTo>
                    <a:pt x="996188" y="407102"/>
                  </a:lnTo>
                  <a:lnTo>
                    <a:pt x="1002170" y="405871"/>
                  </a:lnTo>
                  <a:lnTo>
                    <a:pt x="1004151" y="407240"/>
                  </a:lnTo>
                  <a:lnTo>
                    <a:pt x="1002506" y="409609"/>
                  </a:lnTo>
                  <a:lnTo>
                    <a:pt x="1000936" y="411249"/>
                  </a:lnTo>
                  <a:lnTo>
                    <a:pt x="996973" y="411886"/>
                  </a:lnTo>
                  <a:lnTo>
                    <a:pt x="996412" y="413023"/>
                  </a:lnTo>
                  <a:lnTo>
                    <a:pt x="988113" y="413023"/>
                  </a:lnTo>
                  <a:lnTo>
                    <a:pt x="984748" y="415659"/>
                  </a:lnTo>
                  <a:lnTo>
                    <a:pt x="983440" y="415250"/>
                  </a:lnTo>
                  <a:lnTo>
                    <a:pt x="982319" y="412432"/>
                  </a:lnTo>
                  <a:lnTo>
                    <a:pt x="982992" y="417611"/>
                  </a:lnTo>
                  <a:lnTo>
                    <a:pt x="975290" y="423683"/>
                  </a:lnTo>
                  <a:lnTo>
                    <a:pt x="973010" y="427073"/>
                  </a:lnTo>
                  <a:lnTo>
                    <a:pt x="971626" y="432352"/>
                  </a:lnTo>
                  <a:lnTo>
                    <a:pt x="971103" y="426576"/>
                  </a:lnTo>
                  <a:lnTo>
                    <a:pt x="969832" y="433028"/>
                  </a:lnTo>
                  <a:lnTo>
                    <a:pt x="961682" y="432893"/>
                  </a:lnTo>
                  <a:lnTo>
                    <a:pt x="958131" y="434019"/>
                  </a:lnTo>
                  <a:lnTo>
                    <a:pt x="952635" y="437708"/>
                  </a:lnTo>
                  <a:lnTo>
                    <a:pt x="946467" y="445649"/>
                  </a:lnTo>
                  <a:lnTo>
                    <a:pt x="945308" y="449676"/>
                  </a:lnTo>
                  <a:lnTo>
                    <a:pt x="944411" y="447977"/>
                  </a:lnTo>
                  <a:lnTo>
                    <a:pt x="944635" y="445694"/>
                  </a:lnTo>
                  <a:lnTo>
                    <a:pt x="943513" y="447887"/>
                  </a:lnTo>
                  <a:lnTo>
                    <a:pt x="944597" y="451151"/>
                  </a:lnTo>
                  <a:lnTo>
                    <a:pt x="943626" y="452356"/>
                  </a:lnTo>
                  <a:lnTo>
                    <a:pt x="940634" y="454676"/>
                  </a:lnTo>
                  <a:lnTo>
                    <a:pt x="937158" y="455702"/>
                  </a:lnTo>
                  <a:lnTo>
                    <a:pt x="936559" y="457974"/>
                  </a:lnTo>
                  <a:lnTo>
                    <a:pt x="932634" y="461000"/>
                  </a:lnTo>
                  <a:lnTo>
                    <a:pt x="929980" y="460422"/>
                  </a:lnTo>
                  <a:lnTo>
                    <a:pt x="930802" y="462423"/>
                  </a:lnTo>
                  <a:lnTo>
                    <a:pt x="929793" y="463978"/>
                  </a:lnTo>
                  <a:lnTo>
                    <a:pt x="921045" y="468060"/>
                  </a:lnTo>
                  <a:lnTo>
                    <a:pt x="915400" y="467793"/>
                  </a:lnTo>
                  <a:lnTo>
                    <a:pt x="918727" y="469964"/>
                  </a:lnTo>
                  <a:lnTo>
                    <a:pt x="918503" y="471736"/>
                  </a:lnTo>
                  <a:lnTo>
                    <a:pt x="916559" y="473328"/>
                  </a:lnTo>
                  <a:lnTo>
                    <a:pt x="915138" y="470629"/>
                  </a:lnTo>
                  <a:lnTo>
                    <a:pt x="913830" y="472090"/>
                  </a:lnTo>
                  <a:lnTo>
                    <a:pt x="911923" y="469344"/>
                  </a:lnTo>
                  <a:lnTo>
                    <a:pt x="911998" y="471426"/>
                  </a:lnTo>
                  <a:lnTo>
                    <a:pt x="914166" y="475052"/>
                  </a:lnTo>
                  <a:lnTo>
                    <a:pt x="910951" y="477569"/>
                  </a:lnTo>
                  <a:lnTo>
                    <a:pt x="909418" y="481715"/>
                  </a:lnTo>
                  <a:lnTo>
                    <a:pt x="905456" y="483344"/>
                  </a:lnTo>
                  <a:lnTo>
                    <a:pt x="906428" y="485544"/>
                  </a:lnTo>
                  <a:lnTo>
                    <a:pt x="903699" y="487610"/>
                  </a:lnTo>
                  <a:lnTo>
                    <a:pt x="904297" y="489894"/>
                  </a:lnTo>
                  <a:lnTo>
                    <a:pt x="902427" y="491605"/>
                  </a:lnTo>
                  <a:lnTo>
                    <a:pt x="904185" y="491825"/>
                  </a:lnTo>
                  <a:lnTo>
                    <a:pt x="901680" y="495725"/>
                  </a:lnTo>
                  <a:lnTo>
                    <a:pt x="899885" y="496163"/>
                  </a:lnTo>
                  <a:lnTo>
                    <a:pt x="901829" y="498307"/>
                  </a:lnTo>
                  <a:lnTo>
                    <a:pt x="900222" y="500536"/>
                  </a:lnTo>
                  <a:lnTo>
                    <a:pt x="898652" y="499881"/>
                  </a:lnTo>
                  <a:lnTo>
                    <a:pt x="897081" y="509519"/>
                  </a:lnTo>
                  <a:lnTo>
                    <a:pt x="902614" y="533768"/>
                  </a:lnTo>
                  <a:lnTo>
                    <a:pt x="909905" y="551494"/>
                  </a:lnTo>
                  <a:lnTo>
                    <a:pt x="917681" y="564842"/>
                  </a:lnTo>
                  <a:lnTo>
                    <a:pt x="916447" y="569942"/>
                  </a:lnTo>
                  <a:lnTo>
                    <a:pt x="919101" y="578671"/>
                  </a:lnTo>
                  <a:lnTo>
                    <a:pt x="915924" y="572148"/>
                  </a:lnTo>
                  <a:lnTo>
                    <a:pt x="915961" y="563992"/>
                  </a:lnTo>
                  <a:lnTo>
                    <a:pt x="914166" y="568201"/>
                  </a:lnTo>
                  <a:lnTo>
                    <a:pt x="913381" y="565396"/>
                  </a:lnTo>
                  <a:lnTo>
                    <a:pt x="914278" y="562673"/>
                  </a:lnTo>
                  <a:lnTo>
                    <a:pt x="912671" y="561395"/>
                  </a:lnTo>
                  <a:lnTo>
                    <a:pt x="912559" y="559051"/>
                  </a:lnTo>
                  <a:lnTo>
                    <a:pt x="911175" y="558454"/>
                  </a:lnTo>
                  <a:lnTo>
                    <a:pt x="913045" y="567351"/>
                  </a:lnTo>
                  <a:lnTo>
                    <a:pt x="923886" y="594905"/>
                  </a:lnTo>
                  <a:lnTo>
                    <a:pt x="925980" y="597804"/>
                  </a:lnTo>
                  <a:lnTo>
                    <a:pt x="927550" y="604221"/>
                  </a:lnTo>
                  <a:lnTo>
                    <a:pt x="927737" y="609785"/>
                  </a:lnTo>
                  <a:lnTo>
                    <a:pt x="925942" y="626785"/>
                  </a:lnTo>
                  <a:lnTo>
                    <a:pt x="925269" y="625746"/>
                  </a:lnTo>
                  <a:lnTo>
                    <a:pt x="922316" y="631724"/>
                  </a:lnTo>
                  <a:lnTo>
                    <a:pt x="920970" y="638350"/>
                  </a:lnTo>
                  <a:lnTo>
                    <a:pt x="918503" y="640665"/>
                  </a:lnTo>
                  <a:lnTo>
                    <a:pt x="913269" y="642359"/>
                  </a:lnTo>
                  <a:lnTo>
                    <a:pt x="905530" y="642772"/>
                  </a:lnTo>
                  <a:lnTo>
                    <a:pt x="904334" y="640706"/>
                  </a:lnTo>
                  <a:lnTo>
                    <a:pt x="904970" y="638846"/>
                  </a:lnTo>
                  <a:lnTo>
                    <a:pt x="908521" y="640789"/>
                  </a:lnTo>
                  <a:lnTo>
                    <a:pt x="909044" y="639880"/>
                  </a:lnTo>
                  <a:lnTo>
                    <a:pt x="905456" y="637522"/>
                  </a:lnTo>
                  <a:lnTo>
                    <a:pt x="900633" y="629152"/>
                  </a:lnTo>
                  <a:lnTo>
                    <a:pt x="900222" y="626827"/>
                  </a:lnTo>
                  <a:lnTo>
                    <a:pt x="892969" y="623336"/>
                  </a:lnTo>
                  <a:lnTo>
                    <a:pt x="890951" y="619548"/>
                  </a:lnTo>
                  <a:lnTo>
                    <a:pt x="889829" y="612877"/>
                  </a:lnTo>
                  <a:lnTo>
                    <a:pt x="887885" y="611582"/>
                  </a:lnTo>
                  <a:lnTo>
                    <a:pt x="890614" y="607026"/>
                  </a:lnTo>
                  <a:lnTo>
                    <a:pt x="887661" y="610162"/>
                  </a:lnTo>
                  <a:lnTo>
                    <a:pt x="886202" y="610162"/>
                  </a:lnTo>
                  <a:lnTo>
                    <a:pt x="885642" y="602251"/>
                  </a:lnTo>
                  <a:lnTo>
                    <a:pt x="886763" y="600616"/>
                  </a:lnTo>
                  <a:lnTo>
                    <a:pt x="883287" y="601203"/>
                  </a:lnTo>
                  <a:lnTo>
                    <a:pt x="883287" y="603466"/>
                  </a:lnTo>
                  <a:lnTo>
                    <a:pt x="881006" y="602754"/>
                  </a:lnTo>
                  <a:lnTo>
                    <a:pt x="872184" y="588045"/>
                  </a:lnTo>
                  <a:lnTo>
                    <a:pt x="873828" y="587497"/>
                  </a:lnTo>
                  <a:lnTo>
                    <a:pt x="878726" y="580193"/>
                  </a:lnTo>
                  <a:lnTo>
                    <a:pt x="877791" y="578586"/>
                  </a:lnTo>
                  <a:lnTo>
                    <a:pt x="876707" y="579432"/>
                  </a:lnTo>
                  <a:lnTo>
                    <a:pt x="873828" y="576767"/>
                  </a:lnTo>
                  <a:lnTo>
                    <a:pt x="873006" y="577190"/>
                  </a:lnTo>
                  <a:lnTo>
                    <a:pt x="874651" y="579305"/>
                  </a:lnTo>
                  <a:lnTo>
                    <a:pt x="873305" y="582940"/>
                  </a:lnTo>
                  <a:lnTo>
                    <a:pt x="871622" y="583151"/>
                  </a:lnTo>
                  <a:lnTo>
                    <a:pt x="869529" y="579940"/>
                  </a:lnTo>
                  <a:lnTo>
                    <a:pt x="873305" y="564885"/>
                  </a:lnTo>
                  <a:lnTo>
                    <a:pt x="873529" y="555340"/>
                  </a:lnTo>
                  <a:lnTo>
                    <a:pt x="871062" y="551451"/>
                  </a:lnTo>
                  <a:lnTo>
                    <a:pt x="860258" y="541938"/>
                  </a:lnTo>
                  <a:lnTo>
                    <a:pt x="851846" y="530577"/>
                  </a:lnTo>
                  <a:lnTo>
                    <a:pt x="844593" y="526346"/>
                  </a:lnTo>
                  <a:lnTo>
                    <a:pt x="839061" y="527254"/>
                  </a:lnTo>
                  <a:lnTo>
                    <a:pt x="837565" y="531052"/>
                  </a:lnTo>
                  <a:lnTo>
                    <a:pt x="834088" y="531268"/>
                  </a:lnTo>
                  <a:lnTo>
                    <a:pt x="828892" y="534241"/>
                  </a:lnTo>
                  <a:lnTo>
                    <a:pt x="818125" y="536480"/>
                  </a:lnTo>
                  <a:lnTo>
                    <a:pt x="816929" y="536136"/>
                  </a:lnTo>
                  <a:lnTo>
                    <a:pt x="816144" y="534371"/>
                  </a:lnTo>
                  <a:lnTo>
                    <a:pt x="816144" y="532604"/>
                  </a:lnTo>
                  <a:lnTo>
                    <a:pt x="817751" y="535060"/>
                  </a:lnTo>
                  <a:lnTo>
                    <a:pt x="818200" y="534629"/>
                  </a:lnTo>
                  <a:lnTo>
                    <a:pt x="817378" y="531785"/>
                  </a:lnTo>
                  <a:lnTo>
                    <a:pt x="810686" y="525914"/>
                  </a:lnTo>
                  <a:lnTo>
                    <a:pt x="812069" y="525266"/>
                  </a:lnTo>
                  <a:lnTo>
                    <a:pt x="810947" y="524271"/>
                  </a:lnTo>
                  <a:lnTo>
                    <a:pt x="812181" y="521935"/>
                  </a:lnTo>
                  <a:lnTo>
                    <a:pt x="809340" y="522973"/>
                  </a:lnTo>
                  <a:lnTo>
                    <a:pt x="809041" y="524833"/>
                  </a:lnTo>
                  <a:lnTo>
                    <a:pt x="808293" y="524704"/>
                  </a:lnTo>
                  <a:lnTo>
                    <a:pt x="800330" y="520852"/>
                  </a:lnTo>
                  <a:lnTo>
                    <a:pt x="794536" y="519249"/>
                  </a:lnTo>
                  <a:lnTo>
                    <a:pt x="801377" y="519075"/>
                  </a:lnTo>
                  <a:lnTo>
                    <a:pt x="798611" y="516950"/>
                  </a:lnTo>
                  <a:lnTo>
                    <a:pt x="794648" y="516907"/>
                  </a:lnTo>
                  <a:lnTo>
                    <a:pt x="789862" y="519162"/>
                  </a:lnTo>
                  <a:lnTo>
                    <a:pt x="779021" y="520678"/>
                  </a:lnTo>
                  <a:lnTo>
                    <a:pt x="783507" y="518469"/>
                  </a:lnTo>
                  <a:lnTo>
                    <a:pt x="783246" y="515084"/>
                  </a:lnTo>
                  <a:lnTo>
                    <a:pt x="781712" y="516777"/>
                  </a:lnTo>
                  <a:lnTo>
                    <a:pt x="779657" y="515866"/>
                  </a:lnTo>
                  <a:lnTo>
                    <a:pt x="779357" y="517905"/>
                  </a:lnTo>
                  <a:lnTo>
                    <a:pt x="777376" y="520678"/>
                  </a:lnTo>
                  <a:lnTo>
                    <a:pt x="773301" y="521761"/>
                  </a:lnTo>
                  <a:lnTo>
                    <a:pt x="772778" y="521415"/>
                  </a:lnTo>
                  <a:lnTo>
                    <a:pt x="773899" y="519336"/>
                  </a:lnTo>
                  <a:lnTo>
                    <a:pt x="770273" y="522454"/>
                  </a:lnTo>
                  <a:lnTo>
                    <a:pt x="762310" y="523276"/>
                  </a:lnTo>
                  <a:lnTo>
                    <a:pt x="766796" y="521805"/>
                  </a:lnTo>
                  <a:lnTo>
                    <a:pt x="763992" y="518035"/>
                  </a:lnTo>
                  <a:lnTo>
                    <a:pt x="764030" y="515301"/>
                  </a:lnTo>
                  <a:lnTo>
                    <a:pt x="762198" y="512129"/>
                  </a:lnTo>
                  <a:lnTo>
                    <a:pt x="759618" y="520029"/>
                  </a:lnTo>
                  <a:lnTo>
                    <a:pt x="748066" y="520289"/>
                  </a:lnTo>
                  <a:lnTo>
                    <a:pt x="743618" y="518858"/>
                  </a:lnTo>
                  <a:lnTo>
                    <a:pt x="737000" y="520852"/>
                  </a:lnTo>
                  <a:lnTo>
                    <a:pt x="734982" y="520506"/>
                  </a:lnTo>
                  <a:lnTo>
                    <a:pt x="732440" y="523449"/>
                  </a:lnTo>
                  <a:lnTo>
                    <a:pt x="729449" y="524833"/>
                  </a:lnTo>
                  <a:lnTo>
                    <a:pt x="721822" y="522368"/>
                  </a:lnTo>
                  <a:lnTo>
                    <a:pt x="719953" y="520375"/>
                  </a:lnTo>
                  <a:lnTo>
                    <a:pt x="716215" y="519725"/>
                  </a:lnTo>
                  <a:lnTo>
                    <a:pt x="712327" y="525439"/>
                  </a:lnTo>
                  <a:lnTo>
                    <a:pt x="714981" y="527254"/>
                  </a:lnTo>
                  <a:lnTo>
                    <a:pt x="717261" y="528118"/>
                  </a:lnTo>
                  <a:lnTo>
                    <a:pt x="721000" y="527383"/>
                  </a:lnTo>
                  <a:lnTo>
                    <a:pt x="726346" y="524704"/>
                  </a:lnTo>
                  <a:lnTo>
                    <a:pt x="727841" y="526001"/>
                  </a:lnTo>
                  <a:lnTo>
                    <a:pt x="724738" y="528635"/>
                  </a:lnTo>
                  <a:lnTo>
                    <a:pt x="726196" y="530491"/>
                  </a:lnTo>
                  <a:lnTo>
                    <a:pt x="728552" y="531138"/>
                  </a:lnTo>
                  <a:lnTo>
                    <a:pt x="731393" y="527426"/>
                  </a:lnTo>
                  <a:lnTo>
                    <a:pt x="733337" y="527729"/>
                  </a:lnTo>
                  <a:lnTo>
                    <a:pt x="734309" y="533121"/>
                  </a:lnTo>
                  <a:lnTo>
                    <a:pt x="730645" y="534284"/>
                  </a:lnTo>
                  <a:lnTo>
                    <a:pt x="729374" y="535404"/>
                  </a:lnTo>
                  <a:lnTo>
                    <a:pt x="730047" y="536050"/>
                  </a:lnTo>
                  <a:lnTo>
                    <a:pt x="727468" y="536609"/>
                  </a:lnTo>
                  <a:lnTo>
                    <a:pt x="726682" y="537943"/>
                  </a:lnTo>
                  <a:lnTo>
                    <a:pt x="730981" y="542711"/>
                  </a:lnTo>
                  <a:lnTo>
                    <a:pt x="737898" y="544685"/>
                  </a:lnTo>
                  <a:lnTo>
                    <a:pt x="739244" y="546785"/>
                  </a:lnTo>
                  <a:lnTo>
                    <a:pt x="741337" y="547856"/>
                  </a:lnTo>
                  <a:lnTo>
                    <a:pt x="741225" y="549312"/>
                  </a:lnTo>
                  <a:lnTo>
                    <a:pt x="739393" y="550339"/>
                  </a:lnTo>
                  <a:lnTo>
                    <a:pt x="738421" y="552306"/>
                  </a:lnTo>
                  <a:lnTo>
                    <a:pt x="736739" y="550767"/>
                  </a:lnTo>
                  <a:lnTo>
                    <a:pt x="733860" y="553118"/>
                  </a:lnTo>
                  <a:lnTo>
                    <a:pt x="734309" y="551023"/>
                  </a:lnTo>
                  <a:lnTo>
                    <a:pt x="730832" y="546742"/>
                  </a:lnTo>
                  <a:lnTo>
                    <a:pt x="725187" y="544770"/>
                  </a:lnTo>
                  <a:lnTo>
                    <a:pt x="723430" y="541767"/>
                  </a:lnTo>
                  <a:lnTo>
                    <a:pt x="717598" y="539877"/>
                  </a:lnTo>
                  <a:lnTo>
                    <a:pt x="717972" y="541252"/>
                  </a:lnTo>
                  <a:lnTo>
                    <a:pt x="719804" y="542410"/>
                  </a:lnTo>
                  <a:lnTo>
                    <a:pt x="719804" y="544685"/>
                  </a:lnTo>
                  <a:lnTo>
                    <a:pt x="718794" y="548370"/>
                  </a:lnTo>
                  <a:lnTo>
                    <a:pt x="716476" y="550210"/>
                  </a:lnTo>
                  <a:lnTo>
                    <a:pt x="714607" y="546614"/>
                  </a:lnTo>
                  <a:lnTo>
                    <a:pt x="712999" y="545671"/>
                  </a:lnTo>
                  <a:lnTo>
                    <a:pt x="708701" y="546228"/>
                  </a:lnTo>
                  <a:lnTo>
                    <a:pt x="706831" y="549098"/>
                  </a:lnTo>
                  <a:lnTo>
                    <a:pt x="705298" y="549568"/>
                  </a:lnTo>
                  <a:lnTo>
                    <a:pt x="694083" y="545799"/>
                  </a:lnTo>
                  <a:lnTo>
                    <a:pt x="695204" y="544813"/>
                  </a:lnTo>
                  <a:lnTo>
                    <a:pt x="696999" y="545113"/>
                  </a:lnTo>
                  <a:lnTo>
                    <a:pt x="695055" y="541810"/>
                  </a:lnTo>
                  <a:lnTo>
                    <a:pt x="694943" y="539232"/>
                  </a:lnTo>
                  <a:lnTo>
                    <a:pt x="693260" y="540478"/>
                  </a:lnTo>
                  <a:lnTo>
                    <a:pt x="689447" y="539447"/>
                  </a:lnTo>
                  <a:lnTo>
                    <a:pt x="686157" y="534887"/>
                  </a:lnTo>
                  <a:lnTo>
                    <a:pt x="682980" y="534801"/>
                  </a:lnTo>
                  <a:lnTo>
                    <a:pt x="681559" y="532734"/>
                  </a:lnTo>
                  <a:lnTo>
                    <a:pt x="678980" y="533595"/>
                  </a:lnTo>
                  <a:lnTo>
                    <a:pt x="676550" y="536007"/>
                  </a:lnTo>
                  <a:lnTo>
                    <a:pt x="678119" y="537986"/>
                  </a:lnTo>
                  <a:lnTo>
                    <a:pt x="677596" y="538587"/>
                  </a:lnTo>
                  <a:lnTo>
                    <a:pt x="673933" y="539447"/>
                  </a:lnTo>
                  <a:lnTo>
                    <a:pt x="665409" y="538458"/>
                  </a:lnTo>
                  <a:lnTo>
                    <a:pt x="654941" y="534112"/>
                  </a:lnTo>
                  <a:lnTo>
                    <a:pt x="644137" y="534327"/>
                  </a:lnTo>
                  <a:lnTo>
                    <a:pt x="641408" y="535404"/>
                  </a:lnTo>
                  <a:lnTo>
                    <a:pt x="640212" y="533380"/>
                  </a:lnTo>
                  <a:lnTo>
                    <a:pt x="641782" y="532389"/>
                  </a:lnTo>
                  <a:lnTo>
                    <a:pt x="642605" y="529973"/>
                  </a:lnTo>
                  <a:lnTo>
                    <a:pt x="641109" y="529326"/>
                  </a:lnTo>
                  <a:lnTo>
                    <a:pt x="638940" y="533251"/>
                  </a:lnTo>
                  <a:lnTo>
                    <a:pt x="640100" y="536264"/>
                  </a:lnTo>
                  <a:lnTo>
                    <a:pt x="635726" y="536695"/>
                  </a:lnTo>
                  <a:lnTo>
                    <a:pt x="622043" y="543526"/>
                  </a:lnTo>
                  <a:lnTo>
                    <a:pt x="626865" y="539619"/>
                  </a:lnTo>
                  <a:lnTo>
                    <a:pt x="621631" y="539662"/>
                  </a:lnTo>
                  <a:lnTo>
                    <a:pt x="622753" y="537082"/>
                  </a:lnTo>
                  <a:lnTo>
                    <a:pt x="622417" y="534801"/>
                  </a:lnTo>
                  <a:lnTo>
                    <a:pt x="620510" y="534758"/>
                  </a:lnTo>
                  <a:lnTo>
                    <a:pt x="619314" y="536566"/>
                  </a:lnTo>
                  <a:lnTo>
                    <a:pt x="616584" y="535964"/>
                  </a:lnTo>
                  <a:lnTo>
                    <a:pt x="617183" y="540049"/>
                  </a:lnTo>
                  <a:lnTo>
                    <a:pt x="619351" y="543870"/>
                  </a:lnTo>
                  <a:lnTo>
                    <a:pt x="614155" y="548712"/>
                  </a:lnTo>
                  <a:lnTo>
                    <a:pt x="613893" y="550809"/>
                  </a:lnTo>
                  <a:lnTo>
                    <a:pt x="611351" y="553545"/>
                  </a:lnTo>
                  <a:lnTo>
                    <a:pt x="599313" y="561225"/>
                  </a:lnTo>
                  <a:lnTo>
                    <a:pt x="591388" y="564800"/>
                  </a:lnTo>
                  <a:lnTo>
                    <a:pt x="596060" y="561395"/>
                  </a:lnTo>
                  <a:lnTo>
                    <a:pt x="588509" y="560799"/>
                  </a:lnTo>
                  <a:lnTo>
                    <a:pt x="586939" y="562289"/>
                  </a:lnTo>
                  <a:lnTo>
                    <a:pt x="584322" y="559435"/>
                  </a:lnTo>
                  <a:lnTo>
                    <a:pt x="582976" y="559606"/>
                  </a:lnTo>
                  <a:lnTo>
                    <a:pt x="585368" y="564800"/>
                  </a:lnTo>
                  <a:lnTo>
                    <a:pt x="587537" y="565523"/>
                  </a:lnTo>
                  <a:lnTo>
                    <a:pt x="582228" y="568286"/>
                  </a:lnTo>
                  <a:lnTo>
                    <a:pt x="580210" y="566373"/>
                  </a:lnTo>
                  <a:lnTo>
                    <a:pt x="579499" y="571130"/>
                  </a:lnTo>
                  <a:lnTo>
                    <a:pt x="577742" y="572615"/>
                  </a:lnTo>
                  <a:lnTo>
                    <a:pt x="576882" y="571045"/>
                  </a:lnTo>
                  <a:lnTo>
                    <a:pt x="575200" y="572487"/>
                  </a:lnTo>
                  <a:lnTo>
                    <a:pt x="572246" y="572911"/>
                  </a:lnTo>
                  <a:lnTo>
                    <a:pt x="572583" y="574903"/>
                  </a:lnTo>
                  <a:lnTo>
                    <a:pt x="574789" y="574098"/>
                  </a:lnTo>
                  <a:lnTo>
                    <a:pt x="574003" y="576639"/>
                  </a:lnTo>
                  <a:lnTo>
                    <a:pt x="571948" y="579136"/>
                  </a:lnTo>
                  <a:lnTo>
                    <a:pt x="566527" y="580151"/>
                  </a:lnTo>
                  <a:lnTo>
                    <a:pt x="569518" y="584037"/>
                  </a:lnTo>
                  <a:lnTo>
                    <a:pt x="566377" y="592087"/>
                  </a:lnTo>
                  <a:lnTo>
                    <a:pt x="564620" y="592424"/>
                  </a:lnTo>
                  <a:lnTo>
                    <a:pt x="559536" y="589056"/>
                  </a:lnTo>
                  <a:lnTo>
                    <a:pt x="561106" y="593013"/>
                  </a:lnTo>
                  <a:lnTo>
                    <a:pt x="565443" y="594191"/>
                  </a:lnTo>
                  <a:lnTo>
                    <a:pt x="565629" y="597006"/>
                  </a:lnTo>
                  <a:lnTo>
                    <a:pt x="563985" y="600490"/>
                  </a:lnTo>
                  <a:lnTo>
                    <a:pt x="566452" y="611708"/>
                  </a:lnTo>
                  <a:lnTo>
                    <a:pt x="571050" y="621380"/>
                  </a:lnTo>
                  <a:lnTo>
                    <a:pt x="572396" y="621422"/>
                  </a:lnTo>
                  <a:lnTo>
                    <a:pt x="572583" y="622254"/>
                  </a:lnTo>
                  <a:lnTo>
                    <a:pt x="572471" y="623835"/>
                  </a:lnTo>
                  <a:lnTo>
                    <a:pt x="569667" y="624292"/>
                  </a:lnTo>
                  <a:lnTo>
                    <a:pt x="567685" y="625913"/>
                  </a:lnTo>
                  <a:lnTo>
                    <a:pt x="558863" y="621963"/>
                  </a:lnTo>
                  <a:lnTo>
                    <a:pt x="549030" y="620382"/>
                  </a:lnTo>
                  <a:lnTo>
                    <a:pt x="546862" y="618715"/>
                  </a:lnTo>
                  <a:lnTo>
                    <a:pt x="540357" y="616549"/>
                  </a:lnTo>
                  <a:lnTo>
                    <a:pt x="538825" y="615047"/>
                  </a:lnTo>
                  <a:lnTo>
                    <a:pt x="531721" y="612584"/>
                  </a:lnTo>
                  <a:lnTo>
                    <a:pt x="529180" y="605268"/>
                  </a:lnTo>
                  <a:lnTo>
                    <a:pt x="524469" y="598434"/>
                  </a:lnTo>
                  <a:lnTo>
                    <a:pt x="524806" y="595746"/>
                  </a:lnTo>
                  <a:lnTo>
                    <a:pt x="523571" y="593055"/>
                  </a:lnTo>
                  <a:lnTo>
                    <a:pt x="523459" y="586906"/>
                  </a:lnTo>
                  <a:lnTo>
                    <a:pt x="518301" y="582644"/>
                  </a:lnTo>
                  <a:lnTo>
                    <a:pt x="510861" y="572233"/>
                  </a:lnTo>
                  <a:lnTo>
                    <a:pt x="507048" y="568583"/>
                  </a:lnTo>
                  <a:lnTo>
                    <a:pt x="506300" y="564460"/>
                  </a:lnTo>
                  <a:lnTo>
                    <a:pt x="497515" y="548327"/>
                  </a:lnTo>
                  <a:lnTo>
                    <a:pt x="491608" y="541724"/>
                  </a:lnTo>
                  <a:lnTo>
                    <a:pt x="486113" y="537598"/>
                  </a:lnTo>
                  <a:lnTo>
                    <a:pt x="484542" y="534973"/>
                  </a:lnTo>
                  <a:lnTo>
                    <a:pt x="481066" y="533423"/>
                  </a:lnTo>
                  <a:lnTo>
                    <a:pt x="471831" y="533724"/>
                  </a:lnTo>
                  <a:lnTo>
                    <a:pt x="464541" y="532044"/>
                  </a:lnTo>
                  <a:lnTo>
                    <a:pt x="461775" y="534371"/>
                  </a:lnTo>
                  <a:lnTo>
                    <a:pt x="458896" y="534758"/>
                  </a:lnTo>
                  <a:lnTo>
                    <a:pt x="456391" y="537340"/>
                  </a:lnTo>
                  <a:lnTo>
                    <a:pt x="453139" y="547556"/>
                  </a:lnTo>
                  <a:lnTo>
                    <a:pt x="449027" y="551708"/>
                  </a:lnTo>
                  <a:lnTo>
                    <a:pt x="445550" y="552648"/>
                  </a:lnTo>
                  <a:lnTo>
                    <a:pt x="430335" y="544985"/>
                  </a:lnTo>
                  <a:lnTo>
                    <a:pt x="421811" y="539017"/>
                  </a:lnTo>
                  <a:lnTo>
                    <a:pt x="417212" y="532302"/>
                  </a:lnTo>
                  <a:lnTo>
                    <a:pt x="415979" y="529067"/>
                  </a:lnTo>
                  <a:lnTo>
                    <a:pt x="415979" y="525611"/>
                  </a:lnTo>
                  <a:lnTo>
                    <a:pt x="411044" y="514780"/>
                  </a:lnTo>
                  <a:lnTo>
                    <a:pt x="398670" y="505163"/>
                  </a:lnTo>
                  <a:lnTo>
                    <a:pt x="388090" y="495068"/>
                  </a:lnTo>
                  <a:lnTo>
                    <a:pt x="385510" y="493754"/>
                  </a:lnTo>
                  <a:lnTo>
                    <a:pt x="379342" y="486028"/>
                  </a:lnTo>
                  <a:lnTo>
                    <a:pt x="342630" y="485764"/>
                  </a:lnTo>
                  <a:lnTo>
                    <a:pt x="342593" y="496732"/>
                  </a:lnTo>
                  <a:lnTo>
                    <a:pt x="283861" y="496863"/>
                  </a:lnTo>
                  <a:lnTo>
                    <a:pt x="205055" y="467882"/>
                  </a:lnTo>
                  <a:lnTo>
                    <a:pt x="207373" y="462778"/>
                  </a:lnTo>
                  <a:lnTo>
                    <a:pt x="157464" y="467262"/>
                  </a:lnTo>
                  <a:lnTo>
                    <a:pt x="157277" y="464422"/>
                  </a:lnTo>
                  <a:lnTo>
                    <a:pt x="156305" y="463445"/>
                  </a:lnTo>
                  <a:lnTo>
                    <a:pt x="155072" y="464022"/>
                  </a:lnTo>
                  <a:lnTo>
                    <a:pt x="154660" y="457261"/>
                  </a:lnTo>
                  <a:lnTo>
                    <a:pt x="153501" y="453249"/>
                  </a:lnTo>
                  <a:lnTo>
                    <a:pt x="150399" y="448379"/>
                  </a:lnTo>
                  <a:lnTo>
                    <a:pt x="137688" y="437753"/>
                  </a:lnTo>
                  <a:lnTo>
                    <a:pt x="130809" y="437213"/>
                  </a:lnTo>
                  <a:lnTo>
                    <a:pt x="131183" y="434379"/>
                  </a:lnTo>
                  <a:lnTo>
                    <a:pt x="128827" y="430368"/>
                  </a:lnTo>
                  <a:lnTo>
                    <a:pt x="122061" y="430233"/>
                  </a:lnTo>
                  <a:lnTo>
                    <a:pt x="115593" y="428022"/>
                  </a:lnTo>
                  <a:lnTo>
                    <a:pt x="113686" y="426712"/>
                  </a:lnTo>
                  <a:lnTo>
                    <a:pt x="113014" y="424361"/>
                  </a:lnTo>
                  <a:lnTo>
                    <a:pt x="105985" y="420332"/>
                  </a:lnTo>
                  <a:lnTo>
                    <a:pt x="87816" y="418972"/>
                  </a:lnTo>
                  <a:lnTo>
                    <a:pt x="84415" y="416249"/>
                  </a:lnTo>
                  <a:lnTo>
                    <a:pt x="84115" y="402537"/>
                  </a:lnTo>
                  <a:lnTo>
                    <a:pt x="80003" y="400296"/>
                  </a:lnTo>
                  <a:lnTo>
                    <a:pt x="79143" y="394798"/>
                  </a:lnTo>
                  <a:lnTo>
                    <a:pt x="71143" y="388411"/>
                  </a:lnTo>
                  <a:lnTo>
                    <a:pt x="63255" y="376132"/>
                  </a:lnTo>
                  <a:lnTo>
                    <a:pt x="58806" y="371590"/>
                  </a:lnTo>
                  <a:lnTo>
                    <a:pt x="57946" y="365362"/>
                  </a:lnTo>
                  <a:lnTo>
                    <a:pt x="60638" y="361215"/>
                  </a:lnTo>
                  <a:lnTo>
                    <a:pt x="60264" y="358133"/>
                  </a:lnTo>
                  <a:lnTo>
                    <a:pt x="58769" y="355843"/>
                  </a:lnTo>
                  <a:lnTo>
                    <a:pt x="52862" y="354486"/>
                  </a:lnTo>
                  <a:lnTo>
                    <a:pt x="48076" y="348861"/>
                  </a:lnTo>
                  <a:lnTo>
                    <a:pt x="47778" y="344538"/>
                  </a:lnTo>
                  <a:lnTo>
                    <a:pt x="45908" y="340111"/>
                  </a:lnTo>
                  <a:lnTo>
                    <a:pt x="45609" y="334114"/>
                  </a:lnTo>
                  <a:lnTo>
                    <a:pt x="48301" y="333641"/>
                  </a:lnTo>
                  <a:lnTo>
                    <a:pt x="48600" y="337138"/>
                  </a:lnTo>
                  <a:lnTo>
                    <a:pt x="52824" y="341195"/>
                  </a:lnTo>
                  <a:lnTo>
                    <a:pt x="54806" y="341808"/>
                  </a:lnTo>
                  <a:lnTo>
                    <a:pt x="48264" y="329142"/>
                  </a:lnTo>
                  <a:lnTo>
                    <a:pt x="49759" y="327908"/>
                  </a:lnTo>
                  <a:lnTo>
                    <a:pt x="54470" y="326769"/>
                  </a:lnTo>
                  <a:lnTo>
                    <a:pt x="66134" y="326627"/>
                  </a:lnTo>
                  <a:lnTo>
                    <a:pt x="58731" y="326105"/>
                  </a:lnTo>
                  <a:lnTo>
                    <a:pt x="55628" y="324822"/>
                  </a:lnTo>
                  <a:lnTo>
                    <a:pt x="51927" y="326200"/>
                  </a:lnTo>
                  <a:lnTo>
                    <a:pt x="48114" y="324252"/>
                  </a:lnTo>
                  <a:lnTo>
                    <a:pt x="46208" y="325202"/>
                  </a:lnTo>
                  <a:lnTo>
                    <a:pt x="46581" y="332364"/>
                  </a:lnTo>
                  <a:lnTo>
                    <a:pt x="45460" y="332647"/>
                  </a:lnTo>
                  <a:lnTo>
                    <a:pt x="36898" y="326627"/>
                  </a:lnTo>
                  <a:lnTo>
                    <a:pt x="35515" y="328383"/>
                  </a:lnTo>
                  <a:lnTo>
                    <a:pt x="35964" y="322112"/>
                  </a:lnTo>
                  <a:lnTo>
                    <a:pt x="38058" y="324822"/>
                  </a:lnTo>
                  <a:lnTo>
                    <a:pt x="37422" y="322920"/>
                  </a:lnTo>
                  <a:lnTo>
                    <a:pt x="34543" y="320016"/>
                  </a:lnTo>
                  <a:lnTo>
                    <a:pt x="32973" y="316201"/>
                  </a:lnTo>
                  <a:lnTo>
                    <a:pt x="29496" y="313908"/>
                  </a:lnTo>
                  <a:lnTo>
                    <a:pt x="20936" y="304037"/>
                  </a:lnTo>
                  <a:lnTo>
                    <a:pt x="20562" y="298601"/>
                  </a:lnTo>
                  <a:lnTo>
                    <a:pt x="18468" y="291699"/>
                  </a:lnTo>
                  <a:lnTo>
                    <a:pt x="19365" y="287729"/>
                  </a:lnTo>
                  <a:lnTo>
                    <a:pt x="18206" y="280738"/>
                  </a:lnTo>
                  <a:lnTo>
                    <a:pt x="12486" y="272059"/>
                  </a:lnTo>
                  <a:lnTo>
                    <a:pt x="8000" y="267802"/>
                  </a:lnTo>
                  <a:lnTo>
                    <a:pt x="7327" y="264567"/>
                  </a:lnTo>
                  <a:lnTo>
                    <a:pt x="7028" y="261276"/>
                  </a:lnTo>
                  <a:lnTo>
                    <a:pt x="8860" y="255269"/>
                  </a:lnTo>
                  <a:lnTo>
                    <a:pt x="9458" y="254480"/>
                  </a:lnTo>
                  <a:lnTo>
                    <a:pt x="10169" y="255664"/>
                  </a:lnTo>
                  <a:lnTo>
                    <a:pt x="10767" y="253592"/>
                  </a:lnTo>
                  <a:lnTo>
                    <a:pt x="10169" y="253048"/>
                  </a:lnTo>
                  <a:lnTo>
                    <a:pt x="11963" y="248153"/>
                  </a:lnTo>
                  <a:lnTo>
                    <a:pt x="11814" y="243046"/>
                  </a:lnTo>
                  <a:lnTo>
                    <a:pt x="13234" y="234635"/>
                  </a:lnTo>
                  <a:lnTo>
                    <a:pt x="11328" y="227437"/>
                  </a:lnTo>
                  <a:lnTo>
                    <a:pt x="9645" y="225483"/>
                  </a:lnTo>
                  <a:lnTo>
                    <a:pt x="10356" y="220010"/>
                  </a:lnTo>
                  <a:lnTo>
                    <a:pt x="7365" y="216133"/>
                  </a:lnTo>
                  <a:lnTo>
                    <a:pt x="5981" y="208911"/>
                  </a:lnTo>
                  <a:lnTo>
                    <a:pt x="6281" y="203182"/>
                  </a:lnTo>
                  <a:lnTo>
                    <a:pt x="3514" y="196722"/>
                  </a:lnTo>
                  <a:lnTo>
                    <a:pt x="7552" y="181674"/>
                  </a:lnTo>
                  <a:lnTo>
                    <a:pt x="10655" y="179360"/>
                  </a:lnTo>
                  <a:lnTo>
                    <a:pt x="8748" y="179720"/>
                  </a:lnTo>
                  <a:lnTo>
                    <a:pt x="11627" y="171673"/>
                  </a:lnTo>
                  <a:lnTo>
                    <a:pt x="12673" y="153115"/>
                  </a:lnTo>
                  <a:lnTo>
                    <a:pt x="13758" y="150448"/>
                  </a:lnTo>
                  <a:lnTo>
                    <a:pt x="13496" y="140156"/>
                  </a:lnTo>
                  <a:lnTo>
                    <a:pt x="16188" y="116608"/>
                  </a:lnTo>
                  <a:lnTo>
                    <a:pt x="15814" y="99806"/>
                  </a:lnTo>
                  <a:lnTo>
                    <a:pt x="14954" y="97484"/>
                  </a:lnTo>
                  <a:lnTo>
                    <a:pt x="21496" y="98564"/>
                  </a:lnTo>
                  <a:lnTo>
                    <a:pt x="24674" y="97376"/>
                  </a:lnTo>
                  <a:lnTo>
                    <a:pt x="27141" y="99374"/>
                  </a:lnTo>
                  <a:lnTo>
                    <a:pt x="30917" y="99428"/>
                  </a:lnTo>
                  <a:lnTo>
                    <a:pt x="25833" y="95916"/>
                  </a:lnTo>
                  <a:lnTo>
                    <a:pt x="13234" y="95646"/>
                  </a:lnTo>
                  <a:lnTo>
                    <a:pt x="13795" y="85826"/>
                  </a:lnTo>
                  <a:lnTo>
                    <a:pt x="15851" y="91042"/>
                  </a:lnTo>
                  <a:lnTo>
                    <a:pt x="17047" y="84193"/>
                  </a:lnTo>
                  <a:lnTo>
                    <a:pt x="13234" y="81631"/>
                  </a:lnTo>
                  <a:lnTo>
                    <a:pt x="12412" y="78026"/>
                  </a:lnTo>
                  <a:lnTo>
                    <a:pt x="17982" y="74961"/>
                  </a:lnTo>
                  <a:lnTo>
                    <a:pt x="12412" y="72769"/>
                  </a:lnTo>
                  <a:lnTo>
                    <a:pt x="11851" y="75235"/>
                  </a:lnTo>
                  <a:lnTo>
                    <a:pt x="6916" y="53678"/>
                  </a:lnTo>
                  <a:lnTo>
                    <a:pt x="972" y="43935"/>
                  </a:lnTo>
                  <a:lnTo>
                    <a:pt x="0" y="31264"/>
                  </a:lnTo>
                  <a:lnTo>
                    <a:pt x="15253" y="37892"/>
                  </a:lnTo>
                  <a:lnTo>
                    <a:pt x="29385" y="39405"/>
                  </a:lnTo>
                  <a:lnTo>
                    <a:pt x="32936" y="38397"/>
                  </a:lnTo>
                  <a:lnTo>
                    <a:pt x="36039" y="40861"/>
                  </a:lnTo>
                  <a:lnTo>
                    <a:pt x="40114" y="38845"/>
                  </a:lnTo>
                  <a:lnTo>
                    <a:pt x="42619" y="46780"/>
                  </a:lnTo>
                  <a:lnTo>
                    <a:pt x="40114" y="51233"/>
                  </a:lnTo>
                  <a:lnTo>
                    <a:pt x="39217" y="49510"/>
                  </a:lnTo>
                  <a:lnTo>
                    <a:pt x="34469" y="56949"/>
                  </a:lnTo>
                  <a:lnTo>
                    <a:pt x="32600" y="62037"/>
                  </a:lnTo>
                  <a:lnTo>
                    <a:pt x="33347" y="63196"/>
                  </a:lnTo>
                  <a:lnTo>
                    <a:pt x="37123" y="61374"/>
                  </a:lnTo>
                  <a:lnTo>
                    <a:pt x="34132" y="61651"/>
                  </a:lnTo>
                  <a:lnTo>
                    <a:pt x="34506" y="59218"/>
                  </a:lnTo>
                  <a:lnTo>
                    <a:pt x="43628" y="48229"/>
                  </a:lnTo>
                  <a:lnTo>
                    <a:pt x="44114" y="45330"/>
                  </a:lnTo>
                  <a:lnTo>
                    <a:pt x="45198" y="45609"/>
                  </a:lnTo>
                  <a:lnTo>
                    <a:pt x="45385" y="50233"/>
                  </a:lnTo>
                  <a:lnTo>
                    <a:pt x="43179" y="52623"/>
                  </a:lnTo>
                  <a:lnTo>
                    <a:pt x="43516" y="55009"/>
                  </a:lnTo>
                  <a:lnTo>
                    <a:pt x="42245" y="55120"/>
                  </a:lnTo>
                  <a:lnTo>
                    <a:pt x="44712" y="59716"/>
                  </a:lnTo>
                  <a:lnTo>
                    <a:pt x="44264" y="64906"/>
                  </a:lnTo>
                  <a:lnTo>
                    <a:pt x="41572" y="64189"/>
                  </a:lnTo>
                  <a:lnTo>
                    <a:pt x="40338" y="67219"/>
                  </a:lnTo>
                  <a:lnTo>
                    <a:pt x="39067" y="63582"/>
                  </a:lnTo>
                  <a:lnTo>
                    <a:pt x="37160" y="65016"/>
                  </a:lnTo>
                  <a:lnTo>
                    <a:pt x="34917" y="69639"/>
                  </a:lnTo>
                  <a:lnTo>
                    <a:pt x="41123" y="70463"/>
                  </a:lnTo>
                  <a:lnTo>
                    <a:pt x="43254" y="69474"/>
                  </a:lnTo>
                  <a:lnTo>
                    <a:pt x="45011" y="65457"/>
                  </a:lnTo>
                  <a:lnTo>
                    <a:pt x="48937" y="62479"/>
                  </a:lnTo>
                  <a:lnTo>
                    <a:pt x="47927" y="49788"/>
                  </a:lnTo>
                  <a:lnTo>
                    <a:pt x="51254" y="42762"/>
                  </a:lnTo>
                  <a:lnTo>
                    <a:pt x="47628" y="37388"/>
                  </a:lnTo>
                  <a:lnTo>
                    <a:pt x="48076" y="40525"/>
                  </a:lnTo>
                  <a:lnTo>
                    <a:pt x="45534" y="38173"/>
                  </a:lnTo>
                  <a:lnTo>
                    <a:pt x="45460" y="35986"/>
                  </a:lnTo>
                  <a:lnTo>
                    <a:pt x="47778" y="33964"/>
                  </a:lnTo>
                  <a:lnTo>
                    <a:pt x="42394" y="28617"/>
                  </a:lnTo>
                  <a:lnTo>
                    <a:pt x="45946" y="27319"/>
                  </a:lnTo>
                  <a:lnTo>
                    <a:pt x="45609" y="22176"/>
                  </a:lnTo>
                  <a:lnTo>
                    <a:pt x="44600" y="18776"/>
                  </a:lnTo>
                  <a:lnTo>
                    <a:pt x="42020" y="18266"/>
                  </a:lnTo>
                  <a:lnTo>
                    <a:pt x="39889" y="12011"/>
                  </a:lnTo>
                  <a:lnTo>
                    <a:pt x="613669" y="12011"/>
                  </a:lnTo>
                  <a:lnTo>
                    <a:pt x="613818" y="0"/>
                  </a:lnTo>
                  <a:lnTo>
                    <a:pt x="620061" y="2123"/>
                  </a:lnTo>
                  <a:lnTo>
                    <a:pt x="621108" y="11669"/>
                  </a:lnTo>
                  <a:lnTo>
                    <a:pt x="623164" y="17811"/>
                  </a:lnTo>
                  <a:lnTo>
                    <a:pt x="624922" y="19910"/>
                  </a:lnTo>
                  <a:lnTo>
                    <a:pt x="636660" y="22516"/>
                  </a:lnTo>
                  <a:lnTo>
                    <a:pt x="643875" y="26699"/>
                  </a:lnTo>
                  <a:lnTo>
                    <a:pt x="648960" y="25626"/>
                  </a:lnTo>
                  <a:lnTo>
                    <a:pt x="650717" y="23874"/>
                  </a:lnTo>
                  <a:lnTo>
                    <a:pt x="658642" y="23987"/>
                  </a:lnTo>
                  <a:lnTo>
                    <a:pt x="668960" y="29519"/>
                  </a:lnTo>
                  <a:lnTo>
                    <a:pt x="670755" y="34526"/>
                  </a:lnTo>
                  <a:lnTo>
                    <a:pt x="675765" y="32559"/>
                  </a:lnTo>
                  <a:lnTo>
                    <a:pt x="679241" y="33739"/>
                  </a:lnTo>
                  <a:lnTo>
                    <a:pt x="682307" y="36995"/>
                  </a:lnTo>
                  <a:lnTo>
                    <a:pt x="689335" y="41308"/>
                  </a:lnTo>
                  <a:lnTo>
                    <a:pt x="692064" y="41308"/>
                  </a:lnTo>
                  <a:lnTo>
                    <a:pt x="701859" y="36603"/>
                  </a:lnTo>
                  <a:lnTo>
                    <a:pt x="703429" y="36883"/>
                  </a:lnTo>
                  <a:lnTo>
                    <a:pt x="705411" y="39853"/>
                  </a:lnTo>
                  <a:lnTo>
                    <a:pt x="718981" y="39461"/>
                  </a:lnTo>
                  <a:lnTo>
                    <a:pt x="721037" y="42650"/>
                  </a:lnTo>
                  <a:lnTo>
                    <a:pt x="722944" y="43265"/>
                  </a:lnTo>
                  <a:lnTo>
                    <a:pt x="732178" y="43209"/>
                  </a:lnTo>
                  <a:lnTo>
                    <a:pt x="735991" y="42482"/>
                  </a:lnTo>
                  <a:lnTo>
                    <a:pt x="749711" y="34919"/>
                  </a:lnTo>
                  <a:lnTo>
                    <a:pt x="754571" y="33683"/>
                  </a:lnTo>
                  <a:lnTo>
                    <a:pt x="827322" y="76878"/>
                  </a:lnTo>
                  <a:lnTo>
                    <a:pt x="829303" y="84846"/>
                  </a:lnTo>
                  <a:lnTo>
                    <a:pt x="833827" y="90282"/>
                  </a:lnTo>
                  <a:lnTo>
                    <a:pt x="842388" y="87730"/>
                  </a:lnTo>
                  <a:lnTo>
                    <a:pt x="843659" y="97268"/>
                  </a:lnTo>
                  <a:lnTo>
                    <a:pt x="845977" y="101478"/>
                  </a:lnTo>
                  <a:lnTo>
                    <a:pt x="853491" y="100561"/>
                  </a:lnTo>
                  <a:lnTo>
                    <a:pt x="856519" y="104171"/>
                  </a:lnTo>
                  <a:lnTo>
                    <a:pt x="853977" y="109489"/>
                  </a:lnTo>
                  <a:lnTo>
                    <a:pt x="875585" y="123431"/>
                  </a:lnTo>
                  <a:lnTo>
                    <a:pt x="884184" y="175134"/>
                  </a:lnTo>
                  <a:lnTo>
                    <a:pt x="878576" y="189368"/>
                  </a:lnTo>
                  <a:lnTo>
                    <a:pt x="875698" y="202065"/>
                  </a:lnTo>
                  <a:lnTo>
                    <a:pt x="869005" y="208809"/>
                  </a:lnTo>
                  <a:lnTo>
                    <a:pt x="864744" y="211186"/>
                  </a:lnTo>
                  <a:lnTo>
                    <a:pt x="863174" y="215629"/>
                  </a:lnTo>
                  <a:lnTo>
                    <a:pt x="863323" y="220261"/>
                  </a:lnTo>
                  <a:lnTo>
                    <a:pt x="865641" y="224229"/>
                  </a:lnTo>
                  <a:lnTo>
                    <a:pt x="872707" y="228640"/>
                  </a:lnTo>
                  <a:lnTo>
                    <a:pt x="877941" y="228640"/>
                  </a:lnTo>
                  <a:lnTo>
                    <a:pt x="902054" y="213712"/>
                  </a:lnTo>
                  <a:lnTo>
                    <a:pt x="923438" y="209315"/>
                  </a:lnTo>
                  <a:lnTo>
                    <a:pt x="948597" y="197028"/>
                  </a:lnTo>
                  <a:lnTo>
                    <a:pt x="950616" y="195294"/>
                  </a:lnTo>
                  <a:lnTo>
                    <a:pt x="950990" y="193253"/>
                  </a:lnTo>
                  <a:lnTo>
                    <a:pt x="948822" y="190902"/>
                  </a:lnTo>
                  <a:lnTo>
                    <a:pt x="947962" y="188395"/>
                  </a:lnTo>
                  <a:lnTo>
                    <a:pt x="948111" y="183524"/>
                  </a:lnTo>
                  <a:lnTo>
                    <a:pt x="945794" y="178124"/>
                  </a:lnTo>
                  <a:lnTo>
                    <a:pt x="955140" y="173585"/>
                  </a:lnTo>
                  <a:lnTo>
                    <a:pt x="994618" y="173482"/>
                  </a:lnTo>
                  <a:lnTo>
                    <a:pt x="1002020" y="161145"/>
                  </a:lnTo>
                  <a:lnTo>
                    <a:pt x="1008525" y="154004"/>
                  </a:lnTo>
                  <a:lnTo>
                    <a:pt x="1014245" y="150710"/>
                  </a:lnTo>
                  <a:lnTo>
                    <a:pt x="1028713" y="136624"/>
                  </a:lnTo>
                  <a:lnTo>
                    <a:pt x="1037349" y="1337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6" name="oPE_MapPart_USA_2_826" descr="Vereinigte Staaten">
              <a:extLst>
                <a:ext uri="{FF2B5EF4-FFF2-40B4-BE49-F238E27FC236}">
                  <a16:creationId xmlns:a16="http://schemas.microsoft.com/office/drawing/2014/main" id="{936B99CB-23AA-3DF9-548D-4F0280EF6C0A}"/>
                </a:ext>
              </a:extLst>
            </p:cNvPr>
            <p:cNvSpPr/>
            <p:nvPr>
              <p:custDataLst>
                <p:tags r:id="rId826"/>
              </p:custDataLst>
            </p:nvPr>
          </p:nvSpPr>
          <p:spPr>
            <a:xfrm>
              <a:off x="2604949" y="2238297"/>
              <a:ext cx="790761" cy="788410"/>
            </a:xfrm>
            <a:custGeom>
              <a:avLst/>
              <a:gdLst/>
              <a:ahLst/>
              <a:cxnLst/>
              <a:rect l="0" t="0" r="0" b="0"/>
              <a:pathLst>
                <a:path w="790761" h="788410">
                  <a:moveTo>
                    <a:pt x="790535" y="747595"/>
                  </a:moveTo>
                  <a:lnTo>
                    <a:pt x="787993" y="756235"/>
                  </a:lnTo>
                  <a:lnTo>
                    <a:pt x="790274" y="769295"/>
                  </a:lnTo>
                  <a:lnTo>
                    <a:pt x="786610" y="779177"/>
                  </a:lnTo>
                  <a:lnTo>
                    <a:pt x="779096" y="788409"/>
                  </a:lnTo>
                  <a:lnTo>
                    <a:pt x="773413" y="787048"/>
                  </a:lnTo>
                  <a:lnTo>
                    <a:pt x="769301" y="774408"/>
                  </a:lnTo>
                  <a:lnTo>
                    <a:pt x="770609" y="771264"/>
                  </a:lnTo>
                  <a:lnTo>
                    <a:pt x="775507" y="768573"/>
                  </a:lnTo>
                  <a:lnTo>
                    <a:pt x="773263" y="767193"/>
                  </a:lnTo>
                  <a:lnTo>
                    <a:pt x="771955" y="753250"/>
                  </a:lnTo>
                  <a:lnTo>
                    <a:pt x="767618" y="744926"/>
                  </a:lnTo>
                  <a:lnTo>
                    <a:pt x="767357" y="743523"/>
                  </a:lnTo>
                  <a:lnTo>
                    <a:pt x="769600" y="740176"/>
                  </a:lnTo>
                  <a:lnTo>
                    <a:pt x="754010" y="747994"/>
                  </a:lnTo>
                  <a:lnTo>
                    <a:pt x="753113" y="749527"/>
                  </a:lnTo>
                  <a:lnTo>
                    <a:pt x="753599" y="752121"/>
                  </a:lnTo>
                  <a:lnTo>
                    <a:pt x="750646" y="759941"/>
                  </a:lnTo>
                  <a:lnTo>
                    <a:pt x="747057" y="759346"/>
                  </a:lnTo>
                  <a:lnTo>
                    <a:pt x="744888" y="753781"/>
                  </a:lnTo>
                  <a:lnTo>
                    <a:pt x="745188" y="752586"/>
                  </a:lnTo>
                  <a:lnTo>
                    <a:pt x="749375" y="746061"/>
                  </a:lnTo>
                  <a:lnTo>
                    <a:pt x="752739" y="737493"/>
                  </a:lnTo>
                  <a:lnTo>
                    <a:pt x="758833" y="735747"/>
                  </a:lnTo>
                  <a:lnTo>
                    <a:pt x="751842" y="734469"/>
                  </a:lnTo>
                  <a:lnTo>
                    <a:pt x="749038" y="729279"/>
                  </a:lnTo>
                  <a:lnTo>
                    <a:pt x="745748" y="727726"/>
                  </a:lnTo>
                  <a:lnTo>
                    <a:pt x="743169" y="724003"/>
                  </a:lnTo>
                  <a:lnTo>
                    <a:pt x="742085" y="719999"/>
                  </a:lnTo>
                  <a:lnTo>
                    <a:pt x="739617" y="719116"/>
                  </a:lnTo>
                  <a:lnTo>
                    <a:pt x="739393" y="714688"/>
                  </a:lnTo>
                  <a:lnTo>
                    <a:pt x="736215" y="713528"/>
                  </a:lnTo>
                  <a:lnTo>
                    <a:pt x="732851" y="709837"/>
                  </a:lnTo>
                  <a:lnTo>
                    <a:pt x="732402" y="703663"/>
                  </a:lnTo>
                  <a:lnTo>
                    <a:pt x="719056" y="699257"/>
                  </a:lnTo>
                  <a:lnTo>
                    <a:pt x="719691" y="692899"/>
                  </a:lnTo>
                  <a:lnTo>
                    <a:pt x="717561" y="684492"/>
                  </a:lnTo>
                  <a:lnTo>
                    <a:pt x="715280" y="681143"/>
                  </a:lnTo>
                  <a:lnTo>
                    <a:pt x="717224" y="679046"/>
                  </a:lnTo>
                  <a:lnTo>
                    <a:pt x="726309" y="684073"/>
                  </a:lnTo>
                  <a:lnTo>
                    <a:pt x="718047" y="675964"/>
                  </a:lnTo>
                  <a:lnTo>
                    <a:pt x="717635" y="673719"/>
                  </a:lnTo>
                  <a:lnTo>
                    <a:pt x="718121" y="671822"/>
                  </a:lnTo>
                  <a:lnTo>
                    <a:pt x="724701" y="671963"/>
                  </a:lnTo>
                  <a:lnTo>
                    <a:pt x="717112" y="670133"/>
                  </a:lnTo>
                  <a:lnTo>
                    <a:pt x="715093" y="673368"/>
                  </a:lnTo>
                  <a:lnTo>
                    <a:pt x="713747" y="673228"/>
                  </a:lnTo>
                  <a:lnTo>
                    <a:pt x="707317" y="664349"/>
                  </a:lnTo>
                  <a:lnTo>
                    <a:pt x="707018" y="655769"/>
                  </a:lnTo>
                  <a:lnTo>
                    <a:pt x="710532" y="646707"/>
                  </a:lnTo>
                  <a:lnTo>
                    <a:pt x="709149" y="647495"/>
                  </a:lnTo>
                  <a:lnTo>
                    <a:pt x="703653" y="657973"/>
                  </a:lnTo>
                  <a:lnTo>
                    <a:pt x="691840" y="649282"/>
                  </a:lnTo>
                  <a:lnTo>
                    <a:pt x="688400" y="641616"/>
                  </a:lnTo>
                  <a:lnTo>
                    <a:pt x="687952" y="637730"/>
                  </a:lnTo>
                  <a:lnTo>
                    <a:pt x="684475" y="633762"/>
                  </a:lnTo>
                  <a:lnTo>
                    <a:pt x="682681" y="624337"/>
                  </a:lnTo>
                  <a:lnTo>
                    <a:pt x="680325" y="617701"/>
                  </a:lnTo>
                  <a:lnTo>
                    <a:pt x="679652" y="610372"/>
                  </a:lnTo>
                  <a:lnTo>
                    <a:pt x="678643" y="614481"/>
                  </a:lnTo>
                  <a:lnTo>
                    <a:pt x="677148" y="614921"/>
                  </a:lnTo>
                  <a:lnTo>
                    <a:pt x="678905" y="619016"/>
                  </a:lnTo>
                  <a:lnTo>
                    <a:pt x="676774" y="619235"/>
                  </a:lnTo>
                  <a:lnTo>
                    <a:pt x="679166" y="623900"/>
                  </a:lnTo>
                  <a:lnTo>
                    <a:pt x="685933" y="653705"/>
                  </a:lnTo>
                  <a:lnTo>
                    <a:pt x="685335" y="657475"/>
                  </a:lnTo>
                  <a:lnTo>
                    <a:pt x="680923" y="657120"/>
                  </a:lnTo>
                  <a:lnTo>
                    <a:pt x="677858" y="652351"/>
                  </a:lnTo>
                  <a:lnTo>
                    <a:pt x="675316" y="650925"/>
                  </a:lnTo>
                  <a:lnTo>
                    <a:pt x="668549" y="651353"/>
                  </a:lnTo>
                  <a:lnTo>
                    <a:pt x="669297" y="644343"/>
                  </a:lnTo>
                  <a:lnTo>
                    <a:pt x="665521" y="634557"/>
                  </a:lnTo>
                  <a:lnTo>
                    <a:pt x="670045" y="631520"/>
                  </a:lnTo>
                  <a:lnTo>
                    <a:pt x="666082" y="632461"/>
                  </a:lnTo>
                  <a:lnTo>
                    <a:pt x="663315" y="625500"/>
                  </a:lnTo>
                  <a:lnTo>
                    <a:pt x="663839" y="634629"/>
                  </a:lnTo>
                  <a:lnTo>
                    <a:pt x="661745" y="636865"/>
                  </a:lnTo>
                  <a:lnTo>
                    <a:pt x="657072" y="633617"/>
                  </a:lnTo>
                  <a:lnTo>
                    <a:pt x="654680" y="629782"/>
                  </a:lnTo>
                  <a:lnTo>
                    <a:pt x="645632" y="626517"/>
                  </a:lnTo>
                  <a:lnTo>
                    <a:pt x="646754" y="630000"/>
                  </a:lnTo>
                  <a:lnTo>
                    <a:pt x="644436" y="632461"/>
                  </a:lnTo>
                  <a:lnTo>
                    <a:pt x="648175" y="632171"/>
                  </a:lnTo>
                  <a:lnTo>
                    <a:pt x="653670" y="635062"/>
                  </a:lnTo>
                  <a:lnTo>
                    <a:pt x="657932" y="639458"/>
                  </a:lnTo>
                  <a:lnTo>
                    <a:pt x="656399" y="642765"/>
                  </a:lnTo>
                  <a:lnTo>
                    <a:pt x="661783" y="643339"/>
                  </a:lnTo>
                  <a:lnTo>
                    <a:pt x="665147" y="649282"/>
                  </a:lnTo>
                  <a:lnTo>
                    <a:pt x="664736" y="652779"/>
                  </a:lnTo>
                  <a:lnTo>
                    <a:pt x="656848" y="654275"/>
                  </a:lnTo>
                  <a:lnTo>
                    <a:pt x="653820" y="657546"/>
                  </a:lnTo>
                  <a:lnTo>
                    <a:pt x="634380" y="644200"/>
                  </a:lnTo>
                  <a:lnTo>
                    <a:pt x="624323" y="629782"/>
                  </a:lnTo>
                  <a:lnTo>
                    <a:pt x="617594" y="623900"/>
                  </a:lnTo>
                  <a:lnTo>
                    <a:pt x="613743" y="622736"/>
                  </a:lnTo>
                  <a:lnTo>
                    <a:pt x="613257" y="622153"/>
                  </a:lnTo>
                  <a:lnTo>
                    <a:pt x="614192" y="620695"/>
                  </a:lnTo>
                  <a:lnTo>
                    <a:pt x="606528" y="617847"/>
                  </a:lnTo>
                  <a:lnTo>
                    <a:pt x="588060" y="605956"/>
                  </a:lnTo>
                  <a:lnTo>
                    <a:pt x="587537" y="605219"/>
                  </a:lnTo>
                  <a:lnTo>
                    <a:pt x="591425" y="602561"/>
                  </a:lnTo>
                  <a:lnTo>
                    <a:pt x="593481" y="598935"/>
                  </a:lnTo>
                  <a:lnTo>
                    <a:pt x="592023" y="592771"/>
                  </a:lnTo>
                  <a:lnTo>
                    <a:pt x="593481" y="588373"/>
                  </a:lnTo>
                  <a:lnTo>
                    <a:pt x="594864" y="588298"/>
                  </a:lnTo>
                  <a:lnTo>
                    <a:pt x="597257" y="591580"/>
                  </a:lnTo>
                  <a:lnTo>
                    <a:pt x="598154" y="602561"/>
                  </a:lnTo>
                  <a:lnTo>
                    <a:pt x="599537" y="593961"/>
                  </a:lnTo>
                  <a:lnTo>
                    <a:pt x="604360" y="593292"/>
                  </a:lnTo>
                  <a:lnTo>
                    <a:pt x="599089" y="590909"/>
                  </a:lnTo>
                  <a:lnTo>
                    <a:pt x="595163" y="585981"/>
                  </a:lnTo>
                  <a:lnTo>
                    <a:pt x="593331" y="585757"/>
                  </a:lnTo>
                  <a:lnTo>
                    <a:pt x="585069" y="594556"/>
                  </a:lnTo>
                  <a:lnTo>
                    <a:pt x="574639" y="598416"/>
                  </a:lnTo>
                  <a:lnTo>
                    <a:pt x="565854" y="596859"/>
                  </a:lnTo>
                  <a:lnTo>
                    <a:pt x="554115" y="590537"/>
                  </a:lnTo>
                  <a:lnTo>
                    <a:pt x="556582" y="586281"/>
                  </a:lnTo>
                  <a:lnTo>
                    <a:pt x="555760" y="583061"/>
                  </a:lnTo>
                  <a:lnTo>
                    <a:pt x="554115" y="581561"/>
                  </a:lnTo>
                  <a:lnTo>
                    <a:pt x="553292" y="585682"/>
                  </a:lnTo>
                  <a:lnTo>
                    <a:pt x="548657" y="587701"/>
                  </a:lnTo>
                  <a:lnTo>
                    <a:pt x="530413" y="582911"/>
                  </a:lnTo>
                  <a:lnTo>
                    <a:pt x="522188" y="582461"/>
                  </a:lnTo>
                  <a:lnTo>
                    <a:pt x="497216" y="585832"/>
                  </a:lnTo>
                  <a:lnTo>
                    <a:pt x="496954" y="584560"/>
                  </a:lnTo>
                  <a:lnTo>
                    <a:pt x="498449" y="582986"/>
                  </a:lnTo>
                  <a:lnTo>
                    <a:pt x="496430" y="580210"/>
                  </a:lnTo>
                  <a:lnTo>
                    <a:pt x="486935" y="577127"/>
                  </a:lnTo>
                  <a:lnTo>
                    <a:pt x="481551" y="572452"/>
                  </a:lnTo>
                  <a:lnTo>
                    <a:pt x="483159" y="564117"/>
                  </a:lnTo>
                  <a:lnTo>
                    <a:pt x="485925" y="558405"/>
                  </a:lnTo>
                  <a:lnTo>
                    <a:pt x="474374" y="570562"/>
                  </a:lnTo>
                  <a:lnTo>
                    <a:pt x="460840" y="566471"/>
                  </a:lnTo>
                  <a:lnTo>
                    <a:pt x="465476" y="559168"/>
                  </a:lnTo>
                  <a:lnTo>
                    <a:pt x="455644" y="558787"/>
                  </a:lnTo>
                  <a:lnTo>
                    <a:pt x="454971" y="555579"/>
                  </a:lnTo>
                  <a:lnTo>
                    <a:pt x="453513" y="555043"/>
                  </a:lnTo>
                  <a:lnTo>
                    <a:pt x="448279" y="557031"/>
                  </a:lnTo>
                  <a:lnTo>
                    <a:pt x="446896" y="555884"/>
                  </a:lnTo>
                  <a:lnTo>
                    <a:pt x="450597" y="552363"/>
                  </a:lnTo>
                  <a:lnTo>
                    <a:pt x="446223" y="549831"/>
                  </a:lnTo>
                  <a:lnTo>
                    <a:pt x="445475" y="548678"/>
                  </a:lnTo>
                  <a:lnTo>
                    <a:pt x="445550" y="544598"/>
                  </a:lnTo>
                  <a:lnTo>
                    <a:pt x="446298" y="541975"/>
                  </a:lnTo>
                  <a:lnTo>
                    <a:pt x="452840" y="539501"/>
                  </a:lnTo>
                  <a:lnTo>
                    <a:pt x="450746" y="538494"/>
                  </a:lnTo>
                  <a:lnTo>
                    <a:pt x="446634" y="538804"/>
                  </a:lnTo>
                  <a:lnTo>
                    <a:pt x="438372" y="545215"/>
                  </a:lnTo>
                  <a:lnTo>
                    <a:pt x="433923" y="544444"/>
                  </a:lnTo>
                  <a:lnTo>
                    <a:pt x="430484" y="547986"/>
                  </a:lnTo>
                  <a:lnTo>
                    <a:pt x="426185" y="544521"/>
                  </a:lnTo>
                  <a:lnTo>
                    <a:pt x="424353" y="548140"/>
                  </a:lnTo>
                  <a:lnTo>
                    <a:pt x="421212" y="549216"/>
                  </a:lnTo>
                  <a:lnTo>
                    <a:pt x="419456" y="548986"/>
                  </a:lnTo>
                  <a:lnTo>
                    <a:pt x="417100" y="545677"/>
                  </a:lnTo>
                  <a:lnTo>
                    <a:pt x="422371" y="534850"/>
                  </a:lnTo>
                  <a:lnTo>
                    <a:pt x="416166" y="540738"/>
                  </a:lnTo>
                  <a:lnTo>
                    <a:pt x="410109" y="541743"/>
                  </a:lnTo>
                  <a:lnTo>
                    <a:pt x="408988" y="543981"/>
                  </a:lnTo>
                  <a:lnTo>
                    <a:pt x="412876" y="542978"/>
                  </a:lnTo>
                  <a:lnTo>
                    <a:pt x="410034" y="550522"/>
                  </a:lnTo>
                  <a:lnTo>
                    <a:pt x="405623" y="552746"/>
                  </a:lnTo>
                  <a:lnTo>
                    <a:pt x="411642" y="557107"/>
                  </a:lnTo>
                  <a:lnTo>
                    <a:pt x="411306" y="560921"/>
                  </a:lnTo>
                  <a:lnTo>
                    <a:pt x="410184" y="562596"/>
                  </a:lnTo>
                  <a:lnTo>
                    <a:pt x="406632" y="562824"/>
                  </a:lnTo>
                  <a:lnTo>
                    <a:pt x="403903" y="566016"/>
                  </a:lnTo>
                  <a:lnTo>
                    <a:pt x="414745" y="562368"/>
                  </a:lnTo>
                  <a:lnTo>
                    <a:pt x="417960" y="566168"/>
                  </a:lnTo>
                  <a:lnTo>
                    <a:pt x="413437" y="570032"/>
                  </a:lnTo>
                  <a:lnTo>
                    <a:pt x="412726" y="572980"/>
                  </a:lnTo>
                  <a:lnTo>
                    <a:pt x="413100" y="579459"/>
                  </a:lnTo>
                  <a:lnTo>
                    <a:pt x="410296" y="581411"/>
                  </a:lnTo>
                  <a:lnTo>
                    <a:pt x="408240" y="586953"/>
                  </a:lnTo>
                  <a:lnTo>
                    <a:pt x="401623" y="588672"/>
                  </a:lnTo>
                  <a:lnTo>
                    <a:pt x="393922" y="585084"/>
                  </a:lnTo>
                  <a:lnTo>
                    <a:pt x="390894" y="586580"/>
                  </a:lnTo>
                  <a:lnTo>
                    <a:pt x="388239" y="582087"/>
                  </a:lnTo>
                  <a:lnTo>
                    <a:pt x="384015" y="595968"/>
                  </a:lnTo>
                  <a:lnTo>
                    <a:pt x="381622" y="589791"/>
                  </a:lnTo>
                  <a:lnTo>
                    <a:pt x="379940" y="592473"/>
                  </a:lnTo>
                  <a:lnTo>
                    <a:pt x="380202" y="596784"/>
                  </a:lnTo>
                  <a:lnTo>
                    <a:pt x="375566" y="595374"/>
                  </a:lnTo>
                  <a:lnTo>
                    <a:pt x="376351" y="599305"/>
                  </a:lnTo>
                  <a:lnTo>
                    <a:pt x="371566" y="604333"/>
                  </a:lnTo>
                  <a:lnTo>
                    <a:pt x="368650" y="603743"/>
                  </a:lnTo>
                  <a:lnTo>
                    <a:pt x="365584" y="605661"/>
                  </a:lnTo>
                  <a:lnTo>
                    <a:pt x="363042" y="604481"/>
                  </a:lnTo>
                  <a:lnTo>
                    <a:pt x="362743" y="607945"/>
                  </a:lnTo>
                  <a:lnTo>
                    <a:pt x="356238" y="617335"/>
                  </a:lnTo>
                  <a:lnTo>
                    <a:pt x="351116" y="615214"/>
                  </a:lnTo>
                  <a:lnTo>
                    <a:pt x="351341" y="617847"/>
                  </a:lnTo>
                  <a:lnTo>
                    <a:pt x="339564" y="619746"/>
                  </a:lnTo>
                  <a:lnTo>
                    <a:pt x="335191" y="616677"/>
                  </a:lnTo>
                  <a:lnTo>
                    <a:pt x="336536" y="611768"/>
                  </a:lnTo>
                  <a:lnTo>
                    <a:pt x="346593" y="606398"/>
                  </a:lnTo>
                  <a:lnTo>
                    <a:pt x="353920" y="595894"/>
                  </a:lnTo>
                  <a:lnTo>
                    <a:pt x="353023" y="595225"/>
                  </a:lnTo>
                  <a:lnTo>
                    <a:pt x="345546" y="600934"/>
                  </a:lnTo>
                  <a:lnTo>
                    <a:pt x="339041" y="598861"/>
                  </a:lnTo>
                  <a:lnTo>
                    <a:pt x="337172" y="595522"/>
                  </a:lnTo>
                  <a:lnTo>
                    <a:pt x="339639" y="586953"/>
                  </a:lnTo>
                  <a:lnTo>
                    <a:pt x="346668" y="575018"/>
                  </a:lnTo>
                  <a:lnTo>
                    <a:pt x="348387" y="567002"/>
                  </a:lnTo>
                  <a:lnTo>
                    <a:pt x="347490" y="556114"/>
                  </a:lnTo>
                  <a:lnTo>
                    <a:pt x="366519" y="543287"/>
                  </a:lnTo>
                  <a:lnTo>
                    <a:pt x="373323" y="547140"/>
                  </a:lnTo>
                  <a:lnTo>
                    <a:pt x="383304" y="546370"/>
                  </a:lnTo>
                  <a:lnTo>
                    <a:pt x="394894" y="549600"/>
                  </a:lnTo>
                  <a:lnTo>
                    <a:pt x="393473" y="547063"/>
                  </a:lnTo>
                  <a:lnTo>
                    <a:pt x="384127" y="544598"/>
                  </a:lnTo>
                  <a:lnTo>
                    <a:pt x="374557" y="536944"/>
                  </a:lnTo>
                  <a:lnTo>
                    <a:pt x="377173" y="535160"/>
                  </a:lnTo>
                  <a:lnTo>
                    <a:pt x="381136" y="528623"/>
                  </a:lnTo>
                  <a:lnTo>
                    <a:pt x="389585" y="522839"/>
                  </a:lnTo>
                  <a:lnTo>
                    <a:pt x="387417" y="522682"/>
                  </a:lnTo>
                  <a:lnTo>
                    <a:pt x="381996" y="524013"/>
                  </a:lnTo>
                  <a:lnTo>
                    <a:pt x="376164" y="532285"/>
                  </a:lnTo>
                  <a:lnTo>
                    <a:pt x="365883" y="533140"/>
                  </a:lnTo>
                  <a:lnTo>
                    <a:pt x="363902" y="531117"/>
                  </a:lnTo>
                  <a:lnTo>
                    <a:pt x="356014" y="535781"/>
                  </a:lnTo>
                  <a:lnTo>
                    <a:pt x="351789" y="540584"/>
                  </a:lnTo>
                  <a:lnTo>
                    <a:pt x="339639" y="548140"/>
                  </a:lnTo>
                  <a:lnTo>
                    <a:pt x="338592" y="551443"/>
                  </a:lnTo>
                  <a:lnTo>
                    <a:pt x="339303" y="554737"/>
                  </a:lnTo>
                  <a:lnTo>
                    <a:pt x="334218" y="557871"/>
                  </a:lnTo>
                  <a:lnTo>
                    <a:pt x="328499" y="564345"/>
                  </a:lnTo>
                  <a:lnTo>
                    <a:pt x="327788" y="567533"/>
                  </a:lnTo>
                  <a:lnTo>
                    <a:pt x="328723" y="569351"/>
                  </a:lnTo>
                  <a:lnTo>
                    <a:pt x="326480" y="572452"/>
                  </a:lnTo>
                  <a:lnTo>
                    <a:pt x="320536" y="576525"/>
                  </a:lnTo>
                  <a:lnTo>
                    <a:pt x="312835" y="574113"/>
                  </a:lnTo>
                  <a:lnTo>
                    <a:pt x="320311" y="581261"/>
                  </a:lnTo>
                  <a:lnTo>
                    <a:pt x="321022" y="582986"/>
                  </a:lnTo>
                  <a:lnTo>
                    <a:pt x="320424" y="586580"/>
                  </a:lnTo>
                  <a:lnTo>
                    <a:pt x="318367" y="589791"/>
                  </a:lnTo>
                  <a:lnTo>
                    <a:pt x="308984" y="592994"/>
                  </a:lnTo>
                  <a:lnTo>
                    <a:pt x="312835" y="595002"/>
                  </a:lnTo>
                  <a:lnTo>
                    <a:pt x="311414" y="598490"/>
                  </a:lnTo>
                  <a:lnTo>
                    <a:pt x="305806" y="600564"/>
                  </a:lnTo>
                  <a:lnTo>
                    <a:pt x="305731" y="597675"/>
                  </a:lnTo>
                  <a:lnTo>
                    <a:pt x="304759" y="597230"/>
                  </a:lnTo>
                  <a:lnTo>
                    <a:pt x="299787" y="601082"/>
                  </a:lnTo>
                  <a:lnTo>
                    <a:pt x="300684" y="602413"/>
                  </a:lnTo>
                  <a:lnTo>
                    <a:pt x="297731" y="606693"/>
                  </a:lnTo>
                  <a:lnTo>
                    <a:pt x="290740" y="612648"/>
                  </a:lnTo>
                  <a:lnTo>
                    <a:pt x="291189" y="613748"/>
                  </a:lnTo>
                  <a:lnTo>
                    <a:pt x="288871" y="621132"/>
                  </a:lnTo>
                  <a:lnTo>
                    <a:pt x="304685" y="628985"/>
                  </a:lnTo>
                  <a:lnTo>
                    <a:pt x="306554" y="632027"/>
                  </a:lnTo>
                  <a:lnTo>
                    <a:pt x="304273" y="637226"/>
                  </a:lnTo>
                  <a:lnTo>
                    <a:pt x="300535" y="641256"/>
                  </a:lnTo>
                  <a:lnTo>
                    <a:pt x="295451" y="643913"/>
                  </a:lnTo>
                  <a:lnTo>
                    <a:pt x="292161" y="647709"/>
                  </a:lnTo>
                  <a:lnTo>
                    <a:pt x="290815" y="652779"/>
                  </a:lnTo>
                  <a:lnTo>
                    <a:pt x="286590" y="655200"/>
                  </a:lnTo>
                  <a:lnTo>
                    <a:pt x="288273" y="655769"/>
                  </a:lnTo>
                  <a:lnTo>
                    <a:pt x="287450" y="660881"/>
                  </a:lnTo>
                  <a:lnTo>
                    <a:pt x="280721" y="662510"/>
                  </a:lnTo>
                  <a:lnTo>
                    <a:pt x="280422" y="664985"/>
                  </a:lnTo>
                  <a:lnTo>
                    <a:pt x="271674" y="666539"/>
                  </a:lnTo>
                  <a:lnTo>
                    <a:pt x="268758" y="671752"/>
                  </a:lnTo>
                  <a:lnTo>
                    <a:pt x="259561" y="677576"/>
                  </a:lnTo>
                  <a:lnTo>
                    <a:pt x="255673" y="684004"/>
                  </a:lnTo>
                  <a:lnTo>
                    <a:pt x="251038" y="684910"/>
                  </a:lnTo>
                  <a:lnTo>
                    <a:pt x="249916" y="688666"/>
                  </a:lnTo>
                  <a:lnTo>
                    <a:pt x="246028" y="688597"/>
                  </a:lnTo>
                  <a:lnTo>
                    <a:pt x="241991" y="691998"/>
                  </a:lnTo>
                  <a:lnTo>
                    <a:pt x="241206" y="693937"/>
                  </a:lnTo>
                  <a:lnTo>
                    <a:pt x="242738" y="698015"/>
                  </a:lnTo>
                  <a:lnTo>
                    <a:pt x="237990" y="705450"/>
                  </a:lnTo>
                  <a:lnTo>
                    <a:pt x="234850" y="705587"/>
                  </a:lnTo>
                  <a:lnTo>
                    <a:pt x="227373" y="712436"/>
                  </a:lnTo>
                  <a:lnTo>
                    <a:pt x="221130" y="713801"/>
                  </a:lnTo>
                  <a:lnTo>
                    <a:pt x="218251" y="719659"/>
                  </a:lnTo>
                  <a:lnTo>
                    <a:pt x="212233" y="719251"/>
                  </a:lnTo>
                  <a:lnTo>
                    <a:pt x="208943" y="721290"/>
                  </a:lnTo>
                  <a:lnTo>
                    <a:pt x="207896" y="722783"/>
                  </a:lnTo>
                  <a:lnTo>
                    <a:pt x="210961" y="724003"/>
                  </a:lnTo>
                  <a:lnTo>
                    <a:pt x="200905" y="727185"/>
                  </a:lnTo>
                  <a:lnTo>
                    <a:pt x="198026" y="731776"/>
                  </a:lnTo>
                  <a:lnTo>
                    <a:pt x="201503" y="732180"/>
                  </a:lnTo>
                  <a:lnTo>
                    <a:pt x="203783" y="736150"/>
                  </a:lnTo>
                  <a:lnTo>
                    <a:pt x="199634" y="740645"/>
                  </a:lnTo>
                  <a:lnTo>
                    <a:pt x="198624" y="740779"/>
                  </a:lnTo>
                  <a:lnTo>
                    <a:pt x="198251" y="737225"/>
                  </a:lnTo>
                  <a:lnTo>
                    <a:pt x="197241" y="736553"/>
                  </a:lnTo>
                  <a:lnTo>
                    <a:pt x="193091" y="743923"/>
                  </a:lnTo>
                  <a:lnTo>
                    <a:pt x="177876" y="750458"/>
                  </a:lnTo>
                  <a:lnTo>
                    <a:pt x="176941" y="754710"/>
                  </a:lnTo>
                  <a:lnTo>
                    <a:pt x="175035" y="757294"/>
                  </a:lnTo>
                  <a:lnTo>
                    <a:pt x="174661" y="749926"/>
                  </a:lnTo>
                  <a:lnTo>
                    <a:pt x="172717" y="749327"/>
                  </a:lnTo>
                  <a:lnTo>
                    <a:pt x="160230" y="756963"/>
                  </a:lnTo>
                  <a:lnTo>
                    <a:pt x="157614" y="760535"/>
                  </a:lnTo>
                  <a:lnTo>
                    <a:pt x="153800" y="760403"/>
                  </a:lnTo>
                  <a:lnTo>
                    <a:pt x="151968" y="762516"/>
                  </a:lnTo>
                  <a:lnTo>
                    <a:pt x="149351" y="761394"/>
                  </a:lnTo>
                  <a:lnTo>
                    <a:pt x="143519" y="765942"/>
                  </a:lnTo>
                  <a:lnTo>
                    <a:pt x="137575" y="766206"/>
                  </a:lnTo>
                  <a:lnTo>
                    <a:pt x="137314" y="763176"/>
                  </a:lnTo>
                  <a:lnTo>
                    <a:pt x="138622" y="760602"/>
                  </a:lnTo>
                  <a:lnTo>
                    <a:pt x="142996" y="760271"/>
                  </a:lnTo>
                  <a:lnTo>
                    <a:pt x="139781" y="757758"/>
                  </a:lnTo>
                  <a:lnTo>
                    <a:pt x="136454" y="757559"/>
                  </a:lnTo>
                  <a:lnTo>
                    <a:pt x="133613" y="759544"/>
                  </a:lnTo>
                  <a:lnTo>
                    <a:pt x="131818" y="765877"/>
                  </a:lnTo>
                  <a:lnTo>
                    <a:pt x="124902" y="775063"/>
                  </a:lnTo>
                  <a:lnTo>
                    <a:pt x="122958" y="774932"/>
                  </a:lnTo>
                  <a:lnTo>
                    <a:pt x="118397" y="778199"/>
                  </a:lnTo>
                  <a:lnTo>
                    <a:pt x="116939" y="777285"/>
                  </a:lnTo>
                  <a:lnTo>
                    <a:pt x="117874" y="776240"/>
                  </a:lnTo>
                  <a:lnTo>
                    <a:pt x="116154" y="772575"/>
                  </a:lnTo>
                  <a:lnTo>
                    <a:pt x="113350" y="771133"/>
                  </a:lnTo>
                  <a:lnTo>
                    <a:pt x="113574" y="778721"/>
                  </a:lnTo>
                  <a:lnTo>
                    <a:pt x="112416" y="780220"/>
                  </a:lnTo>
                  <a:lnTo>
                    <a:pt x="108453" y="781784"/>
                  </a:lnTo>
                  <a:lnTo>
                    <a:pt x="105761" y="778460"/>
                  </a:lnTo>
                  <a:lnTo>
                    <a:pt x="103181" y="777807"/>
                  </a:lnTo>
                  <a:lnTo>
                    <a:pt x="102957" y="783150"/>
                  </a:lnTo>
                  <a:lnTo>
                    <a:pt x="98695" y="785944"/>
                  </a:lnTo>
                  <a:lnTo>
                    <a:pt x="99892" y="775717"/>
                  </a:lnTo>
                  <a:lnTo>
                    <a:pt x="103294" y="773099"/>
                  </a:lnTo>
                  <a:lnTo>
                    <a:pt x="107593" y="773034"/>
                  </a:lnTo>
                  <a:lnTo>
                    <a:pt x="123182" y="753847"/>
                  </a:lnTo>
                  <a:lnTo>
                    <a:pt x="132715" y="746861"/>
                  </a:lnTo>
                  <a:lnTo>
                    <a:pt x="142734" y="742653"/>
                  </a:lnTo>
                  <a:lnTo>
                    <a:pt x="143482" y="742921"/>
                  </a:lnTo>
                  <a:lnTo>
                    <a:pt x="142585" y="744258"/>
                  </a:lnTo>
                  <a:lnTo>
                    <a:pt x="143220" y="745126"/>
                  </a:lnTo>
                  <a:lnTo>
                    <a:pt x="149314" y="743656"/>
                  </a:lnTo>
                  <a:lnTo>
                    <a:pt x="149239" y="745594"/>
                  </a:lnTo>
                  <a:lnTo>
                    <a:pt x="147108" y="747661"/>
                  </a:lnTo>
                  <a:lnTo>
                    <a:pt x="151296" y="752519"/>
                  </a:lnTo>
                  <a:lnTo>
                    <a:pt x="152492" y="751921"/>
                  </a:lnTo>
                  <a:lnTo>
                    <a:pt x="152230" y="748861"/>
                  </a:lnTo>
                  <a:lnTo>
                    <a:pt x="153314" y="748261"/>
                  </a:lnTo>
                  <a:lnTo>
                    <a:pt x="161913" y="750658"/>
                  </a:lnTo>
                  <a:lnTo>
                    <a:pt x="162361" y="749660"/>
                  </a:lnTo>
                  <a:lnTo>
                    <a:pt x="161576" y="748461"/>
                  </a:lnTo>
                  <a:lnTo>
                    <a:pt x="158025" y="745860"/>
                  </a:lnTo>
                  <a:lnTo>
                    <a:pt x="156791" y="743188"/>
                  </a:lnTo>
                  <a:lnTo>
                    <a:pt x="161688" y="731708"/>
                  </a:lnTo>
                  <a:lnTo>
                    <a:pt x="172455" y="722444"/>
                  </a:lnTo>
                  <a:lnTo>
                    <a:pt x="182848" y="717619"/>
                  </a:lnTo>
                  <a:lnTo>
                    <a:pt x="190437" y="710316"/>
                  </a:lnTo>
                  <a:lnTo>
                    <a:pt x="190923" y="712777"/>
                  </a:lnTo>
                  <a:lnTo>
                    <a:pt x="195484" y="713597"/>
                  </a:lnTo>
                  <a:lnTo>
                    <a:pt x="195783" y="704282"/>
                  </a:lnTo>
                  <a:lnTo>
                    <a:pt x="202849" y="694421"/>
                  </a:lnTo>
                  <a:lnTo>
                    <a:pt x="212719" y="685537"/>
                  </a:lnTo>
                  <a:lnTo>
                    <a:pt x="214961" y="684771"/>
                  </a:lnTo>
                  <a:lnTo>
                    <a:pt x="219149" y="687276"/>
                  </a:lnTo>
                  <a:lnTo>
                    <a:pt x="220681" y="686372"/>
                  </a:lnTo>
                  <a:lnTo>
                    <a:pt x="218401" y="685049"/>
                  </a:lnTo>
                  <a:lnTo>
                    <a:pt x="215784" y="679675"/>
                  </a:lnTo>
                  <a:lnTo>
                    <a:pt x="217579" y="665197"/>
                  </a:lnTo>
                  <a:lnTo>
                    <a:pt x="218737" y="661660"/>
                  </a:lnTo>
                  <a:lnTo>
                    <a:pt x="226252" y="659534"/>
                  </a:lnTo>
                  <a:lnTo>
                    <a:pt x="220121" y="657191"/>
                  </a:lnTo>
                  <a:lnTo>
                    <a:pt x="219410" y="650568"/>
                  </a:lnTo>
                  <a:lnTo>
                    <a:pt x="220719" y="647280"/>
                  </a:lnTo>
                  <a:lnTo>
                    <a:pt x="225541" y="641831"/>
                  </a:lnTo>
                  <a:lnTo>
                    <a:pt x="230813" y="638018"/>
                  </a:lnTo>
                  <a:lnTo>
                    <a:pt x="229429" y="636577"/>
                  </a:lnTo>
                  <a:lnTo>
                    <a:pt x="234252" y="622007"/>
                  </a:lnTo>
                  <a:lnTo>
                    <a:pt x="227336" y="632316"/>
                  </a:lnTo>
                  <a:lnTo>
                    <a:pt x="205541" y="642908"/>
                  </a:lnTo>
                  <a:lnTo>
                    <a:pt x="203223" y="641759"/>
                  </a:lnTo>
                  <a:lnTo>
                    <a:pt x="199073" y="633401"/>
                  </a:lnTo>
                  <a:lnTo>
                    <a:pt x="200681" y="627461"/>
                  </a:lnTo>
                  <a:lnTo>
                    <a:pt x="207821" y="628332"/>
                  </a:lnTo>
                  <a:lnTo>
                    <a:pt x="200718" y="623755"/>
                  </a:lnTo>
                  <a:lnTo>
                    <a:pt x="198811" y="624482"/>
                  </a:lnTo>
                  <a:lnTo>
                    <a:pt x="195409" y="630217"/>
                  </a:lnTo>
                  <a:lnTo>
                    <a:pt x="192718" y="628477"/>
                  </a:lnTo>
                  <a:lnTo>
                    <a:pt x="193391" y="631303"/>
                  </a:lnTo>
                  <a:lnTo>
                    <a:pt x="191634" y="638667"/>
                  </a:lnTo>
                  <a:lnTo>
                    <a:pt x="193465" y="646636"/>
                  </a:lnTo>
                  <a:lnTo>
                    <a:pt x="193129" y="649782"/>
                  </a:lnTo>
                  <a:lnTo>
                    <a:pt x="189764" y="651210"/>
                  </a:lnTo>
                  <a:lnTo>
                    <a:pt x="187035" y="648639"/>
                  </a:lnTo>
                  <a:lnTo>
                    <a:pt x="179297" y="635711"/>
                  </a:lnTo>
                  <a:lnTo>
                    <a:pt x="174810" y="631014"/>
                  </a:lnTo>
                  <a:lnTo>
                    <a:pt x="169614" y="634629"/>
                  </a:lnTo>
                  <a:lnTo>
                    <a:pt x="164791" y="631158"/>
                  </a:lnTo>
                  <a:lnTo>
                    <a:pt x="160417" y="625355"/>
                  </a:lnTo>
                  <a:lnTo>
                    <a:pt x="150996" y="632605"/>
                  </a:lnTo>
                  <a:lnTo>
                    <a:pt x="142062" y="635495"/>
                  </a:lnTo>
                  <a:lnTo>
                    <a:pt x="139706" y="640681"/>
                  </a:lnTo>
                  <a:lnTo>
                    <a:pt x="131519" y="642980"/>
                  </a:lnTo>
                  <a:lnTo>
                    <a:pt x="123407" y="641687"/>
                  </a:lnTo>
                  <a:lnTo>
                    <a:pt x="129426" y="638739"/>
                  </a:lnTo>
                  <a:lnTo>
                    <a:pt x="132155" y="635711"/>
                  </a:lnTo>
                  <a:lnTo>
                    <a:pt x="130809" y="626735"/>
                  </a:lnTo>
                  <a:lnTo>
                    <a:pt x="133837" y="622954"/>
                  </a:lnTo>
                  <a:lnTo>
                    <a:pt x="128715" y="624337"/>
                  </a:lnTo>
                  <a:lnTo>
                    <a:pt x="126846" y="621497"/>
                  </a:lnTo>
                  <a:lnTo>
                    <a:pt x="125949" y="615872"/>
                  </a:lnTo>
                  <a:lnTo>
                    <a:pt x="129089" y="610005"/>
                  </a:lnTo>
                  <a:lnTo>
                    <a:pt x="129986" y="603447"/>
                  </a:lnTo>
                  <a:lnTo>
                    <a:pt x="123556" y="587327"/>
                  </a:lnTo>
                  <a:lnTo>
                    <a:pt x="121388" y="579083"/>
                  </a:lnTo>
                  <a:lnTo>
                    <a:pt x="117687" y="574640"/>
                  </a:lnTo>
                  <a:lnTo>
                    <a:pt x="123556" y="560693"/>
                  </a:lnTo>
                  <a:lnTo>
                    <a:pt x="127556" y="557718"/>
                  </a:lnTo>
                  <a:lnTo>
                    <a:pt x="123556" y="557718"/>
                  </a:lnTo>
                  <a:lnTo>
                    <a:pt x="116715" y="569957"/>
                  </a:lnTo>
                  <a:lnTo>
                    <a:pt x="112191" y="575244"/>
                  </a:lnTo>
                  <a:lnTo>
                    <a:pt x="115481" y="578181"/>
                  </a:lnTo>
                  <a:lnTo>
                    <a:pt x="116042" y="581186"/>
                  </a:lnTo>
                  <a:lnTo>
                    <a:pt x="114584" y="586879"/>
                  </a:lnTo>
                  <a:lnTo>
                    <a:pt x="111219" y="586729"/>
                  </a:lnTo>
                  <a:lnTo>
                    <a:pt x="101125" y="592846"/>
                  </a:lnTo>
                  <a:lnTo>
                    <a:pt x="86844" y="594482"/>
                  </a:lnTo>
                  <a:lnTo>
                    <a:pt x="81947" y="590760"/>
                  </a:lnTo>
                  <a:lnTo>
                    <a:pt x="82171" y="586729"/>
                  </a:lnTo>
                  <a:lnTo>
                    <a:pt x="75106" y="580285"/>
                  </a:lnTo>
                  <a:lnTo>
                    <a:pt x="71143" y="573811"/>
                  </a:lnTo>
                  <a:lnTo>
                    <a:pt x="68264" y="573660"/>
                  </a:lnTo>
                  <a:lnTo>
                    <a:pt x="62844" y="569200"/>
                  </a:lnTo>
                  <a:lnTo>
                    <a:pt x="63591" y="565560"/>
                  </a:lnTo>
                  <a:lnTo>
                    <a:pt x="56787" y="563813"/>
                  </a:lnTo>
                  <a:lnTo>
                    <a:pt x="63778" y="555426"/>
                  </a:lnTo>
                  <a:lnTo>
                    <a:pt x="66208" y="549754"/>
                  </a:lnTo>
                  <a:lnTo>
                    <a:pt x="68190" y="548909"/>
                  </a:lnTo>
                  <a:lnTo>
                    <a:pt x="78283" y="554048"/>
                  </a:lnTo>
                  <a:lnTo>
                    <a:pt x="79368" y="556037"/>
                  </a:lnTo>
                  <a:lnTo>
                    <a:pt x="77162" y="561683"/>
                  </a:lnTo>
                  <a:lnTo>
                    <a:pt x="84900" y="554278"/>
                  </a:lnTo>
                  <a:lnTo>
                    <a:pt x="87069" y="555196"/>
                  </a:lnTo>
                  <a:lnTo>
                    <a:pt x="90508" y="561759"/>
                  </a:lnTo>
                  <a:lnTo>
                    <a:pt x="94695" y="558558"/>
                  </a:lnTo>
                  <a:lnTo>
                    <a:pt x="96938" y="554661"/>
                  </a:lnTo>
                  <a:lnTo>
                    <a:pt x="86844" y="550522"/>
                  </a:lnTo>
                  <a:lnTo>
                    <a:pt x="93461" y="548448"/>
                  </a:lnTo>
                  <a:lnTo>
                    <a:pt x="90097" y="545600"/>
                  </a:lnTo>
                  <a:lnTo>
                    <a:pt x="85013" y="550061"/>
                  </a:lnTo>
                  <a:lnTo>
                    <a:pt x="61759" y="547140"/>
                  </a:lnTo>
                  <a:lnTo>
                    <a:pt x="60488" y="545754"/>
                  </a:lnTo>
                  <a:lnTo>
                    <a:pt x="66844" y="539501"/>
                  </a:lnTo>
                  <a:lnTo>
                    <a:pt x="62507" y="540274"/>
                  </a:lnTo>
                  <a:lnTo>
                    <a:pt x="61273" y="538727"/>
                  </a:lnTo>
                  <a:lnTo>
                    <a:pt x="61460" y="536014"/>
                  </a:lnTo>
                  <a:lnTo>
                    <a:pt x="59890" y="537720"/>
                  </a:lnTo>
                  <a:lnTo>
                    <a:pt x="58320" y="537022"/>
                  </a:lnTo>
                  <a:lnTo>
                    <a:pt x="56974" y="535781"/>
                  </a:lnTo>
                  <a:lnTo>
                    <a:pt x="59068" y="532751"/>
                  </a:lnTo>
                  <a:lnTo>
                    <a:pt x="58432" y="532440"/>
                  </a:lnTo>
                  <a:lnTo>
                    <a:pt x="56002" y="535160"/>
                  </a:lnTo>
                  <a:lnTo>
                    <a:pt x="56226" y="539733"/>
                  </a:lnTo>
                  <a:lnTo>
                    <a:pt x="52376" y="539887"/>
                  </a:lnTo>
                  <a:lnTo>
                    <a:pt x="49759" y="531351"/>
                  </a:lnTo>
                  <a:lnTo>
                    <a:pt x="46170" y="529871"/>
                  </a:lnTo>
                  <a:lnTo>
                    <a:pt x="45310" y="526906"/>
                  </a:lnTo>
                  <a:lnTo>
                    <a:pt x="47553" y="523073"/>
                  </a:lnTo>
                  <a:lnTo>
                    <a:pt x="46581" y="521114"/>
                  </a:lnTo>
                  <a:lnTo>
                    <a:pt x="44151" y="520486"/>
                  </a:lnTo>
                  <a:lnTo>
                    <a:pt x="41422" y="522447"/>
                  </a:lnTo>
                  <a:lnTo>
                    <a:pt x="40188" y="520722"/>
                  </a:lnTo>
                  <a:lnTo>
                    <a:pt x="39852" y="516163"/>
                  </a:lnTo>
                  <a:lnTo>
                    <a:pt x="47329" y="514115"/>
                  </a:lnTo>
                  <a:lnTo>
                    <a:pt x="42955" y="511826"/>
                  </a:lnTo>
                  <a:lnTo>
                    <a:pt x="41721" y="509454"/>
                  </a:lnTo>
                  <a:lnTo>
                    <a:pt x="51404" y="506524"/>
                  </a:lnTo>
                  <a:lnTo>
                    <a:pt x="49048" y="502553"/>
                  </a:lnTo>
                  <a:lnTo>
                    <a:pt x="49423" y="496336"/>
                  </a:lnTo>
                  <a:lnTo>
                    <a:pt x="60077" y="479615"/>
                  </a:lnTo>
                  <a:lnTo>
                    <a:pt x="64115" y="476942"/>
                  </a:lnTo>
                  <a:lnTo>
                    <a:pt x="69161" y="478644"/>
                  </a:lnTo>
                  <a:lnTo>
                    <a:pt x="67367" y="474834"/>
                  </a:lnTo>
                  <a:lnTo>
                    <a:pt x="70619" y="473615"/>
                  </a:lnTo>
                  <a:lnTo>
                    <a:pt x="72638" y="468976"/>
                  </a:lnTo>
                  <a:lnTo>
                    <a:pt x="68451" y="472884"/>
                  </a:lnTo>
                  <a:lnTo>
                    <a:pt x="67330" y="464892"/>
                  </a:lnTo>
                  <a:lnTo>
                    <a:pt x="68302" y="459566"/>
                  </a:lnTo>
                  <a:lnTo>
                    <a:pt x="70844" y="454877"/>
                  </a:lnTo>
                  <a:lnTo>
                    <a:pt x="76900" y="454382"/>
                  </a:lnTo>
                  <a:lnTo>
                    <a:pt x="73984" y="449924"/>
                  </a:lnTo>
                  <a:lnTo>
                    <a:pt x="76414" y="445948"/>
                  </a:lnTo>
                  <a:lnTo>
                    <a:pt x="86097" y="444454"/>
                  </a:lnTo>
                  <a:lnTo>
                    <a:pt x="92863" y="450006"/>
                  </a:lnTo>
                  <a:lnTo>
                    <a:pt x="90359" y="455042"/>
                  </a:lnTo>
                  <a:lnTo>
                    <a:pt x="95181" y="450916"/>
                  </a:lnTo>
                  <a:lnTo>
                    <a:pt x="99705" y="453640"/>
                  </a:lnTo>
                  <a:lnTo>
                    <a:pt x="106733" y="450502"/>
                  </a:lnTo>
                  <a:lnTo>
                    <a:pt x="113537" y="443540"/>
                  </a:lnTo>
                  <a:lnTo>
                    <a:pt x="120565" y="431351"/>
                  </a:lnTo>
                  <a:lnTo>
                    <a:pt x="124080" y="431099"/>
                  </a:lnTo>
                  <a:lnTo>
                    <a:pt x="126958" y="434869"/>
                  </a:lnTo>
                  <a:lnTo>
                    <a:pt x="136715" y="434199"/>
                  </a:lnTo>
                  <a:lnTo>
                    <a:pt x="141688" y="432859"/>
                  </a:lnTo>
                  <a:lnTo>
                    <a:pt x="148716" y="425214"/>
                  </a:lnTo>
                  <a:lnTo>
                    <a:pt x="151819" y="417778"/>
                  </a:lnTo>
                  <a:lnTo>
                    <a:pt x="147445" y="397285"/>
                  </a:lnTo>
                  <a:lnTo>
                    <a:pt x="142622" y="390296"/>
                  </a:lnTo>
                  <a:lnTo>
                    <a:pt x="137015" y="388478"/>
                  </a:lnTo>
                  <a:lnTo>
                    <a:pt x="138585" y="384052"/>
                  </a:lnTo>
                  <a:lnTo>
                    <a:pt x="143183" y="384574"/>
                  </a:lnTo>
                  <a:lnTo>
                    <a:pt x="148604" y="381529"/>
                  </a:lnTo>
                  <a:lnTo>
                    <a:pt x="150623" y="376556"/>
                  </a:lnTo>
                  <a:lnTo>
                    <a:pt x="149538" y="370949"/>
                  </a:lnTo>
                  <a:lnTo>
                    <a:pt x="144492" y="364613"/>
                  </a:lnTo>
                  <a:lnTo>
                    <a:pt x="137501" y="371037"/>
                  </a:lnTo>
                  <a:lnTo>
                    <a:pt x="131444" y="369983"/>
                  </a:lnTo>
                  <a:lnTo>
                    <a:pt x="129164" y="373580"/>
                  </a:lnTo>
                  <a:lnTo>
                    <a:pt x="119481" y="379873"/>
                  </a:lnTo>
                  <a:lnTo>
                    <a:pt x="111668" y="391247"/>
                  </a:lnTo>
                  <a:lnTo>
                    <a:pt x="109686" y="391420"/>
                  </a:lnTo>
                  <a:lnTo>
                    <a:pt x="108228" y="384574"/>
                  </a:lnTo>
                  <a:lnTo>
                    <a:pt x="101424" y="377954"/>
                  </a:lnTo>
                  <a:lnTo>
                    <a:pt x="99368" y="380222"/>
                  </a:lnTo>
                  <a:lnTo>
                    <a:pt x="104602" y="384400"/>
                  </a:lnTo>
                  <a:lnTo>
                    <a:pt x="102658" y="388998"/>
                  </a:lnTo>
                  <a:lnTo>
                    <a:pt x="90845" y="381094"/>
                  </a:lnTo>
                  <a:lnTo>
                    <a:pt x="78582" y="381268"/>
                  </a:lnTo>
                  <a:lnTo>
                    <a:pt x="70545" y="385008"/>
                  </a:lnTo>
                  <a:lnTo>
                    <a:pt x="69012" y="383879"/>
                  </a:lnTo>
                  <a:lnTo>
                    <a:pt x="64563" y="387525"/>
                  </a:lnTo>
                  <a:lnTo>
                    <a:pt x="40375" y="381355"/>
                  </a:lnTo>
                  <a:lnTo>
                    <a:pt x="36599" y="379263"/>
                  </a:lnTo>
                  <a:lnTo>
                    <a:pt x="33347" y="374281"/>
                  </a:lnTo>
                  <a:lnTo>
                    <a:pt x="33422" y="370861"/>
                  </a:lnTo>
                  <a:lnTo>
                    <a:pt x="34880" y="369456"/>
                  </a:lnTo>
                  <a:lnTo>
                    <a:pt x="34730" y="364613"/>
                  </a:lnTo>
                  <a:lnTo>
                    <a:pt x="31926" y="363289"/>
                  </a:lnTo>
                  <a:lnTo>
                    <a:pt x="24076" y="353273"/>
                  </a:lnTo>
                  <a:lnTo>
                    <a:pt x="32338" y="353361"/>
                  </a:lnTo>
                  <a:lnTo>
                    <a:pt x="33983" y="348727"/>
                  </a:lnTo>
                  <a:lnTo>
                    <a:pt x="40824" y="348102"/>
                  </a:lnTo>
                  <a:lnTo>
                    <a:pt x="40114" y="346850"/>
                  </a:lnTo>
                  <a:lnTo>
                    <a:pt x="14206" y="340037"/>
                  </a:lnTo>
                  <a:lnTo>
                    <a:pt x="2093" y="332736"/>
                  </a:lnTo>
                  <a:lnTo>
                    <a:pt x="0" y="328209"/>
                  </a:lnTo>
                  <a:lnTo>
                    <a:pt x="3252" y="323666"/>
                  </a:lnTo>
                  <a:lnTo>
                    <a:pt x="3589" y="327029"/>
                  </a:lnTo>
                  <a:lnTo>
                    <a:pt x="10542" y="323211"/>
                  </a:lnTo>
                  <a:lnTo>
                    <a:pt x="14169" y="318011"/>
                  </a:lnTo>
                  <a:lnTo>
                    <a:pt x="21047" y="317187"/>
                  </a:lnTo>
                  <a:lnTo>
                    <a:pt x="27814" y="308284"/>
                  </a:lnTo>
                  <a:lnTo>
                    <a:pt x="35067" y="303486"/>
                  </a:lnTo>
                  <a:lnTo>
                    <a:pt x="38917" y="302192"/>
                  </a:lnTo>
                  <a:lnTo>
                    <a:pt x="43179" y="304688"/>
                  </a:lnTo>
                  <a:lnTo>
                    <a:pt x="51030" y="304133"/>
                  </a:lnTo>
                  <a:lnTo>
                    <a:pt x="52488" y="302377"/>
                  </a:lnTo>
                  <a:lnTo>
                    <a:pt x="46693" y="298300"/>
                  </a:lnTo>
                  <a:lnTo>
                    <a:pt x="48002" y="294489"/>
                  </a:lnTo>
                  <a:lnTo>
                    <a:pt x="75330" y="280451"/>
                  </a:lnTo>
                  <a:lnTo>
                    <a:pt x="90546" y="279039"/>
                  </a:lnTo>
                  <a:lnTo>
                    <a:pt x="92415" y="281204"/>
                  </a:lnTo>
                  <a:lnTo>
                    <a:pt x="87106" y="281110"/>
                  </a:lnTo>
                  <a:lnTo>
                    <a:pt x="89574" y="283459"/>
                  </a:lnTo>
                  <a:lnTo>
                    <a:pt x="86919" y="291414"/>
                  </a:lnTo>
                  <a:lnTo>
                    <a:pt x="87106" y="296163"/>
                  </a:lnTo>
                  <a:lnTo>
                    <a:pt x="84190" y="299876"/>
                  </a:lnTo>
                  <a:lnTo>
                    <a:pt x="91218" y="306626"/>
                  </a:lnTo>
                  <a:lnTo>
                    <a:pt x="108042" y="305795"/>
                  </a:lnTo>
                  <a:lnTo>
                    <a:pt x="114247" y="308284"/>
                  </a:lnTo>
                  <a:lnTo>
                    <a:pt x="127818" y="308745"/>
                  </a:lnTo>
                  <a:lnTo>
                    <a:pt x="130248" y="308192"/>
                  </a:lnTo>
                  <a:lnTo>
                    <a:pt x="135631" y="298021"/>
                  </a:lnTo>
                  <a:lnTo>
                    <a:pt x="137762" y="296442"/>
                  </a:lnTo>
                  <a:lnTo>
                    <a:pt x="143033" y="299598"/>
                  </a:lnTo>
                  <a:lnTo>
                    <a:pt x="144940" y="298578"/>
                  </a:lnTo>
                  <a:lnTo>
                    <a:pt x="146510" y="301174"/>
                  </a:lnTo>
                  <a:lnTo>
                    <a:pt x="144716" y="293744"/>
                  </a:lnTo>
                  <a:lnTo>
                    <a:pt x="135893" y="289920"/>
                  </a:lnTo>
                  <a:lnTo>
                    <a:pt x="129986" y="291787"/>
                  </a:lnTo>
                  <a:lnTo>
                    <a:pt x="128155" y="289733"/>
                  </a:lnTo>
                  <a:lnTo>
                    <a:pt x="128753" y="285429"/>
                  </a:lnTo>
                  <a:lnTo>
                    <a:pt x="122472" y="274983"/>
                  </a:lnTo>
                  <a:lnTo>
                    <a:pt x="116715" y="272807"/>
                  </a:lnTo>
                  <a:lnTo>
                    <a:pt x="115145" y="269111"/>
                  </a:lnTo>
                  <a:lnTo>
                    <a:pt x="113836" y="264356"/>
                  </a:lnTo>
                  <a:lnTo>
                    <a:pt x="118920" y="261590"/>
                  </a:lnTo>
                  <a:lnTo>
                    <a:pt x="121163" y="263117"/>
                  </a:lnTo>
                  <a:lnTo>
                    <a:pt x="123706" y="269301"/>
                  </a:lnTo>
                  <a:lnTo>
                    <a:pt x="126061" y="270249"/>
                  </a:lnTo>
                  <a:lnTo>
                    <a:pt x="125388" y="276399"/>
                  </a:lnTo>
                  <a:lnTo>
                    <a:pt x="128304" y="281956"/>
                  </a:lnTo>
                  <a:lnTo>
                    <a:pt x="134921" y="287208"/>
                  </a:lnTo>
                  <a:lnTo>
                    <a:pt x="143968" y="285335"/>
                  </a:lnTo>
                  <a:lnTo>
                    <a:pt x="154473" y="291694"/>
                  </a:lnTo>
                  <a:lnTo>
                    <a:pt x="163146" y="289266"/>
                  </a:lnTo>
                  <a:lnTo>
                    <a:pt x="162511" y="281298"/>
                  </a:lnTo>
                  <a:lnTo>
                    <a:pt x="160492" y="279228"/>
                  </a:lnTo>
                  <a:lnTo>
                    <a:pt x="154585" y="279604"/>
                  </a:lnTo>
                  <a:lnTo>
                    <a:pt x="150025" y="276210"/>
                  </a:lnTo>
                  <a:lnTo>
                    <a:pt x="138921" y="282426"/>
                  </a:lnTo>
                  <a:lnTo>
                    <a:pt x="129426" y="274604"/>
                  </a:lnTo>
                  <a:lnTo>
                    <a:pt x="128940" y="269206"/>
                  </a:lnTo>
                  <a:lnTo>
                    <a:pt x="134286" y="259871"/>
                  </a:lnTo>
                  <a:lnTo>
                    <a:pt x="132267" y="257670"/>
                  </a:lnTo>
                  <a:lnTo>
                    <a:pt x="127145" y="256137"/>
                  </a:lnTo>
                  <a:lnTo>
                    <a:pt x="118285" y="257766"/>
                  </a:lnTo>
                  <a:lnTo>
                    <a:pt x="117948" y="253258"/>
                  </a:lnTo>
                  <a:lnTo>
                    <a:pt x="114322" y="257766"/>
                  </a:lnTo>
                  <a:lnTo>
                    <a:pt x="105612" y="257383"/>
                  </a:lnTo>
                  <a:lnTo>
                    <a:pt x="94620" y="253354"/>
                  </a:lnTo>
                  <a:lnTo>
                    <a:pt x="90695" y="248348"/>
                  </a:lnTo>
                  <a:lnTo>
                    <a:pt x="86097" y="233115"/>
                  </a:lnTo>
                  <a:lnTo>
                    <a:pt x="82283" y="226166"/>
                  </a:lnTo>
                  <a:lnTo>
                    <a:pt x="56114" y="201997"/>
                  </a:lnTo>
                  <a:lnTo>
                    <a:pt x="44189" y="195883"/>
                  </a:lnTo>
                  <a:lnTo>
                    <a:pt x="38469" y="189032"/>
                  </a:lnTo>
                  <a:lnTo>
                    <a:pt x="27029" y="184377"/>
                  </a:lnTo>
                  <a:lnTo>
                    <a:pt x="32038" y="180723"/>
                  </a:lnTo>
                  <a:lnTo>
                    <a:pt x="29908" y="183668"/>
                  </a:lnTo>
                  <a:lnTo>
                    <a:pt x="31515" y="184377"/>
                  </a:lnTo>
                  <a:lnTo>
                    <a:pt x="35441" y="180723"/>
                  </a:lnTo>
                  <a:lnTo>
                    <a:pt x="39590" y="159502"/>
                  </a:lnTo>
                  <a:lnTo>
                    <a:pt x="39030" y="154427"/>
                  </a:lnTo>
                  <a:lnTo>
                    <a:pt x="53535" y="155464"/>
                  </a:lnTo>
                  <a:lnTo>
                    <a:pt x="78620" y="151518"/>
                  </a:lnTo>
                  <a:lnTo>
                    <a:pt x="87629" y="145680"/>
                  </a:lnTo>
                  <a:lnTo>
                    <a:pt x="94546" y="137923"/>
                  </a:lnTo>
                  <a:lnTo>
                    <a:pt x="102322" y="125138"/>
                  </a:lnTo>
                  <a:lnTo>
                    <a:pt x="103705" y="111901"/>
                  </a:lnTo>
                  <a:lnTo>
                    <a:pt x="106658" y="103071"/>
                  </a:lnTo>
                  <a:lnTo>
                    <a:pt x="128902" y="68234"/>
                  </a:lnTo>
                  <a:lnTo>
                    <a:pt x="131407" y="72780"/>
                  </a:lnTo>
                  <a:lnTo>
                    <a:pt x="124902" y="78632"/>
                  </a:lnTo>
                  <a:lnTo>
                    <a:pt x="147295" y="69899"/>
                  </a:lnTo>
                  <a:lnTo>
                    <a:pt x="165539" y="52138"/>
                  </a:lnTo>
                  <a:lnTo>
                    <a:pt x="168754" y="53487"/>
                  </a:lnTo>
                  <a:lnTo>
                    <a:pt x="165763" y="59541"/>
                  </a:lnTo>
                  <a:lnTo>
                    <a:pt x="167857" y="60994"/>
                  </a:lnTo>
                  <a:lnTo>
                    <a:pt x="165988" y="68123"/>
                  </a:lnTo>
                  <a:lnTo>
                    <a:pt x="169876" y="68234"/>
                  </a:lnTo>
                  <a:lnTo>
                    <a:pt x="170773" y="71451"/>
                  </a:lnTo>
                  <a:lnTo>
                    <a:pt x="171820" y="57974"/>
                  </a:lnTo>
                  <a:lnTo>
                    <a:pt x="174549" y="59205"/>
                  </a:lnTo>
                  <a:lnTo>
                    <a:pt x="180717" y="56293"/>
                  </a:lnTo>
                  <a:lnTo>
                    <a:pt x="173240" y="55845"/>
                  </a:lnTo>
                  <a:lnTo>
                    <a:pt x="168754" y="49435"/>
                  </a:lnTo>
                  <a:lnTo>
                    <a:pt x="166287" y="49322"/>
                  </a:lnTo>
                  <a:lnTo>
                    <a:pt x="174586" y="39815"/>
                  </a:lnTo>
                  <a:lnTo>
                    <a:pt x="182213" y="34008"/>
                  </a:lnTo>
                  <a:lnTo>
                    <a:pt x="184755" y="35263"/>
                  </a:lnTo>
                  <a:lnTo>
                    <a:pt x="184942" y="36972"/>
                  </a:lnTo>
                  <a:lnTo>
                    <a:pt x="181689" y="40156"/>
                  </a:lnTo>
                  <a:lnTo>
                    <a:pt x="183521" y="42199"/>
                  </a:lnTo>
                  <a:lnTo>
                    <a:pt x="188830" y="38906"/>
                  </a:lnTo>
                  <a:lnTo>
                    <a:pt x="211410" y="35149"/>
                  </a:lnTo>
                  <a:lnTo>
                    <a:pt x="223523" y="23810"/>
                  </a:lnTo>
                  <a:lnTo>
                    <a:pt x="234775" y="5732"/>
                  </a:lnTo>
                  <a:lnTo>
                    <a:pt x="241280" y="0"/>
                  </a:lnTo>
                  <a:lnTo>
                    <a:pt x="242850" y="703"/>
                  </a:lnTo>
                  <a:lnTo>
                    <a:pt x="239262" y="4330"/>
                  </a:lnTo>
                  <a:lnTo>
                    <a:pt x="241280" y="7598"/>
                  </a:lnTo>
                  <a:lnTo>
                    <a:pt x="258402" y="14572"/>
                  </a:lnTo>
                  <a:lnTo>
                    <a:pt x="259786" y="18506"/>
                  </a:lnTo>
                  <a:lnTo>
                    <a:pt x="255113" y="26568"/>
                  </a:lnTo>
                  <a:lnTo>
                    <a:pt x="248010" y="30923"/>
                  </a:lnTo>
                  <a:lnTo>
                    <a:pt x="251598" y="36289"/>
                  </a:lnTo>
                  <a:lnTo>
                    <a:pt x="259786" y="32981"/>
                  </a:lnTo>
                  <a:lnTo>
                    <a:pt x="268347" y="19892"/>
                  </a:lnTo>
                  <a:lnTo>
                    <a:pt x="272983" y="20930"/>
                  </a:lnTo>
                  <a:lnTo>
                    <a:pt x="278590" y="27142"/>
                  </a:lnTo>
                  <a:lnTo>
                    <a:pt x="276272" y="32981"/>
                  </a:lnTo>
                  <a:lnTo>
                    <a:pt x="288534" y="38906"/>
                  </a:lnTo>
                  <a:lnTo>
                    <a:pt x="294292" y="34122"/>
                  </a:lnTo>
                  <a:lnTo>
                    <a:pt x="308535" y="30580"/>
                  </a:lnTo>
                  <a:lnTo>
                    <a:pt x="327900" y="36061"/>
                  </a:lnTo>
                  <a:lnTo>
                    <a:pt x="329284" y="38338"/>
                  </a:lnTo>
                  <a:lnTo>
                    <a:pt x="325059" y="43219"/>
                  </a:lnTo>
                  <a:lnTo>
                    <a:pt x="324349" y="48194"/>
                  </a:lnTo>
                  <a:lnTo>
                    <a:pt x="330517" y="54273"/>
                  </a:lnTo>
                  <a:lnTo>
                    <a:pt x="338929" y="54049"/>
                  </a:lnTo>
                  <a:lnTo>
                    <a:pt x="335265" y="60770"/>
                  </a:lnTo>
                  <a:lnTo>
                    <a:pt x="350219" y="62780"/>
                  </a:lnTo>
                  <a:lnTo>
                    <a:pt x="361920" y="57190"/>
                  </a:lnTo>
                  <a:lnTo>
                    <a:pt x="369996" y="61887"/>
                  </a:lnTo>
                  <a:lnTo>
                    <a:pt x="378370" y="57190"/>
                  </a:lnTo>
                  <a:lnTo>
                    <a:pt x="390856" y="57750"/>
                  </a:lnTo>
                  <a:lnTo>
                    <a:pt x="402894" y="63003"/>
                  </a:lnTo>
                  <a:lnTo>
                    <a:pt x="407268" y="69011"/>
                  </a:lnTo>
                  <a:lnTo>
                    <a:pt x="414222" y="66789"/>
                  </a:lnTo>
                  <a:lnTo>
                    <a:pt x="419904" y="70010"/>
                  </a:lnTo>
                  <a:lnTo>
                    <a:pt x="423306" y="75213"/>
                  </a:lnTo>
                  <a:lnTo>
                    <a:pt x="436652" y="78081"/>
                  </a:lnTo>
                  <a:lnTo>
                    <a:pt x="462410" y="78742"/>
                  </a:lnTo>
                  <a:lnTo>
                    <a:pt x="475420" y="87961"/>
                  </a:lnTo>
                  <a:lnTo>
                    <a:pt x="487421" y="89601"/>
                  </a:lnTo>
                  <a:lnTo>
                    <a:pt x="491608" y="86101"/>
                  </a:lnTo>
                  <a:lnTo>
                    <a:pt x="516506" y="81493"/>
                  </a:lnTo>
                  <a:lnTo>
                    <a:pt x="527123" y="86430"/>
                  </a:lnTo>
                  <a:lnTo>
                    <a:pt x="535647" y="96354"/>
                  </a:lnTo>
                  <a:lnTo>
                    <a:pt x="548059" y="102423"/>
                  </a:lnTo>
                  <a:lnTo>
                    <a:pt x="554115" y="109431"/>
                  </a:lnTo>
                  <a:lnTo>
                    <a:pt x="562526" y="109538"/>
                  </a:lnTo>
                  <a:lnTo>
                    <a:pt x="562526" y="573962"/>
                  </a:lnTo>
                  <a:lnTo>
                    <a:pt x="572433" y="577353"/>
                  </a:lnTo>
                  <a:lnTo>
                    <a:pt x="573966" y="573962"/>
                  </a:lnTo>
                  <a:lnTo>
                    <a:pt x="583910" y="578857"/>
                  </a:lnTo>
                  <a:lnTo>
                    <a:pt x="590079" y="572754"/>
                  </a:lnTo>
                  <a:lnTo>
                    <a:pt x="602490" y="572149"/>
                  </a:lnTo>
                  <a:lnTo>
                    <a:pt x="600285" y="582986"/>
                  </a:lnTo>
                  <a:lnTo>
                    <a:pt x="603238" y="586729"/>
                  </a:lnTo>
                  <a:lnTo>
                    <a:pt x="610229" y="590537"/>
                  </a:lnTo>
                  <a:lnTo>
                    <a:pt x="611762" y="595671"/>
                  </a:lnTo>
                  <a:lnTo>
                    <a:pt x="633333" y="618286"/>
                  </a:lnTo>
                  <a:lnTo>
                    <a:pt x="635613" y="627752"/>
                  </a:lnTo>
                  <a:lnTo>
                    <a:pt x="634866" y="630796"/>
                  </a:lnTo>
                  <a:lnTo>
                    <a:pt x="636548" y="631303"/>
                  </a:lnTo>
                  <a:lnTo>
                    <a:pt x="649558" y="621351"/>
                  </a:lnTo>
                  <a:lnTo>
                    <a:pt x="654418" y="621278"/>
                  </a:lnTo>
                  <a:lnTo>
                    <a:pt x="656736" y="616092"/>
                  </a:lnTo>
                  <a:lnTo>
                    <a:pt x="656736" y="608755"/>
                  </a:lnTo>
                  <a:lnTo>
                    <a:pt x="659203" y="608902"/>
                  </a:lnTo>
                  <a:lnTo>
                    <a:pt x="661297" y="605735"/>
                  </a:lnTo>
                  <a:lnTo>
                    <a:pt x="659764" y="602782"/>
                  </a:lnTo>
                  <a:lnTo>
                    <a:pt x="667802" y="600416"/>
                  </a:lnTo>
                  <a:lnTo>
                    <a:pt x="677334" y="595076"/>
                  </a:lnTo>
                  <a:lnTo>
                    <a:pt x="686157" y="603890"/>
                  </a:lnTo>
                  <a:lnTo>
                    <a:pt x="685709" y="609490"/>
                  </a:lnTo>
                  <a:lnTo>
                    <a:pt x="688363" y="615726"/>
                  </a:lnTo>
                  <a:lnTo>
                    <a:pt x="698831" y="623973"/>
                  </a:lnTo>
                  <a:lnTo>
                    <a:pt x="701822" y="631520"/>
                  </a:lnTo>
                  <a:lnTo>
                    <a:pt x="711691" y="639242"/>
                  </a:lnTo>
                  <a:lnTo>
                    <a:pt x="720402" y="650996"/>
                  </a:lnTo>
                  <a:lnTo>
                    <a:pt x="719953" y="653919"/>
                  </a:lnTo>
                  <a:lnTo>
                    <a:pt x="744702" y="698222"/>
                  </a:lnTo>
                  <a:lnTo>
                    <a:pt x="742496" y="702769"/>
                  </a:lnTo>
                  <a:lnTo>
                    <a:pt x="748851" y="704832"/>
                  </a:lnTo>
                  <a:lnTo>
                    <a:pt x="747356" y="711274"/>
                  </a:lnTo>
                  <a:lnTo>
                    <a:pt x="752291" y="713665"/>
                  </a:lnTo>
                  <a:lnTo>
                    <a:pt x="751879" y="715643"/>
                  </a:lnTo>
                  <a:lnTo>
                    <a:pt x="752964" y="717755"/>
                  </a:lnTo>
                  <a:lnTo>
                    <a:pt x="753151" y="721358"/>
                  </a:lnTo>
                  <a:lnTo>
                    <a:pt x="758347" y="721018"/>
                  </a:lnTo>
                  <a:lnTo>
                    <a:pt x="768553" y="728334"/>
                  </a:lnTo>
                  <a:lnTo>
                    <a:pt x="775656" y="730764"/>
                  </a:lnTo>
                  <a:lnTo>
                    <a:pt x="777563" y="733594"/>
                  </a:lnTo>
                  <a:lnTo>
                    <a:pt x="781152" y="734873"/>
                  </a:lnTo>
                  <a:lnTo>
                    <a:pt x="782460" y="738902"/>
                  </a:lnTo>
                  <a:lnTo>
                    <a:pt x="786610" y="740377"/>
                  </a:lnTo>
                  <a:lnTo>
                    <a:pt x="789002" y="739372"/>
                  </a:lnTo>
                  <a:lnTo>
                    <a:pt x="790760" y="7452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7" name="oPE_MapPart_USA_3_827" descr="Vereinigte Staaten">
              <a:extLst>
                <a:ext uri="{FF2B5EF4-FFF2-40B4-BE49-F238E27FC236}">
                  <a16:creationId xmlns:a16="http://schemas.microsoft.com/office/drawing/2014/main" id="{BE08C711-B1F9-3E0C-926B-D59FBDC7DBE8}"/>
                </a:ext>
              </a:extLst>
            </p:cNvPr>
            <p:cNvSpPr/>
            <p:nvPr>
              <p:custDataLst>
                <p:tags r:id="rId827"/>
              </p:custDataLst>
            </p:nvPr>
          </p:nvSpPr>
          <p:spPr>
            <a:xfrm>
              <a:off x="2882866" y="2907092"/>
              <a:ext cx="51704" cy="45622"/>
            </a:xfrm>
            <a:custGeom>
              <a:avLst/>
              <a:gdLst/>
              <a:ahLst/>
              <a:cxnLst/>
              <a:rect l="0" t="0" r="0" b="0"/>
              <a:pathLst>
                <a:path w="51704" h="45622">
                  <a:moveTo>
                    <a:pt x="37572" y="5275"/>
                  </a:moveTo>
                  <a:lnTo>
                    <a:pt x="37721" y="7380"/>
                  </a:lnTo>
                  <a:lnTo>
                    <a:pt x="43404" y="4292"/>
                  </a:lnTo>
                  <a:lnTo>
                    <a:pt x="47292" y="5205"/>
                  </a:lnTo>
                  <a:lnTo>
                    <a:pt x="47516" y="6889"/>
                  </a:lnTo>
                  <a:lnTo>
                    <a:pt x="46170" y="9971"/>
                  </a:lnTo>
                  <a:lnTo>
                    <a:pt x="51703" y="14860"/>
                  </a:lnTo>
                  <a:lnTo>
                    <a:pt x="47666" y="19594"/>
                  </a:lnTo>
                  <a:lnTo>
                    <a:pt x="36675" y="17925"/>
                  </a:lnTo>
                  <a:lnTo>
                    <a:pt x="35478" y="19038"/>
                  </a:lnTo>
                  <a:lnTo>
                    <a:pt x="39965" y="19594"/>
                  </a:lnTo>
                  <a:lnTo>
                    <a:pt x="42095" y="23826"/>
                  </a:lnTo>
                  <a:lnTo>
                    <a:pt x="37946" y="24727"/>
                  </a:lnTo>
                  <a:lnTo>
                    <a:pt x="34357" y="27908"/>
                  </a:lnTo>
                  <a:lnTo>
                    <a:pt x="29758" y="28392"/>
                  </a:lnTo>
                  <a:lnTo>
                    <a:pt x="23216" y="34043"/>
                  </a:lnTo>
                  <a:lnTo>
                    <a:pt x="20225" y="35006"/>
                  </a:lnTo>
                  <a:lnTo>
                    <a:pt x="22020" y="35899"/>
                  </a:lnTo>
                  <a:lnTo>
                    <a:pt x="22095" y="38507"/>
                  </a:lnTo>
                  <a:lnTo>
                    <a:pt x="19702" y="42410"/>
                  </a:lnTo>
                  <a:lnTo>
                    <a:pt x="15253" y="45621"/>
                  </a:lnTo>
                  <a:lnTo>
                    <a:pt x="13197" y="43846"/>
                  </a:lnTo>
                  <a:lnTo>
                    <a:pt x="18954" y="37410"/>
                  </a:lnTo>
                  <a:lnTo>
                    <a:pt x="14692" y="35143"/>
                  </a:lnTo>
                  <a:lnTo>
                    <a:pt x="12524" y="36243"/>
                  </a:lnTo>
                  <a:lnTo>
                    <a:pt x="13945" y="32391"/>
                  </a:lnTo>
                  <a:lnTo>
                    <a:pt x="9608" y="31565"/>
                  </a:lnTo>
                  <a:lnTo>
                    <a:pt x="6767" y="33355"/>
                  </a:lnTo>
                  <a:lnTo>
                    <a:pt x="9720" y="33699"/>
                  </a:lnTo>
                  <a:lnTo>
                    <a:pt x="10842" y="36792"/>
                  </a:lnTo>
                  <a:lnTo>
                    <a:pt x="9234" y="40357"/>
                  </a:lnTo>
                  <a:lnTo>
                    <a:pt x="7627" y="40015"/>
                  </a:lnTo>
                  <a:lnTo>
                    <a:pt x="4299" y="35625"/>
                  </a:lnTo>
                  <a:lnTo>
                    <a:pt x="2842" y="29151"/>
                  </a:lnTo>
                  <a:lnTo>
                    <a:pt x="0" y="24172"/>
                  </a:lnTo>
                  <a:lnTo>
                    <a:pt x="673" y="19941"/>
                  </a:lnTo>
                  <a:lnTo>
                    <a:pt x="3552" y="15557"/>
                  </a:lnTo>
                  <a:lnTo>
                    <a:pt x="12262" y="11999"/>
                  </a:lnTo>
                  <a:lnTo>
                    <a:pt x="14057" y="12767"/>
                  </a:lnTo>
                  <a:lnTo>
                    <a:pt x="14506" y="15627"/>
                  </a:lnTo>
                  <a:lnTo>
                    <a:pt x="18730" y="23272"/>
                  </a:lnTo>
                  <a:lnTo>
                    <a:pt x="21160" y="25350"/>
                  </a:lnTo>
                  <a:lnTo>
                    <a:pt x="18879" y="20011"/>
                  </a:lnTo>
                  <a:lnTo>
                    <a:pt x="18020" y="12558"/>
                  </a:lnTo>
                  <a:lnTo>
                    <a:pt x="21048" y="11510"/>
                  </a:lnTo>
                  <a:lnTo>
                    <a:pt x="17160" y="7871"/>
                  </a:lnTo>
                  <a:lnTo>
                    <a:pt x="16674" y="5416"/>
                  </a:lnTo>
                  <a:lnTo>
                    <a:pt x="18693" y="3238"/>
                  </a:lnTo>
                  <a:lnTo>
                    <a:pt x="21010" y="3379"/>
                  </a:lnTo>
                  <a:lnTo>
                    <a:pt x="25310" y="8851"/>
                  </a:lnTo>
                  <a:lnTo>
                    <a:pt x="27328" y="6258"/>
                  </a:lnTo>
                  <a:lnTo>
                    <a:pt x="30917" y="6328"/>
                  </a:lnTo>
                  <a:lnTo>
                    <a:pt x="31927" y="1831"/>
                  </a:lnTo>
                  <a:lnTo>
                    <a:pt x="30730" y="0"/>
                  </a:lnTo>
                  <a:lnTo>
                    <a:pt x="38544" y="23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8" name="oPE_MapPart_USA_4_828" descr="Vereinigte Staaten">
              <a:extLst>
                <a:ext uri="{FF2B5EF4-FFF2-40B4-BE49-F238E27FC236}">
                  <a16:creationId xmlns:a16="http://schemas.microsoft.com/office/drawing/2014/main" id="{3EB2A9CB-876C-22E9-5792-556CF2208DA2}"/>
                </a:ext>
              </a:extLst>
            </p:cNvPr>
            <p:cNvSpPr/>
            <p:nvPr>
              <p:custDataLst>
                <p:tags r:id="rId828"/>
              </p:custDataLst>
            </p:nvPr>
          </p:nvSpPr>
          <p:spPr>
            <a:xfrm>
              <a:off x="3318023" y="2969061"/>
              <a:ext cx="36937" cy="59201"/>
            </a:xfrm>
            <a:custGeom>
              <a:avLst/>
              <a:gdLst/>
              <a:ahLst/>
              <a:cxnLst/>
              <a:rect l="0" t="0" r="0" b="0"/>
              <a:pathLst>
                <a:path w="36937" h="59201">
                  <a:moveTo>
                    <a:pt x="3926" y="0"/>
                  </a:moveTo>
                  <a:lnTo>
                    <a:pt x="11440" y="742"/>
                  </a:lnTo>
                  <a:lnTo>
                    <a:pt x="13982" y="5453"/>
                  </a:lnTo>
                  <a:lnTo>
                    <a:pt x="13646" y="9345"/>
                  </a:lnTo>
                  <a:lnTo>
                    <a:pt x="20711" y="12892"/>
                  </a:lnTo>
                  <a:lnTo>
                    <a:pt x="24039" y="16564"/>
                  </a:lnTo>
                  <a:lnTo>
                    <a:pt x="27515" y="24277"/>
                  </a:lnTo>
                  <a:lnTo>
                    <a:pt x="32861" y="31818"/>
                  </a:lnTo>
                  <a:lnTo>
                    <a:pt x="25833" y="27656"/>
                  </a:lnTo>
                  <a:lnTo>
                    <a:pt x="23328" y="32148"/>
                  </a:lnTo>
                  <a:lnTo>
                    <a:pt x="27777" y="31752"/>
                  </a:lnTo>
                  <a:lnTo>
                    <a:pt x="33123" y="37612"/>
                  </a:lnTo>
                  <a:lnTo>
                    <a:pt x="32151" y="41221"/>
                  </a:lnTo>
                  <a:lnTo>
                    <a:pt x="36936" y="41811"/>
                  </a:lnTo>
                  <a:lnTo>
                    <a:pt x="36824" y="56413"/>
                  </a:lnTo>
                  <a:lnTo>
                    <a:pt x="36002" y="59200"/>
                  </a:lnTo>
                  <a:lnTo>
                    <a:pt x="32525" y="58941"/>
                  </a:lnTo>
                  <a:lnTo>
                    <a:pt x="29347" y="52711"/>
                  </a:lnTo>
                  <a:lnTo>
                    <a:pt x="25011" y="51085"/>
                  </a:lnTo>
                  <a:lnTo>
                    <a:pt x="23515" y="44429"/>
                  </a:lnTo>
                  <a:lnTo>
                    <a:pt x="21870" y="44626"/>
                  </a:lnTo>
                  <a:lnTo>
                    <a:pt x="21796" y="48283"/>
                  </a:lnTo>
                  <a:lnTo>
                    <a:pt x="20188" y="47630"/>
                  </a:lnTo>
                  <a:lnTo>
                    <a:pt x="13197" y="37415"/>
                  </a:lnTo>
                  <a:lnTo>
                    <a:pt x="16524" y="34981"/>
                  </a:lnTo>
                  <a:lnTo>
                    <a:pt x="13945" y="30960"/>
                  </a:lnTo>
                  <a:lnTo>
                    <a:pt x="14991" y="27854"/>
                  </a:lnTo>
                  <a:lnTo>
                    <a:pt x="9458" y="27193"/>
                  </a:lnTo>
                  <a:lnTo>
                    <a:pt x="8000" y="24211"/>
                  </a:lnTo>
                  <a:lnTo>
                    <a:pt x="4187" y="24078"/>
                  </a:lnTo>
                  <a:lnTo>
                    <a:pt x="1533" y="20625"/>
                  </a:lnTo>
                  <a:lnTo>
                    <a:pt x="3552" y="18763"/>
                  </a:lnTo>
                  <a:lnTo>
                    <a:pt x="7103" y="20160"/>
                  </a:lnTo>
                  <a:lnTo>
                    <a:pt x="10655" y="15630"/>
                  </a:lnTo>
                  <a:lnTo>
                    <a:pt x="9646" y="11956"/>
                  </a:lnTo>
                  <a:lnTo>
                    <a:pt x="7963" y="11354"/>
                  </a:lnTo>
                  <a:lnTo>
                    <a:pt x="1458" y="14830"/>
                  </a:lnTo>
                  <a:lnTo>
                    <a:pt x="262" y="13961"/>
                  </a:lnTo>
                  <a:lnTo>
                    <a:pt x="0" y="12692"/>
                  </a:lnTo>
                  <a:lnTo>
                    <a:pt x="4636" y="7266"/>
                  </a:lnTo>
                  <a:lnTo>
                    <a:pt x="3327" y="4647"/>
                  </a:lnTo>
                  <a:lnTo>
                    <a:pt x="3253" y="87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9" name="oPE_MapPart_USA_5_829" descr="Vereinigte Staaten">
              <a:extLst>
                <a:ext uri="{FF2B5EF4-FFF2-40B4-BE49-F238E27FC236}">
                  <a16:creationId xmlns:a16="http://schemas.microsoft.com/office/drawing/2014/main" id="{B774F7EE-DAA0-8324-4BD3-E789C4347D51}"/>
                </a:ext>
              </a:extLst>
            </p:cNvPr>
            <p:cNvSpPr/>
            <p:nvPr>
              <p:custDataLst>
                <p:tags r:id="rId829"/>
              </p:custDataLst>
            </p:nvPr>
          </p:nvSpPr>
          <p:spPr>
            <a:xfrm>
              <a:off x="2854977" y="3961769"/>
              <a:ext cx="25871" cy="28816"/>
            </a:xfrm>
            <a:custGeom>
              <a:avLst/>
              <a:gdLst/>
              <a:ahLst/>
              <a:cxnLst/>
              <a:rect l="0" t="0" r="0" b="0"/>
              <a:pathLst>
                <a:path w="25871" h="28816">
                  <a:moveTo>
                    <a:pt x="9720" y="27866"/>
                  </a:moveTo>
                  <a:lnTo>
                    <a:pt x="7664" y="28815"/>
                  </a:lnTo>
                  <a:lnTo>
                    <a:pt x="3477" y="26561"/>
                  </a:lnTo>
                  <a:lnTo>
                    <a:pt x="2991" y="25374"/>
                  </a:lnTo>
                  <a:lnTo>
                    <a:pt x="3290" y="19711"/>
                  </a:lnTo>
                  <a:lnTo>
                    <a:pt x="0" y="11617"/>
                  </a:lnTo>
                  <a:lnTo>
                    <a:pt x="4748" y="5774"/>
                  </a:lnTo>
                  <a:lnTo>
                    <a:pt x="3253" y="2390"/>
                  </a:lnTo>
                  <a:lnTo>
                    <a:pt x="3627" y="358"/>
                  </a:lnTo>
                  <a:lnTo>
                    <a:pt x="4524" y="0"/>
                  </a:lnTo>
                  <a:lnTo>
                    <a:pt x="17646" y="6211"/>
                  </a:lnTo>
                  <a:lnTo>
                    <a:pt x="20001" y="8836"/>
                  </a:lnTo>
                  <a:lnTo>
                    <a:pt x="20412" y="11657"/>
                  </a:lnTo>
                  <a:lnTo>
                    <a:pt x="22020" y="12015"/>
                  </a:lnTo>
                  <a:lnTo>
                    <a:pt x="22768" y="13920"/>
                  </a:lnTo>
                  <a:lnTo>
                    <a:pt x="25870" y="16579"/>
                  </a:lnTo>
                  <a:lnTo>
                    <a:pt x="20674" y="21098"/>
                  </a:lnTo>
                  <a:lnTo>
                    <a:pt x="15365" y="22405"/>
                  </a:lnTo>
                  <a:lnTo>
                    <a:pt x="10692" y="257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0" name="oPE_MapPart_USA_6_830" descr="Vereinigte Staaten">
              <a:extLst>
                <a:ext uri="{FF2B5EF4-FFF2-40B4-BE49-F238E27FC236}">
                  <a16:creationId xmlns:a16="http://schemas.microsoft.com/office/drawing/2014/main" id="{5259600D-6B3E-92D0-6B52-52DF1C765E1B}"/>
                </a:ext>
              </a:extLst>
            </p:cNvPr>
            <p:cNvSpPr/>
            <p:nvPr>
              <p:custDataLst>
                <p:tags r:id="rId830"/>
              </p:custDataLst>
            </p:nvPr>
          </p:nvSpPr>
          <p:spPr>
            <a:xfrm>
              <a:off x="2527451" y="2660390"/>
              <a:ext cx="64452" cy="35666"/>
            </a:xfrm>
            <a:custGeom>
              <a:avLst/>
              <a:gdLst/>
              <a:ahLst/>
              <a:cxnLst/>
              <a:rect l="0" t="0" r="0" b="0"/>
              <a:pathLst>
                <a:path w="64452" h="35666">
                  <a:moveTo>
                    <a:pt x="7402" y="4047"/>
                  </a:moveTo>
                  <a:lnTo>
                    <a:pt x="16299" y="6655"/>
                  </a:lnTo>
                  <a:lnTo>
                    <a:pt x="28823" y="1350"/>
                  </a:lnTo>
                  <a:lnTo>
                    <a:pt x="35253" y="5142"/>
                  </a:lnTo>
                  <a:lnTo>
                    <a:pt x="37422" y="11018"/>
                  </a:lnTo>
                  <a:lnTo>
                    <a:pt x="45571" y="13862"/>
                  </a:lnTo>
                  <a:lnTo>
                    <a:pt x="47029" y="16534"/>
                  </a:lnTo>
                  <a:lnTo>
                    <a:pt x="64451" y="19367"/>
                  </a:lnTo>
                  <a:lnTo>
                    <a:pt x="63516" y="23855"/>
                  </a:lnTo>
                  <a:lnTo>
                    <a:pt x="61610" y="25844"/>
                  </a:lnTo>
                  <a:lnTo>
                    <a:pt x="50992" y="25844"/>
                  </a:lnTo>
                  <a:lnTo>
                    <a:pt x="46917" y="31052"/>
                  </a:lnTo>
                  <a:lnTo>
                    <a:pt x="46693" y="33855"/>
                  </a:lnTo>
                  <a:lnTo>
                    <a:pt x="44487" y="35665"/>
                  </a:lnTo>
                  <a:lnTo>
                    <a:pt x="41534" y="28079"/>
                  </a:lnTo>
                  <a:lnTo>
                    <a:pt x="33833" y="24684"/>
                  </a:lnTo>
                  <a:lnTo>
                    <a:pt x="32113" y="20615"/>
                  </a:lnTo>
                  <a:lnTo>
                    <a:pt x="26842" y="16201"/>
                  </a:lnTo>
                  <a:lnTo>
                    <a:pt x="17982" y="12776"/>
                  </a:lnTo>
                  <a:lnTo>
                    <a:pt x="8673" y="18118"/>
                  </a:lnTo>
                  <a:lnTo>
                    <a:pt x="3888" y="17535"/>
                  </a:lnTo>
                  <a:lnTo>
                    <a:pt x="598" y="14113"/>
                  </a:lnTo>
                  <a:lnTo>
                    <a:pt x="0" y="11688"/>
                  </a:lnTo>
                  <a:lnTo>
                    <a:pt x="1495" y="1097"/>
                  </a:lnTo>
                  <a:lnTo>
                    <a:pt x="358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1" name="oPE_MapPart_USA_7_831" descr="Vereinigte Staaten">
              <a:extLst>
                <a:ext uri="{FF2B5EF4-FFF2-40B4-BE49-F238E27FC236}">
                  <a16:creationId xmlns:a16="http://schemas.microsoft.com/office/drawing/2014/main" id="{9A3C6DEF-D17D-E9FD-447E-9E713C05AC28}"/>
                </a:ext>
              </a:extLst>
            </p:cNvPr>
            <p:cNvSpPr/>
            <p:nvPr>
              <p:custDataLst>
                <p:tags r:id="rId831"/>
              </p:custDataLst>
            </p:nvPr>
          </p:nvSpPr>
          <p:spPr>
            <a:xfrm>
              <a:off x="3259591" y="2894920"/>
              <a:ext cx="35217" cy="33086"/>
            </a:xfrm>
            <a:custGeom>
              <a:avLst/>
              <a:gdLst/>
              <a:ahLst/>
              <a:cxnLst/>
              <a:rect l="0" t="0" r="0" b="0"/>
              <a:pathLst>
                <a:path w="35217" h="33086">
                  <a:moveTo>
                    <a:pt x="17384" y="923"/>
                  </a:moveTo>
                  <a:lnTo>
                    <a:pt x="20375" y="4754"/>
                  </a:lnTo>
                  <a:lnTo>
                    <a:pt x="19777" y="8291"/>
                  </a:lnTo>
                  <a:lnTo>
                    <a:pt x="18169" y="8998"/>
                  </a:lnTo>
                  <a:lnTo>
                    <a:pt x="19814" y="10833"/>
                  </a:lnTo>
                  <a:lnTo>
                    <a:pt x="24786" y="5745"/>
                  </a:lnTo>
                  <a:lnTo>
                    <a:pt x="32525" y="8503"/>
                  </a:lnTo>
                  <a:lnTo>
                    <a:pt x="34058" y="12384"/>
                  </a:lnTo>
                  <a:lnTo>
                    <a:pt x="33160" y="17658"/>
                  </a:lnTo>
                  <a:lnTo>
                    <a:pt x="27777" y="17728"/>
                  </a:lnTo>
                  <a:lnTo>
                    <a:pt x="25534" y="19552"/>
                  </a:lnTo>
                  <a:lnTo>
                    <a:pt x="33011" y="21303"/>
                  </a:lnTo>
                  <a:lnTo>
                    <a:pt x="35216" y="26544"/>
                  </a:lnTo>
                  <a:lnTo>
                    <a:pt x="33983" y="30723"/>
                  </a:lnTo>
                  <a:lnTo>
                    <a:pt x="20861" y="23542"/>
                  </a:lnTo>
                  <a:lnTo>
                    <a:pt x="19926" y="24171"/>
                  </a:lnTo>
                  <a:lnTo>
                    <a:pt x="19739" y="30723"/>
                  </a:lnTo>
                  <a:lnTo>
                    <a:pt x="18207" y="33085"/>
                  </a:lnTo>
                  <a:lnTo>
                    <a:pt x="13646" y="32043"/>
                  </a:lnTo>
                  <a:lnTo>
                    <a:pt x="10206" y="23262"/>
                  </a:lnTo>
                  <a:lnTo>
                    <a:pt x="2243" y="15480"/>
                  </a:lnTo>
                  <a:lnTo>
                    <a:pt x="0" y="11609"/>
                  </a:lnTo>
                  <a:lnTo>
                    <a:pt x="1159" y="6736"/>
                  </a:lnTo>
                  <a:lnTo>
                    <a:pt x="4113" y="4896"/>
                  </a:lnTo>
                  <a:lnTo>
                    <a:pt x="5122" y="1918"/>
                  </a:lnTo>
                  <a:lnTo>
                    <a:pt x="8823" y="6665"/>
                  </a:lnTo>
                  <a:lnTo>
                    <a:pt x="9832" y="2769"/>
                  </a:lnTo>
                  <a:lnTo>
                    <a:pt x="1622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2" name="oPE_MapPart_USA_8_832" descr="Vereinigte Staaten">
              <a:extLst>
                <a:ext uri="{FF2B5EF4-FFF2-40B4-BE49-F238E27FC236}">
                  <a16:creationId xmlns:a16="http://schemas.microsoft.com/office/drawing/2014/main" id="{EC2E3CF5-7BE1-CCCB-C900-0B473F357C64}"/>
                </a:ext>
              </a:extLst>
            </p:cNvPr>
            <p:cNvSpPr/>
            <p:nvPr>
              <p:custDataLst>
                <p:tags r:id="rId832"/>
              </p:custDataLst>
            </p:nvPr>
          </p:nvSpPr>
          <p:spPr>
            <a:xfrm>
              <a:off x="2618482" y="2808178"/>
              <a:ext cx="38320" cy="26385"/>
            </a:xfrm>
            <a:custGeom>
              <a:avLst/>
              <a:gdLst/>
              <a:ahLst/>
              <a:cxnLst/>
              <a:rect l="0" t="0" r="0" b="0"/>
              <a:pathLst>
                <a:path w="38320" h="26385">
                  <a:moveTo>
                    <a:pt x="27029" y="605"/>
                  </a:moveTo>
                  <a:lnTo>
                    <a:pt x="28936" y="2646"/>
                  </a:lnTo>
                  <a:lnTo>
                    <a:pt x="35441" y="3477"/>
                  </a:lnTo>
                  <a:lnTo>
                    <a:pt x="36263" y="7246"/>
                  </a:lnTo>
                  <a:lnTo>
                    <a:pt x="35815" y="13705"/>
                  </a:lnTo>
                  <a:lnTo>
                    <a:pt x="37497" y="15427"/>
                  </a:lnTo>
                  <a:lnTo>
                    <a:pt x="38319" y="20208"/>
                  </a:lnTo>
                  <a:lnTo>
                    <a:pt x="27740" y="22816"/>
                  </a:lnTo>
                  <a:lnTo>
                    <a:pt x="27104" y="24080"/>
                  </a:lnTo>
                  <a:lnTo>
                    <a:pt x="27627" y="25864"/>
                  </a:lnTo>
                  <a:lnTo>
                    <a:pt x="26730" y="26384"/>
                  </a:lnTo>
                  <a:lnTo>
                    <a:pt x="6169" y="16250"/>
                  </a:lnTo>
                  <a:lnTo>
                    <a:pt x="0" y="7999"/>
                  </a:lnTo>
                  <a:lnTo>
                    <a:pt x="12449" y="7547"/>
                  </a:lnTo>
                  <a:lnTo>
                    <a:pt x="14655" y="3401"/>
                  </a:lnTo>
                  <a:lnTo>
                    <a:pt x="19964" y="605"/>
                  </a:lnTo>
                  <a:lnTo>
                    <a:pt x="2598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3" name="oPE_MapPart_USA_9_833" descr="Vereinigte Staaten">
              <a:extLst>
                <a:ext uri="{FF2B5EF4-FFF2-40B4-BE49-F238E27FC236}">
                  <a16:creationId xmlns:a16="http://schemas.microsoft.com/office/drawing/2014/main" id="{A63EBD7D-610D-2338-05B8-4F7E95BE4370}"/>
                </a:ext>
              </a:extLst>
            </p:cNvPr>
            <p:cNvSpPr/>
            <p:nvPr>
              <p:custDataLst>
                <p:tags r:id="rId833"/>
              </p:custDataLst>
            </p:nvPr>
          </p:nvSpPr>
          <p:spPr>
            <a:xfrm>
              <a:off x="3275068" y="2923625"/>
              <a:ext cx="25161" cy="49680"/>
            </a:xfrm>
            <a:custGeom>
              <a:avLst/>
              <a:gdLst/>
              <a:ahLst/>
              <a:cxnLst/>
              <a:rect l="0" t="0" r="0" b="0"/>
              <a:pathLst>
                <a:path w="25161" h="49680">
                  <a:moveTo>
                    <a:pt x="17721" y="7016"/>
                  </a:moveTo>
                  <a:lnTo>
                    <a:pt x="20749" y="14480"/>
                  </a:lnTo>
                  <a:lnTo>
                    <a:pt x="24973" y="31201"/>
                  </a:lnTo>
                  <a:lnTo>
                    <a:pt x="25160" y="35554"/>
                  </a:lnTo>
                  <a:lnTo>
                    <a:pt x="24226" y="38540"/>
                  </a:lnTo>
                  <a:lnTo>
                    <a:pt x="24786" y="46852"/>
                  </a:lnTo>
                  <a:lnTo>
                    <a:pt x="24263" y="49679"/>
                  </a:lnTo>
                  <a:lnTo>
                    <a:pt x="22282" y="49141"/>
                  </a:lnTo>
                  <a:lnTo>
                    <a:pt x="17496" y="38743"/>
                  </a:lnTo>
                  <a:lnTo>
                    <a:pt x="17795" y="35826"/>
                  </a:lnTo>
                  <a:lnTo>
                    <a:pt x="19665" y="32971"/>
                  </a:lnTo>
                  <a:lnTo>
                    <a:pt x="16711" y="33380"/>
                  </a:lnTo>
                  <a:lnTo>
                    <a:pt x="13795" y="30929"/>
                  </a:lnTo>
                  <a:lnTo>
                    <a:pt x="13683" y="27176"/>
                  </a:lnTo>
                  <a:lnTo>
                    <a:pt x="10206" y="27244"/>
                  </a:lnTo>
                  <a:lnTo>
                    <a:pt x="10543" y="23071"/>
                  </a:lnTo>
                  <a:lnTo>
                    <a:pt x="12935" y="19435"/>
                  </a:lnTo>
                  <a:lnTo>
                    <a:pt x="9982" y="17373"/>
                  </a:lnTo>
                  <a:lnTo>
                    <a:pt x="9309" y="13308"/>
                  </a:lnTo>
                  <a:lnTo>
                    <a:pt x="7627" y="10961"/>
                  </a:lnTo>
                  <a:lnTo>
                    <a:pt x="6655" y="11168"/>
                  </a:lnTo>
                  <a:lnTo>
                    <a:pt x="3328" y="19229"/>
                  </a:lnTo>
                  <a:lnTo>
                    <a:pt x="225" y="20122"/>
                  </a:lnTo>
                  <a:lnTo>
                    <a:pt x="1122" y="16685"/>
                  </a:lnTo>
                  <a:lnTo>
                    <a:pt x="0" y="9785"/>
                  </a:lnTo>
                  <a:lnTo>
                    <a:pt x="4112" y="6878"/>
                  </a:lnTo>
                  <a:lnTo>
                    <a:pt x="6954" y="626"/>
                  </a:lnTo>
                  <a:lnTo>
                    <a:pt x="9907" y="0"/>
                  </a:lnTo>
                  <a:lnTo>
                    <a:pt x="15739" y="451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4" name="oPE_MapPart_USA_10_834" descr="Vereinigte Staaten">
              <a:extLst>
                <a:ext uri="{FF2B5EF4-FFF2-40B4-BE49-F238E27FC236}">
                  <a16:creationId xmlns:a16="http://schemas.microsoft.com/office/drawing/2014/main" id="{ECEEF99A-0552-ABD8-4C0C-7F3349A39761}"/>
                </a:ext>
              </a:extLst>
            </p:cNvPr>
            <p:cNvSpPr/>
            <p:nvPr>
              <p:custDataLst>
                <p:tags r:id="rId834"/>
              </p:custDataLst>
            </p:nvPr>
          </p:nvSpPr>
          <p:spPr>
            <a:xfrm>
              <a:off x="3293536" y="2892501"/>
              <a:ext cx="23068" cy="50010"/>
            </a:xfrm>
            <a:custGeom>
              <a:avLst/>
              <a:gdLst/>
              <a:ahLst/>
              <a:cxnLst/>
              <a:rect l="0" t="0" r="0" b="0"/>
              <a:pathLst>
                <a:path w="23068" h="50010">
                  <a:moveTo>
                    <a:pt x="5272" y="6606"/>
                  </a:moveTo>
                  <a:lnTo>
                    <a:pt x="14393" y="7315"/>
                  </a:lnTo>
                  <a:lnTo>
                    <a:pt x="20113" y="17899"/>
                  </a:lnTo>
                  <a:lnTo>
                    <a:pt x="23067" y="27428"/>
                  </a:lnTo>
                  <a:lnTo>
                    <a:pt x="20936" y="25821"/>
                  </a:lnTo>
                  <a:lnTo>
                    <a:pt x="15627" y="12546"/>
                  </a:lnTo>
                  <a:lnTo>
                    <a:pt x="13309" y="11205"/>
                  </a:lnTo>
                  <a:lnTo>
                    <a:pt x="13833" y="17478"/>
                  </a:lnTo>
                  <a:lnTo>
                    <a:pt x="20711" y="29242"/>
                  </a:lnTo>
                  <a:lnTo>
                    <a:pt x="21048" y="32725"/>
                  </a:lnTo>
                  <a:lnTo>
                    <a:pt x="19926" y="34324"/>
                  </a:lnTo>
                  <a:lnTo>
                    <a:pt x="21235" y="38071"/>
                  </a:lnTo>
                  <a:lnTo>
                    <a:pt x="17309" y="40148"/>
                  </a:lnTo>
                  <a:lnTo>
                    <a:pt x="13982" y="46018"/>
                  </a:lnTo>
                  <a:lnTo>
                    <a:pt x="10356" y="49459"/>
                  </a:lnTo>
                  <a:lnTo>
                    <a:pt x="8674" y="50009"/>
                  </a:lnTo>
                  <a:lnTo>
                    <a:pt x="7104" y="48084"/>
                  </a:lnTo>
                  <a:lnTo>
                    <a:pt x="6505" y="44156"/>
                  </a:lnTo>
                  <a:lnTo>
                    <a:pt x="9272" y="33142"/>
                  </a:lnTo>
                  <a:lnTo>
                    <a:pt x="5683" y="27079"/>
                  </a:lnTo>
                  <a:lnTo>
                    <a:pt x="3141" y="9933"/>
                  </a:lnTo>
                  <a:lnTo>
                    <a:pt x="0" y="0"/>
                  </a:lnTo>
                  <a:lnTo>
                    <a:pt x="2019" y="356"/>
                  </a:lnTo>
                  <a:lnTo>
                    <a:pt x="4150" y="412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5" name="oPE_MapPart_USA_11_835" descr="Vereinigte Staaten">
              <a:extLst>
                <a:ext uri="{FF2B5EF4-FFF2-40B4-BE49-F238E27FC236}">
                  <a16:creationId xmlns:a16="http://schemas.microsoft.com/office/drawing/2014/main" id="{AF3E5B7E-3785-4D57-CF90-93DC7195A730}"/>
                </a:ext>
              </a:extLst>
            </p:cNvPr>
            <p:cNvSpPr/>
            <p:nvPr>
              <p:custDataLst>
                <p:tags r:id="rId835"/>
              </p:custDataLst>
            </p:nvPr>
          </p:nvSpPr>
          <p:spPr>
            <a:xfrm>
              <a:off x="2671419" y="3016626"/>
              <a:ext cx="37460" cy="23114"/>
            </a:xfrm>
            <a:custGeom>
              <a:avLst/>
              <a:gdLst/>
              <a:ahLst/>
              <a:cxnLst/>
              <a:rect l="0" t="0" r="0" b="0"/>
              <a:pathLst>
                <a:path w="37460" h="23114">
                  <a:moveTo>
                    <a:pt x="29309" y="2478"/>
                  </a:moveTo>
                  <a:lnTo>
                    <a:pt x="31328" y="8459"/>
                  </a:lnTo>
                  <a:lnTo>
                    <a:pt x="37459" y="13705"/>
                  </a:lnTo>
                  <a:lnTo>
                    <a:pt x="31739" y="11311"/>
                  </a:lnTo>
                  <a:lnTo>
                    <a:pt x="27104" y="15256"/>
                  </a:lnTo>
                  <a:lnTo>
                    <a:pt x="14879" y="16095"/>
                  </a:lnTo>
                  <a:lnTo>
                    <a:pt x="8785" y="22406"/>
                  </a:lnTo>
                  <a:lnTo>
                    <a:pt x="2991" y="23113"/>
                  </a:lnTo>
                  <a:lnTo>
                    <a:pt x="449" y="21185"/>
                  </a:lnTo>
                  <a:lnTo>
                    <a:pt x="0" y="15901"/>
                  </a:lnTo>
                  <a:lnTo>
                    <a:pt x="3776" y="12929"/>
                  </a:lnTo>
                  <a:lnTo>
                    <a:pt x="8486" y="5146"/>
                  </a:lnTo>
                  <a:lnTo>
                    <a:pt x="12748" y="5407"/>
                  </a:lnTo>
                  <a:lnTo>
                    <a:pt x="22431" y="0"/>
                  </a:lnTo>
                  <a:lnTo>
                    <a:pt x="28599" y="12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6" name="oPE_MapPart_USA_12_836" descr="Vereinigte Staaten">
              <a:extLst>
                <a:ext uri="{FF2B5EF4-FFF2-40B4-BE49-F238E27FC236}">
                  <a16:creationId xmlns:a16="http://schemas.microsoft.com/office/drawing/2014/main" id="{DB5494CD-6337-495D-CC62-5CBE8EDCC0AE}"/>
                </a:ext>
              </a:extLst>
            </p:cNvPr>
            <p:cNvSpPr/>
            <p:nvPr>
              <p:custDataLst>
                <p:tags r:id="rId836"/>
              </p:custDataLst>
            </p:nvPr>
          </p:nvSpPr>
          <p:spPr>
            <a:xfrm>
              <a:off x="3357651" y="2983423"/>
              <a:ext cx="18320" cy="28956"/>
            </a:xfrm>
            <a:custGeom>
              <a:avLst/>
              <a:gdLst/>
              <a:ahLst/>
              <a:cxnLst/>
              <a:rect l="0" t="0" r="0" b="0"/>
              <a:pathLst>
                <a:path w="18320" h="28956">
                  <a:moveTo>
                    <a:pt x="18019" y="17192"/>
                  </a:moveTo>
                  <a:lnTo>
                    <a:pt x="15851" y="25285"/>
                  </a:lnTo>
                  <a:lnTo>
                    <a:pt x="13683" y="27515"/>
                  </a:lnTo>
                  <a:lnTo>
                    <a:pt x="8823" y="24957"/>
                  </a:lnTo>
                  <a:lnTo>
                    <a:pt x="8299" y="20092"/>
                  </a:lnTo>
                  <a:lnTo>
                    <a:pt x="4262" y="24104"/>
                  </a:lnTo>
                  <a:lnTo>
                    <a:pt x="1757" y="28955"/>
                  </a:lnTo>
                  <a:lnTo>
                    <a:pt x="748" y="26925"/>
                  </a:lnTo>
                  <a:lnTo>
                    <a:pt x="0" y="19829"/>
                  </a:lnTo>
                  <a:lnTo>
                    <a:pt x="4112" y="13624"/>
                  </a:lnTo>
                  <a:lnTo>
                    <a:pt x="4598" y="4534"/>
                  </a:lnTo>
                  <a:lnTo>
                    <a:pt x="12000" y="0"/>
                  </a:lnTo>
                  <a:lnTo>
                    <a:pt x="17608" y="8389"/>
                  </a:lnTo>
                  <a:lnTo>
                    <a:pt x="18319" y="1428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7" name="oPE_MapPart_USA_13_837" descr="Vereinigte Staaten">
              <a:extLst>
                <a:ext uri="{FF2B5EF4-FFF2-40B4-BE49-F238E27FC236}">
                  <a16:creationId xmlns:a16="http://schemas.microsoft.com/office/drawing/2014/main" id="{05C0FFF4-5F3A-D24D-FD1C-4F768DC35C02}"/>
                </a:ext>
              </a:extLst>
            </p:cNvPr>
            <p:cNvSpPr/>
            <p:nvPr>
              <p:custDataLst>
                <p:tags r:id="rId837"/>
              </p:custDataLst>
            </p:nvPr>
          </p:nvSpPr>
          <p:spPr>
            <a:xfrm>
              <a:off x="4558781" y="3452548"/>
              <a:ext cx="43854" cy="16017"/>
            </a:xfrm>
            <a:custGeom>
              <a:avLst/>
              <a:gdLst/>
              <a:ahLst/>
              <a:cxnLst/>
              <a:rect l="0" t="0" r="0" b="0"/>
              <a:pathLst>
                <a:path w="43854" h="16017">
                  <a:moveTo>
                    <a:pt x="31254" y="4612"/>
                  </a:moveTo>
                  <a:lnTo>
                    <a:pt x="29759" y="6394"/>
                  </a:lnTo>
                  <a:lnTo>
                    <a:pt x="31105" y="6591"/>
                  </a:lnTo>
                  <a:lnTo>
                    <a:pt x="35853" y="3571"/>
                  </a:lnTo>
                  <a:lnTo>
                    <a:pt x="43853" y="2580"/>
                  </a:lnTo>
                  <a:lnTo>
                    <a:pt x="30282" y="9014"/>
                  </a:lnTo>
                  <a:lnTo>
                    <a:pt x="17048" y="13702"/>
                  </a:lnTo>
                  <a:lnTo>
                    <a:pt x="2393" y="16016"/>
                  </a:lnTo>
                  <a:lnTo>
                    <a:pt x="4412" y="14588"/>
                  </a:lnTo>
                  <a:lnTo>
                    <a:pt x="3963" y="13652"/>
                  </a:lnTo>
                  <a:lnTo>
                    <a:pt x="0" y="15721"/>
                  </a:lnTo>
                  <a:lnTo>
                    <a:pt x="225" y="12913"/>
                  </a:lnTo>
                  <a:lnTo>
                    <a:pt x="2804" y="9952"/>
                  </a:lnTo>
                  <a:lnTo>
                    <a:pt x="6618" y="7779"/>
                  </a:lnTo>
                  <a:lnTo>
                    <a:pt x="7515" y="8668"/>
                  </a:lnTo>
                  <a:lnTo>
                    <a:pt x="9160" y="6443"/>
                  </a:lnTo>
                  <a:lnTo>
                    <a:pt x="28861" y="4463"/>
                  </a:lnTo>
                  <a:lnTo>
                    <a:pt x="36152" y="0"/>
                  </a:lnTo>
                  <a:lnTo>
                    <a:pt x="32974" y="31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8" name="oPE_MapPart_USA_14_838" descr="Vereinigte Staaten">
              <a:extLst>
                <a:ext uri="{FF2B5EF4-FFF2-40B4-BE49-F238E27FC236}">
                  <a16:creationId xmlns:a16="http://schemas.microsoft.com/office/drawing/2014/main" id="{81B4135D-B345-9EC2-8953-40BC946A67EF}"/>
                </a:ext>
              </a:extLst>
            </p:cNvPr>
            <p:cNvSpPr/>
            <p:nvPr>
              <p:custDataLst>
                <p:tags r:id="rId838"/>
              </p:custDataLst>
            </p:nvPr>
          </p:nvSpPr>
          <p:spPr>
            <a:xfrm>
              <a:off x="3313350" y="2941479"/>
              <a:ext cx="21310" cy="22921"/>
            </a:xfrm>
            <a:custGeom>
              <a:avLst/>
              <a:gdLst/>
              <a:ahLst/>
              <a:cxnLst/>
              <a:rect l="0" t="0" r="0" b="0"/>
              <a:pathLst>
                <a:path w="21310" h="22921">
                  <a:moveTo>
                    <a:pt x="12749" y="2474"/>
                  </a:moveTo>
                  <a:lnTo>
                    <a:pt x="14131" y="3709"/>
                  </a:lnTo>
                  <a:lnTo>
                    <a:pt x="16262" y="2474"/>
                  </a:lnTo>
                  <a:lnTo>
                    <a:pt x="20412" y="5286"/>
                  </a:lnTo>
                  <a:lnTo>
                    <a:pt x="21309" y="7203"/>
                  </a:lnTo>
                  <a:lnTo>
                    <a:pt x="21197" y="14913"/>
                  </a:lnTo>
                  <a:lnTo>
                    <a:pt x="19627" y="17021"/>
                  </a:lnTo>
                  <a:lnTo>
                    <a:pt x="13496" y="9117"/>
                  </a:lnTo>
                  <a:lnTo>
                    <a:pt x="17085" y="17361"/>
                  </a:lnTo>
                  <a:lnTo>
                    <a:pt x="17047" y="21770"/>
                  </a:lnTo>
                  <a:lnTo>
                    <a:pt x="7814" y="22920"/>
                  </a:lnTo>
                  <a:lnTo>
                    <a:pt x="6842" y="20957"/>
                  </a:lnTo>
                  <a:lnTo>
                    <a:pt x="6206" y="10346"/>
                  </a:lnTo>
                  <a:lnTo>
                    <a:pt x="0" y="2268"/>
                  </a:lnTo>
                  <a:lnTo>
                    <a:pt x="2355" y="0"/>
                  </a:lnTo>
                  <a:lnTo>
                    <a:pt x="5645" y="20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9" name="oPE_MapPart_USA_15_839" descr="Vereinigte Staaten">
              <a:extLst>
                <a:ext uri="{FF2B5EF4-FFF2-40B4-BE49-F238E27FC236}">
                  <a16:creationId xmlns:a16="http://schemas.microsoft.com/office/drawing/2014/main" id="{83F8EAB4-95B8-6676-989F-F9909F38E31E}"/>
                </a:ext>
              </a:extLst>
            </p:cNvPr>
            <p:cNvSpPr/>
            <p:nvPr>
              <p:custDataLst>
                <p:tags r:id="rId839"/>
              </p:custDataLst>
            </p:nvPr>
          </p:nvSpPr>
          <p:spPr>
            <a:xfrm>
              <a:off x="2610744" y="3054248"/>
              <a:ext cx="32787" cy="25849"/>
            </a:xfrm>
            <a:custGeom>
              <a:avLst/>
              <a:gdLst/>
              <a:ahLst/>
              <a:cxnLst/>
              <a:rect l="0" t="0" r="0" b="0"/>
              <a:pathLst>
                <a:path w="32787" h="25849">
                  <a:moveTo>
                    <a:pt x="24786" y="3430"/>
                  </a:moveTo>
                  <a:lnTo>
                    <a:pt x="25683" y="5079"/>
                  </a:lnTo>
                  <a:lnTo>
                    <a:pt x="27216" y="4065"/>
                  </a:lnTo>
                  <a:lnTo>
                    <a:pt x="29832" y="0"/>
                  </a:lnTo>
                  <a:lnTo>
                    <a:pt x="32786" y="2287"/>
                  </a:lnTo>
                  <a:lnTo>
                    <a:pt x="26243" y="9572"/>
                  </a:lnTo>
                  <a:lnTo>
                    <a:pt x="30543" y="9888"/>
                  </a:lnTo>
                  <a:lnTo>
                    <a:pt x="31141" y="10583"/>
                  </a:lnTo>
                  <a:lnTo>
                    <a:pt x="30206" y="11403"/>
                  </a:lnTo>
                  <a:lnTo>
                    <a:pt x="21571" y="18329"/>
                  </a:lnTo>
                  <a:lnTo>
                    <a:pt x="13608" y="20714"/>
                  </a:lnTo>
                  <a:lnTo>
                    <a:pt x="5944" y="25285"/>
                  </a:lnTo>
                  <a:lnTo>
                    <a:pt x="2878" y="25848"/>
                  </a:lnTo>
                  <a:lnTo>
                    <a:pt x="0" y="23659"/>
                  </a:lnTo>
                  <a:lnTo>
                    <a:pt x="12561" y="17701"/>
                  </a:lnTo>
                  <a:lnTo>
                    <a:pt x="13981" y="16569"/>
                  </a:lnTo>
                  <a:lnTo>
                    <a:pt x="14879" y="12728"/>
                  </a:lnTo>
                  <a:lnTo>
                    <a:pt x="16449" y="10583"/>
                  </a:lnTo>
                  <a:lnTo>
                    <a:pt x="18991" y="10583"/>
                  </a:lnTo>
                  <a:lnTo>
                    <a:pt x="20748" y="12413"/>
                  </a:lnTo>
                  <a:lnTo>
                    <a:pt x="22169" y="10014"/>
                  </a:lnTo>
                  <a:lnTo>
                    <a:pt x="15327" y="7549"/>
                  </a:lnTo>
                  <a:lnTo>
                    <a:pt x="14355" y="4445"/>
                  </a:lnTo>
                  <a:lnTo>
                    <a:pt x="17234" y="1271"/>
                  </a:lnTo>
                  <a:lnTo>
                    <a:pt x="24524" y="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0" name="oPE_MapPart_USA_16_840" descr="Vereinigte Staaten">
              <a:extLst>
                <a:ext uri="{FF2B5EF4-FFF2-40B4-BE49-F238E27FC236}">
                  <a16:creationId xmlns:a16="http://schemas.microsoft.com/office/drawing/2014/main" id="{16E7FA09-7920-1B67-CF05-570E4ADF12BD}"/>
                </a:ext>
              </a:extLst>
            </p:cNvPr>
            <p:cNvSpPr/>
            <p:nvPr>
              <p:custDataLst>
                <p:tags r:id="rId840"/>
              </p:custDataLst>
            </p:nvPr>
          </p:nvSpPr>
          <p:spPr>
            <a:xfrm>
              <a:off x="3304939" y="2946696"/>
              <a:ext cx="13422" cy="32180"/>
            </a:xfrm>
            <a:custGeom>
              <a:avLst/>
              <a:gdLst/>
              <a:ahLst/>
              <a:cxnLst/>
              <a:rect l="0" t="0" r="0" b="0"/>
              <a:pathLst>
                <a:path w="13422" h="32180">
                  <a:moveTo>
                    <a:pt x="8187" y="3285"/>
                  </a:moveTo>
                  <a:lnTo>
                    <a:pt x="9533" y="5948"/>
                  </a:lnTo>
                  <a:lnTo>
                    <a:pt x="11514" y="5744"/>
                  </a:lnTo>
                  <a:lnTo>
                    <a:pt x="13421" y="10717"/>
                  </a:lnTo>
                  <a:lnTo>
                    <a:pt x="12823" y="12619"/>
                  </a:lnTo>
                  <a:lnTo>
                    <a:pt x="10991" y="13230"/>
                  </a:lnTo>
                  <a:lnTo>
                    <a:pt x="10393" y="24185"/>
                  </a:lnTo>
                  <a:lnTo>
                    <a:pt x="9009" y="30302"/>
                  </a:lnTo>
                  <a:lnTo>
                    <a:pt x="8112" y="31308"/>
                  </a:lnTo>
                  <a:lnTo>
                    <a:pt x="6579" y="30101"/>
                  </a:lnTo>
                  <a:lnTo>
                    <a:pt x="5458" y="32179"/>
                  </a:lnTo>
                  <a:lnTo>
                    <a:pt x="4037" y="32179"/>
                  </a:lnTo>
                  <a:lnTo>
                    <a:pt x="2878" y="27482"/>
                  </a:lnTo>
                  <a:lnTo>
                    <a:pt x="3925" y="19597"/>
                  </a:lnTo>
                  <a:lnTo>
                    <a:pt x="6243" y="17974"/>
                  </a:lnTo>
                  <a:lnTo>
                    <a:pt x="1944" y="13366"/>
                  </a:lnTo>
                  <a:lnTo>
                    <a:pt x="2205" y="11940"/>
                  </a:lnTo>
                  <a:lnTo>
                    <a:pt x="0" y="7926"/>
                  </a:lnTo>
                  <a:lnTo>
                    <a:pt x="224" y="3558"/>
                  </a:lnTo>
                  <a:lnTo>
                    <a:pt x="2280" y="548"/>
                  </a:lnTo>
                  <a:lnTo>
                    <a:pt x="5009" y="0"/>
                  </a:lnTo>
                  <a:lnTo>
                    <a:pt x="7963" y="23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1" name="oPE_MapPart_URY_1_841" descr="Uruguay">
              <a:extLst>
                <a:ext uri="{FF2B5EF4-FFF2-40B4-BE49-F238E27FC236}">
                  <a16:creationId xmlns:a16="http://schemas.microsoft.com/office/drawing/2014/main" id="{9BC398F8-683E-4C01-7411-6C16F16A2A47}"/>
                </a:ext>
              </a:extLst>
            </p:cNvPr>
            <p:cNvSpPr/>
            <p:nvPr>
              <p:custDataLst>
                <p:tags r:id="rId841"/>
              </p:custDataLst>
            </p:nvPr>
          </p:nvSpPr>
          <p:spPr>
            <a:xfrm>
              <a:off x="4882271" y="5048175"/>
              <a:ext cx="110360" cy="118930"/>
            </a:xfrm>
            <a:custGeom>
              <a:avLst/>
              <a:gdLst/>
              <a:ahLst/>
              <a:cxnLst/>
              <a:rect l="0" t="0" r="0" b="0"/>
              <a:pathLst>
                <a:path w="110360" h="118930">
                  <a:moveTo>
                    <a:pt x="105275" y="89001"/>
                  </a:moveTo>
                  <a:lnTo>
                    <a:pt x="103144" y="91655"/>
                  </a:lnTo>
                  <a:lnTo>
                    <a:pt x="101873" y="95891"/>
                  </a:lnTo>
                  <a:lnTo>
                    <a:pt x="97536" y="101717"/>
                  </a:lnTo>
                  <a:lnTo>
                    <a:pt x="96639" y="104976"/>
                  </a:lnTo>
                  <a:lnTo>
                    <a:pt x="91966" y="108421"/>
                  </a:lnTo>
                  <a:lnTo>
                    <a:pt x="88676" y="112327"/>
                  </a:lnTo>
                  <a:lnTo>
                    <a:pt x="86545" y="112191"/>
                  </a:lnTo>
                  <a:lnTo>
                    <a:pt x="73461" y="118929"/>
                  </a:lnTo>
                  <a:lnTo>
                    <a:pt x="66470" y="118017"/>
                  </a:lnTo>
                  <a:lnTo>
                    <a:pt x="63741" y="115785"/>
                  </a:lnTo>
                  <a:lnTo>
                    <a:pt x="57422" y="114965"/>
                  </a:lnTo>
                  <a:lnTo>
                    <a:pt x="48189" y="118290"/>
                  </a:lnTo>
                  <a:lnTo>
                    <a:pt x="45459" y="118154"/>
                  </a:lnTo>
                  <a:lnTo>
                    <a:pt x="42581" y="117106"/>
                  </a:lnTo>
                  <a:lnTo>
                    <a:pt x="41048" y="114965"/>
                  </a:lnTo>
                  <a:lnTo>
                    <a:pt x="32898" y="112463"/>
                  </a:lnTo>
                  <a:lnTo>
                    <a:pt x="26319" y="106789"/>
                  </a:lnTo>
                  <a:lnTo>
                    <a:pt x="12673" y="107423"/>
                  </a:lnTo>
                  <a:lnTo>
                    <a:pt x="9907" y="103120"/>
                  </a:lnTo>
                  <a:lnTo>
                    <a:pt x="785" y="93231"/>
                  </a:lnTo>
                  <a:lnTo>
                    <a:pt x="0" y="88417"/>
                  </a:lnTo>
                  <a:lnTo>
                    <a:pt x="1570" y="75064"/>
                  </a:lnTo>
                  <a:lnTo>
                    <a:pt x="4523" y="73725"/>
                  </a:lnTo>
                  <a:lnTo>
                    <a:pt x="7177" y="69710"/>
                  </a:lnTo>
                  <a:lnTo>
                    <a:pt x="4935" y="57491"/>
                  </a:lnTo>
                  <a:lnTo>
                    <a:pt x="6617" y="52003"/>
                  </a:lnTo>
                  <a:lnTo>
                    <a:pt x="5682" y="50412"/>
                  </a:lnTo>
                  <a:lnTo>
                    <a:pt x="5196" y="44060"/>
                  </a:lnTo>
                  <a:lnTo>
                    <a:pt x="8224" y="40275"/>
                  </a:lnTo>
                  <a:lnTo>
                    <a:pt x="9346" y="36629"/>
                  </a:lnTo>
                  <a:lnTo>
                    <a:pt x="8000" y="33557"/>
                  </a:lnTo>
                  <a:lnTo>
                    <a:pt x="11327" y="26290"/>
                  </a:lnTo>
                  <a:lnTo>
                    <a:pt x="11477" y="20006"/>
                  </a:lnTo>
                  <a:lnTo>
                    <a:pt x="13047" y="18133"/>
                  </a:lnTo>
                  <a:lnTo>
                    <a:pt x="11776" y="11653"/>
                  </a:lnTo>
                  <a:lnTo>
                    <a:pt x="17234" y="1945"/>
                  </a:lnTo>
                  <a:lnTo>
                    <a:pt x="18431" y="3719"/>
                  </a:lnTo>
                  <a:lnTo>
                    <a:pt x="25421" y="4238"/>
                  </a:lnTo>
                  <a:lnTo>
                    <a:pt x="27365" y="907"/>
                  </a:lnTo>
                  <a:lnTo>
                    <a:pt x="33347" y="0"/>
                  </a:lnTo>
                  <a:lnTo>
                    <a:pt x="46992" y="12565"/>
                  </a:lnTo>
                  <a:lnTo>
                    <a:pt x="49721" y="16174"/>
                  </a:lnTo>
                  <a:lnTo>
                    <a:pt x="50656" y="17610"/>
                  </a:lnTo>
                  <a:lnTo>
                    <a:pt x="50544" y="23452"/>
                  </a:lnTo>
                  <a:lnTo>
                    <a:pt x="53273" y="23233"/>
                  </a:lnTo>
                  <a:lnTo>
                    <a:pt x="57610" y="19744"/>
                  </a:lnTo>
                  <a:lnTo>
                    <a:pt x="58394" y="18089"/>
                  </a:lnTo>
                  <a:lnTo>
                    <a:pt x="59853" y="18525"/>
                  </a:lnTo>
                  <a:lnTo>
                    <a:pt x="67816" y="28346"/>
                  </a:lnTo>
                  <a:lnTo>
                    <a:pt x="69535" y="29177"/>
                  </a:lnTo>
                  <a:lnTo>
                    <a:pt x="70657" y="28302"/>
                  </a:lnTo>
                  <a:lnTo>
                    <a:pt x="73573" y="31060"/>
                  </a:lnTo>
                  <a:lnTo>
                    <a:pt x="80003" y="33338"/>
                  </a:lnTo>
                  <a:lnTo>
                    <a:pt x="84489" y="39659"/>
                  </a:lnTo>
                  <a:lnTo>
                    <a:pt x="87592" y="42343"/>
                  </a:lnTo>
                  <a:lnTo>
                    <a:pt x="93835" y="44721"/>
                  </a:lnTo>
                  <a:lnTo>
                    <a:pt x="97125" y="47278"/>
                  </a:lnTo>
                  <a:lnTo>
                    <a:pt x="100452" y="55807"/>
                  </a:lnTo>
                  <a:lnTo>
                    <a:pt x="109686" y="62637"/>
                  </a:lnTo>
                  <a:lnTo>
                    <a:pt x="110359" y="64015"/>
                  </a:lnTo>
                  <a:lnTo>
                    <a:pt x="102920" y="72207"/>
                  </a:lnTo>
                  <a:lnTo>
                    <a:pt x="101910" y="74751"/>
                  </a:lnTo>
                  <a:lnTo>
                    <a:pt x="101910" y="86799"/>
                  </a:lnTo>
                  <a:lnTo>
                    <a:pt x="104714" y="8886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2" name="oPE_MapPart_UZB_1_842" descr="Usbekistan">
              <a:extLst>
                <a:ext uri="{FF2B5EF4-FFF2-40B4-BE49-F238E27FC236}">
                  <a16:creationId xmlns:a16="http://schemas.microsoft.com/office/drawing/2014/main" id="{34F64929-DEEE-2DD6-07A5-383F90D13710}"/>
                </a:ext>
              </a:extLst>
            </p:cNvPr>
            <p:cNvSpPr/>
            <p:nvPr>
              <p:custDataLst>
                <p:tags r:id="rId842"/>
              </p:custDataLst>
            </p:nvPr>
          </p:nvSpPr>
          <p:spPr>
            <a:xfrm>
              <a:off x="7258586" y="3326701"/>
              <a:ext cx="356427" cy="232552"/>
            </a:xfrm>
            <a:custGeom>
              <a:avLst/>
              <a:gdLst/>
              <a:ahLst/>
              <a:cxnLst/>
              <a:rect l="0" t="0" r="0" b="0"/>
              <a:pathLst>
                <a:path w="356427" h="232552">
                  <a:moveTo>
                    <a:pt x="310929" y="95403"/>
                  </a:moveTo>
                  <a:lnTo>
                    <a:pt x="312761" y="94393"/>
                  </a:lnTo>
                  <a:lnTo>
                    <a:pt x="316462" y="96564"/>
                  </a:lnTo>
                  <a:lnTo>
                    <a:pt x="316761" y="97774"/>
                  </a:lnTo>
                  <a:lnTo>
                    <a:pt x="309060" y="101503"/>
                  </a:lnTo>
                  <a:lnTo>
                    <a:pt x="307938" y="104520"/>
                  </a:lnTo>
                  <a:lnTo>
                    <a:pt x="304349" y="105826"/>
                  </a:lnTo>
                  <a:lnTo>
                    <a:pt x="295003" y="114291"/>
                  </a:lnTo>
                  <a:lnTo>
                    <a:pt x="295414" y="115839"/>
                  </a:lnTo>
                  <a:lnTo>
                    <a:pt x="301060" y="118683"/>
                  </a:lnTo>
                  <a:lnTo>
                    <a:pt x="305583" y="117636"/>
                  </a:lnTo>
                  <a:lnTo>
                    <a:pt x="307527" y="122816"/>
                  </a:lnTo>
                  <a:lnTo>
                    <a:pt x="309134" y="123860"/>
                  </a:lnTo>
                  <a:lnTo>
                    <a:pt x="320201" y="126691"/>
                  </a:lnTo>
                  <a:lnTo>
                    <a:pt x="320761" y="120626"/>
                  </a:lnTo>
                  <a:lnTo>
                    <a:pt x="322406" y="121572"/>
                  </a:lnTo>
                  <a:lnTo>
                    <a:pt x="324201" y="120875"/>
                  </a:lnTo>
                  <a:lnTo>
                    <a:pt x="324537" y="116189"/>
                  </a:lnTo>
                  <a:lnTo>
                    <a:pt x="325846" y="115140"/>
                  </a:lnTo>
                  <a:lnTo>
                    <a:pt x="326593" y="117536"/>
                  </a:lnTo>
                  <a:lnTo>
                    <a:pt x="328500" y="118683"/>
                  </a:lnTo>
                  <a:lnTo>
                    <a:pt x="329845" y="121472"/>
                  </a:lnTo>
                  <a:lnTo>
                    <a:pt x="330294" y="124705"/>
                  </a:lnTo>
                  <a:lnTo>
                    <a:pt x="336202" y="125301"/>
                  </a:lnTo>
                  <a:lnTo>
                    <a:pt x="336687" y="129369"/>
                  </a:lnTo>
                  <a:lnTo>
                    <a:pt x="340350" y="128873"/>
                  </a:lnTo>
                  <a:lnTo>
                    <a:pt x="346482" y="133626"/>
                  </a:lnTo>
                  <a:lnTo>
                    <a:pt x="353360" y="133922"/>
                  </a:lnTo>
                  <a:lnTo>
                    <a:pt x="356426" y="135256"/>
                  </a:lnTo>
                  <a:lnTo>
                    <a:pt x="348874" y="139647"/>
                  </a:lnTo>
                  <a:lnTo>
                    <a:pt x="345361" y="143093"/>
                  </a:lnTo>
                  <a:lnTo>
                    <a:pt x="341136" y="141666"/>
                  </a:lnTo>
                  <a:lnTo>
                    <a:pt x="340463" y="143241"/>
                  </a:lnTo>
                  <a:lnTo>
                    <a:pt x="341248" y="144813"/>
                  </a:lnTo>
                  <a:lnTo>
                    <a:pt x="340239" y="146484"/>
                  </a:lnTo>
                  <a:lnTo>
                    <a:pt x="337622" y="145010"/>
                  </a:lnTo>
                  <a:lnTo>
                    <a:pt x="335528" y="145452"/>
                  </a:lnTo>
                  <a:lnTo>
                    <a:pt x="331864" y="150357"/>
                  </a:lnTo>
                  <a:lnTo>
                    <a:pt x="326407" y="153246"/>
                  </a:lnTo>
                  <a:lnTo>
                    <a:pt x="325098" y="151484"/>
                  </a:lnTo>
                  <a:lnTo>
                    <a:pt x="322855" y="151729"/>
                  </a:lnTo>
                  <a:lnTo>
                    <a:pt x="318369" y="149574"/>
                  </a:lnTo>
                  <a:lnTo>
                    <a:pt x="303789" y="151582"/>
                  </a:lnTo>
                  <a:lnTo>
                    <a:pt x="302331" y="148544"/>
                  </a:lnTo>
                  <a:lnTo>
                    <a:pt x="298966" y="146925"/>
                  </a:lnTo>
                  <a:lnTo>
                    <a:pt x="299078" y="145452"/>
                  </a:lnTo>
                  <a:lnTo>
                    <a:pt x="306031" y="139154"/>
                  </a:lnTo>
                  <a:lnTo>
                    <a:pt x="306854" y="137231"/>
                  </a:lnTo>
                  <a:lnTo>
                    <a:pt x="304536" y="136145"/>
                  </a:lnTo>
                  <a:lnTo>
                    <a:pt x="304910" y="134466"/>
                  </a:lnTo>
                  <a:lnTo>
                    <a:pt x="299601" y="129121"/>
                  </a:lnTo>
                  <a:lnTo>
                    <a:pt x="297321" y="133032"/>
                  </a:lnTo>
                  <a:lnTo>
                    <a:pt x="285283" y="139499"/>
                  </a:lnTo>
                  <a:lnTo>
                    <a:pt x="279077" y="135651"/>
                  </a:lnTo>
                  <a:lnTo>
                    <a:pt x="277918" y="136441"/>
                  </a:lnTo>
                  <a:lnTo>
                    <a:pt x="276909" y="137675"/>
                  </a:lnTo>
                  <a:lnTo>
                    <a:pt x="277021" y="140090"/>
                  </a:lnTo>
                  <a:lnTo>
                    <a:pt x="274778" y="141962"/>
                  </a:lnTo>
                  <a:lnTo>
                    <a:pt x="276797" y="148495"/>
                  </a:lnTo>
                  <a:lnTo>
                    <a:pt x="275039" y="149574"/>
                  </a:lnTo>
                  <a:lnTo>
                    <a:pt x="276199" y="152022"/>
                  </a:lnTo>
                  <a:lnTo>
                    <a:pt x="269506" y="151337"/>
                  </a:lnTo>
                  <a:lnTo>
                    <a:pt x="262815" y="152854"/>
                  </a:lnTo>
                  <a:lnTo>
                    <a:pt x="263001" y="153881"/>
                  </a:lnTo>
                  <a:lnTo>
                    <a:pt x="268984" y="153686"/>
                  </a:lnTo>
                  <a:lnTo>
                    <a:pt x="269918" y="154957"/>
                  </a:lnTo>
                  <a:lnTo>
                    <a:pt x="266442" y="156031"/>
                  </a:lnTo>
                  <a:lnTo>
                    <a:pt x="266105" y="157008"/>
                  </a:lnTo>
                  <a:lnTo>
                    <a:pt x="267750" y="159886"/>
                  </a:lnTo>
                  <a:lnTo>
                    <a:pt x="265880" y="159983"/>
                  </a:lnTo>
                  <a:lnTo>
                    <a:pt x="264983" y="161834"/>
                  </a:lnTo>
                  <a:lnTo>
                    <a:pt x="263001" y="161737"/>
                  </a:lnTo>
                  <a:lnTo>
                    <a:pt x="261881" y="167279"/>
                  </a:lnTo>
                  <a:lnTo>
                    <a:pt x="260236" y="169220"/>
                  </a:lnTo>
                  <a:lnTo>
                    <a:pt x="257992" y="170141"/>
                  </a:lnTo>
                  <a:lnTo>
                    <a:pt x="243899" y="167619"/>
                  </a:lnTo>
                  <a:lnTo>
                    <a:pt x="237804" y="171837"/>
                  </a:lnTo>
                  <a:lnTo>
                    <a:pt x="236384" y="178507"/>
                  </a:lnTo>
                  <a:lnTo>
                    <a:pt x="242403" y="180822"/>
                  </a:lnTo>
                  <a:lnTo>
                    <a:pt x="243375" y="184433"/>
                  </a:lnTo>
                  <a:lnTo>
                    <a:pt x="250628" y="184721"/>
                  </a:lnTo>
                  <a:lnTo>
                    <a:pt x="252459" y="186260"/>
                  </a:lnTo>
                  <a:lnTo>
                    <a:pt x="250702" y="193119"/>
                  </a:lnTo>
                  <a:lnTo>
                    <a:pt x="251525" y="198332"/>
                  </a:lnTo>
                  <a:lnTo>
                    <a:pt x="256983" y="205290"/>
                  </a:lnTo>
                  <a:lnTo>
                    <a:pt x="255824" y="209995"/>
                  </a:lnTo>
                  <a:lnTo>
                    <a:pt x="245880" y="224323"/>
                  </a:lnTo>
                  <a:lnTo>
                    <a:pt x="244721" y="232551"/>
                  </a:lnTo>
                  <a:lnTo>
                    <a:pt x="243487" y="231096"/>
                  </a:lnTo>
                  <a:lnTo>
                    <a:pt x="239711" y="230063"/>
                  </a:lnTo>
                  <a:lnTo>
                    <a:pt x="235598" y="231566"/>
                  </a:lnTo>
                  <a:lnTo>
                    <a:pt x="233020" y="230908"/>
                  </a:lnTo>
                  <a:lnTo>
                    <a:pt x="230365" y="228277"/>
                  </a:lnTo>
                  <a:lnTo>
                    <a:pt x="225393" y="227336"/>
                  </a:lnTo>
                  <a:lnTo>
                    <a:pt x="219038" y="227948"/>
                  </a:lnTo>
                  <a:lnTo>
                    <a:pt x="219113" y="216487"/>
                  </a:lnTo>
                  <a:lnTo>
                    <a:pt x="221243" y="212651"/>
                  </a:lnTo>
                  <a:lnTo>
                    <a:pt x="220122" y="210564"/>
                  </a:lnTo>
                  <a:lnTo>
                    <a:pt x="216271" y="209520"/>
                  </a:lnTo>
                  <a:lnTo>
                    <a:pt x="207599" y="204387"/>
                  </a:lnTo>
                  <a:lnTo>
                    <a:pt x="200159" y="204529"/>
                  </a:lnTo>
                  <a:lnTo>
                    <a:pt x="179559" y="190820"/>
                  </a:lnTo>
                  <a:lnTo>
                    <a:pt x="173092" y="184914"/>
                  </a:lnTo>
                  <a:lnTo>
                    <a:pt x="170026" y="185539"/>
                  </a:lnTo>
                  <a:lnTo>
                    <a:pt x="161727" y="180002"/>
                  </a:lnTo>
                  <a:lnTo>
                    <a:pt x="156382" y="174208"/>
                  </a:lnTo>
                  <a:lnTo>
                    <a:pt x="135146" y="158033"/>
                  </a:lnTo>
                  <a:lnTo>
                    <a:pt x="132903" y="148348"/>
                  </a:lnTo>
                  <a:lnTo>
                    <a:pt x="127072" y="138760"/>
                  </a:lnTo>
                  <a:lnTo>
                    <a:pt x="123071" y="127485"/>
                  </a:lnTo>
                  <a:lnTo>
                    <a:pt x="117725" y="123462"/>
                  </a:lnTo>
                  <a:lnTo>
                    <a:pt x="114660" y="122468"/>
                  </a:lnTo>
                  <a:lnTo>
                    <a:pt x="109388" y="124854"/>
                  </a:lnTo>
                  <a:lnTo>
                    <a:pt x="101576" y="123214"/>
                  </a:lnTo>
                  <a:lnTo>
                    <a:pt x="93014" y="123959"/>
                  </a:lnTo>
                  <a:lnTo>
                    <a:pt x="85425" y="119032"/>
                  </a:lnTo>
                  <a:lnTo>
                    <a:pt x="85014" y="116938"/>
                  </a:lnTo>
                  <a:lnTo>
                    <a:pt x="86434" y="113641"/>
                  </a:lnTo>
                  <a:lnTo>
                    <a:pt x="85125" y="109037"/>
                  </a:lnTo>
                  <a:lnTo>
                    <a:pt x="87742" y="107833"/>
                  </a:lnTo>
                  <a:lnTo>
                    <a:pt x="85798" y="104922"/>
                  </a:lnTo>
                  <a:lnTo>
                    <a:pt x="82360" y="103063"/>
                  </a:lnTo>
                  <a:lnTo>
                    <a:pt x="83257" y="96413"/>
                  </a:lnTo>
                  <a:lnTo>
                    <a:pt x="80640" y="94089"/>
                  </a:lnTo>
                  <a:lnTo>
                    <a:pt x="70171" y="93280"/>
                  </a:lnTo>
                  <a:lnTo>
                    <a:pt x="68527" y="92370"/>
                  </a:lnTo>
                  <a:lnTo>
                    <a:pt x="66097" y="88014"/>
                  </a:lnTo>
                  <a:lnTo>
                    <a:pt x="60228" y="86593"/>
                  </a:lnTo>
                  <a:lnTo>
                    <a:pt x="54247" y="80441"/>
                  </a:lnTo>
                  <a:lnTo>
                    <a:pt x="53087" y="83189"/>
                  </a:lnTo>
                  <a:lnTo>
                    <a:pt x="47405" y="82986"/>
                  </a:lnTo>
                  <a:lnTo>
                    <a:pt x="45162" y="84714"/>
                  </a:lnTo>
                  <a:lnTo>
                    <a:pt x="50732" y="90953"/>
                  </a:lnTo>
                  <a:lnTo>
                    <a:pt x="51891" y="93937"/>
                  </a:lnTo>
                  <a:lnTo>
                    <a:pt x="50283" y="94140"/>
                  </a:lnTo>
                  <a:lnTo>
                    <a:pt x="47891" y="90294"/>
                  </a:lnTo>
                  <a:lnTo>
                    <a:pt x="42620" y="88673"/>
                  </a:lnTo>
                  <a:lnTo>
                    <a:pt x="40900" y="90548"/>
                  </a:lnTo>
                  <a:lnTo>
                    <a:pt x="38171" y="97018"/>
                  </a:lnTo>
                  <a:lnTo>
                    <a:pt x="27292" y="98884"/>
                  </a:lnTo>
                  <a:lnTo>
                    <a:pt x="20526" y="106328"/>
                  </a:lnTo>
                  <a:lnTo>
                    <a:pt x="21647" y="117636"/>
                  </a:lnTo>
                  <a:lnTo>
                    <a:pt x="23740" y="120427"/>
                  </a:lnTo>
                  <a:lnTo>
                    <a:pt x="21647" y="122816"/>
                  </a:lnTo>
                  <a:lnTo>
                    <a:pt x="38" y="121174"/>
                  </a:lnTo>
                  <a:lnTo>
                    <a:pt x="0" y="16576"/>
                  </a:lnTo>
                  <a:lnTo>
                    <a:pt x="53573" y="0"/>
                  </a:lnTo>
                  <a:lnTo>
                    <a:pt x="104492" y="34141"/>
                  </a:lnTo>
                  <a:lnTo>
                    <a:pt x="107668" y="40668"/>
                  </a:lnTo>
                  <a:lnTo>
                    <a:pt x="124903" y="60154"/>
                  </a:lnTo>
                  <a:lnTo>
                    <a:pt x="150176" y="56233"/>
                  </a:lnTo>
                  <a:lnTo>
                    <a:pt x="175858" y="58452"/>
                  </a:lnTo>
                  <a:lnTo>
                    <a:pt x="185467" y="53752"/>
                  </a:lnTo>
                  <a:lnTo>
                    <a:pt x="193018" y="62265"/>
                  </a:lnTo>
                  <a:lnTo>
                    <a:pt x="197728" y="65350"/>
                  </a:lnTo>
                  <a:lnTo>
                    <a:pt x="204084" y="77637"/>
                  </a:lnTo>
                  <a:lnTo>
                    <a:pt x="210253" y="74420"/>
                  </a:lnTo>
                  <a:lnTo>
                    <a:pt x="208383" y="102208"/>
                  </a:lnTo>
                  <a:lnTo>
                    <a:pt x="218551" y="102509"/>
                  </a:lnTo>
                  <a:lnTo>
                    <a:pt x="222926" y="125152"/>
                  </a:lnTo>
                  <a:lnTo>
                    <a:pt x="225094" y="126145"/>
                  </a:lnTo>
                  <a:lnTo>
                    <a:pt x="248384" y="124655"/>
                  </a:lnTo>
                  <a:lnTo>
                    <a:pt x="252086" y="129269"/>
                  </a:lnTo>
                  <a:lnTo>
                    <a:pt x="250702" y="135306"/>
                  </a:lnTo>
                  <a:lnTo>
                    <a:pt x="258329" y="140534"/>
                  </a:lnTo>
                  <a:lnTo>
                    <a:pt x="261619" y="140435"/>
                  </a:lnTo>
                  <a:lnTo>
                    <a:pt x="261843" y="133477"/>
                  </a:lnTo>
                  <a:lnTo>
                    <a:pt x="265021" y="128923"/>
                  </a:lnTo>
                  <a:lnTo>
                    <a:pt x="270217" y="124407"/>
                  </a:lnTo>
                  <a:lnTo>
                    <a:pt x="271824" y="119929"/>
                  </a:lnTo>
                  <a:lnTo>
                    <a:pt x="278143" y="116538"/>
                  </a:lnTo>
                  <a:lnTo>
                    <a:pt x="282217" y="112691"/>
                  </a:lnTo>
                  <a:lnTo>
                    <a:pt x="293246" y="107332"/>
                  </a:lnTo>
                  <a:lnTo>
                    <a:pt x="299900" y="100143"/>
                  </a:lnTo>
                  <a:lnTo>
                    <a:pt x="303377" y="101352"/>
                  </a:lnTo>
                  <a:lnTo>
                    <a:pt x="306107" y="97623"/>
                  </a:lnTo>
                  <a:lnTo>
                    <a:pt x="309134" y="965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3" name="oPE_MapPart_UZB_2_843" descr="Usbekistan">
              <a:extLst>
                <a:ext uri="{FF2B5EF4-FFF2-40B4-BE49-F238E27FC236}">
                  <a16:creationId xmlns:a16="http://schemas.microsoft.com/office/drawing/2014/main" id="{F0485CBD-90F6-1C8C-1E8A-5566C2462EAB}"/>
                </a:ext>
              </a:extLst>
            </p:cNvPr>
            <p:cNvSpPr/>
            <p:nvPr>
              <p:custDataLst>
                <p:tags r:id="rId843"/>
              </p:custDataLst>
            </p:nvPr>
          </p:nvSpPr>
          <p:spPr>
            <a:xfrm>
              <a:off x="7570076" y="3480045"/>
              <a:ext cx="5309" cy="6932"/>
            </a:xfrm>
            <a:custGeom>
              <a:avLst/>
              <a:gdLst/>
              <a:ahLst/>
              <a:cxnLst/>
              <a:rect l="0" t="0" r="0" b="0"/>
              <a:pathLst>
                <a:path w="5309" h="6932">
                  <a:moveTo>
                    <a:pt x="4822" y="6931"/>
                  </a:moveTo>
                  <a:lnTo>
                    <a:pt x="785" y="6883"/>
                  </a:lnTo>
                  <a:lnTo>
                    <a:pt x="1458" y="4250"/>
                  </a:lnTo>
                  <a:lnTo>
                    <a:pt x="0" y="2980"/>
                  </a:lnTo>
                  <a:lnTo>
                    <a:pt x="37" y="439"/>
                  </a:lnTo>
                  <a:lnTo>
                    <a:pt x="1046" y="0"/>
                  </a:lnTo>
                  <a:lnTo>
                    <a:pt x="2205" y="1857"/>
                  </a:lnTo>
                  <a:lnTo>
                    <a:pt x="5308" y="2736"/>
                  </a:lnTo>
                  <a:lnTo>
                    <a:pt x="4262" y="4591"/>
                  </a:lnTo>
                  <a:lnTo>
                    <a:pt x="5009" y="65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4" name="oPE_MapPart_UZB_3_844" descr="Usbekistan">
              <a:extLst>
                <a:ext uri="{FF2B5EF4-FFF2-40B4-BE49-F238E27FC236}">
                  <a16:creationId xmlns:a16="http://schemas.microsoft.com/office/drawing/2014/main" id="{F5DB63BE-3E60-9CF8-F647-31CFEB1CB12F}"/>
                </a:ext>
              </a:extLst>
            </p:cNvPr>
            <p:cNvSpPr/>
            <p:nvPr>
              <p:custDataLst>
                <p:tags r:id="rId844"/>
              </p:custDataLst>
            </p:nvPr>
          </p:nvSpPr>
          <p:spPr>
            <a:xfrm>
              <a:off x="7584506" y="3484197"/>
              <a:ext cx="2506" cy="2391"/>
            </a:xfrm>
            <a:custGeom>
              <a:avLst/>
              <a:gdLst/>
              <a:ahLst/>
              <a:cxnLst/>
              <a:rect l="0" t="0" r="0" b="0"/>
              <a:pathLst>
                <a:path w="2506" h="2391">
                  <a:moveTo>
                    <a:pt x="2318" y="1220"/>
                  </a:moveTo>
                  <a:lnTo>
                    <a:pt x="1757" y="2390"/>
                  </a:lnTo>
                  <a:lnTo>
                    <a:pt x="0" y="1366"/>
                  </a:lnTo>
                  <a:lnTo>
                    <a:pt x="250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5" name="oPE_MapPart_VUT_1_845" descr="Vanuatu">
              <a:extLst>
                <a:ext uri="{FF2B5EF4-FFF2-40B4-BE49-F238E27FC236}">
                  <a16:creationId xmlns:a16="http://schemas.microsoft.com/office/drawing/2014/main" id="{5C82F7DE-3793-B91B-AD62-E178D58F868C}"/>
                </a:ext>
              </a:extLst>
            </p:cNvPr>
            <p:cNvSpPr/>
            <p:nvPr>
              <p:custDataLst>
                <p:tags r:id="rId845"/>
              </p:custDataLst>
            </p:nvPr>
          </p:nvSpPr>
          <p:spPr>
            <a:xfrm>
              <a:off x="9554639" y="4699278"/>
              <a:ext cx="13983" cy="21418"/>
            </a:xfrm>
            <a:custGeom>
              <a:avLst/>
              <a:gdLst/>
              <a:ahLst/>
              <a:cxnLst/>
              <a:rect l="0" t="0" r="0" b="0"/>
              <a:pathLst>
                <a:path w="13983" h="21418">
                  <a:moveTo>
                    <a:pt x="4560" y="4098"/>
                  </a:moveTo>
                  <a:lnTo>
                    <a:pt x="5869" y="11219"/>
                  </a:lnTo>
                  <a:lnTo>
                    <a:pt x="8225" y="10832"/>
                  </a:lnTo>
                  <a:lnTo>
                    <a:pt x="9570" y="6535"/>
                  </a:lnTo>
                  <a:lnTo>
                    <a:pt x="11402" y="6457"/>
                  </a:lnTo>
                  <a:lnTo>
                    <a:pt x="11252" y="9360"/>
                  </a:lnTo>
                  <a:lnTo>
                    <a:pt x="12561" y="10755"/>
                  </a:lnTo>
                  <a:lnTo>
                    <a:pt x="13982" y="17343"/>
                  </a:lnTo>
                  <a:lnTo>
                    <a:pt x="11776" y="20330"/>
                  </a:lnTo>
                  <a:lnTo>
                    <a:pt x="4822" y="21417"/>
                  </a:lnTo>
                  <a:lnTo>
                    <a:pt x="4822" y="20019"/>
                  </a:lnTo>
                  <a:lnTo>
                    <a:pt x="2168" y="16567"/>
                  </a:lnTo>
                  <a:lnTo>
                    <a:pt x="2504" y="12381"/>
                  </a:lnTo>
                  <a:lnTo>
                    <a:pt x="0" y="4601"/>
                  </a:lnTo>
                  <a:lnTo>
                    <a:pt x="822" y="117"/>
                  </a:lnTo>
                  <a:lnTo>
                    <a:pt x="1682" y="0"/>
                  </a:lnTo>
                  <a:lnTo>
                    <a:pt x="2803" y="21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6" name="oPE_MapPart_VUT_2_846" descr="Vanuatu">
              <a:extLst>
                <a:ext uri="{FF2B5EF4-FFF2-40B4-BE49-F238E27FC236}">
                  <a16:creationId xmlns:a16="http://schemas.microsoft.com/office/drawing/2014/main" id="{77DF5340-0FCC-5892-3610-9B071290741E}"/>
                </a:ext>
              </a:extLst>
            </p:cNvPr>
            <p:cNvSpPr/>
            <p:nvPr>
              <p:custDataLst>
                <p:tags r:id="rId846"/>
              </p:custDataLst>
            </p:nvPr>
          </p:nvSpPr>
          <p:spPr>
            <a:xfrm>
              <a:off x="9567611" y="4726172"/>
              <a:ext cx="14245" cy="14914"/>
            </a:xfrm>
            <a:custGeom>
              <a:avLst/>
              <a:gdLst/>
              <a:ahLst/>
              <a:cxnLst/>
              <a:rect l="0" t="0" r="0" b="0"/>
              <a:pathLst>
                <a:path w="14245" h="14914">
                  <a:moveTo>
                    <a:pt x="5421" y="4550"/>
                  </a:moveTo>
                  <a:lnTo>
                    <a:pt x="12972" y="9845"/>
                  </a:lnTo>
                  <a:lnTo>
                    <a:pt x="14244" y="12222"/>
                  </a:lnTo>
                  <a:lnTo>
                    <a:pt x="12636" y="13664"/>
                  </a:lnTo>
                  <a:lnTo>
                    <a:pt x="9533" y="13275"/>
                  </a:lnTo>
                  <a:lnTo>
                    <a:pt x="7776" y="14913"/>
                  </a:lnTo>
                  <a:lnTo>
                    <a:pt x="6168" y="14484"/>
                  </a:lnTo>
                  <a:lnTo>
                    <a:pt x="4113" y="5835"/>
                  </a:lnTo>
                  <a:lnTo>
                    <a:pt x="3402" y="4978"/>
                  </a:lnTo>
                  <a:lnTo>
                    <a:pt x="1383" y="5835"/>
                  </a:lnTo>
                  <a:lnTo>
                    <a:pt x="0" y="4239"/>
                  </a:lnTo>
                  <a:lnTo>
                    <a:pt x="1010" y="0"/>
                  </a:lnTo>
                  <a:lnTo>
                    <a:pt x="3813" y="7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7" name="oPE_MapPart_VUT_3_847" descr="Vanuatu">
              <a:extLst>
                <a:ext uri="{FF2B5EF4-FFF2-40B4-BE49-F238E27FC236}">
                  <a16:creationId xmlns:a16="http://schemas.microsoft.com/office/drawing/2014/main" id="{D3BDEFE6-9961-71CF-F203-9299DECF410B}"/>
                </a:ext>
              </a:extLst>
            </p:cNvPr>
            <p:cNvSpPr/>
            <p:nvPr>
              <p:custDataLst>
                <p:tags r:id="rId847"/>
              </p:custDataLst>
            </p:nvPr>
          </p:nvSpPr>
          <p:spPr>
            <a:xfrm>
              <a:off x="9587799" y="4741514"/>
              <a:ext cx="6992" cy="5231"/>
            </a:xfrm>
            <a:custGeom>
              <a:avLst/>
              <a:gdLst/>
              <a:ahLst/>
              <a:cxnLst/>
              <a:rect l="0" t="0" r="0" b="0"/>
              <a:pathLst>
                <a:path w="6992" h="5231">
                  <a:moveTo>
                    <a:pt x="6729" y="4020"/>
                  </a:moveTo>
                  <a:lnTo>
                    <a:pt x="6991" y="5230"/>
                  </a:lnTo>
                  <a:lnTo>
                    <a:pt x="4150" y="4215"/>
                  </a:lnTo>
                  <a:lnTo>
                    <a:pt x="1196" y="4566"/>
                  </a:lnTo>
                  <a:lnTo>
                    <a:pt x="0" y="2068"/>
                  </a:lnTo>
                  <a:lnTo>
                    <a:pt x="1570" y="0"/>
                  </a:lnTo>
                  <a:lnTo>
                    <a:pt x="5046" y="35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8" name="oPE_MapPart_VUT_4_848" descr="Vanuatu">
              <a:extLst>
                <a:ext uri="{FF2B5EF4-FFF2-40B4-BE49-F238E27FC236}">
                  <a16:creationId xmlns:a16="http://schemas.microsoft.com/office/drawing/2014/main" id="{85AB11FE-7CBA-E747-E804-8BF6B3482383}"/>
                </a:ext>
              </a:extLst>
            </p:cNvPr>
            <p:cNvSpPr/>
            <p:nvPr>
              <p:custDataLst>
                <p:tags r:id="rId848"/>
              </p:custDataLst>
            </p:nvPr>
          </p:nvSpPr>
          <p:spPr>
            <a:xfrm>
              <a:off x="9583762" y="4730411"/>
              <a:ext cx="7664" cy="5530"/>
            </a:xfrm>
            <a:custGeom>
              <a:avLst/>
              <a:gdLst/>
              <a:ahLst/>
              <a:cxnLst/>
              <a:rect l="0" t="0" r="0" b="0"/>
              <a:pathLst>
                <a:path w="7664" h="5530">
                  <a:moveTo>
                    <a:pt x="7625" y="5529"/>
                  </a:moveTo>
                  <a:lnTo>
                    <a:pt x="1906" y="5061"/>
                  </a:lnTo>
                  <a:lnTo>
                    <a:pt x="0" y="3192"/>
                  </a:lnTo>
                  <a:lnTo>
                    <a:pt x="2803" y="2179"/>
                  </a:lnTo>
                  <a:lnTo>
                    <a:pt x="4859" y="0"/>
                  </a:lnTo>
                  <a:lnTo>
                    <a:pt x="7663" y="47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9" name="oPE_MapPart_VUT_5_849" descr="Vanuatu">
              <a:extLst>
                <a:ext uri="{FF2B5EF4-FFF2-40B4-BE49-F238E27FC236}">
                  <a16:creationId xmlns:a16="http://schemas.microsoft.com/office/drawing/2014/main" id="{4CD57A02-23E9-0BA3-80FA-F8BC354BE5F6}"/>
                </a:ext>
              </a:extLst>
            </p:cNvPr>
            <p:cNvSpPr/>
            <p:nvPr>
              <p:custDataLst>
                <p:tags r:id="rId849"/>
              </p:custDataLst>
            </p:nvPr>
          </p:nvSpPr>
          <p:spPr>
            <a:xfrm>
              <a:off x="9588509" y="4762123"/>
              <a:ext cx="8861" cy="5573"/>
            </a:xfrm>
            <a:custGeom>
              <a:avLst/>
              <a:gdLst/>
              <a:ahLst/>
              <a:cxnLst/>
              <a:rect l="0" t="0" r="0" b="0"/>
              <a:pathLst>
                <a:path w="8861" h="5573">
                  <a:moveTo>
                    <a:pt x="5981" y="0"/>
                  </a:moveTo>
                  <a:lnTo>
                    <a:pt x="8860" y="3335"/>
                  </a:lnTo>
                  <a:lnTo>
                    <a:pt x="7626" y="5572"/>
                  </a:lnTo>
                  <a:lnTo>
                    <a:pt x="1944" y="5180"/>
                  </a:lnTo>
                  <a:lnTo>
                    <a:pt x="3065" y="4433"/>
                  </a:lnTo>
                  <a:lnTo>
                    <a:pt x="2505" y="3571"/>
                  </a:lnTo>
                  <a:lnTo>
                    <a:pt x="0" y="3649"/>
                  </a:lnTo>
                  <a:lnTo>
                    <a:pt x="2392" y="196"/>
                  </a:lnTo>
                  <a:lnTo>
                    <a:pt x="3813" y="1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0" name="oPE_MapPart_VUT_6_850" descr="Vanuatu">
              <a:extLst>
                <a:ext uri="{FF2B5EF4-FFF2-40B4-BE49-F238E27FC236}">
                  <a16:creationId xmlns:a16="http://schemas.microsoft.com/office/drawing/2014/main" id="{798D84DE-56E5-DBE9-93CA-47F334A7773F}"/>
                </a:ext>
              </a:extLst>
            </p:cNvPr>
            <p:cNvSpPr/>
            <p:nvPr>
              <p:custDataLst>
                <p:tags r:id="rId850"/>
              </p:custDataLst>
            </p:nvPr>
          </p:nvSpPr>
          <p:spPr>
            <a:xfrm>
              <a:off x="9578453" y="4713209"/>
              <a:ext cx="6842" cy="4266"/>
            </a:xfrm>
            <a:custGeom>
              <a:avLst/>
              <a:gdLst/>
              <a:ahLst/>
              <a:cxnLst/>
              <a:rect l="0" t="0" r="0" b="0"/>
              <a:pathLst>
                <a:path w="6842" h="4266">
                  <a:moveTo>
                    <a:pt x="4934" y="3295"/>
                  </a:moveTo>
                  <a:lnTo>
                    <a:pt x="3551" y="4265"/>
                  </a:lnTo>
                  <a:lnTo>
                    <a:pt x="0" y="3605"/>
                  </a:lnTo>
                  <a:lnTo>
                    <a:pt x="3177" y="620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1" name="oPE_MapPart_VUT_7_851" descr="Vanuatu">
              <a:extLst>
                <a:ext uri="{FF2B5EF4-FFF2-40B4-BE49-F238E27FC236}">
                  <a16:creationId xmlns:a16="http://schemas.microsoft.com/office/drawing/2014/main" id="{B4A40911-F26B-F48E-2F6F-174143E3B2AC}"/>
                </a:ext>
              </a:extLst>
            </p:cNvPr>
            <p:cNvSpPr/>
            <p:nvPr>
              <p:custDataLst>
                <p:tags r:id="rId851"/>
              </p:custDataLst>
            </p:nvPr>
          </p:nvSpPr>
          <p:spPr>
            <a:xfrm>
              <a:off x="9587799" y="4717048"/>
              <a:ext cx="2767" cy="10953"/>
            </a:xfrm>
            <a:custGeom>
              <a:avLst/>
              <a:gdLst/>
              <a:ahLst/>
              <a:cxnLst/>
              <a:rect l="0" t="0" r="0" b="0"/>
              <a:pathLst>
                <a:path w="2767" h="10953">
                  <a:moveTo>
                    <a:pt x="1869" y="10952"/>
                  </a:moveTo>
                  <a:lnTo>
                    <a:pt x="0" y="4734"/>
                  </a:lnTo>
                  <a:lnTo>
                    <a:pt x="748" y="0"/>
                  </a:lnTo>
                  <a:lnTo>
                    <a:pt x="2766" y="106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2" name="oPE_MapPart_VUT_8_852" descr="Vanuatu">
              <a:extLst>
                <a:ext uri="{FF2B5EF4-FFF2-40B4-BE49-F238E27FC236}">
                  <a16:creationId xmlns:a16="http://schemas.microsoft.com/office/drawing/2014/main" id="{172D32C6-4827-1791-66DB-F0F11A3B53F0}"/>
                </a:ext>
              </a:extLst>
            </p:cNvPr>
            <p:cNvSpPr/>
            <p:nvPr>
              <p:custDataLst>
                <p:tags r:id="rId852"/>
              </p:custDataLst>
            </p:nvPr>
          </p:nvSpPr>
          <p:spPr>
            <a:xfrm>
              <a:off x="9587388" y="4706819"/>
              <a:ext cx="1758" cy="8678"/>
            </a:xfrm>
            <a:custGeom>
              <a:avLst/>
              <a:gdLst/>
              <a:ahLst/>
              <a:cxnLst/>
              <a:rect l="0" t="0" r="0" b="0"/>
              <a:pathLst>
                <a:path w="1758" h="8678">
                  <a:moveTo>
                    <a:pt x="1757" y="7359"/>
                  </a:moveTo>
                  <a:lnTo>
                    <a:pt x="1421" y="8677"/>
                  </a:lnTo>
                  <a:lnTo>
                    <a:pt x="560" y="7165"/>
                  </a:lnTo>
                  <a:lnTo>
                    <a:pt x="0" y="658"/>
                  </a:lnTo>
                  <a:lnTo>
                    <a:pt x="672" y="0"/>
                  </a:lnTo>
                  <a:lnTo>
                    <a:pt x="1720" y="45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3" name="oPE_MapPart_VUT_9_853" descr="Vanuatu">
              <a:extLst>
                <a:ext uri="{FF2B5EF4-FFF2-40B4-BE49-F238E27FC236}">
                  <a16:creationId xmlns:a16="http://schemas.microsoft.com/office/drawing/2014/main" id="{A5400CB4-1071-F329-AD3A-C5F161505837}"/>
                </a:ext>
              </a:extLst>
            </p:cNvPr>
            <p:cNvSpPr/>
            <p:nvPr>
              <p:custDataLst>
                <p:tags r:id="rId853"/>
              </p:custDataLst>
            </p:nvPr>
          </p:nvSpPr>
          <p:spPr>
            <a:xfrm>
              <a:off x="9566415" y="4720501"/>
              <a:ext cx="2917" cy="2758"/>
            </a:xfrm>
            <a:custGeom>
              <a:avLst/>
              <a:gdLst/>
              <a:ahLst/>
              <a:cxnLst/>
              <a:rect l="0" t="0" r="0" b="0"/>
              <a:pathLst>
                <a:path w="2917" h="2758">
                  <a:moveTo>
                    <a:pt x="2579" y="2213"/>
                  </a:moveTo>
                  <a:lnTo>
                    <a:pt x="2206" y="2757"/>
                  </a:lnTo>
                  <a:lnTo>
                    <a:pt x="0" y="1359"/>
                  </a:lnTo>
                  <a:lnTo>
                    <a:pt x="523" y="0"/>
                  </a:lnTo>
                  <a:lnTo>
                    <a:pt x="2916" y="50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4" name="oPE_MapPart_VUT_10_854" descr="Vanuatu">
              <a:extLst>
                <a:ext uri="{FF2B5EF4-FFF2-40B4-BE49-F238E27FC236}">
                  <a16:creationId xmlns:a16="http://schemas.microsoft.com/office/drawing/2014/main" id="{DAD9B905-989C-1F9C-7D11-1C4FDAE405A5}"/>
                </a:ext>
              </a:extLst>
            </p:cNvPr>
            <p:cNvSpPr/>
            <p:nvPr>
              <p:custDataLst>
                <p:tags r:id="rId854"/>
              </p:custDataLst>
            </p:nvPr>
          </p:nvSpPr>
          <p:spPr>
            <a:xfrm>
              <a:off x="9572995" y="4688703"/>
              <a:ext cx="3926" cy="3626"/>
            </a:xfrm>
            <a:custGeom>
              <a:avLst/>
              <a:gdLst/>
              <a:ahLst/>
              <a:cxnLst/>
              <a:rect l="0" t="0" r="0" b="0"/>
              <a:pathLst>
                <a:path w="3926" h="3626">
                  <a:moveTo>
                    <a:pt x="3626" y="2546"/>
                  </a:moveTo>
                  <a:lnTo>
                    <a:pt x="2765" y="3625"/>
                  </a:lnTo>
                  <a:lnTo>
                    <a:pt x="411" y="3278"/>
                  </a:lnTo>
                  <a:lnTo>
                    <a:pt x="0" y="1157"/>
                  </a:lnTo>
                  <a:lnTo>
                    <a:pt x="1981" y="0"/>
                  </a:lnTo>
                  <a:lnTo>
                    <a:pt x="3925" y="8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5" name="oPE_MapPart_VUT_11_855" descr="Vanuatu">
              <a:extLst>
                <a:ext uri="{FF2B5EF4-FFF2-40B4-BE49-F238E27FC236}">
                  <a16:creationId xmlns:a16="http://schemas.microsoft.com/office/drawing/2014/main" id="{790DB1BA-BD20-B26B-140E-B04C8553EF97}"/>
                </a:ext>
              </a:extLst>
            </p:cNvPr>
            <p:cNvSpPr/>
            <p:nvPr>
              <p:custDataLst>
                <p:tags r:id="rId855"/>
              </p:custDataLst>
            </p:nvPr>
          </p:nvSpPr>
          <p:spPr>
            <a:xfrm>
              <a:off x="9572920" y="4679421"/>
              <a:ext cx="2917" cy="4274"/>
            </a:xfrm>
            <a:custGeom>
              <a:avLst/>
              <a:gdLst/>
              <a:ahLst/>
              <a:cxnLst/>
              <a:rect l="0" t="0" r="0" b="0"/>
              <a:pathLst>
                <a:path w="2917" h="4274">
                  <a:moveTo>
                    <a:pt x="1682" y="4234"/>
                  </a:moveTo>
                  <a:lnTo>
                    <a:pt x="897" y="4273"/>
                  </a:lnTo>
                  <a:lnTo>
                    <a:pt x="0" y="846"/>
                  </a:lnTo>
                  <a:lnTo>
                    <a:pt x="1532" y="0"/>
                  </a:lnTo>
                  <a:lnTo>
                    <a:pt x="2916" y="1462"/>
                  </a:lnTo>
                  <a:lnTo>
                    <a:pt x="2803" y="3502"/>
                  </a:lnTo>
                  <a:lnTo>
                    <a:pt x="1906" y="37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6" name="oPE_MapPart_VUT_12_856" descr="Vanuatu">
              <a:extLst>
                <a:ext uri="{FF2B5EF4-FFF2-40B4-BE49-F238E27FC236}">
                  <a16:creationId xmlns:a16="http://schemas.microsoft.com/office/drawing/2014/main" id="{85603AA3-F1EE-17BB-2421-38CE533CD54F}"/>
                </a:ext>
              </a:extLst>
            </p:cNvPr>
            <p:cNvSpPr/>
            <p:nvPr>
              <p:custDataLst>
                <p:tags r:id="rId856"/>
              </p:custDataLst>
            </p:nvPr>
          </p:nvSpPr>
          <p:spPr>
            <a:xfrm>
              <a:off x="9621333" y="4819290"/>
              <a:ext cx="3291" cy="2072"/>
            </a:xfrm>
            <a:custGeom>
              <a:avLst/>
              <a:gdLst/>
              <a:ahLst/>
              <a:cxnLst/>
              <a:rect l="0" t="0" r="0" b="0"/>
              <a:pathLst>
                <a:path w="3291" h="2072">
                  <a:moveTo>
                    <a:pt x="3290" y="875"/>
                  </a:moveTo>
                  <a:lnTo>
                    <a:pt x="2542" y="2071"/>
                  </a:lnTo>
                  <a:lnTo>
                    <a:pt x="0" y="1194"/>
                  </a:lnTo>
                  <a:lnTo>
                    <a:pt x="262" y="119"/>
                  </a:lnTo>
                  <a:lnTo>
                    <a:pt x="235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7" name="oPE_MapPart_VUT_13_857" descr="Vanuatu">
              <a:extLst>
                <a:ext uri="{FF2B5EF4-FFF2-40B4-BE49-F238E27FC236}">
                  <a16:creationId xmlns:a16="http://schemas.microsoft.com/office/drawing/2014/main" id="{1F94B5CD-A29B-1315-8848-9B57233B1E9D}"/>
                </a:ext>
              </a:extLst>
            </p:cNvPr>
            <p:cNvSpPr/>
            <p:nvPr>
              <p:custDataLst>
                <p:tags r:id="rId857"/>
              </p:custDataLst>
            </p:nvPr>
          </p:nvSpPr>
          <p:spPr>
            <a:xfrm>
              <a:off x="9610528" y="4801059"/>
              <a:ext cx="5684" cy="7218"/>
            </a:xfrm>
            <a:custGeom>
              <a:avLst/>
              <a:gdLst/>
              <a:ahLst/>
              <a:cxnLst/>
              <a:rect l="0" t="0" r="0" b="0"/>
              <a:pathLst>
                <a:path w="5684" h="7218">
                  <a:moveTo>
                    <a:pt x="5683" y="4836"/>
                  </a:moveTo>
                  <a:lnTo>
                    <a:pt x="4561" y="7217"/>
                  </a:lnTo>
                  <a:lnTo>
                    <a:pt x="2692" y="6661"/>
                  </a:lnTo>
                  <a:lnTo>
                    <a:pt x="0" y="3408"/>
                  </a:lnTo>
                  <a:lnTo>
                    <a:pt x="599" y="515"/>
                  </a:lnTo>
                  <a:lnTo>
                    <a:pt x="1533" y="0"/>
                  </a:lnTo>
                  <a:lnTo>
                    <a:pt x="2468" y="158"/>
                  </a:lnTo>
                  <a:lnTo>
                    <a:pt x="2954" y="301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8" name="oPE_MapPart_VUT_14_858" descr="Vanuatu">
              <a:extLst>
                <a:ext uri="{FF2B5EF4-FFF2-40B4-BE49-F238E27FC236}">
                  <a16:creationId xmlns:a16="http://schemas.microsoft.com/office/drawing/2014/main" id="{D5ED89C1-75EA-0D32-FF0E-8FFF0CEAB9D4}"/>
                </a:ext>
              </a:extLst>
            </p:cNvPr>
            <p:cNvSpPr/>
            <p:nvPr>
              <p:custDataLst>
                <p:tags r:id="rId858"/>
              </p:custDataLst>
            </p:nvPr>
          </p:nvSpPr>
          <p:spPr>
            <a:xfrm>
              <a:off x="9605743" y="4785602"/>
              <a:ext cx="7217" cy="8018"/>
            </a:xfrm>
            <a:custGeom>
              <a:avLst/>
              <a:gdLst/>
              <a:ahLst/>
              <a:cxnLst/>
              <a:rect l="0" t="0" r="0" b="0"/>
              <a:pathLst>
                <a:path w="7217" h="8018">
                  <a:moveTo>
                    <a:pt x="7216" y="7068"/>
                  </a:moveTo>
                  <a:lnTo>
                    <a:pt x="5421" y="8017"/>
                  </a:lnTo>
                  <a:lnTo>
                    <a:pt x="0" y="5567"/>
                  </a:lnTo>
                  <a:lnTo>
                    <a:pt x="0" y="1972"/>
                  </a:lnTo>
                  <a:lnTo>
                    <a:pt x="599" y="592"/>
                  </a:lnTo>
                  <a:lnTo>
                    <a:pt x="2094" y="0"/>
                  </a:lnTo>
                  <a:lnTo>
                    <a:pt x="5570" y="3196"/>
                  </a:lnTo>
                  <a:lnTo>
                    <a:pt x="4449" y="3907"/>
                  </a:lnTo>
                  <a:lnTo>
                    <a:pt x="6393" y="54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9" name="oPE_MapPart_VAT_1_859" descr="Vatikanstadt">
              <a:extLst>
                <a:ext uri="{FF2B5EF4-FFF2-40B4-BE49-F238E27FC236}">
                  <a16:creationId xmlns:a16="http://schemas.microsoft.com/office/drawing/2014/main" id="{164478E3-EC82-BF38-80D5-39BE41ED12C8}"/>
                </a:ext>
              </a:extLst>
            </p:cNvPr>
            <p:cNvSpPr/>
            <p:nvPr>
              <p:custDataLst>
                <p:tags r:id="rId859"/>
              </p:custDataLst>
            </p:nvPr>
          </p:nvSpPr>
          <p:spPr>
            <a:xfrm>
              <a:off x="6343038" y="3416742"/>
              <a:ext cx="22394" cy="30138"/>
            </a:xfrm>
            <a:custGeom>
              <a:avLst/>
              <a:gdLst/>
              <a:ahLst/>
              <a:cxnLst/>
              <a:rect l="0" t="0" r="0" b="0"/>
              <a:pathLst>
                <a:path w="22394" h="30138">
                  <a:moveTo>
                    <a:pt x="0" y="0"/>
                  </a:moveTo>
                  <a:lnTo>
                    <a:pt x="22393" y="0"/>
                  </a:lnTo>
                  <a:lnTo>
                    <a:pt x="22393" y="30137"/>
                  </a:lnTo>
                  <a:lnTo>
                    <a:pt x="0" y="301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0" name="oPE_MapPart_VEN_1_860" descr="Venezuela">
              <a:extLst>
                <a:ext uri="{FF2B5EF4-FFF2-40B4-BE49-F238E27FC236}">
                  <a16:creationId xmlns:a16="http://schemas.microsoft.com/office/drawing/2014/main" id="{8BC2BC3C-B35A-7691-2653-49B36EA1A839}"/>
                </a:ext>
              </a:extLst>
            </p:cNvPr>
            <p:cNvSpPr/>
            <p:nvPr>
              <p:custDataLst>
                <p:tags r:id="rId860"/>
              </p:custDataLst>
            </p:nvPr>
          </p:nvSpPr>
          <p:spPr>
            <a:xfrm>
              <a:off x="4830306" y="4199665"/>
              <a:ext cx="4263" cy="2349"/>
            </a:xfrm>
            <a:custGeom>
              <a:avLst/>
              <a:gdLst/>
              <a:ahLst/>
              <a:cxnLst/>
              <a:rect l="0" t="0" r="0" b="0"/>
              <a:pathLst>
                <a:path w="4263" h="2349">
                  <a:moveTo>
                    <a:pt x="2468" y="1667"/>
                  </a:moveTo>
                  <a:lnTo>
                    <a:pt x="0" y="2348"/>
                  </a:lnTo>
                  <a:lnTo>
                    <a:pt x="710" y="834"/>
                  </a:lnTo>
                  <a:lnTo>
                    <a:pt x="3290" y="0"/>
                  </a:lnTo>
                  <a:lnTo>
                    <a:pt x="4262" y="303"/>
                  </a:lnTo>
                  <a:lnTo>
                    <a:pt x="3140" y="8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1" name="oPE_MapPart_VEN_2_861" descr="Venezuela">
              <a:extLst>
                <a:ext uri="{FF2B5EF4-FFF2-40B4-BE49-F238E27FC236}">
                  <a16:creationId xmlns:a16="http://schemas.microsoft.com/office/drawing/2014/main" id="{F468451D-A8A4-1B7C-B1A5-C6B9A34AF001}"/>
                </a:ext>
              </a:extLst>
            </p:cNvPr>
            <p:cNvSpPr/>
            <p:nvPr>
              <p:custDataLst>
                <p:tags r:id="rId861"/>
              </p:custDataLst>
            </p:nvPr>
          </p:nvSpPr>
          <p:spPr>
            <a:xfrm>
              <a:off x="4758416" y="4158526"/>
              <a:ext cx="12150" cy="5981"/>
            </a:xfrm>
            <a:custGeom>
              <a:avLst/>
              <a:gdLst/>
              <a:ahLst/>
              <a:cxnLst/>
              <a:rect l="0" t="0" r="0" b="0"/>
              <a:pathLst>
                <a:path w="12150" h="5981">
                  <a:moveTo>
                    <a:pt x="11477" y="763"/>
                  </a:moveTo>
                  <a:lnTo>
                    <a:pt x="12149" y="3543"/>
                  </a:lnTo>
                  <a:lnTo>
                    <a:pt x="10056" y="5904"/>
                  </a:lnTo>
                  <a:lnTo>
                    <a:pt x="7215" y="5980"/>
                  </a:lnTo>
                  <a:lnTo>
                    <a:pt x="5009" y="4419"/>
                  </a:lnTo>
                  <a:lnTo>
                    <a:pt x="0" y="3924"/>
                  </a:lnTo>
                  <a:lnTo>
                    <a:pt x="1121" y="2439"/>
                  </a:lnTo>
                  <a:lnTo>
                    <a:pt x="3925" y="1715"/>
                  </a:lnTo>
                  <a:lnTo>
                    <a:pt x="6018" y="3429"/>
                  </a:lnTo>
                  <a:lnTo>
                    <a:pt x="7775" y="3505"/>
                  </a:lnTo>
                  <a:lnTo>
                    <a:pt x="1057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2" name="oPE_MapPart_VEN_3_862" descr="Venezuela">
              <a:extLst>
                <a:ext uri="{FF2B5EF4-FFF2-40B4-BE49-F238E27FC236}">
                  <a16:creationId xmlns:a16="http://schemas.microsoft.com/office/drawing/2014/main" id="{7F4B0362-220D-D61E-A60E-7699560B0787}"/>
                </a:ext>
              </a:extLst>
            </p:cNvPr>
            <p:cNvSpPr/>
            <p:nvPr>
              <p:custDataLst>
                <p:tags r:id="rId862"/>
              </p:custDataLst>
            </p:nvPr>
          </p:nvSpPr>
          <p:spPr>
            <a:xfrm>
              <a:off x="4737405" y="4162603"/>
              <a:ext cx="4188" cy="1904"/>
            </a:xfrm>
            <a:custGeom>
              <a:avLst/>
              <a:gdLst/>
              <a:ahLst/>
              <a:cxnLst/>
              <a:rect l="0" t="0" r="0" b="0"/>
              <a:pathLst>
                <a:path w="4188" h="1904">
                  <a:moveTo>
                    <a:pt x="4187" y="1446"/>
                  </a:moveTo>
                  <a:lnTo>
                    <a:pt x="3066" y="1903"/>
                  </a:lnTo>
                  <a:lnTo>
                    <a:pt x="0" y="761"/>
                  </a:lnTo>
                  <a:lnTo>
                    <a:pt x="2318" y="0"/>
                  </a:lnTo>
                  <a:lnTo>
                    <a:pt x="3889" y="9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3" name="oPE_MapPart_VEN_4_863" descr="Venezuela">
              <a:extLst>
                <a:ext uri="{FF2B5EF4-FFF2-40B4-BE49-F238E27FC236}">
                  <a16:creationId xmlns:a16="http://schemas.microsoft.com/office/drawing/2014/main" id="{17A10633-E307-BB4A-E0E7-5F0E926AA3A9}"/>
                </a:ext>
              </a:extLst>
            </p:cNvPr>
            <p:cNvSpPr/>
            <p:nvPr>
              <p:custDataLst>
                <p:tags r:id="rId863"/>
              </p:custDataLst>
            </p:nvPr>
          </p:nvSpPr>
          <p:spPr>
            <a:xfrm>
              <a:off x="4827652" y="4202770"/>
              <a:ext cx="4562" cy="4694"/>
            </a:xfrm>
            <a:custGeom>
              <a:avLst/>
              <a:gdLst/>
              <a:ahLst/>
              <a:cxnLst/>
              <a:rect l="0" t="0" r="0" b="0"/>
              <a:pathLst>
                <a:path w="4562" h="4694">
                  <a:moveTo>
                    <a:pt x="1458" y="4277"/>
                  </a:moveTo>
                  <a:lnTo>
                    <a:pt x="187" y="4693"/>
                  </a:lnTo>
                  <a:lnTo>
                    <a:pt x="0" y="2574"/>
                  </a:lnTo>
                  <a:lnTo>
                    <a:pt x="3178" y="0"/>
                  </a:lnTo>
                  <a:lnTo>
                    <a:pt x="4561" y="1552"/>
                  </a:lnTo>
                  <a:lnTo>
                    <a:pt x="3178" y="35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4" name="oPE_MapPart_VEN_5_864" descr="Venezuela">
              <a:extLst>
                <a:ext uri="{FF2B5EF4-FFF2-40B4-BE49-F238E27FC236}">
                  <a16:creationId xmlns:a16="http://schemas.microsoft.com/office/drawing/2014/main" id="{488D384B-6C7B-AC4F-1AD9-8E5D4F90A1C8}"/>
                </a:ext>
              </a:extLst>
            </p:cNvPr>
            <p:cNvSpPr/>
            <p:nvPr>
              <p:custDataLst>
                <p:tags r:id="rId864"/>
              </p:custDataLst>
            </p:nvPr>
          </p:nvSpPr>
          <p:spPr>
            <a:xfrm>
              <a:off x="4572240" y="4137110"/>
              <a:ext cx="281096" cy="240553"/>
            </a:xfrm>
            <a:custGeom>
              <a:avLst/>
              <a:gdLst/>
              <a:ahLst/>
              <a:cxnLst/>
              <a:rect l="0" t="0" r="0" b="0"/>
              <a:pathLst>
                <a:path w="281096" h="240553">
                  <a:moveTo>
                    <a:pt x="277245" y="76593"/>
                  </a:moveTo>
                  <a:lnTo>
                    <a:pt x="281095" y="81733"/>
                  </a:lnTo>
                  <a:lnTo>
                    <a:pt x="280758" y="82905"/>
                  </a:lnTo>
                  <a:lnTo>
                    <a:pt x="278328" y="84113"/>
                  </a:lnTo>
                  <a:lnTo>
                    <a:pt x="276945" y="87021"/>
                  </a:lnTo>
                  <a:lnTo>
                    <a:pt x="273917" y="88267"/>
                  </a:lnTo>
                  <a:lnTo>
                    <a:pt x="269693" y="91740"/>
                  </a:lnTo>
                  <a:lnTo>
                    <a:pt x="266926" y="92041"/>
                  </a:lnTo>
                  <a:lnTo>
                    <a:pt x="262664" y="97850"/>
                  </a:lnTo>
                  <a:lnTo>
                    <a:pt x="265020" y="102375"/>
                  </a:lnTo>
                  <a:lnTo>
                    <a:pt x="264459" y="104674"/>
                  </a:lnTo>
                  <a:lnTo>
                    <a:pt x="265506" y="105804"/>
                  </a:lnTo>
                  <a:lnTo>
                    <a:pt x="270440" y="105954"/>
                  </a:lnTo>
                  <a:lnTo>
                    <a:pt x="270291" y="109043"/>
                  </a:lnTo>
                  <a:lnTo>
                    <a:pt x="262702" y="113939"/>
                  </a:lnTo>
                  <a:lnTo>
                    <a:pt x="259450" y="113525"/>
                  </a:lnTo>
                  <a:lnTo>
                    <a:pt x="258141" y="114692"/>
                  </a:lnTo>
                  <a:lnTo>
                    <a:pt x="253804" y="115482"/>
                  </a:lnTo>
                  <a:lnTo>
                    <a:pt x="252608" y="117703"/>
                  </a:lnTo>
                  <a:lnTo>
                    <a:pt x="254178" y="125527"/>
                  </a:lnTo>
                  <a:lnTo>
                    <a:pt x="248720" y="131280"/>
                  </a:lnTo>
                  <a:lnTo>
                    <a:pt x="263637" y="147431"/>
                  </a:lnTo>
                  <a:lnTo>
                    <a:pt x="265057" y="151897"/>
                  </a:lnTo>
                  <a:lnTo>
                    <a:pt x="263487" y="154449"/>
                  </a:lnTo>
                  <a:lnTo>
                    <a:pt x="258776" y="157375"/>
                  </a:lnTo>
                  <a:lnTo>
                    <a:pt x="256795" y="160525"/>
                  </a:lnTo>
                  <a:lnTo>
                    <a:pt x="251038" y="160938"/>
                  </a:lnTo>
                  <a:lnTo>
                    <a:pt x="249206" y="162663"/>
                  </a:lnTo>
                  <a:lnTo>
                    <a:pt x="246888" y="163300"/>
                  </a:lnTo>
                  <a:lnTo>
                    <a:pt x="245318" y="165699"/>
                  </a:lnTo>
                  <a:lnTo>
                    <a:pt x="232869" y="169636"/>
                  </a:lnTo>
                  <a:lnTo>
                    <a:pt x="227523" y="168436"/>
                  </a:lnTo>
                  <a:lnTo>
                    <a:pt x="221280" y="171322"/>
                  </a:lnTo>
                  <a:lnTo>
                    <a:pt x="220195" y="178479"/>
                  </a:lnTo>
                  <a:lnTo>
                    <a:pt x="218251" y="180164"/>
                  </a:lnTo>
                  <a:lnTo>
                    <a:pt x="215934" y="180127"/>
                  </a:lnTo>
                  <a:lnTo>
                    <a:pt x="208270" y="172859"/>
                  </a:lnTo>
                  <a:lnTo>
                    <a:pt x="204344" y="173908"/>
                  </a:lnTo>
                  <a:lnTo>
                    <a:pt x="201728" y="172934"/>
                  </a:lnTo>
                  <a:lnTo>
                    <a:pt x="194101" y="173159"/>
                  </a:lnTo>
                  <a:lnTo>
                    <a:pt x="190550" y="169036"/>
                  </a:lnTo>
                  <a:lnTo>
                    <a:pt x="182549" y="168774"/>
                  </a:lnTo>
                  <a:lnTo>
                    <a:pt x="179521" y="165962"/>
                  </a:lnTo>
                  <a:lnTo>
                    <a:pt x="178138" y="165925"/>
                  </a:lnTo>
                  <a:lnTo>
                    <a:pt x="177540" y="166862"/>
                  </a:lnTo>
                  <a:lnTo>
                    <a:pt x="180643" y="171435"/>
                  </a:lnTo>
                  <a:lnTo>
                    <a:pt x="189951" y="180277"/>
                  </a:lnTo>
                  <a:lnTo>
                    <a:pt x="189989" y="188254"/>
                  </a:lnTo>
                  <a:lnTo>
                    <a:pt x="194325" y="199334"/>
                  </a:lnTo>
                  <a:lnTo>
                    <a:pt x="193578" y="202852"/>
                  </a:lnTo>
                  <a:lnTo>
                    <a:pt x="196120" y="203899"/>
                  </a:lnTo>
                  <a:lnTo>
                    <a:pt x="207223" y="204723"/>
                  </a:lnTo>
                  <a:lnTo>
                    <a:pt x="207111" y="208652"/>
                  </a:lnTo>
                  <a:lnTo>
                    <a:pt x="205653" y="210447"/>
                  </a:lnTo>
                  <a:lnTo>
                    <a:pt x="194363" y="214712"/>
                  </a:lnTo>
                  <a:lnTo>
                    <a:pt x="192157" y="221182"/>
                  </a:lnTo>
                  <a:lnTo>
                    <a:pt x="190288" y="223053"/>
                  </a:lnTo>
                  <a:lnTo>
                    <a:pt x="188194" y="224623"/>
                  </a:lnTo>
                  <a:lnTo>
                    <a:pt x="184418" y="224660"/>
                  </a:lnTo>
                  <a:lnTo>
                    <a:pt x="179334" y="228811"/>
                  </a:lnTo>
                  <a:lnTo>
                    <a:pt x="177540" y="228737"/>
                  </a:lnTo>
                  <a:lnTo>
                    <a:pt x="171596" y="231802"/>
                  </a:lnTo>
                  <a:lnTo>
                    <a:pt x="166249" y="236776"/>
                  </a:lnTo>
                  <a:lnTo>
                    <a:pt x="163931" y="240477"/>
                  </a:lnTo>
                  <a:lnTo>
                    <a:pt x="162212" y="240552"/>
                  </a:lnTo>
                  <a:lnTo>
                    <a:pt x="162885" y="237299"/>
                  </a:lnTo>
                  <a:lnTo>
                    <a:pt x="161987" y="235617"/>
                  </a:lnTo>
                  <a:lnTo>
                    <a:pt x="159595" y="234420"/>
                  </a:lnTo>
                  <a:lnTo>
                    <a:pt x="151745" y="238533"/>
                  </a:lnTo>
                  <a:lnTo>
                    <a:pt x="145763" y="238907"/>
                  </a:lnTo>
                  <a:lnTo>
                    <a:pt x="134809" y="229448"/>
                  </a:lnTo>
                  <a:lnTo>
                    <a:pt x="134622" y="226605"/>
                  </a:lnTo>
                  <a:lnTo>
                    <a:pt x="127743" y="207567"/>
                  </a:lnTo>
                  <a:lnTo>
                    <a:pt x="127855" y="205172"/>
                  </a:lnTo>
                  <a:lnTo>
                    <a:pt x="120416" y="198960"/>
                  </a:lnTo>
                  <a:lnTo>
                    <a:pt x="119369" y="196789"/>
                  </a:lnTo>
                  <a:lnTo>
                    <a:pt x="116304" y="195966"/>
                  </a:lnTo>
                  <a:lnTo>
                    <a:pt x="114397" y="196789"/>
                  </a:lnTo>
                  <a:lnTo>
                    <a:pt x="114883" y="194730"/>
                  </a:lnTo>
                  <a:lnTo>
                    <a:pt x="124865" y="185783"/>
                  </a:lnTo>
                  <a:lnTo>
                    <a:pt x="125762" y="183835"/>
                  </a:lnTo>
                  <a:lnTo>
                    <a:pt x="118472" y="174507"/>
                  </a:lnTo>
                  <a:lnTo>
                    <a:pt x="114472" y="161125"/>
                  </a:lnTo>
                  <a:lnTo>
                    <a:pt x="115070" y="145216"/>
                  </a:lnTo>
                  <a:lnTo>
                    <a:pt x="118883" y="139208"/>
                  </a:lnTo>
                  <a:lnTo>
                    <a:pt x="120267" y="133460"/>
                  </a:lnTo>
                  <a:lnTo>
                    <a:pt x="122397" y="131468"/>
                  </a:lnTo>
                  <a:lnTo>
                    <a:pt x="123108" y="129438"/>
                  </a:lnTo>
                  <a:lnTo>
                    <a:pt x="122211" y="126242"/>
                  </a:lnTo>
                  <a:lnTo>
                    <a:pt x="120416" y="124926"/>
                  </a:lnTo>
                  <a:lnTo>
                    <a:pt x="114360" y="123949"/>
                  </a:lnTo>
                  <a:lnTo>
                    <a:pt x="108490" y="125866"/>
                  </a:lnTo>
                  <a:lnTo>
                    <a:pt x="101649" y="126731"/>
                  </a:lnTo>
                  <a:lnTo>
                    <a:pt x="92004" y="125866"/>
                  </a:lnTo>
                  <a:lnTo>
                    <a:pt x="88826" y="126130"/>
                  </a:lnTo>
                  <a:lnTo>
                    <a:pt x="85125" y="127896"/>
                  </a:lnTo>
                  <a:lnTo>
                    <a:pt x="83256" y="126882"/>
                  </a:lnTo>
                  <a:lnTo>
                    <a:pt x="81798" y="127408"/>
                  </a:lnTo>
                  <a:lnTo>
                    <a:pt x="67218" y="110060"/>
                  </a:lnTo>
                  <a:lnTo>
                    <a:pt x="61872" y="109646"/>
                  </a:lnTo>
                  <a:lnTo>
                    <a:pt x="54619" y="107198"/>
                  </a:lnTo>
                  <a:lnTo>
                    <a:pt x="48862" y="109194"/>
                  </a:lnTo>
                  <a:lnTo>
                    <a:pt x="44637" y="109383"/>
                  </a:lnTo>
                  <a:lnTo>
                    <a:pt x="36263" y="108404"/>
                  </a:lnTo>
                  <a:lnTo>
                    <a:pt x="30618" y="109270"/>
                  </a:lnTo>
                  <a:lnTo>
                    <a:pt x="26618" y="107047"/>
                  </a:lnTo>
                  <a:lnTo>
                    <a:pt x="24076" y="101319"/>
                  </a:lnTo>
                  <a:lnTo>
                    <a:pt x="20187" y="100414"/>
                  </a:lnTo>
                  <a:lnTo>
                    <a:pt x="18580" y="98114"/>
                  </a:lnTo>
                  <a:lnTo>
                    <a:pt x="19104" y="88833"/>
                  </a:lnTo>
                  <a:lnTo>
                    <a:pt x="20935" y="86304"/>
                  </a:lnTo>
                  <a:lnTo>
                    <a:pt x="20263" y="82111"/>
                  </a:lnTo>
                  <a:lnTo>
                    <a:pt x="19739" y="80109"/>
                  </a:lnTo>
                  <a:lnTo>
                    <a:pt x="14543" y="74968"/>
                  </a:lnTo>
                  <a:lnTo>
                    <a:pt x="11851" y="64827"/>
                  </a:lnTo>
                  <a:lnTo>
                    <a:pt x="8449" y="64297"/>
                  </a:lnTo>
                  <a:lnTo>
                    <a:pt x="6393" y="61684"/>
                  </a:lnTo>
                  <a:lnTo>
                    <a:pt x="3589" y="63048"/>
                  </a:lnTo>
                  <a:lnTo>
                    <a:pt x="0" y="63048"/>
                  </a:lnTo>
                  <a:lnTo>
                    <a:pt x="7477" y="50539"/>
                  </a:lnTo>
                  <a:lnTo>
                    <a:pt x="10318" y="35728"/>
                  </a:lnTo>
                  <a:lnTo>
                    <a:pt x="14057" y="28424"/>
                  </a:lnTo>
                  <a:lnTo>
                    <a:pt x="17608" y="23817"/>
                  </a:lnTo>
                  <a:lnTo>
                    <a:pt x="23216" y="20807"/>
                  </a:lnTo>
                  <a:lnTo>
                    <a:pt x="29235" y="10852"/>
                  </a:lnTo>
                  <a:lnTo>
                    <a:pt x="42506" y="6689"/>
                  </a:lnTo>
                  <a:lnTo>
                    <a:pt x="38992" y="9745"/>
                  </a:lnTo>
                  <a:lnTo>
                    <a:pt x="31104" y="11653"/>
                  </a:lnTo>
                  <a:lnTo>
                    <a:pt x="29272" y="12875"/>
                  </a:lnTo>
                  <a:lnTo>
                    <a:pt x="29459" y="16193"/>
                  </a:lnTo>
                  <a:lnTo>
                    <a:pt x="31815" y="20921"/>
                  </a:lnTo>
                  <a:lnTo>
                    <a:pt x="35814" y="24655"/>
                  </a:lnTo>
                  <a:lnTo>
                    <a:pt x="33946" y="25074"/>
                  </a:lnTo>
                  <a:lnTo>
                    <a:pt x="36786" y="32191"/>
                  </a:lnTo>
                  <a:lnTo>
                    <a:pt x="35328" y="36717"/>
                  </a:lnTo>
                  <a:lnTo>
                    <a:pt x="29309" y="43783"/>
                  </a:lnTo>
                  <a:lnTo>
                    <a:pt x="26020" y="49970"/>
                  </a:lnTo>
                  <a:lnTo>
                    <a:pt x="28861" y="55507"/>
                  </a:lnTo>
                  <a:lnTo>
                    <a:pt x="33347" y="60055"/>
                  </a:lnTo>
                  <a:lnTo>
                    <a:pt x="32898" y="61873"/>
                  </a:lnTo>
                  <a:lnTo>
                    <a:pt x="33759" y="64335"/>
                  </a:lnTo>
                  <a:lnTo>
                    <a:pt x="36263" y="66115"/>
                  </a:lnTo>
                  <a:lnTo>
                    <a:pt x="44114" y="63767"/>
                  </a:lnTo>
                  <a:lnTo>
                    <a:pt x="47366" y="59828"/>
                  </a:lnTo>
                  <a:lnTo>
                    <a:pt x="48039" y="52284"/>
                  </a:lnTo>
                  <a:lnTo>
                    <a:pt x="47441" y="49591"/>
                  </a:lnTo>
                  <a:lnTo>
                    <a:pt x="43703" y="43062"/>
                  </a:lnTo>
                  <a:lnTo>
                    <a:pt x="41123" y="40517"/>
                  </a:lnTo>
                  <a:lnTo>
                    <a:pt x="38880" y="34815"/>
                  </a:lnTo>
                  <a:lnTo>
                    <a:pt x="37833" y="29642"/>
                  </a:lnTo>
                  <a:lnTo>
                    <a:pt x="39553" y="28424"/>
                  </a:lnTo>
                  <a:lnTo>
                    <a:pt x="39403" y="25721"/>
                  </a:lnTo>
                  <a:lnTo>
                    <a:pt x="43665" y="24959"/>
                  </a:lnTo>
                  <a:lnTo>
                    <a:pt x="52862" y="20540"/>
                  </a:lnTo>
                  <a:lnTo>
                    <a:pt x="65087" y="17071"/>
                  </a:lnTo>
                  <a:lnTo>
                    <a:pt x="67891" y="13943"/>
                  </a:lnTo>
                  <a:lnTo>
                    <a:pt x="72302" y="15545"/>
                  </a:lnTo>
                  <a:lnTo>
                    <a:pt x="73984" y="14897"/>
                  </a:lnTo>
                  <a:lnTo>
                    <a:pt x="74620" y="13485"/>
                  </a:lnTo>
                  <a:lnTo>
                    <a:pt x="73723" y="10738"/>
                  </a:lnTo>
                  <a:lnTo>
                    <a:pt x="65909" y="11730"/>
                  </a:lnTo>
                  <a:lnTo>
                    <a:pt x="63965" y="6193"/>
                  </a:lnTo>
                  <a:lnTo>
                    <a:pt x="65685" y="1683"/>
                  </a:lnTo>
                  <a:lnTo>
                    <a:pt x="69835" y="0"/>
                  </a:lnTo>
                  <a:lnTo>
                    <a:pt x="72825" y="2600"/>
                  </a:lnTo>
                  <a:lnTo>
                    <a:pt x="74844" y="10623"/>
                  </a:lnTo>
                  <a:lnTo>
                    <a:pt x="77573" y="14782"/>
                  </a:lnTo>
                  <a:lnTo>
                    <a:pt x="85835" y="13981"/>
                  </a:lnTo>
                  <a:lnTo>
                    <a:pt x="94246" y="15812"/>
                  </a:lnTo>
                  <a:lnTo>
                    <a:pt x="103182" y="21531"/>
                  </a:lnTo>
                  <a:lnTo>
                    <a:pt x="105798" y="27510"/>
                  </a:lnTo>
                  <a:lnTo>
                    <a:pt x="104714" y="28995"/>
                  </a:lnTo>
                  <a:lnTo>
                    <a:pt x="105312" y="31506"/>
                  </a:lnTo>
                  <a:lnTo>
                    <a:pt x="108528" y="35690"/>
                  </a:lnTo>
                  <a:lnTo>
                    <a:pt x="114135" y="36108"/>
                  </a:lnTo>
                  <a:lnTo>
                    <a:pt x="132453" y="33180"/>
                  </a:lnTo>
                  <a:lnTo>
                    <a:pt x="147856" y="32724"/>
                  </a:lnTo>
                  <a:lnTo>
                    <a:pt x="150810" y="33941"/>
                  </a:lnTo>
                  <a:lnTo>
                    <a:pt x="151109" y="36108"/>
                  </a:lnTo>
                  <a:lnTo>
                    <a:pt x="156081" y="40631"/>
                  </a:lnTo>
                  <a:lnTo>
                    <a:pt x="171072" y="44618"/>
                  </a:lnTo>
                  <a:lnTo>
                    <a:pt x="176867" y="44011"/>
                  </a:lnTo>
                  <a:lnTo>
                    <a:pt x="190624" y="36412"/>
                  </a:lnTo>
                  <a:lnTo>
                    <a:pt x="197989" y="36602"/>
                  </a:lnTo>
                  <a:lnTo>
                    <a:pt x="200083" y="35462"/>
                  </a:lnTo>
                  <a:lnTo>
                    <a:pt x="197391" y="34283"/>
                  </a:lnTo>
                  <a:lnTo>
                    <a:pt x="191260" y="33865"/>
                  </a:lnTo>
                  <a:lnTo>
                    <a:pt x="189390" y="34625"/>
                  </a:lnTo>
                  <a:lnTo>
                    <a:pt x="188344" y="32686"/>
                  </a:lnTo>
                  <a:lnTo>
                    <a:pt x="204980" y="32496"/>
                  </a:lnTo>
                  <a:lnTo>
                    <a:pt x="221467" y="30251"/>
                  </a:lnTo>
                  <a:lnTo>
                    <a:pt x="231037" y="31316"/>
                  </a:lnTo>
                  <a:lnTo>
                    <a:pt x="238589" y="30441"/>
                  </a:lnTo>
                  <a:lnTo>
                    <a:pt x="237692" y="31696"/>
                  </a:lnTo>
                  <a:lnTo>
                    <a:pt x="231224" y="32686"/>
                  </a:lnTo>
                  <a:lnTo>
                    <a:pt x="228158" y="34549"/>
                  </a:lnTo>
                  <a:lnTo>
                    <a:pt x="217092" y="34854"/>
                  </a:lnTo>
                  <a:lnTo>
                    <a:pt x="218551" y="35386"/>
                  </a:lnTo>
                  <a:lnTo>
                    <a:pt x="218551" y="37248"/>
                  </a:lnTo>
                  <a:lnTo>
                    <a:pt x="221841" y="39947"/>
                  </a:lnTo>
                  <a:lnTo>
                    <a:pt x="222326" y="41885"/>
                  </a:lnTo>
                  <a:lnTo>
                    <a:pt x="220681" y="44884"/>
                  </a:lnTo>
                  <a:lnTo>
                    <a:pt x="223598" y="43593"/>
                  </a:lnTo>
                  <a:lnTo>
                    <a:pt x="223598" y="41505"/>
                  </a:lnTo>
                  <a:lnTo>
                    <a:pt x="224644" y="41847"/>
                  </a:lnTo>
                  <a:lnTo>
                    <a:pt x="229430" y="50653"/>
                  </a:lnTo>
                  <a:lnTo>
                    <a:pt x="231486" y="48566"/>
                  </a:lnTo>
                  <a:lnTo>
                    <a:pt x="232869" y="49819"/>
                  </a:lnTo>
                  <a:lnTo>
                    <a:pt x="232832" y="46517"/>
                  </a:lnTo>
                  <a:lnTo>
                    <a:pt x="234477" y="46593"/>
                  </a:lnTo>
                  <a:lnTo>
                    <a:pt x="237953" y="48832"/>
                  </a:lnTo>
                  <a:lnTo>
                    <a:pt x="241542" y="53839"/>
                  </a:lnTo>
                  <a:lnTo>
                    <a:pt x="240944" y="50008"/>
                  </a:lnTo>
                  <a:lnTo>
                    <a:pt x="243860" y="49932"/>
                  </a:lnTo>
                  <a:lnTo>
                    <a:pt x="244608" y="48300"/>
                  </a:lnTo>
                  <a:lnTo>
                    <a:pt x="250402" y="53801"/>
                  </a:lnTo>
                  <a:lnTo>
                    <a:pt x="256571" y="55432"/>
                  </a:lnTo>
                  <a:lnTo>
                    <a:pt x="261132" y="59563"/>
                  </a:lnTo>
                  <a:lnTo>
                    <a:pt x="260122" y="61608"/>
                  </a:lnTo>
                  <a:lnTo>
                    <a:pt x="256347" y="63881"/>
                  </a:lnTo>
                  <a:lnTo>
                    <a:pt x="251711" y="75535"/>
                  </a:lnTo>
                  <a:lnTo>
                    <a:pt x="243972" y="75610"/>
                  </a:lnTo>
                  <a:lnTo>
                    <a:pt x="250514" y="79542"/>
                  </a:lnTo>
                  <a:lnTo>
                    <a:pt x="252795" y="77916"/>
                  </a:lnTo>
                  <a:lnTo>
                    <a:pt x="256085" y="77803"/>
                  </a:lnTo>
                  <a:lnTo>
                    <a:pt x="260982" y="75724"/>
                  </a:lnTo>
                  <a:lnTo>
                    <a:pt x="267599" y="76669"/>
                  </a:lnTo>
                  <a:lnTo>
                    <a:pt x="270553" y="74930"/>
                  </a:lnTo>
                  <a:lnTo>
                    <a:pt x="274142" y="751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5" name="oPE_MapPart_VNM_1_865" descr="Vietnam">
              <a:extLst>
                <a:ext uri="{FF2B5EF4-FFF2-40B4-BE49-F238E27FC236}">
                  <a16:creationId xmlns:a16="http://schemas.microsoft.com/office/drawing/2014/main" id="{A0338A04-E3BE-05E7-6A2E-413E5D863748}"/>
                </a:ext>
              </a:extLst>
            </p:cNvPr>
            <p:cNvSpPr/>
            <p:nvPr>
              <p:custDataLst>
                <p:tags r:id="rId865"/>
              </p:custDataLst>
            </p:nvPr>
          </p:nvSpPr>
          <p:spPr>
            <a:xfrm>
              <a:off x="8252868" y="4174130"/>
              <a:ext cx="4712" cy="8435"/>
            </a:xfrm>
            <a:custGeom>
              <a:avLst/>
              <a:gdLst/>
              <a:ahLst/>
              <a:cxnLst/>
              <a:rect l="0" t="0" r="0" b="0"/>
              <a:pathLst>
                <a:path w="4712" h="8435">
                  <a:moveTo>
                    <a:pt x="4450" y="799"/>
                  </a:moveTo>
                  <a:lnTo>
                    <a:pt x="4711" y="4333"/>
                  </a:lnTo>
                  <a:lnTo>
                    <a:pt x="3515" y="8434"/>
                  </a:lnTo>
                  <a:lnTo>
                    <a:pt x="2132" y="3915"/>
                  </a:lnTo>
                  <a:lnTo>
                    <a:pt x="0" y="1217"/>
                  </a:lnTo>
                  <a:lnTo>
                    <a:pt x="370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6" name="oPE_MapPart_VNM_2_866" descr="Vietnam">
              <a:extLst>
                <a:ext uri="{FF2B5EF4-FFF2-40B4-BE49-F238E27FC236}">
                  <a16:creationId xmlns:a16="http://schemas.microsoft.com/office/drawing/2014/main" id="{196FF5F1-93A6-01BF-1DFF-63A7B18082F9}"/>
                </a:ext>
              </a:extLst>
            </p:cNvPr>
            <p:cNvSpPr/>
            <p:nvPr>
              <p:custDataLst>
                <p:tags r:id="rId866"/>
              </p:custDataLst>
            </p:nvPr>
          </p:nvSpPr>
          <p:spPr>
            <a:xfrm>
              <a:off x="8217092" y="3893062"/>
              <a:ext cx="152006" cy="319659"/>
            </a:xfrm>
            <a:custGeom>
              <a:avLst/>
              <a:gdLst/>
              <a:ahLst/>
              <a:cxnLst/>
              <a:rect l="0" t="0" r="0" b="0"/>
              <a:pathLst>
                <a:path w="152006" h="319659">
                  <a:moveTo>
                    <a:pt x="121425" y="41296"/>
                  </a:moveTo>
                  <a:lnTo>
                    <a:pt x="118022" y="41537"/>
                  </a:lnTo>
                  <a:lnTo>
                    <a:pt x="114434" y="44428"/>
                  </a:lnTo>
                  <a:lnTo>
                    <a:pt x="109724" y="46274"/>
                  </a:lnTo>
                  <a:lnTo>
                    <a:pt x="108564" y="51406"/>
                  </a:lnTo>
                  <a:lnTo>
                    <a:pt x="104639" y="53768"/>
                  </a:lnTo>
                  <a:lnTo>
                    <a:pt x="102769" y="52648"/>
                  </a:lnTo>
                  <a:lnTo>
                    <a:pt x="98844" y="53728"/>
                  </a:lnTo>
                  <a:lnTo>
                    <a:pt x="94657" y="52607"/>
                  </a:lnTo>
                  <a:lnTo>
                    <a:pt x="96078" y="58529"/>
                  </a:lnTo>
                  <a:lnTo>
                    <a:pt x="91891" y="63123"/>
                  </a:lnTo>
                  <a:lnTo>
                    <a:pt x="92340" y="66115"/>
                  </a:lnTo>
                  <a:lnTo>
                    <a:pt x="91218" y="68388"/>
                  </a:lnTo>
                  <a:lnTo>
                    <a:pt x="83890" y="74958"/>
                  </a:lnTo>
                  <a:lnTo>
                    <a:pt x="80115" y="76151"/>
                  </a:lnTo>
                  <a:lnTo>
                    <a:pt x="76600" y="83898"/>
                  </a:lnTo>
                  <a:lnTo>
                    <a:pt x="76115" y="90360"/>
                  </a:lnTo>
                  <a:lnTo>
                    <a:pt x="72600" y="97561"/>
                  </a:lnTo>
                  <a:lnTo>
                    <a:pt x="78133" y="107747"/>
                  </a:lnTo>
                  <a:lnTo>
                    <a:pt x="81797" y="111804"/>
                  </a:lnTo>
                  <a:lnTo>
                    <a:pt x="85423" y="113891"/>
                  </a:lnTo>
                  <a:lnTo>
                    <a:pt x="90807" y="119909"/>
                  </a:lnTo>
                  <a:lnTo>
                    <a:pt x="89984" y="121480"/>
                  </a:lnTo>
                  <a:lnTo>
                    <a:pt x="90395" y="124856"/>
                  </a:lnTo>
                  <a:lnTo>
                    <a:pt x="88153" y="124268"/>
                  </a:lnTo>
                  <a:lnTo>
                    <a:pt x="91181" y="126073"/>
                  </a:lnTo>
                  <a:lnTo>
                    <a:pt x="95742" y="132541"/>
                  </a:lnTo>
                  <a:lnTo>
                    <a:pt x="103705" y="139312"/>
                  </a:lnTo>
                  <a:lnTo>
                    <a:pt x="104975" y="142713"/>
                  </a:lnTo>
                  <a:lnTo>
                    <a:pt x="112639" y="148257"/>
                  </a:lnTo>
                  <a:lnTo>
                    <a:pt x="112452" y="148998"/>
                  </a:lnTo>
                  <a:lnTo>
                    <a:pt x="117911" y="153444"/>
                  </a:lnTo>
                  <a:lnTo>
                    <a:pt x="118546" y="155197"/>
                  </a:lnTo>
                  <a:lnTo>
                    <a:pt x="122583" y="155002"/>
                  </a:lnTo>
                  <a:lnTo>
                    <a:pt x="126323" y="160219"/>
                  </a:lnTo>
                  <a:lnTo>
                    <a:pt x="127556" y="160219"/>
                  </a:lnTo>
                  <a:lnTo>
                    <a:pt x="127930" y="162397"/>
                  </a:lnTo>
                  <a:lnTo>
                    <a:pt x="133986" y="171139"/>
                  </a:lnTo>
                  <a:lnTo>
                    <a:pt x="139033" y="175600"/>
                  </a:lnTo>
                  <a:lnTo>
                    <a:pt x="141500" y="183696"/>
                  </a:lnTo>
                  <a:lnTo>
                    <a:pt x="144528" y="189807"/>
                  </a:lnTo>
                  <a:lnTo>
                    <a:pt x="144566" y="193323"/>
                  </a:lnTo>
                  <a:lnTo>
                    <a:pt x="149052" y="208247"/>
                  </a:lnTo>
                  <a:lnTo>
                    <a:pt x="148752" y="210211"/>
                  </a:lnTo>
                  <a:lnTo>
                    <a:pt x="147894" y="208286"/>
                  </a:lnTo>
                  <a:lnTo>
                    <a:pt x="148416" y="220592"/>
                  </a:lnTo>
                  <a:lnTo>
                    <a:pt x="151557" y="227464"/>
                  </a:lnTo>
                  <a:lnTo>
                    <a:pt x="152005" y="235053"/>
                  </a:lnTo>
                  <a:lnTo>
                    <a:pt x="149724" y="231835"/>
                  </a:lnTo>
                  <a:lnTo>
                    <a:pt x="147295" y="234096"/>
                  </a:lnTo>
                  <a:lnTo>
                    <a:pt x="149089" y="239495"/>
                  </a:lnTo>
                  <a:lnTo>
                    <a:pt x="147033" y="238998"/>
                  </a:lnTo>
                  <a:lnTo>
                    <a:pt x="147221" y="246266"/>
                  </a:lnTo>
                  <a:lnTo>
                    <a:pt x="148155" y="248789"/>
                  </a:lnTo>
                  <a:lnTo>
                    <a:pt x="147894" y="249744"/>
                  </a:lnTo>
                  <a:lnTo>
                    <a:pt x="146884" y="247833"/>
                  </a:lnTo>
                  <a:lnTo>
                    <a:pt x="146024" y="251272"/>
                  </a:lnTo>
                  <a:lnTo>
                    <a:pt x="146884" y="253640"/>
                  </a:lnTo>
                  <a:lnTo>
                    <a:pt x="145500" y="256274"/>
                  </a:lnTo>
                  <a:lnTo>
                    <a:pt x="143594" y="256465"/>
                  </a:lnTo>
                  <a:lnTo>
                    <a:pt x="142472" y="261881"/>
                  </a:lnTo>
                  <a:lnTo>
                    <a:pt x="139033" y="262339"/>
                  </a:lnTo>
                  <a:lnTo>
                    <a:pt x="127631" y="270378"/>
                  </a:lnTo>
                  <a:lnTo>
                    <a:pt x="123967" y="271178"/>
                  </a:lnTo>
                  <a:lnTo>
                    <a:pt x="122023" y="274908"/>
                  </a:lnTo>
                  <a:lnTo>
                    <a:pt x="118771" y="275364"/>
                  </a:lnTo>
                  <a:lnTo>
                    <a:pt x="106658" y="281715"/>
                  </a:lnTo>
                  <a:lnTo>
                    <a:pt x="105237" y="280156"/>
                  </a:lnTo>
                  <a:lnTo>
                    <a:pt x="103031" y="279624"/>
                  </a:lnTo>
                  <a:lnTo>
                    <a:pt x="101349" y="276163"/>
                  </a:lnTo>
                  <a:lnTo>
                    <a:pt x="100115" y="281677"/>
                  </a:lnTo>
                  <a:lnTo>
                    <a:pt x="99180" y="282057"/>
                  </a:lnTo>
                  <a:lnTo>
                    <a:pt x="97312" y="280993"/>
                  </a:lnTo>
                  <a:lnTo>
                    <a:pt x="95554" y="278825"/>
                  </a:lnTo>
                  <a:lnTo>
                    <a:pt x="93012" y="280308"/>
                  </a:lnTo>
                  <a:lnTo>
                    <a:pt x="95853" y="280765"/>
                  </a:lnTo>
                  <a:lnTo>
                    <a:pt x="96601" y="282171"/>
                  </a:lnTo>
                  <a:lnTo>
                    <a:pt x="96190" y="283881"/>
                  </a:lnTo>
                  <a:lnTo>
                    <a:pt x="90096" y="283843"/>
                  </a:lnTo>
                  <a:lnTo>
                    <a:pt x="95591" y="286046"/>
                  </a:lnTo>
                  <a:lnTo>
                    <a:pt x="96751" y="287680"/>
                  </a:lnTo>
                  <a:lnTo>
                    <a:pt x="94134" y="290299"/>
                  </a:lnTo>
                  <a:lnTo>
                    <a:pt x="94097" y="292197"/>
                  </a:lnTo>
                  <a:lnTo>
                    <a:pt x="92826" y="293070"/>
                  </a:lnTo>
                  <a:lnTo>
                    <a:pt x="89760" y="291400"/>
                  </a:lnTo>
                  <a:lnTo>
                    <a:pt x="83293" y="285439"/>
                  </a:lnTo>
                  <a:lnTo>
                    <a:pt x="90993" y="293905"/>
                  </a:lnTo>
                  <a:lnTo>
                    <a:pt x="92340" y="297698"/>
                  </a:lnTo>
                  <a:lnTo>
                    <a:pt x="90508" y="299404"/>
                  </a:lnTo>
                  <a:lnTo>
                    <a:pt x="88302" y="299480"/>
                  </a:lnTo>
                  <a:lnTo>
                    <a:pt x="84676" y="296977"/>
                  </a:lnTo>
                  <a:lnTo>
                    <a:pt x="78918" y="290945"/>
                  </a:lnTo>
                  <a:lnTo>
                    <a:pt x="76937" y="290109"/>
                  </a:lnTo>
                  <a:lnTo>
                    <a:pt x="83741" y="298684"/>
                  </a:lnTo>
                  <a:lnTo>
                    <a:pt x="84713" y="300617"/>
                  </a:lnTo>
                  <a:lnTo>
                    <a:pt x="83928" y="302853"/>
                  </a:lnTo>
                  <a:lnTo>
                    <a:pt x="70095" y="309216"/>
                  </a:lnTo>
                  <a:lnTo>
                    <a:pt x="66357" y="315347"/>
                  </a:lnTo>
                  <a:lnTo>
                    <a:pt x="62058" y="318978"/>
                  </a:lnTo>
                  <a:lnTo>
                    <a:pt x="54918" y="319658"/>
                  </a:lnTo>
                  <a:lnTo>
                    <a:pt x="57535" y="316520"/>
                  </a:lnTo>
                  <a:lnTo>
                    <a:pt x="55927" y="315347"/>
                  </a:lnTo>
                  <a:lnTo>
                    <a:pt x="56451" y="298418"/>
                  </a:lnTo>
                  <a:lnTo>
                    <a:pt x="57684" y="294018"/>
                  </a:lnTo>
                  <a:lnTo>
                    <a:pt x="61609" y="292197"/>
                  </a:lnTo>
                  <a:lnTo>
                    <a:pt x="61647" y="291286"/>
                  </a:lnTo>
                  <a:lnTo>
                    <a:pt x="60263" y="288704"/>
                  </a:lnTo>
                  <a:lnTo>
                    <a:pt x="57049" y="287717"/>
                  </a:lnTo>
                  <a:lnTo>
                    <a:pt x="55553" y="285857"/>
                  </a:lnTo>
                  <a:lnTo>
                    <a:pt x="52675" y="286540"/>
                  </a:lnTo>
                  <a:lnTo>
                    <a:pt x="47777" y="281449"/>
                  </a:lnTo>
                  <a:lnTo>
                    <a:pt x="50618" y="279244"/>
                  </a:lnTo>
                  <a:lnTo>
                    <a:pt x="56563" y="278863"/>
                  </a:lnTo>
                  <a:lnTo>
                    <a:pt x="60638" y="275326"/>
                  </a:lnTo>
                  <a:lnTo>
                    <a:pt x="60638" y="270873"/>
                  </a:lnTo>
                  <a:lnTo>
                    <a:pt x="66208" y="272281"/>
                  </a:lnTo>
                  <a:lnTo>
                    <a:pt x="68114" y="270035"/>
                  </a:lnTo>
                  <a:lnTo>
                    <a:pt x="75367" y="269198"/>
                  </a:lnTo>
                  <a:lnTo>
                    <a:pt x="77386" y="271901"/>
                  </a:lnTo>
                  <a:lnTo>
                    <a:pt x="79180" y="271444"/>
                  </a:lnTo>
                  <a:lnTo>
                    <a:pt x="83853" y="273347"/>
                  </a:lnTo>
                  <a:lnTo>
                    <a:pt x="83180" y="270644"/>
                  </a:lnTo>
                  <a:lnTo>
                    <a:pt x="83778" y="268207"/>
                  </a:lnTo>
                  <a:lnTo>
                    <a:pt x="77461" y="262758"/>
                  </a:lnTo>
                  <a:lnTo>
                    <a:pt x="77348" y="255549"/>
                  </a:lnTo>
                  <a:lnTo>
                    <a:pt x="78918" y="255167"/>
                  </a:lnTo>
                  <a:lnTo>
                    <a:pt x="80563" y="252952"/>
                  </a:lnTo>
                  <a:lnTo>
                    <a:pt x="88751" y="254442"/>
                  </a:lnTo>
                  <a:lnTo>
                    <a:pt x="89049" y="248904"/>
                  </a:lnTo>
                  <a:lnTo>
                    <a:pt x="94994" y="248254"/>
                  </a:lnTo>
                  <a:lnTo>
                    <a:pt x="96340" y="246687"/>
                  </a:lnTo>
                  <a:lnTo>
                    <a:pt x="99779" y="246152"/>
                  </a:lnTo>
                  <a:lnTo>
                    <a:pt x="105611" y="241333"/>
                  </a:lnTo>
                  <a:lnTo>
                    <a:pt x="108079" y="241026"/>
                  </a:lnTo>
                  <a:lnTo>
                    <a:pt x="109387" y="242289"/>
                  </a:lnTo>
                  <a:lnTo>
                    <a:pt x="111742" y="240069"/>
                  </a:lnTo>
                  <a:lnTo>
                    <a:pt x="112751" y="236318"/>
                  </a:lnTo>
                  <a:lnTo>
                    <a:pt x="111107" y="225890"/>
                  </a:lnTo>
                  <a:lnTo>
                    <a:pt x="113798" y="217211"/>
                  </a:lnTo>
                  <a:lnTo>
                    <a:pt x="108116" y="202468"/>
                  </a:lnTo>
                  <a:lnTo>
                    <a:pt x="108789" y="197261"/>
                  </a:lnTo>
                  <a:lnTo>
                    <a:pt x="110545" y="195524"/>
                  </a:lnTo>
                  <a:lnTo>
                    <a:pt x="112341" y="191237"/>
                  </a:lnTo>
                  <a:lnTo>
                    <a:pt x="111181" y="184160"/>
                  </a:lnTo>
                  <a:lnTo>
                    <a:pt x="114770" y="178235"/>
                  </a:lnTo>
                  <a:lnTo>
                    <a:pt x="112938" y="175290"/>
                  </a:lnTo>
                  <a:lnTo>
                    <a:pt x="107031" y="170401"/>
                  </a:lnTo>
                  <a:lnTo>
                    <a:pt x="104677" y="166440"/>
                  </a:lnTo>
                  <a:lnTo>
                    <a:pt x="109349" y="163214"/>
                  </a:lnTo>
                  <a:lnTo>
                    <a:pt x="109462" y="161230"/>
                  </a:lnTo>
                  <a:lnTo>
                    <a:pt x="99779" y="154534"/>
                  </a:lnTo>
                  <a:lnTo>
                    <a:pt x="98134" y="151026"/>
                  </a:lnTo>
                  <a:lnTo>
                    <a:pt x="95816" y="152391"/>
                  </a:lnTo>
                  <a:lnTo>
                    <a:pt x="94097" y="151494"/>
                  </a:lnTo>
                  <a:lnTo>
                    <a:pt x="91779" y="148101"/>
                  </a:lnTo>
                  <a:lnTo>
                    <a:pt x="90882" y="141501"/>
                  </a:lnTo>
                  <a:lnTo>
                    <a:pt x="86059" y="135791"/>
                  </a:lnTo>
                  <a:lnTo>
                    <a:pt x="80563" y="131484"/>
                  </a:lnTo>
                  <a:lnTo>
                    <a:pt x="74021" y="124464"/>
                  </a:lnTo>
                  <a:lnTo>
                    <a:pt x="71890" y="119083"/>
                  </a:lnTo>
                  <a:lnTo>
                    <a:pt x="69199" y="115347"/>
                  </a:lnTo>
                  <a:lnTo>
                    <a:pt x="66619" y="114600"/>
                  </a:lnTo>
                  <a:lnTo>
                    <a:pt x="62058" y="109874"/>
                  </a:lnTo>
                  <a:lnTo>
                    <a:pt x="61497" y="107864"/>
                  </a:lnTo>
                  <a:lnTo>
                    <a:pt x="62731" y="104473"/>
                  </a:lnTo>
                  <a:lnTo>
                    <a:pt x="53796" y="101157"/>
                  </a:lnTo>
                  <a:lnTo>
                    <a:pt x="36674" y="90122"/>
                  </a:lnTo>
                  <a:lnTo>
                    <a:pt x="40226" y="86198"/>
                  </a:lnTo>
                  <a:lnTo>
                    <a:pt x="39590" y="81953"/>
                  </a:lnTo>
                  <a:lnTo>
                    <a:pt x="44301" y="81754"/>
                  </a:lnTo>
                  <a:lnTo>
                    <a:pt x="51104" y="83223"/>
                  </a:lnTo>
                  <a:lnTo>
                    <a:pt x="54357" y="80206"/>
                  </a:lnTo>
                  <a:lnTo>
                    <a:pt x="58170" y="74401"/>
                  </a:lnTo>
                  <a:lnTo>
                    <a:pt x="58208" y="72968"/>
                  </a:lnTo>
                  <a:lnTo>
                    <a:pt x="56525" y="70300"/>
                  </a:lnTo>
                  <a:lnTo>
                    <a:pt x="53422" y="70260"/>
                  </a:lnTo>
                  <a:lnTo>
                    <a:pt x="51777" y="66514"/>
                  </a:lnTo>
                  <a:lnTo>
                    <a:pt x="46543" y="65038"/>
                  </a:lnTo>
                  <a:lnTo>
                    <a:pt x="49982" y="62524"/>
                  </a:lnTo>
                  <a:lnTo>
                    <a:pt x="51030" y="60487"/>
                  </a:lnTo>
                  <a:lnTo>
                    <a:pt x="41010" y="53848"/>
                  </a:lnTo>
                  <a:lnTo>
                    <a:pt x="36449" y="55689"/>
                  </a:lnTo>
                  <a:lnTo>
                    <a:pt x="32973" y="58928"/>
                  </a:lnTo>
                  <a:lnTo>
                    <a:pt x="31328" y="59368"/>
                  </a:lnTo>
                  <a:lnTo>
                    <a:pt x="20300" y="55049"/>
                  </a:lnTo>
                  <a:lnTo>
                    <a:pt x="15066" y="46715"/>
                  </a:lnTo>
                  <a:lnTo>
                    <a:pt x="17084" y="37435"/>
                  </a:lnTo>
                  <a:lnTo>
                    <a:pt x="14916" y="36228"/>
                  </a:lnTo>
                  <a:lnTo>
                    <a:pt x="14318" y="34618"/>
                  </a:lnTo>
                  <a:lnTo>
                    <a:pt x="12710" y="37516"/>
                  </a:lnTo>
                  <a:lnTo>
                    <a:pt x="11103" y="37556"/>
                  </a:lnTo>
                  <a:lnTo>
                    <a:pt x="9458" y="32443"/>
                  </a:lnTo>
                  <a:lnTo>
                    <a:pt x="7477" y="31234"/>
                  </a:lnTo>
                  <a:lnTo>
                    <a:pt x="0" y="21787"/>
                  </a:lnTo>
                  <a:lnTo>
                    <a:pt x="7140" y="13448"/>
                  </a:lnTo>
                  <a:lnTo>
                    <a:pt x="14616" y="17135"/>
                  </a:lnTo>
                  <a:lnTo>
                    <a:pt x="17757" y="20251"/>
                  </a:lnTo>
                  <a:lnTo>
                    <a:pt x="20973" y="18147"/>
                  </a:lnTo>
                  <a:lnTo>
                    <a:pt x="21010" y="16973"/>
                  </a:lnTo>
                  <a:lnTo>
                    <a:pt x="24935" y="13002"/>
                  </a:lnTo>
                  <a:lnTo>
                    <a:pt x="28374" y="17094"/>
                  </a:lnTo>
                  <a:lnTo>
                    <a:pt x="31029" y="12718"/>
                  </a:lnTo>
                  <a:lnTo>
                    <a:pt x="37683" y="18188"/>
                  </a:lnTo>
                  <a:lnTo>
                    <a:pt x="40038" y="13407"/>
                  </a:lnTo>
                  <a:lnTo>
                    <a:pt x="41871" y="12313"/>
                  </a:lnTo>
                  <a:lnTo>
                    <a:pt x="43328" y="12110"/>
                  </a:lnTo>
                  <a:lnTo>
                    <a:pt x="45123" y="14299"/>
                  </a:lnTo>
                  <a:lnTo>
                    <a:pt x="46618" y="14502"/>
                  </a:lnTo>
                  <a:lnTo>
                    <a:pt x="49833" y="12231"/>
                  </a:lnTo>
                  <a:lnTo>
                    <a:pt x="53198" y="11826"/>
                  </a:lnTo>
                  <a:lnTo>
                    <a:pt x="55441" y="9838"/>
                  </a:lnTo>
                  <a:lnTo>
                    <a:pt x="56862" y="4720"/>
                  </a:lnTo>
                  <a:lnTo>
                    <a:pt x="65385" y="0"/>
                  </a:lnTo>
                  <a:lnTo>
                    <a:pt x="68825" y="2483"/>
                  </a:lnTo>
                  <a:lnTo>
                    <a:pt x="71067" y="6183"/>
                  </a:lnTo>
                  <a:lnTo>
                    <a:pt x="77199" y="9554"/>
                  </a:lnTo>
                  <a:lnTo>
                    <a:pt x="80451" y="8377"/>
                  </a:lnTo>
                  <a:lnTo>
                    <a:pt x="83517" y="8498"/>
                  </a:lnTo>
                  <a:lnTo>
                    <a:pt x="86246" y="11015"/>
                  </a:lnTo>
                  <a:lnTo>
                    <a:pt x="91704" y="9878"/>
                  </a:lnTo>
                  <a:lnTo>
                    <a:pt x="96639" y="12800"/>
                  </a:lnTo>
                  <a:lnTo>
                    <a:pt x="95032" y="15961"/>
                  </a:lnTo>
                  <a:lnTo>
                    <a:pt x="92526" y="17418"/>
                  </a:lnTo>
                  <a:lnTo>
                    <a:pt x="91891" y="19037"/>
                  </a:lnTo>
                  <a:lnTo>
                    <a:pt x="91928" y="22637"/>
                  </a:lnTo>
                  <a:lnTo>
                    <a:pt x="94022" y="24899"/>
                  </a:lnTo>
                  <a:lnTo>
                    <a:pt x="94246" y="30750"/>
                  </a:lnTo>
                  <a:lnTo>
                    <a:pt x="95591" y="30307"/>
                  </a:lnTo>
                  <a:lnTo>
                    <a:pt x="100602" y="32000"/>
                  </a:lnTo>
                  <a:lnTo>
                    <a:pt x="102508" y="34900"/>
                  </a:lnTo>
                  <a:lnTo>
                    <a:pt x="104938" y="36631"/>
                  </a:lnTo>
                  <a:lnTo>
                    <a:pt x="106882" y="36792"/>
                  </a:lnTo>
                  <a:lnTo>
                    <a:pt x="108527" y="39045"/>
                  </a:lnTo>
                  <a:lnTo>
                    <a:pt x="110209" y="38321"/>
                  </a:lnTo>
                  <a:lnTo>
                    <a:pt x="110994" y="39286"/>
                  </a:lnTo>
                  <a:lnTo>
                    <a:pt x="114545" y="38924"/>
                  </a:lnTo>
                  <a:lnTo>
                    <a:pt x="116976" y="37999"/>
                  </a:lnTo>
                  <a:lnTo>
                    <a:pt x="120079" y="401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7" name="oPE_MapPart_VNM_3_867" descr="Vietnam">
              <a:extLst>
                <a:ext uri="{FF2B5EF4-FFF2-40B4-BE49-F238E27FC236}">
                  <a16:creationId xmlns:a16="http://schemas.microsoft.com/office/drawing/2014/main" id="{DB475EB0-7668-C1BF-E58A-45E1A3D9F429}"/>
                </a:ext>
              </a:extLst>
            </p:cNvPr>
            <p:cNvSpPr/>
            <p:nvPr>
              <p:custDataLst>
                <p:tags r:id="rId867"/>
              </p:custDataLst>
            </p:nvPr>
          </p:nvSpPr>
          <p:spPr>
            <a:xfrm>
              <a:off x="8309319" y="4209166"/>
              <a:ext cx="1908" cy="1741"/>
            </a:xfrm>
            <a:custGeom>
              <a:avLst/>
              <a:gdLst/>
              <a:ahLst/>
              <a:cxnLst/>
              <a:rect l="0" t="0" r="0" b="0"/>
              <a:pathLst>
                <a:path w="1908" h="1741">
                  <a:moveTo>
                    <a:pt x="1047" y="1740"/>
                  </a:moveTo>
                  <a:lnTo>
                    <a:pt x="0" y="1361"/>
                  </a:lnTo>
                  <a:lnTo>
                    <a:pt x="1907" y="0"/>
                  </a:lnTo>
                  <a:lnTo>
                    <a:pt x="1757" y="136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8" name="oPE_MapPart_VNM_4_868" descr="Vietnam">
              <a:extLst>
                <a:ext uri="{FF2B5EF4-FFF2-40B4-BE49-F238E27FC236}">
                  <a16:creationId xmlns:a16="http://schemas.microsoft.com/office/drawing/2014/main" id="{2CA87A08-7478-4A70-E007-453F066D2182}"/>
                </a:ext>
              </a:extLst>
            </p:cNvPr>
            <p:cNvSpPr/>
            <p:nvPr>
              <p:custDataLst>
                <p:tags r:id="rId868"/>
              </p:custDataLst>
            </p:nvPr>
          </p:nvSpPr>
          <p:spPr>
            <a:xfrm>
              <a:off x="8319936" y="4173788"/>
              <a:ext cx="2431" cy="2282"/>
            </a:xfrm>
            <a:custGeom>
              <a:avLst/>
              <a:gdLst/>
              <a:ahLst/>
              <a:cxnLst/>
              <a:rect l="0" t="0" r="0" b="0"/>
              <a:pathLst>
                <a:path w="2431" h="2282">
                  <a:moveTo>
                    <a:pt x="1869" y="1027"/>
                  </a:moveTo>
                  <a:lnTo>
                    <a:pt x="113" y="2281"/>
                  </a:lnTo>
                  <a:lnTo>
                    <a:pt x="0" y="1217"/>
                  </a:lnTo>
                  <a:lnTo>
                    <a:pt x="243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9" name="oPE_MapPart_VNM_5_869" descr="Vietnam">
              <a:extLst>
                <a:ext uri="{FF2B5EF4-FFF2-40B4-BE49-F238E27FC236}">
                  <a16:creationId xmlns:a16="http://schemas.microsoft.com/office/drawing/2014/main" id="{86DEB31B-B317-DAFE-D74E-65CF886E2AAC}"/>
                </a:ext>
              </a:extLst>
            </p:cNvPr>
            <p:cNvSpPr/>
            <p:nvPr>
              <p:custDataLst>
                <p:tags r:id="rId869"/>
              </p:custDataLst>
            </p:nvPr>
          </p:nvSpPr>
          <p:spPr>
            <a:xfrm>
              <a:off x="8313507" y="3947271"/>
              <a:ext cx="2019" cy="2521"/>
            </a:xfrm>
            <a:custGeom>
              <a:avLst/>
              <a:gdLst/>
              <a:ahLst/>
              <a:cxnLst/>
              <a:rect l="0" t="0" r="0" b="0"/>
              <a:pathLst>
                <a:path w="2019" h="2521">
                  <a:moveTo>
                    <a:pt x="2018" y="2520"/>
                  </a:moveTo>
                  <a:lnTo>
                    <a:pt x="0" y="1440"/>
                  </a:lnTo>
                  <a:lnTo>
                    <a:pt x="561" y="0"/>
                  </a:lnTo>
                  <a:lnTo>
                    <a:pt x="1793" y="15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0" name="oPE_MapPart_VNM_6_870" descr="Vietnam">
              <a:extLst>
                <a:ext uri="{FF2B5EF4-FFF2-40B4-BE49-F238E27FC236}">
                  <a16:creationId xmlns:a16="http://schemas.microsoft.com/office/drawing/2014/main" id="{ED173E8A-0EEA-972D-DE5A-BD352B9288CE}"/>
                </a:ext>
              </a:extLst>
            </p:cNvPr>
            <p:cNvSpPr/>
            <p:nvPr>
              <p:custDataLst>
                <p:tags r:id="rId870"/>
              </p:custDataLst>
            </p:nvPr>
          </p:nvSpPr>
          <p:spPr>
            <a:xfrm>
              <a:off x="8326703" y="3939698"/>
              <a:ext cx="4114" cy="3929"/>
            </a:xfrm>
            <a:custGeom>
              <a:avLst/>
              <a:gdLst/>
              <a:ahLst/>
              <a:cxnLst/>
              <a:rect l="0" t="0" r="0" b="0"/>
              <a:pathLst>
                <a:path w="4114" h="3929">
                  <a:moveTo>
                    <a:pt x="4113" y="1163"/>
                  </a:moveTo>
                  <a:lnTo>
                    <a:pt x="1122" y="3928"/>
                  </a:lnTo>
                  <a:lnTo>
                    <a:pt x="0" y="3888"/>
                  </a:lnTo>
                  <a:lnTo>
                    <a:pt x="1496" y="0"/>
                  </a:lnTo>
                  <a:lnTo>
                    <a:pt x="3289" y="10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1" name="oPE_MapPart_VNM_7_871" descr="Vietnam">
              <a:extLst>
                <a:ext uri="{FF2B5EF4-FFF2-40B4-BE49-F238E27FC236}">
                  <a16:creationId xmlns:a16="http://schemas.microsoft.com/office/drawing/2014/main" id="{B876CD48-1971-297F-970D-1DA70675BDF9}"/>
                </a:ext>
              </a:extLst>
            </p:cNvPr>
            <p:cNvSpPr/>
            <p:nvPr>
              <p:custDataLst>
                <p:tags r:id="rId871"/>
              </p:custDataLst>
            </p:nvPr>
          </p:nvSpPr>
          <p:spPr>
            <a:xfrm>
              <a:off x="8326591" y="3944908"/>
              <a:ext cx="3179" cy="2924"/>
            </a:xfrm>
            <a:custGeom>
              <a:avLst/>
              <a:gdLst/>
              <a:ahLst/>
              <a:cxnLst/>
              <a:rect l="0" t="0" r="0" b="0"/>
              <a:pathLst>
                <a:path w="3179" h="2924">
                  <a:moveTo>
                    <a:pt x="2542" y="2403"/>
                  </a:moveTo>
                  <a:lnTo>
                    <a:pt x="0" y="2923"/>
                  </a:lnTo>
                  <a:lnTo>
                    <a:pt x="3178" y="0"/>
                  </a:lnTo>
                  <a:lnTo>
                    <a:pt x="3178" y="120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2" name="oPE_MapPart_VNM_8_872" descr="Vietnam">
              <a:extLst>
                <a:ext uri="{FF2B5EF4-FFF2-40B4-BE49-F238E27FC236}">
                  <a16:creationId xmlns:a16="http://schemas.microsoft.com/office/drawing/2014/main" id="{F7EE0A1A-65DD-CE99-1280-766F6F1121EE}"/>
                </a:ext>
              </a:extLst>
            </p:cNvPr>
            <p:cNvSpPr/>
            <p:nvPr>
              <p:custDataLst>
                <p:tags r:id="rId872"/>
              </p:custDataLst>
            </p:nvPr>
          </p:nvSpPr>
          <p:spPr>
            <a:xfrm>
              <a:off x="8316460" y="3948631"/>
              <a:ext cx="2767" cy="2681"/>
            </a:xfrm>
            <a:custGeom>
              <a:avLst/>
              <a:gdLst/>
              <a:ahLst/>
              <a:cxnLst/>
              <a:rect l="0" t="0" r="0" b="0"/>
              <a:pathLst>
                <a:path w="2767" h="2681">
                  <a:moveTo>
                    <a:pt x="2505" y="2680"/>
                  </a:moveTo>
                  <a:lnTo>
                    <a:pt x="0" y="960"/>
                  </a:lnTo>
                  <a:lnTo>
                    <a:pt x="897" y="0"/>
                  </a:lnTo>
                  <a:lnTo>
                    <a:pt x="2766" y="681"/>
                  </a:lnTo>
                  <a:lnTo>
                    <a:pt x="2728" y="23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3" name="oPE_MapPart_WLF_1_873" descr="Wallis und Futuna">
              <a:extLst>
                <a:ext uri="{FF2B5EF4-FFF2-40B4-BE49-F238E27FC236}">
                  <a16:creationId xmlns:a16="http://schemas.microsoft.com/office/drawing/2014/main" id="{BA2D8407-93F3-66CD-3DB3-6278331F3970}"/>
                </a:ext>
              </a:extLst>
            </p:cNvPr>
            <p:cNvSpPr/>
            <p:nvPr>
              <p:custDataLst>
                <p:tags r:id="rId873"/>
              </p:custDataLst>
            </p:nvPr>
          </p:nvSpPr>
          <p:spPr>
            <a:xfrm>
              <a:off x="2436569" y="4669003"/>
              <a:ext cx="1384" cy="2383"/>
            </a:xfrm>
            <a:custGeom>
              <a:avLst/>
              <a:gdLst/>
              <a:ahLst/>
              <a:cxnLst/>
              <a:rect l="0" t="0" r="0" b="0"/>
              <a:pathLst>
                <a:path w="1384" h="2383">
                  <a:moveTo>
                    <a:pt x="710" y="2382"/>
                  </a:moveTo>
                  <a:lnTo>
                    <a:pt x="0" y="1728"/>
                  </a:lnTo>
                  <a:lnTo>
                    <a:pt x="486" y="461"/>
                  </a:lnTo>
                  <a:lnTo>
                    <a:pt x="972" y="0"/>
                  </a:lnTo>
                  <a:lnTo>
                    <a:pt x="1383" y="9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4" name="oPE_MapPart_WLF_2_874" descr="Wallis und Futuna">
              <a:extLst>
                <a:ext uri="{FF2B5EF4-FFF2-40B4-BE49-F238E27FC236}">
                  <a16:creationId xmlns:a16="http://schemas.microsoft.com/office/drawing/2014/main" id="{CBFABD3B-A362-019C-09F2-BC956D88A17E}"/>
                </a:ext>
              </a:extLst>
            </p:cNvPr>
            <p:cNvSpPr/>
            <p:nvPr>
              <p:custDataLst>
                <p:tags r:id="rId874"/>
              </p:custDataLst>
            </p:nvPr>
          </p:nvSpPr>
          <p:spPr>
            <a:xfrm>
              <a:off x="2395034" y="4690593"/>
              <a:ext cx="3142" cy="1891"/>
            </a:xfrm>
            <a:custGeom>
              <a:avLst/>
              <a:gdLst/>
              <a:ahLst/>
              <a:cxnLst/>
              <a:rect l="0" t="0" r="0" b="0"/>
              <a:pathLst>
                <a:path w="3142" h="1891">
                  <a:moveTo>
                    <a:pt x="3066" y="1890"/>
                  </a:moveTo>
                  <a:lnTo>
                    <a:pt x="748" y="1735"/>
                  </a:lnTo>
                  <a:lnTo>
                    <a:pt x="0" y="539"/>
                  </a:lnTo>
                  <a:lnTo>
                    <a:pt x="337" y="0"/>
                  </a:lnTo>
                  <a:lnTo>
                    <a:pt x="3141" y="15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5" name="oPE_MapPart_SAH_1_875" descr="Westsahara">
              <a:extLst>
                <a:ext uri="{FF2B5EF4-FFF2-40B4-BE49-F238E27FC236}">
                  <a16:creationId xmlns:a16="http://schemas.microsoft.com/office/drawing/2014/main" id="{37FC73F6-A88E-BAF0-BC26-8CC8C0D707E6}"/>
                </a:ext>
              </a:extLst>
            </p:cNvPr>
            <p:cNvSpPr/>
            <p:nvPr>
              <p:custDataLst>
                <p:tags r:id="rId875"/>
              </p:custDataLst>
            </p:nvPr>
          </p:nvSpPr>
          <p:spPr>
            <a:xfrm>
              <a:off x="5740883" y="3793827"/>
              <a:ext cx="174812" cy="156165"/>
            </a:xfrm>
            <a:custGeom>
              <a:avLst/>
              <a:gdLst/>
              <a:ahLst/>
              <a:cxnLst/>
              <a:rect l="0" t="0" r="0" b="0"/>
              <a:pathLst>
                <a:path w="174812" h="156165">
                  <a:moveTo>
                    <a:pt x="171970" y="42"/>
                  </a:moveTo>
                  <a:lnTo>
                    <a:pt x="174773" y="0"/>
                  </a:lnTo>
                  <a:lnTo>
                    <a:pt x="174811" y="38670"/>
                  </a:lnTo>
                  <a:lnTo>
                    <a:pt x="105537" y="38670"/>
                  </a:lnTo>
                  <a:lnTo>
                    <a:pt x="105388" y="96465"/>
                  </a:lnTo>
                  <a:lnTo>
                    <a:pt x="98135" y="99886"/>
                  </a:lnTo>
                  <a:lnTo>
                    <a:pt x="93013" y="100904"/>
                  </a:lnTo>
                  <a:lnTo>
                    <a:pt x="84453" y="107043"/>
                  </a:lnTo>
                  <a:lnTo>
                    <a:pt x="81948" y="111102"/>
                  </a:lnTo>
                  <a:lnTo>
                    <a:pt x="83144" y="118394"/>
                  </a:lnTo>
                  <a:lnTo>
                    <a:pt x="84789" y="144426"/>
                  </a:lnTo>
                  <a:lnTo>
                    <a:pt x="2767" y="144506"/>
                  </a:lnTo>
                  <a:lnTo>
                    <a:pt x="711" y="154124"/>
                  </a:lnTo>
                  <a:lnTo>
                    <a:pt x="1047" y="156164"/>
                  </a:lnTo>
                  <a:lnTo>
                    <a:pt x="0" y="155044"/>
                  </a:lnTo>
                  <a:lnTo>
                    <a:pt x="1982" y="142499"/>
                  </a:lnTo>
                  <a:lnTo>
                    <a:pt x="7627" y="141374"/>
                  </a:lnTo>
                  <a:lnTo>
                    <a:pt x="21945" y="140691"/>
                  </a:lnTo>
                  <a:lnTo>
                    <a:pt x="44189" y="142017"/>
                  </a:lnTo>
                  <a:lnTo>
                    <a:pt x="48750" y="140691"/>
                  </a:lnTo>
                  <a:lnTo>
                    <a:pt x="51666" y="135101"/>
                  </a:lnTo>
                  <a:lnTo>
                    <a:pt x="51255" y="132645"/>
                  </a:lnTo>
                  <a:lnTo>
                    <a:pt x="59741" y="122559"/>
                  </a:lnTo>
                  <a:lnTo>
                    <a:pt x="62246" y="104809"/>
                  </a:lnTo>
                  <a:lnTo>
                    <a:pt x="63928" y="97769"/>
                  </a:lnTo>
                  <a:lnTo>
                    <a:pt x="66620" y="91407"/>
                  </a:lnTo>
                  <a:lnTo>
                    <a:pt x="69087" y="89161"/>
                  </a:lnTo>
                  <a:lnTo>
                    <a:pt x="78658" y="84827"/>
                  </a:lnTo>
                  <a:lnTo>
                    <a:pt x="85312" y="73676"/>
                  </a:lnTo>
                  <a:lnTo>
                    <a:pt x="96939" y="65449"/>
                  </a:lnTo>
                  <a:lnTo>
                    <a:pt x="99443" y="59016"/>
                  </a:lnTo>
                  <a:lnTo>
                    <a:pt x="104603" y="38794"/>
                  </a:lnTo>
                  <a:lnTo>
                    <a:pt x="105238" y="37838"/>
                  </a:lnTo>
                  <a:lnTo>
                    <a:pt x="111743" y="36173"/>
                  </a:lnTo>
                  <a:lnTo>
                    <a:pt x="113426" y="31715"/>
                  </a:lnTo>
                  <a:lnTo>
                    <a:pt x="119631" y="23905"/>
                  </a:lnTo>
                  <a:lnTo>
                    <a:pt x="120080" y="21311"/>
                  </a:lnTo>
                  <a:lnTo>
                    <a:pt x="118510" y="18086"/>
                  </a:lnTo>
                  <a:lnTo>
                    <a:pt x="131669" y="14899"/>
                  </a:lnTo>
                  <a:lnTo>
                    <a:pt x="135968" y="15570"/>
                  </a:lnTo>
                  <a:lnTo>
                    <a:pt x="142212" y="18589"/>
                  </a:lnTo>
                  <a:lnTo>
                    <a:pt x="146735" y="17457"/>
                  </a:lnTo>
                  <a:lnTo>
                    <a:pt x="151221" y="18840"/>
                  </a:lnTo>
                  <a:lnTo>
                    <a:pt x="152903" y="18589"/>
                  </a:lnTo>
                  <a:lnTo>
                    <a:pt x="159633" y="13303"/>
                  </a:lnTo>
                  <a:lnTo>
                    <a:pt x="172456" y="12548"/>
                  </a:lnTo>
                  <a:lnTo>
                    <a:pt x="173316" y="10909"/>
                  </a:lnTo>
                  <a:lnTo>
                    <a:pt x="172044" y="101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6" name="oPE_MapPart_YEM_1_876" descr="Jemen">
              <a:extLst>
                <a:ext uri="{FF2B5EF4-FFF2-40B4-BE49-F238E27FC236}">
                  <a16:creationId xmlns:a16="http://schemas.microsoft.com/office/drawing/2014/main" id="{6FCD0058-909E-0DD9-8015-D834AF98A2EF}"/>
                </a:ext>
              </a:extLst>
            </p:cNvPr>
            <p:cNvSpPr/>
            <p:nvPr>
              <p:custDataLst>
                <p:tags r:id="rId876"/>
              </p:custDataLst>
            </p:nvPr>
          </p:nvSpPr>
          <p:spPr>
            <a:xfrm>
              <a:off x="6981978" y="3989991"/>
              <a:ext cx="216570" cy="137972"/>
            </a:xfrm>
            <a:custGeom>
              <a:avLst/>
              <a:gdLst/>
              <a:ahLst/>
              <a:cxnLst/>
              <a:rect l="0" t="0" r="0" b="0"/>
              <a:pathLst>
                <a:path w="216570" h="137972">
                  <a:moveTo>
                    <a:pt x="216569" y="51211"/>
                  </a:moveTo>
                  <a:lnTo>
                    <a:pt x="206101" y="55072"/>
                  </a:lnTo>
                  <a:lnTo>
                    <a:pt x="200830" y="58891"/>
                  </a:lnTo>
                  <a:lnTo>
                    <a:pt x="198961" y="61538"/>
                  </a:lnTo>
                  <a:lnTo>
                    <a:pt x="197653" y="66168"/>
                  </a:lnTo>
                  <a:lnTo>
                    <a:pt x="198550" y="72657"/>
                  </a:lnTo>
                  <a:lnTo>
                    <a:pt x="179932" y="81926"/>
                  </a:lnTo>
                  <a:lnTo>
                    <a:pt x="163446" y="85954"/>
                  </a:lnTo>
                  <a:lnTo>
                    <a:pt x="155932" y="89978"/>
                  </a:lnTo>
                  <a:lnTo>
                    <a:pt x="150548" y="90481"/>
                  </a:lnTo>
                  <a:lnTo>
                    <a:pt x="138997" y="94578"/>
                  </a:lnTo>
                  <a:lnTo>
                    <a:pt x="132716" y="98480"/>
                  </a:lnTo>
                  <a:lnTo>
                    <a:pt x="130248" y="102531"/>
                  </a:lnTo>
                  <a:lnTo>
                    <a:pt x="124828" y="107158"/>
                  </a:lnTo>
                  <a:lnTo>
                    <a:pt x="116715" y="108314"/>
                  </a:lnTo>
                  <a:lnTo>
                    <a:pt x="110733" y="107235"/>
                  </a:lnTo>
                  <a:lnTo>
                    <a:pt x="103331" y="111280"/>
                  </a:lnTo>
                  <a:lnTo>
                    <a:pt x="98658" y="115475"/>
                  </a:lnTo>
                  <a:lnTo>
                    <a:pt x="85798" y="119667"/>
                  </a:lnTo>
                  <a:lnTo>
                    <a:pt x="62283" y="122396"/>
                  </a:lnTo>
                  <a:lnTo>
                    <a:pt x="56825" y="128194"/>
                  </a:lnTo>
                  <a:lnTo>
                    <a:pt x="52040" y="129652"/>
                  </a:lnTo>
                  <a:lnTo>
                    <a:pt x="49423" y="133526"/>
                  </a:lnTo>
                  <a:lnTo>
                    <a:pt x="43553" y="134637"/>
                  </a:lnTo>
                  <a:lnTo>
                    <a:pt x="40712" y="133488"/>
                  </a:lnTo>
                  <a:lnTo>
                    <a:pt x="35329" y="136669"/>
                  </a:lnTo>
                  <a:lnTo>
                    <a:pt x="28002" y="137971"/>
                  </a:lnTo>
                  <a:lnTo>
                    <a:pt x="20263" y="135060"/>
                  </a:lnTo>
                  <a:lnTo>
                    <a:pt x="17235" y="136017"/>
                  </a:lnTo>
                  <a:lnTo>
                    <a:pt x="16973" y="133027"/>
                  </a:lnTo>
                  <a:lnTo>
                    <a:pt x="11926" y="123894"/>
                  </a:lnTo>
                  <a:lnTo>
                    <a:pt x="12973" y="114821"/>
                  </a:lnTo>
                  <a:lnTo>
                    <a:pt x="11963" y="111280"/>
                  </a:lnTo>
                  <a:lnTo>
                    <a:pt x="8935" y="108006"/>
                  </a:lnTo>
                  <a:lnTo>
                    <a:pt x="9048" y="103881"/>
                  </a:lnTo>
                  <a:lnTo>
                    <a:pt x="5495" y="90713"/>
                  </a:lnTo>
                  <a:lnTo>
                    <a:pt x="5795" y="88121"/>
                  </a:lnTo>
                  <a:lnTo>
                    <a:pt x="4113" y="83941"/>
                  </a:lnTo>
                  <a:lnTo>
                    <a:pt x="0" y="81771"/>
                  </a:lnTo>
                  <a:lnTo>
                    <a:pt x="823" y="79756"/>
                  </a:lnTo>
                  <a:lnTo>
                    <a:pt x="2692" y="81074"/>
                  </a:lnTo>
                  <a:lnTo>
                    <a:pt x="2917" y="79756"/>
                  </a:lnTo>
                  <a:lnTo>
                    <a:pt x="1234" y="72696"/>
                  </a:lnTo>
                  <a:lnTo>
                    <a:pt x="3776" y="64535"/>
                  </a:lnTo>
                  <a:lnTo>
                    <a:pt x="2917" y="57216"/>
                  </a:lnTo>
                  <a:lnTo>
                    <a:pt x="10542" y="50314"/>
                  </a:lnTo>
                  <a:lnTo>
                    <a:pt x="10916" y="47659"/>
                  </a:lnTo>
                  <a:lnTo>
                    <a:pt x="9533" y="44846"/>
                  </a:lnTo>
                  <a:lnTo>
                    <a:pt x="9907" y="41131"/>
                  </a:lnTo>
                  <a:lnTo>
                    <a:pt x="10356" y="39136"/>
                  </a:lnTo>
                  <a:lnTo>
                    <a:pt x="12039" y="37805"/>
                  </a:lnTo>
                  <a:lnTo>
                    <a:pt x="11066" y="35769"/>
                  </a:lnTo>
                  <a:lnTo>
                    <a:pt x="14282" y="33026"/>
                  </a:lnTo>
                  <a:lnTo>
                    <a:pt x="18282" y="32712"/>
                  </a:lnTo>
                  <a:lnTo>
                    <a:pt x="21908" y="35612"/>
                  </a:lnTo>
                  <a:lnTo>
                    <a:pt x="26132" y="36513"/>
                  </a:lnTo>
                  <a:lnTo>
                    <a:pt x="31104" y="34907"/>
                  </a:lnTo>
                  <a:lnTo>
                    <a:pt x="51703" y="34280"/>
                  </a:lnTo>
                  <a:lnTo>
                    <a:pt x="59741" y="37022"/>
                  </a:lnTo>
                  <a:lnTo>
                    <a:pt x="75853" y="38549"/>
                  </a:lnTo>
                  <a:lnTo>
                    <a:pt x="84527" y="37805"/>
                  </a:lnTo>
                  <a:lnTo>
                    <a:pt x="89686" y="44572"/>
                  </a:lnTo>
                  <a:lnTo>
                    <a:pt x="93162" y="44729"/>
                  </a:lnTo>
                  <a:lnTo>
                    <a:pt x="99368" y="41131"/>
                  </a:lnTo>
                  <a:lnTo>
                    <a:pt x="102210" y="33810"/>
                  </a:lnTo>
                  <a:lnTo>
                    <a:pt x="114510" y="18379"/>
                  </a:lnTo>
                  <a:lnTo>
                    <a:pt x="132603" y="9082"/>
                  </a:lnTo>
                  <a:lnTo>
                    <a:pt x="193541" y="0"/>
                  </a:lnTo>
                  <a:lnTo>
                    <a:pt x="209168" y="37061"/>
                  </a:lnTo>
                  <a:lnTo>
                    <a:pt x="210662" y="37766"/>
                  </a:lnTo>
                  <a:lnTo>
                    <a:pt x="215298" y="4836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7" name="oPE_MapPart_YEM_2_877" descr="Jemen">
              <a:extLst>
                <a:ext uri="{FF2B5EF4-FFF2-40B4-BE49-F238E27FC236}">
                  <a16:creationId xmlns:a16="http://schemas.microsoft.com/office/drawing/2014/main" id="{B501287A-B4EA-944D-82CD-95672C956F26}"/>
                </a:ext>
              </a:extLst>
            </p:cNvPr>
            <p:cNvSpPr/>
            <p:nvPr>
              <p:custDataLst>
                <p:tags r:id="rId877"/>
              </p:custDataLst>
            </p:nvPr>
          </p:nvSpPr>
          <p:spPr>
            <a:xfrm>
              <a:off x="6979698" y="4067459"/>
              <a:ext cx="1272" cy="3258"/>
            </a:xfrm>
            <a:custGeom>
              <a:avLst/>
              <a:gdLst/>
              <a:ahLst/>
              <a:cxnLst/>
              <a:rect l="0" t="0" r="0" b="0"/>
              <a:pathLst>
                <a:path w="1272" h="3258">
                  <a:moveTo>
                    <a:pt x="860" y="2792"/>
                  </a:moveTo>
                  <a:lnTo>
                    <a:pt x="224" y="3257"/>
                  </a:lnTo>
                  <a:lnTo>
                    <a:pt x="0" y="2443"/>
                  </a:lnTo>
                  <a:lnTo>
                    <a:pt x="448" y="543"/>
                  </a:lnTo>
                  <a:lnTo>
                    <a:pt x="1121" y="0"/>
                  </a:lnTo>
                  <a:lnTo>
                    <a:pt x="1271" y="21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8" name="oPE_MapPart_YEM_3_878" descr="Jemen">
              <a:extLst>
                <a:ext uri="{FF2B5EF4-FFF2-40B4-BE49-F238E27FC236}">
                  <a16:creationId xmlns:a16="http://schemas.microsoft.com/office/drawing/2014/main" id="{3B9D2659-8819-288E-C6B0-BDC602FADF35}"/>
                </a:ext>
              </a:extLst>
            </p:cNvPr>
            <p:cNvSpPr/>
            <p:nvPr>
              <p:custDataLst>
                <p:tags r:id="rId878"/>
              </p:custDataLst>
            </p:nvPr>
          </p:nvSpPr>
          <p:spPr>
            <a:xfrm>
              <a:off x="6982651" y="4103234"/>
              <a:ext cx="2170" cy="2002"/>
            </a:xfrm>
            <a:custGeom>
              <a:avLst/>
              <a:gdLst/>
              <a:ahLst/>
              <a:cxnLst/>
              <a:rect l="0" t="0" r="0" b="0"/>
              <a:pathLst>
                <a:path w="2170" h="2002">
                  <a:moveTo>
                    <a:pt x="1346" y="1347"/>
                  </a:moveTo>
                  <a:lnTo>
                    <a:pt x="0" y="2001"/>
                  </a:lnTo>
                  <a:lnTo>
                    <a:pt x="935" y="270"/>
                  </a:lnTo>
                  <a:lnTo>
                    <a:pt x="216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9" name="oPE_MapPart_YEM_4_879" descr="Jemen">
              <a:extLst>
                <a:ext uri="{FF2B5EF4-FFF2-40B4-BE49-F238E27FC236}">
                  <a16:creationId xmlns:a16="http://schemas.microsoft.com/office/drawing/2014/main" id="{04BA2A12-671A-CB0A-E34A-E6A42DE4E8E7}"/>
                </a:ext>
              </a:extLst>
            </p:cNvPr>
            <p:cNvSpPr/>
            <p:nvPr>
              <p:custDataLst>
                <p:tags r:id="rId879"/>
              </p:custDataLst>
            </p:nvPr>
          </p:nvSpPr>
          <p:spPr>
            <a:xfrm>
              <a:off x="6982726" y="4096802"/>
              <a:ext cx="2170" cy="2043"/>
            </a:xfrm>
            <a:custGeom>
              <a:avLst/>
              <a:gdLst/>
              <a:ahLst/>
              <a:cxnLst/>
              <a:rect l="0" t="0" r="0" b="0"/>
              <a:pathLst>
                <a:path w="2170" h="2043">
                  <a:moveTo>
                    <a:pt x="1944" y="2042"/>
                  </a:moveTo>
                  <a:lnTo>
                    <a:pt x="0" y="1272"/>
                  </a:lnTo>
                  <a:lnTo>
                    <a:pt x="1421" y="0"/>
                  </a:lnTo>
                  <a:lnTo>
                    <a:pt x="2169" y="11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0" name="oPE_MapPart_YEM_5_880" descr="Jemen">
              <a:extLst>
                <a:ext uri="{FF2B5EF4-FFF2-40B4-BE49-F238E27FC236}">
                  <a16:creationId xmlns:a16="http://schemas.microsoft.com/office/drawing/2014/main" id="{D1B56EF8-DAAF-2814-1C40-9052A1AFE80A}"/>
                </a:ext>
              </a:extLst>
            </p:cNvPr>
            <p:cNvSpPr/>
            <p:nvPr>
              <p:custDataLst>
                <p:tags r:id="rId880"/>
              </p:custDataLst>
            </p:nvPr>
          </p:nvSpPr>
          <p:spPr>
            <a:xfrm>
              <a:off x="7203332" y="4125664"/>
              <a:ext cx="24825" cy="8425"/>
            </a:xfrm>
            <a:custGeom>
              <a:avLst/>
              <a:gdLst/>
              <a:ahLst/>
              <a:cxnLst/>
              <a:rect l="0" t="0" r="0" b="0"/>
              <a:pathLst>
                <a:path w="24825" h="8425">
                  <a:moveTo>
                    <a:pt x="9272" y="1686"/>
                  </a:moveTo>
                  <a:lnTo>
                    <a:pt x="18095" y="1072"/>
                  </a:lnTo>
                  <a:lnTo>
                    <a:pt x="24824" y="3448"/>
                  </a:lnTo>
                  <a:lnTo>
                    <a:pt x="16899" y="7544"/>
                  </a:lnTo>
                  <a:lnTo>
                    <a:pt x="8375" y="8424"/>
                  </a:lnTo>
                  <a:lnTo>
                    <a:pt x="5870" y="7927"/>
                  </a:lnTo>
                  <a:lnTo>
                    <a:pt x="0" y="3869"/>
                  </a:lnTo>
                  <a:lnTo>
                    <a:pt x="2393" y="1111"/>
                  </a:lnTo>
                  <a:lnTo>
                    <a:pt x="4561" y="0"/>
                  </a:lnTo>
                  <a:lnTo>
                    <a:pt x="6692" y="1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1" name="oPE_MapPart_ZMB_1_881" descr="Sambia">
              <a:extLst>
                <a:ext uri="{FF2B5EF4-FFF2-40B4-BE49-F238E27FC236}">
                  <a16:creationId xmlns:a16="http://schemas.microsoft.com/office/drawing/2014/main" id="{6A94BFED-6A40-683C-8719-7A83FF7A30CE}"/>
                </a:ext>
              </a:extLst>
            </p:cNvPr>
            <p:cNvSpPr/>
            <p:nvPr>
              <p:custDataLst>
                <p:tags r:id="rId881"/>
              </p:custDataLst>
            </p:nvPr>
          </p:nvSpPr>
          <p:spPr>
            <a:xfrm>
              <a:off x="6552504" y="4562701"/>
              <a:ext cx="242627" cy="210299"/>
            </a:xfrm>
            <a:custGeom>
              <a:avLst/>
              <a:gdLst/>
              <a:ahLst/>
              <a:cxnLst/>
              <a:rect l="0" t="0" r="0" b="0"/>
              <a:pathLst>
                <a:path w="242627" h="210299">
                  <a:moveTo>
                    <a:pt x="174810" y="158266"/>
                  </a:moveTo>
                  <a:lnTo>
                    <a:pt x="160940" y="158266"/>
                  </a:lnTo>
                  <a:lnTo>
                    <a:pt x="155931" y="159391"/>
                  </a:lnTo>
                  <a:lnTo>
                    <a:pt x="144005" y="165687"/>
                  </a:lnTo>
                  <a:lnTo>
                    <a:pt x="143220" y="166737"/>
                  </a:lnTo>
                  <a:lnTo>
                    <a:pt x="142323" y="175148"/>
                  </a:lnTo>
                  <a:lnTo>
                    <a:pt x="140828" y="177487"/>
                  </a:lnTo>
                  <a:lnTo>
                    <a:pt x="123630" y="185371"/>
                  </a:lnTo>
                  <a:lnTo>
                    <a:pt x="119966" y="188928"/>
                  </a:lnTo>
                  <a:lnTo>
                    <a:pt x="113350" y="198756"/>
                  </a:lnTo>
                  <a:lnTo>
                    <a:pt x="104714" y="208490"/>
                  </a:lnTo>
                  <a:lnTo>
                    <a:pt x="99704" y="210298"/>
                  </a:lnTo>
                  <a:lnTo>
                    <a:pt x="95480" y="209905"/>
                  </a:lnTo>
                  <a:lnTo>
                    <a:pt x="90433" y="207861"/>
                  </a:lnTo>
                  <a:lnTo>
                    <a:pt x="80638" y="208333"/>
                  </a:lnTo>
                  <a:lnTo>
                    <a:pt x="76003" y="205544"/>
                  </a:lnTo>
                  <a:lnTo>
                    <a:pt x="72115" y="206015"/>
                  </a:lnTo>
                  <a:lnTo>
                    <a:pt x="68114" y="204876"/>
                  </a:lnTo>
                  <a:lnTo>
                    <a:pt x="62768" y="199972"/>
                  </a:lnTo>
                  <a:lnTo>
                    <a:pt x="57198" y="198873"/>
                  </a:lnTo>
                  <a:lnTo>
                    <a:pt x="47665" y="198090"/>
                  </a:lnTo>
                  <a:lnTo>
                    <a:pt x="29085" y="201541"/>
                  </a:lnTo>
                  <a:lnTo>
                    <a:pt x="9944" y="183614"/>
                  </a:lnTo>
                  <a:lnTo>
                    <a:pt x="3552" y="178891"/>
                  </a:lnTo>
                  <a:lnTo>
                    <a:pt x="0" y="164987"/>
                  </a:lnTo>
                  <a:lnTo>
                    <a:pt x="0" y="101619"/>
                  </a:lnTo>
                  <a:lnTo>
                    <a:pt x="41197" y="101350"/>
                  </a:lnTo>
                  <a:lnTo>
                    <a:pt x="39515" y="97323"/>
                  </a:lnTo>
                  <a:lnTo>
                    <a:pt x="41796" y="89279"/>
                  </a:lnTo>
                  <a:lnTo>
                    <a:pt x="41347" y="72574"/>
                  </a:lnTo>
                  <a:lnTo>
                    <a:pt x="42917" y="67691"/>
                  </a:lnTo>
                  <a:lnTo>
                    <a:pt x="41272" y="56412"/>
                  </a:lnTo>
                  <a:lnTo>
                    <a:pt x="43590" y="56832"/>
                  </a:lnTo>
                  <a:lnTo>
                    <a:pt x="44786" y="59687"/>
                  </a:lnTo>
                  <a:lnTo>
                    <a:pt x="48600" y="60639"/>
                  </a:lnTo>
                  <a:lnTo>
                    <a:pt x="49572" y="61859"/>
                  </a:lnTo>
                  <a:lnTo>
                    <a:pt x="50170" y="64527"/>
                  </a:lnTo>
                  <a:lnTo>
                    <a:pt x="48936" y="66966"/>
                  </a:lnTo>
                  <a:lnTo>
                    <a:pt x="49795" y="67958"/>
                  </a:lnTo>
                  <a:lnTo>
                    <a:pt x="52711" y="68416"/>
                  </a:lnTo>
                  <a:lnTo>
                    <a:pt x="55852" y="66585"/>
                  </a:lnTo>
                  <a:lnTo>
                    <a:pt x="68713" y="63612"/>
                  </a:lnTo>
                  <a:lnTo>
                    <a:pt x="69348" y="64145"/>
                  </a:lnTo>
                  <a:lnTo>
                    <a:pt x="68600" y="67691"/>
                  </a:lnTo>
                  <a:lnTo>
                    <a:pt x="69983" y="72308"/>
                  </a:lnTo>
                  <a:lnTo>
                    <a:pt x="73348" y="75094"/>
                  </a:lnTo>
                  <a:lnTo>
                    <a:pt x="75591" y="74904"/>
                  </a:lnTo>
                  <a:lnTo>
                    <a:pt x="84041" y="77997"/>
                  </a:lnTo>
                  <a:lnTo>
                    <a:pt x="95892" y="79716"/>
                  </a:lnTo>
                  <a:lnTo>
                    <a:pt x="100602" y="79564"/>
                  </a:lnTo>
                  <a:lnTo>
                    <a:pt x="103218" y="78150"/>
                  </a:lnTo>
                  <a:lnTo>
                    <a:pt x="105237" y="72155"/>
                  </a:lnTo>
                  <a:lnTo>
                    <a:pt x="107555" y="71391"/>
                  </a:lnTo>
                  <a:lnTo>
                    <a:pt x="109200" y="75705"/>
                  </a:lnTo>
                  <a:lnTo>
                    <a:pt x="113050" y="79144"/>
                  </a:lnTo>
                  <a:lnTo>
                    <a:pt x="116191" y="85146"/>
                  </a:lnTo>
                  <a:lnTo>
                    <a:pt x="122061" y="86370"/>
                  </a:lnTo>
                  <a:lnTo>
                    <a:pt x="133612" y="91308"/>
                  </a:lnTo>
                  <a:lnTo>
                    <a:pt x="136491" y="98090"/>
                  </a:lnTo>
                  <a:lnTo>
                    <a:pt x="138996" y="98627"/>
                  </a:lnTo>
                  <a:lnTo>
                    <a:pt x="140192" y="100008"/>
                  </a:lnTo>
                  <a:lnTo>
                    <a:pt x="144193" y="106148"/>
                  </a:lnTo>
                  <a:lnTo>
                    <a:pt x="144603" y="108146"/>
                  </a:lnTo>
                  <a:lnTo>
                    <a:pt x="146099" y="109452"/>
                  </a:lnTo>
                  <a:lnTo>
                    <a:pt x="149987" y="110105"/>
                  </a:lnTo>
                  <a:lnTo>
                    <a:pt x="157314" y="106916"/>
                  </a:lnTo>
                  <a:lnTo>
                    <a:pt x="158885" y="107953"/>
                  </a:lnTo>
                  <a:lnTo>
                    <a:pt x="159333" y="110413"/>
                  </a:lnTo>
                  <a:lnTo>
                    <a:pt x="161913" y="110951"/>
                  </a:lnTo>
                  <a:lnTo>
                    <a:pt x="162323" y="83616"/>
                  </a:lnTo>
                  <a:lnTo>
                    <a:pt x="156342" y="85146"/>
                  </a:lnTo>
                  <a:lnTo>
                    <a:pt x="155894" y="89202"/>
                  </a:lnTo>
                  <a:lnTo>
                    <a:pt x="147146" y="87710"/>
                  </a:lnTo>
                  <a:lnTo>
                    <a:pt x="136267" y="77768"/>
                  </a:lnTo>
                  <a:lnTo>
                    <a:pt x="133014" y="71125"/>
                  </a:lnTo>
                  <a:lnTo>
                    <a:pt x="132453" y="69331"/>
                  </a:lnTo>
                  <a:lnTo>
                    <a:pt x="136341" y="54928"/>
                  </a:lnTo>
                  <a:lnTo>
                    <a:pt x="138286" y="52113"/>
                  </a:lnTo>
                  <a:lnTo>
                    <a:pt x="138435" y="49602"/>
                  </a:lnTo>
                  <a:lnTo>
                    <a:pt x="137650" y="46370"/>
                  </a:lnTo>
                  <a:lnTo>
                    <a:pt x="137575" y="31222"/>
                  </a:lnTo>
                  <a:lnTo>
                    <a:pt x="133351" y="21672"/>
                  </a:lnTo>
                  <a:lnTo>
                    <a:pt x="139183" y="17241"/>
                  </a:lnTo>
                  <a:lnTo>
                    <a:pt x="143108" y="12436"/>
                  </a:lnTo>
                  <a:lnTo>
                    <a:pt x="144454" y="8314"/>
                  </a:lnTo>
                  <a:lnTo>
                    <a:pt x="143706" y="6121"/>
                  </a:lnTo>
                  <a:lnTo>
                    <a:pt x="182175" y="0"/>
                  </a:lnTo>
                  <a:lnTo>
                    <a:pt x="185091" y="5895"/>
                  </a:lnTo>
                  <a:lnTo>
                    <a:pt x="188044" y="8465"/>
                  </a:lnTo>
                  <a:lnTo>
                    <a:pt x="194624" y="8692"/>
                  </a:lnTo>
                  <a:lnTo>
                    <a:pt x="196680" y="9675"/>
                  </a:lnTo>
                  <a:lnTo>
                    <a:pt x="201316" y="15009"/>
                  </a:lnTo>
                  <a:lnTo>
                    <a:pt x="205764" y="15311"/>
                  </a:lnTo>
                  <a:lnTo>
                    <a:pt x="206924" y="18074"/>
                  </a:lnTo>
                  <a:lnTo>
                    <a:pt x="217092" y="20232"/>
                  </a:lnTo>
                  <a:lnTo>
                    <a:pt x="227223" y="25498"/>
                  </a:lnTo>
                  <a:lnTo>
                    <a:pt x="228794" y="30047"/>
                  </a:lnTo>
                  <a:lnTo>
                    <a:pt x="232943" y="30123"/>
                  </a:lnTo>
                  <a:lnTo>
                    <a:pt x="234065" y="32929"/>
                  </a:lnTo>
                  <a:lnTo>
                    <a:pt x="236158" y="35091"/>
                  </a:lnTo>
                  <a:lnTo>
                    <a:pt x="235336" y="38811"/>
                  </a:lnTo>
                  <a:lnTo>
                    <a:pt x="239860" y="42950"/>
                  </a:lnTo>
                  <a:lnTo>
                    <a:pt x="240382" y="46256"/>
                  </a:lnTo>
                  <a:lnTo>
                    <a:pt x="242626" y="49678"/>
                  </a:lnTo>
                  <a:lnTo>
                    <a:pt x="238551" y="54547"/>
                  </a:lnTo>
                  <a:lnTo>
                    <a:pt x="236046" y="55157"/>
                  </a:lnTo>
                  <a:lnTo>
                    <a:pt x="234327" y="56870"/>
                  </a:lnTo>
                  <a:lnTo>
                    <a:pt x="236756" y="62469"/>
                  </a:lnTo>
                  <a:lnTo>
                    <a:pt x="233728" y="67958"/>
                  </a:lnTo>
                  <a:lnTo>
                    <a:pt x="233579" y="70438"/>
                  </a:lnTo>
                  <a:lnTo>
                    <a:pt x="235186" y="73758"/>
                  </a:lnTo>
                  <a:lnTo>
                    <a:pt x="234139" y="82698"/>
                  </a:lnTo>
                  <a:lnTo>
                    <a:pt x="235934" y="86868"/>
                  </a:lnTo>
                  <a:lnTo>
                    <a:pt x="239523" y="87710"/>
                  </a:lnTo>
                  <a:lnTo>
                    <a:pt x="237130" y="90734"/>
                  </a:lnTo>
                  <a:lnTo>
                    <a:pt x="229317" y="93721"/>
                  </a:lnTo>
                  <a:lnTo>
                    <a:pt x="227747" y="97439"/>
                  </a:lnTo>
                  <a:lnTo>
                    <a:pt x="228868" y="99432"/>
                  </a:lnTo>
                  <a:lnTo>
                    <a:pt x="228195" y="106379"/>
                  </a:lnTo>
                  <a:lnTo>
                    <a:pt x="225017" y="112335"/>
                  </a:lnTo>
                  <a:lnTo>
                    <a:pt x="222027" y="114180"/>
                  </a:lnTo>
                  <a:lnTo>
                    <a:pt x="224681" y="116296"/>
                  </a:lnTo>
                  <a:lnTo>
                    <a:pt x="224008" y="117836"/>
                  </a:lnTo>
                  <a:lnTo>
                    <a:pt x="226140" y="119029"/>
                  </a:lnTo>
                  <a:lnTo>
                    <a:pt x="228719" y="123420"/>
                  </a:lnTo>
                  <a:lnTo>
                    <a:pt x="231972" y="121686"/>
                  </a:lnTo>
                  <a:lnTo>
                    <a:pt x="233055" y="123227"/>
                  </a:lnTo>
                  <a:lnTo>
                    <a:pt x="171371" y="144195"/>
                  </a:lnTo>
                  <a:lnTo>
                    <a:pt x="171819" y="148338"/>
                  </a:lnTo>
                  <a:lnTo>
                    <a:pt x="173838" y="151942"/>
                  </a:lnTo>
                  <a:lnTo>
                    <a:pt x="174474" y="15527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2" name="oPE_MapPart_ZWE_1_882" descr="Simbabwe">
              <a:extLst>
                <a:ext uri="{FF2B5EF4-FFF2-40B4-BE49-F238E27FC236}">
                  <a16:creationId xmlns:a16="http://schemas.microsoft.com/office/drawing/2014/main" id="{2993012B-28F0-B784-2829-7F3BC52E78BC}"/>
                </a:ext>
              </a:extLst>
            </p:cNvPr>
            <p:cNvSpPr/>
            <p:nvPr>
              <p:custDataLst>
                <p:tags r:id="rId882"/>
              </p:custDataLst>
            </p:nvPr>
          </p:nvSpPr>
          <p:spPr>
            <a:xfrm>
              <a:off x="6620244" y="4720967"/>
              <a:ext cx="161279" cy="148596"/>
            </a:xfrm>
            <a:custGeom>
              <a:avLst/>
              <a:gdLst/>
              <a:ahLst/>
              <a:cxnLst/>
              <a:rect l="0" t="0" r="0" b="0"/>
              <a:pathLst>
                <a:path w="161279" h="148596">
                  <a:moveTo>
                    <a:pt x="125575" y="148595"/>
                  </a:moveTo>
                  <a:lnTo>
                    <a:pt x="121127" y="146453"/>
                  </a:lnTo>
                  <a:lnTo>
                    <a:pt x="117874" y="146089"/>
                  </a:lnTo>
                  <a:lnTo>
                    <a:pt x="108379" y="146938"/>
                  </a:lnTo>
                  <a:lnTo>
                    <a:pt x="102770" y="146089"/>
                  </a:lnTo>
                  <a:lnTo>
                    <a:pt x="91818" y="142818"/>
                  </a:lnTo>
                  <a:lnTo>
                    <a:pt x="85649" y="143908"/>
                  </a:lnTo>
                  <a:lnTo>
                    <a:pt x="82995" y="141325"/>
                  </a:lnTo>
                  <a:lnTo>
                    <a:pt x="80266" y="141042"/>
                  </a:lnTo>
                  <a:lnTo>
                    <a:pt x="78956" y="139954"/>
                  </a:lnTo>
                  <a:lnTo>
                    <a:pt x="78583" y="134998"/>
                  </a:lnTo>
                  <a:lnTo>
                    <a:pt x="68340" y="131738"/>
                  </a:lnTo>
                  <a:lnTo>
                    <a:pt x="57573" y="129607"/>
                  </a:lnTo>
                  <a:lnTo>
                    <a:pt x="54059" y="123061"/>
                  </a:lnTo>
                  <a:lnTo>
                    <a:pt x="50433" y="118652"/>
                  </a:lnTo>
                  <a:lnTo>
                    <a:pt x="51068" y="106815"/>
                  </a:lnTo>
                  <a:lnTo>
                    <a:pt x="49498" y="105777"/>
                  </a:lnTo>
                  <a:lnTo>
                    <a:pt x="42357" y="105657"/>
                  </a:lnTo>
                  <a:lnTo>
                    <a:pt x="41872" y="100195"/>
                  </a:lnTo>
                  <a:lnTo>
                    <a:pt x="40227" y="97287"/>
                  </a:lnTo>
                  <a:lnTo>
                    <a:pt x="29834" y="92712"/>
                  </a:lnTo>
                  <a:lnTo>
                    <a:pt x="19254" y="84888"/>
                  </a:lnTo>
                  <a:lnTo>
                    <a:pt x="14731" y="74826"/>
                  </a:lnTo>
                  <a:lnTo>
                    <a:pt x="14506" y="71664"/>
                  </a:lnTo>
                  <a:lnTo>
                    <a:pt x="0" y="50460"/>
                  </a:lnTo>
                  <a:lnTo>
                    <a:pt x="374" y="46610"/>
                  </a:lnTo>
                  <a:lnTo>
                    <a:pt x="4375" y="47749"/>
                  </a:lnTo>
                  <a:lnTo>
                    <a:pt x="8263" y="47278"/>
                  </a:lnTo>
                  <a:lnTo>
                    <a:pt x="12898" y="50067"/>
                  </a:lnTo>
                  <a:lnTo>
                    <a:pt x="15665" y="50460"/>
                  </a:lnTo>
                  <a:lnTo>
                    <a:pt x="18656" y="49202"/>
                  </a:lnTo>
                  <a:lnTo>
                    <a:pt x="31964" y="52032"/>
                  </a:lnTo>
                  <a:lnTo>
                    <a:pt x="36974" y="50224"/>
                  </a:lnTo>
                  <a:lnTo>
                    <a:pt x="45610" y="40490"/>
                  </a:lnTo>
                  <a:lnTo>
                    <a:pt x="52226" y="30662"/>
                  </a:lnTo>
                  <a:lnTo>
                    <a:pt x="55890" y="27105"/>
                  </a:lnTo>
                  <a:lnTo>
                    <a:pt x="73088" y="19221"/>
                  </a:lnTo>
                  <a:lnTo>
                    <a:pt x="74583" y="16882"/>
                  </a:lnTo>
                  <a:lnTo>
                    <a:pt x="75480" y="8471"/>
                  </a:lnTo>
                  <a:lnTo>
                    <a:pt x="76265" y="7421"/>
                  </a:lnTo>
                  <a:lnTo>
                    <a:pt x="84041" y="2873"/>
                  </a:lnTo>
                  <a:lnTo>
                    <a:pt x="93200" y="0"/>
                  </a:lnTo>
                  <a:lnTo>
                    <a:pt x="107070" y="0"/>
                  </a:lnTo>
                  <a:lnTo>
                    <a:pt x="107930" y="7577"/>
                  </a:lnTo>
                  <a:lnTo>
                    <a:pt x="124492" y="8199"/>
                  </a:lnTo>
                  <a:lnTo>
                    <a:pt x="129763" y="11584"/>
                  </a:lnTo>
                  <a:lnTo>
                    <a:pt x="133876" y="12324"/>
                  </a:lnTo>
                  <a:lnTo>
                    <a:pt x="139109" y="16959"/>
                  </a:lnTo>
                  <a:lnTo>
                    <a:pt x="145427" y="17388"/>
                  </a:lnTo>
                  <a:lnTo>
                    <a:pt x="153577" y="20430"/>
                  </a:lnTo>
                  <a:lnTo>
                    <a:pt x="155783" y="22342"/>
                  </a:lnTo>
                  <a:lnTo>
                    <a:pt x="160044" y="23122"/>
                  </a:lnTo>
                  <a:lnTo>
                    <a:pt x="158586" y="26832"/>
                  </a:lnTo>
                  <a:lnTo>
                    <a:pt x="158736" y="30154"/>
                  </a:lnTo>
                  <a:lnTo>
                    <a:pt x="160492" y="34810"/>
                  </a:lnTo>
                  <a:lnTo>
                    <a:pt x="160230" y="52937"/>
                  </a:lnTo>
                  <a:lnTo>
                    <a:pt x="160979" y="58998"/>
                  </a:lnTo>
                  <a:lnTo>
                    <a:pt x="158736" y="67082"/>
                  </a:lnTo>
                  <a:lnTo>
                    <a:pt x="154885" y="70122"/>
                  </a:lnTo>
                  <a:lnTo>
                    <a:pt x="155259" y="73087"/>
                  </a:lnTo>
                  <a:lnTo>
                    <a:pt x="158026" y="75341"/>
                  </a:lnTo>
                  <a:lnTo>
                    <a:pt x="156530" y="81597"/>
                  </a:lnTo>
                  <a:lnTo>
                    <a:pt x="161278" y="92275"/>
                  </a:lnTo>
                  <a:lnTo>
                    <a:pt x="160979" y="94740"/>
                  </a:lnTo>
                  <a:lnTo>
                    <a:pt x="154324" y="106495"/>
                  </a:lnTo>
                  <a:lnTo>
                    <a:pt x="150586" y="109690"/>
                  </a:lnTo>
                  <a:lnTo>
                    <a:pt x="150250" y="116129"/>
                  </a:lnTo>
                  <a:lnTo>
                    <a:pt x="147707" y="120295"/>
                  </a:lnTo>
                  <a:lnTo>
                    <a:pt x="149315" y="123864"/>
                  </a:lnTo>
                  <a:lnTo>
                    <a:pt x="128529" y="1462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3" name="oPE_MapPart_ALD_1_883" descr="Åland">
              <a:extLst>
                <a:ext uri="{FF2B5EF4-FFF2-40B4-BE49-F238E27FC236}">
                  <a16:creationId xmlns:a16="http://schemas.microsoft.com/office/drawing/2014/main" id="{D984F3E2-93B6-1408-EDB2-FBA845E72678}"/>
                </a:ext>
              </a:extLst>
            </p:cNvPr>
            <p:cNvSpPr/>
            <p:nvPr>
              <p:custDataLst>
                <p:tags r:id="rId883"/>
              </p:custDataLst>
            </p:nvPr>
          </p:nvSpPr>
          <p:spPr>
            <a:xfrm>
              <a:off x="6501698" y="2792958"/>
              <a:ext cx="22432" cy="45164"/>
            </a:xfrm>
            <a:custGeom>
              <a:avLst/>
              <a:gdLst/>
              <a:ahLst/>
              <a:cxnLst/>
              <a:rect l="0" t="0" r="0" b="0"/>
              <a:pathLst>
                <a:path w="22432" h="45164">
                  <a:moveTo>
                    <a:pt x="0" y="0"/>
                  </a:moveTo>
                  <a:lnTo>
                    <a:pt x="22431" y="0"/>
                  </a:lnTo>
                  <a:lnTo>
                    <a:pt x="22431" y="45163"/>
                  </a:lnTo>
                  <a:lnTo>
                    <a:pt x="0" y="451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508304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oPE_Map_CONTINENT_AFRICA_91" descr="Africa – Countries and Territories">
            <a:extLst>
              <a:ext uri="{FF2B5EF4-FFF2-40B4-BE49-F238E27FC236}">
                <a16:creationId xmlns:a16="http://schemas.microsoft.com/office/drawing/2014/main" id="{55225653-6920-DC95-ECC1-0641F7DE683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072275" y="960120"/>
            <a:ext cx="4047451" cy="4937761"/>
            <a:chOff x="4072275" y="960120"/>
            <a:chExt cx="4047451" cy="4937761"/>
          </a:xfrm>
        </p:grpSpPr>
        <p:sp>
          <p:nvSpPr>
            <p:cNvPr id="2" name="oPE_MapPart_DZA_1_2" descr="Algerien">
              <a:extLst>
                <a:ext uri="{FF2B5EF4-FFF2-40B4-BE49-F238E27FC236}">
                  <a16:creationId xmlns:a16="http://schemas.microsoft.com/office/drawing/2014/main" id="{9181CDA6-9EF3-4353-2C2E-54D8DF5498A1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950776" y="976574"/>
              <a:ext cx="1089393" cy="1089190"/>
            </a:xfrm>
            <a:custGeom>
              <a:avLst/>
              <a:gdLst/>
              <a:ahLst/>
              <a:cxnLst/>
              <a:rect l="0" t="0" r="0" b="0"/>
              <a:pathLst>
                <a:path w="1089393" h="1089190">
                  <a:moveTo>
                    <a:pt x="910501" y="10227"/>
                  </a:moveTo>
                  <a:lnTo>
                    <a:pt x="911735" y="17113"/>
                  </a:lnTo>
                  <a:lnTo>
                    <a:pt x="903474" y="21856"/>
                  </a:lnTo>
                  <a:lnTo>
                    <a:pt x="899582" y="30382"/>
                  </a:lnTo>
                  <a:lnTo>
                    <a:pt x="891036" y="37831"/>
                  </a:lnTo>
                  <a:lnTo>
                    <a:pt x="896068" y="41965"/>
                  </a:lnTo>
                  <a:lnTo>
                    <a:pt x="898442" y="47746"/>
                  </a:lnTo>
                  <a:lnTo>
                    <a:pt x="893125" y="84639"/>
                  </a:lnTo>
                  <a:lnTo>
                    <a:pt x="896828" y="94231"/>
                  </a:lnTo>
                  <a:lnTo>
                    <a:pt x="896733" y="110565"/>
                  </a:lnTo>
                  <a:lnTo>
                    <a:pt x="900816" y="123363"/>
                  </a:lnTo>
                  <a:lnTo>
                    <a:pt x="894644" y="137869"/>
                  </a:lnTo>
                  <a:lnTo>
                    <a:pt x="893030" y="153606"/>
                  </a:lnTo>
                  <a:lnTo>
                    <a:pt x="886573" y="164572"/>
                  </a:lnTo>
                  <a:lnTo>
                    <a:pt x="871571" y="174363"/>
                  </a:lnTo>
                  <a:lnTo>
                    <a:pt x="866823" y="184367"/>
                  </a:lnTo>
                  <a:lnTo>
                    <a:pt x="854384" y="195384"/>
                  </a:lnTo>
                  <a:lnTo>
                    <a:pt x="853719" y="211182"/>
                  </a:lnTo>
                  <a:lnTo>
                    <a:pt x="865873" y="246844"/>
                  </a:lnTo>
                  <a:lnTo>
                    <a:pt x="886003" y="260342"/>
                  </a:lnTo>
                  <a:lnTo>
                    <a:pt x="891226" y="268379"/>
                  </a:lnTo>
                  <a:lnTo>
                    <a:pt x="897683" y="292423"/>
                  </a:lnTo>
                  <a:lnTo>
                    <a:pt x="935094" y="321858"/>
                  </a:lnTo>
                  <a:lnTo>
                    <a:pt x="960161" y="435480"/>
                  </a:lnTo>
                  <a:lnTo>
                    <a:pt x="949147" y="442399"/>
                  </a:lnTo>
                  <a:lnTo>
                    <a:pt x="966618" y="471528"/>
                  </a:lnTo>
                  <a:lnTo>
                    <a:pt x="976113" y="503127"/>
                  </a:lnTo>
                  <a:lnTo>
                    <a:pt x="975829" y="536513"/>
                  </a:lnTo>
                  <a:lnTo>
                    <a:pt x="981146" y="582938"/>
                  </a:lnTo>
                  <a:lnTo>
                    <a:pt x="972220" y="609929"/>
                  </a:lnTo>
                  <a:lnTo>
                    <a:pt x="974784" y="626901"/>
                  </a:lnTo>
                  <a:lnTo>
                    <a:pt x="980006" y="638512"/>
                  </a:lnTo>
                  <a:lnTo>
                    <a:pt x="979436" y="651377"/>
                  </a:lnTo>
                  <a:lnTo>
                    <a:pt x="978107" y="656049"/>
                  </a:lnTo>
                  <a:lnTo>
                    <a:pt x="958737" y="668881"/>
                  </a:lnTo>
                  <a:lnTo>
                    <a:pt x="955129" y="679890"/>
                  </a:lnTo>
                  <a:lnTo>
                    <a:pt x="985609" y="727643"/>
                  </a:lnTo>
                  <a:lnTo>
                    <a:pt x="987033" y="744012"/>
                  </a:lnTo>
                  <a:lnTo>
                    <a:pt x="991875" y="759194"/>
                  </a:lnTo>
                  <a:lnTo>
                    <a:pt x="999092" y="770689"/>
                  </a:lnTo>
                  <a:lnTo>
                    <a:pt x="1006403" y="776848"/>
                  </a:lnTo>
                  <a:lnTo>
                    <a:pt x="1021786" y="772986"/>
                  </a:lnTo>
                  <a:lnTo>
                    <a:pt x="1065084" y="786753"/>
                  </a:lnTo>
                  <a:lnTo>
                    <a:pt x="1089392" y="832768"/>
                  </a:lnTo>
                  <a:lnTo>
                    <a:pt x="852770" y="983434"/>
                  </a:lnTo>
                  <a:lnTo>
                    <a:pt x="765983" y="1061734"/>
                  </a:lnTo>
                  <a:lnTo>
                    <a:pt x="637417" y="1089189"/>
                  </a:lnTo>
                  <a:lnTo>
                    <a:pt x="629821" y="1087783"/>
                  </a:lnTo>
                  <a:lnTo>
                    <a:pt x="622605" y="1082760"/>
                  </a:lnTo>
                  <a:lnTo>
                    <a:pt x="621940" y="1080147"/>
                  </a:lnTo>
                  <a:lnTo>
                    <a:pt x="629821" y="1065561"/>
                  </a:lnTo>
                  <a:lnTo>
                    <a:pt x="626973" y="1057201"/>
                  </a:lnTo>
                  <a:lnTo>
                    <a:pt x="627067" y="1044394"/>
                  </a:lnTo>
                  <a:lnTo>
                    <a:pt x="623174" y="1040963"/>
                  </a:lnTo>
                  <a:lnTo>
                    <a:pt x="585004" y="1028941"/>
                  </a:lnTo>
                  <a:lnTo>
                    <a:pt x="575129" y="1018624"/>
                  </a:lnTo>
                  <a:lnTo>
                    <a:pt x="550535" y="1013967"/>
                  </a:lnTo>
                  <a:lnTo>
                    <a:pt x="546928" y="1011334"/>
                  </a:lnTo>
                  <a:lnTo>
                    <a:pt x="543034" y="1001300"/>
                  </a:lnTo>
                  <a:lnTo>
                    <a:pt x="521860" y="989427"/>
                  </a:lnTo>
                  <a:lnTo>
                    <a:pt x="519581" y="986583"/>
                  </a:lnTo>
                  <a:lnTo>
                    <a:pt x="518442" y="970518"/>
                  </a:lnTo>
                  <a:lnTo>
                    <a:pt x="510750" y="965020"/>
                  </a:lnTo>
                  <a:lnTo>
                    <a:pt x="219816" y="758357"/>
                  </a:lnTo>
                  <a:lnTo>
                    <a:pt x="0" y="612600"/>
                  </a:lnTo>
                  <a:lnTo>
                    <a:pt x="285" y="528725"/>
                  </a:lnTo>
                  <a:lnTo>
                    <a:pt x="52604" y="488982"/>
                  </a:lnTo>
                  <a:lnTo>
                    <a:pt x="63144" y="486367"/>
                  </a:lnTo>
                  <a:lnTo>
                    <a:pt x="80330" y="473057"/>
                  </a:lnTo>
                  <a:lnTo>
                    <a:pt x="108056" y="475678"/>
                  </a:lnTo>
                  <a:lnTo>
                    <a:pt x="114038" y="470107"/>
                  </a:lnTo>
                  <a:lnTo>
                    <a:pt x="116222" y="460375"/>
                  </a:lnTo>
                  <a:lnTo>
                    <a:pt x="141290" y="459718"/>
                  </a:lnTo>
                  <a:lnTo>
                    <a:pt x="170630" y="452051"/>
                  </a:lnTo>
                  <a:lnTo>
                    <a:pt x="184778" y="439325"/>
                  </a:lnTo>
                  <a:lnTo>
                    <a:pt x="195983" y="421066"/>
                  </a:lnTo>
                  <a:lnTo>
                    <a:pt x="229976" y="406728"/>
                  </a:lnTo>
                  <a:lnTo>
                    <a:pt x="247827" y="393572"/>
                  </a:lnTo>
                  <a:lnTo>
                    <a:pt x="264633" y="390472"/>
                  </a:lnTo>
                  <a:lnTo>
                    <a:pt x="266817" y="384157"/>
                  </a:lnTo>
                  <a:lnTo>
                    <a:pt x="255803" y="376059"/>
                  </a:lnTo>
                  <a:lnTo>
                    <a:pt x="258177" y="365949"/>
                  </a:lnTo>
                  <a:lnTo>
                    <a:pt x="254948" y="353259"/>
                  </a:lnTo>
                  <a:lnTo>
                    <a:pt x="256183" y="347349"/>
                  </a:lnTo>
                  <a:lnTo>
                    <a:pt x="276597" y="344671"/>
                  </a:lnTo>
                  <a:lnTo>
                    <a:pt x="298911" y="336630"/>
                  </a:lnTo>
                  <a:lnTo>
                    <a:pt x="303469" y="323762"/>
                  </a:lnTo>
                  <a:lnTo>
                    <a:pt x="306982" y="321746"/>
                  </a:lnTo>
                  <a:lnTo>
                    <a:pt x="328916" y="318271"/>
                  </a:lnTo>
                  <a:lnTo>
                    <a:pt x="393389" y="319728"/>
                  </a:lnTo>
                  <a:lnTo>
                    <a:pt x="392630" y="305362"/>
                  </a:lnTo>
                  <a:lnTo>
                    <a:pt x="401840" y="297152"/>
                  </a:lnTo>
                  <a:lnTo>
                    <a:pt x="399466" y="291860"/>
                  </a:lnTo>
                  <a:lnTo>
                    <a:pt x="381520" y="277309"/>
                  </a:lnTo>
                  <a:lnTo>
                    <a:pt x="369461" y="243777"/>
                  </a:lnTo>
                  <a:lnTo>
                    <a:pt x="372025" y="228073"/>
                  </a:lnTo>
                  <a:lnTo>
                    <a:pt x="367657" y="214382"/>
                  </a:lnTo>
                  <a:lnTo>
                    <a:pt x="368037" y="189305"/>
                  </a:lnTo>
                  <a:lnTo>
                    <a:pt x="363574" y="177125"/>
                  </a:lnTo>
                  <a:lnTo>
                    <a:pt x="366327" y="168951"/>
                  </a:lnTo>
                  <a:lnTo>
                    <a:pt x="360441" y="161804"/>
                  </a:lnTo>
                  <a:lnTo>
                    <a:pt x="363289" y="152451"/>
                  </a:lnTo>
                  <a:lnTo>
                    <a:pt x="345628" y="138449"/>
                  </a:lnTo>
                  <a:lnTo>
                    <a:pt x="340975" y="129867"/>
                  </a:lnTo>
                  <a:lnTo>
                    <a:pt x="357117" y="130447"/>
                  </a:lnTo>
                  <a:lnTo>
                    <a:pt x="369746" y="124758"/>
                  </a:lnTo>
                  <a:lnTo>
                    <a:pt x="387597" y="113011"/>
                  </a:lnTo>
                  <a:lnTo>
                    <a:pt x="400700" y="99136"/>
                  </a:lnTo>
                  <a:lnTo>
                    <a:pt x="435548" y="80775"/>
                  </a:lnTo>
                  <a:lnTo>
                    <a:pt x="455488" y="82649"/>
                  </a:lnTo>
                  <a:lnTo>
                    <a:pt x="460615" y="78196"/>
                  </a:lnTo>
                  <a:lnTo>
                    <a:pt x="466028" y="67636"/>
                  </a:lnTo>
                  <a:lnTo>
                    <a:pt x="474479" y="61171"/>
                  </a:lnTo>
                  <a:lnTo>
                    <a:pt x="509326" y="42673"/>
                  </a:lnTo>
                  <a:lnTo>
                    <a:pt x="524329" y="37713"/>
                  </a:lnTo>
                  <a:lnTo>
                    <a:pt x="594879" y="32393"/>
                  </a:lnTo>
                  <a:lnTo>
                    <a:pt x="614914" y="20315"/>
                  </a:lnTo>
                  <a:lnTo>
                    <a:pt x="643779" y="19603"/>
                  </a:lnTo>
                  <a:lnTo>
                    <a:pt x="657357" y="12959"/>
                  </a:lnTo>
                  <a:lnTo>
                    <a:pt x="709011" y="12959"/>
                  </a:lnTo>
                  <a:lnTo>
                    <a:pt x="737402" y="29317"/>
                  </a:lnTo>
                  <a:lnTo>
                    <a:pt x="760096" y="19366"/>
                  </a:lnTo>
                  <a:lnTo>
                    <a:pt x="777947" y="15095"/>
                  </a:lnTo>
                  <a:lnTo>
                    <a:pt x="787727" y="10227"/>
                  </a:lnTo>
                  <a:lnTo>
                    <a:pt x="791810" y="3094"/>
                  </a:lnTo>
                  <a:lnTo>
                    <a:pt x="800261" y="476"/>
                  </a:lnTo>
                  <a:lnTo>
                    <a:pt x="804914" y="5949"/>
                  </a:lnTo>
                  <a:lnTo>
                    <a:pt x="823524" y="11415"/>
                  </a:lnTo>
                  <a:lnTo>
                    <a:pt x="839856" y="8207"/>
                  </a:lnTo>
                  <a:lnTo>
                    <a:pt x="838052" y="0"/>
                  </a:lnTo>
                  <a:lnTo>
                    <a:pt x="850111" y="2262"/>
                  </a:lnTo>
                  <a:lnTo>
                    <a:pt x="875368" y="15570"/>
                  </a:lnTo>
                  <a:lnTo>
                    <a:pt x="886763" y="1200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oPE_MapPart_AGO_1_3" descr="Angola">
              <a:extLst>
                <a:ext uri="{FF2B5EF4-FFF2-40B4-BE49-F238E27FC236}">
                  <a16:creationId xmlns:a16="http://schemas.microsoft.com/office/drawing/2014/main" id="{203077F6-D986-25A0-D9A1-BF063C0D86B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042827" y="3320185"/>
              <a:ext cx="55643" cy="70356"/>
            </a:xfrm>
            <a:custGeom>
              <a:avLst/>
              <a:gdLst/>
              <a:ahLst/>
              <a:cxnLst/>
              <a:rect l="0" t="0" r="0" b="0"/>
              <a:pathLst>
                <a:path w="55643" h="70356">
                  <a:moveTo>
                    <a:pt x="55642" y="10859"/>
                  </a:moveTo>
                  <a:lnTo>
                    <a:pt x="42823" y="16194"/>
                  </a:lnTo>
                  <a:lnTo>
                    <a:pt x="30479" y="29059"/>
                  </a:lnTo>
                  <a:lnTo>
                    <a:pt x="22788" y="33920"/>
                  </a:lnTo>
                  <a:lnTo>
                    <a:pt x="26586" y="38115"/>
                  </a:lnTo>
                  <a:lnTo>
                    <a:pt x="25637" y="67014"/>
                  </a:lnTo>
                  <a:lnTo>
                    <a:pt x="10254" y="70355"/>
                  </a:lnTo>
                  <a:lnTo>
                    <a:pt x="7216" y="63675"/>
                  </a:lnTo>
                  <a:lnTo>
                    <a:pt x="9874" y="54993"/>
                  </a:lnTo>
                  <a:lnTo>
                    <a:pt x="8355" y="47364"/>
                  </a:lnTo>
                  <a:lnTo>
                    <a:pt x="0" y="30393"/>
                  </a:lnTo>
                  <a:lnTo>
                    <a:pt x="9780" y="18480"/>
                  </a:lnTo>
                  <a:lnTo>
                    <a:pt x="15287" y="17814"/>
                  </a:lnTo>
                  <a:lnTo>
                    <a:pt x="19275" y="10001"/>
                  </a:lnTo>
                  <a:lnTo>
                    <a:pt x="41114" y="0"/>
                  </a:lnTo>
                  <a:lnTo>
                    <a:pt x="45482" y="857"/>
                  </a:lnTo>
                  <a:lnTo>
                    <a:pt x="54312" y="100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oPE_MapPart_AGO_2_4" descr="Angola">
              <a:extLst>
                <a:ext uri="{FF2B5EF4-FFF2-40B4-BE49-F238E27FC236}">
                  <a16:creationId xmlns:a16="http://schemas.microsoft.com/office/drawing/2014/main" id="{FCD33D8E-8A27-B8F4-1AB7-579E44B9761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028299" y="3395694"/>
              <a:ext cx="649001" cy="657221"/>
            </a:xfrm>
            <a:custGeom>
              <a:avLst/>
              <a:gdLst/>
              <a:ahLst/>
              <a:cxnLst/>
              <a:rect l="0" t="0" r="0" b="0"/>
              <a:pathLst>
                <a:path w="649001" h="657221">
                  <a:moveTo>
                    <a:pt x="644823" y="267566"/>
                  </a:moveTo>
                  <a:lnTo>
                    <a:pt x="649000" y="296212"/>
                  </a:lnTo>
                  <a:lnTo>
                    <a:pt x="645013" y="308616"/>
                  </a:lnTo>
                  <a:lnTo>
                    <a:pt x="646153" y="351042"/>
                  </a:lnTo>
                  <a:lnTo>
                    <a:pt x="640361" y="371475"/>
                  </a:lnTo>
                  <a:lnTo>
                    <a:pt x="644633" y="381703"/>
                  </a:lnTo>
                  <a:lnTo>
                    <a:pt x="539995" y="382385"/>
                  </a:lnTo>
                  <a:lnTo>
                    <a:pt x="539995" y="543333"/>
                  </a:lnTo>
                  <a:lnTo>
                    <a:pt x="543224" y="560234"/>
                  </a:lnTo>
                  <a:lnTo>
                    <a:pt x="549016" y="578647"/>
                  </a:lnTo>
                  <a:lnTo>
                    <a:pt x="565253" y="590643"/>
                  </a:lnTo>
                  <a:lnTo>
                    <a:pt x="613868" y="636174"/>
                  </a:lnTo>
                  <a:lnTo>
                    <a:pt x="510276" y="656121"/>
                  </a:lnTo>
                  <a:lnTo>
                    <a:pt x="494323" y="653626"/>
                  </a:lnTo>
                  <a:lnTo>
                    <a:pt x="474858" y="657220"/>
                  </a:lnTo>
                  <a:lnTo>
                    <a:pt x="456247" y="649833"/>
                  </a:lnTo>
                  <a:lnTo>
                    <a:pt x="380475" y="645245"/>
                  </a:lnTo>
                  <a:lnTo>
                    <a:pt x="367941" y="639662"/>
                  </a:lnTo>
                  <a:lnTo>
                    <a:pt x="355692" y="625220"/>
                  </a:lnTo>
                  <a:lnTo>
                    <a:pt x="350945" y="622831"/>
                  </a:lnTo>
                  <a:lnTo>
                    <a:pt x="119925" y="623428"/>
                  </a:lnTo>
                  <a:lnTo>
                    <a:pt x="102928" y="613681"/>
                  </a:lnTo>
                  <a:lnTo>
                    <a:pt x="91439" y="603049"/>
                  </a:lnTo>
                  <a:lnTo>
                    <a:pt x="71594" y="598978"/>
                  </a:lnTo>
                  <a:lnTo>
                    <a:pt x="42444" y="612588"/>
                  </a:lnTo>
                  <a:lnTo>
                    <a:pt x="14243" y="610103"/>
                  </a:lnTo>
                  <a:lnTo>
                    <a:pt x="0" y="614576"/>
                  </a:lnTo>
                  <a:lnTo>
                    <a:pt x="4083" y="573496"/>
                  </a:lnTo>
                  <a:lnTo>
                    <a:pt x="2848" y="545012"/>
                  </a:lnTo>
                  <a:lnTo>
                    <a:pt x="380" y="536620"/>
                  </a:lnTo>
                  <a:lnTo>
                    <a:pt x="8260" y="530404"/>
                  </a:lnTo>
                  <a:lnTo>
                    <a:pt x="14433" y="519164"/>
                  </a:lnTo>
                  <a:lnTo>
                    <a:pt x="28296" y="471273"/>
                  </a:lnTo>
                  <a:lnTo>
                    <a:pt x="33518" y="438637"/>
                  </a:lnTo>
                  <a:lnTo>
                    <a:pt x="40165" y="423280"/>
                  </a:lnTo>
                  <a:lnTo>
                    <a:pt x="42539" y="405989"/>
                  </a:lnTo>
                  <a:lnTo>
                    <a:pt x="60864" y="383847"/>
                  </a:lnTo>
                  <a:lnTo>
                    <a:pt x="65422" y="370209"/>
                  </a:lnTo>
                  <a:lnTo>
                    <a:pt x="88306" y="356390"/>
                  </a:lnTo>
                  <a:lnTo>
                    <a:pt x="97801" y="343751"/>
                  </a:lnTo>
                  <a:lnTo>
                    <a:pt x="107771" y="318217"/>
                  </a:lnTo>
                  <a:lnTo>
                    <a:pt x="107676" y="300668"/>
                  </a:lnTo>
                  <a:lnTo>
                    <a:pt x="110999" y="277335"/>
                  </a:lnTo>
                  <a:lnTo>
                    <a:pt x="104353" y="254809"/>
                  </a:lnTo>
                  <a:lnTo>
                    <a:pt x="94762" y="243316"/>
                  </a:lnTo>
                  <a:lnTo>
                    <a:pt x="92389" y="234532"/>
                  </a:lnTo>
                  <a:lnTo>
                    <a:pt x="83843" y="220740"/>
                  </a:lnTo>
                  <a:lnTo>
                    <a:pt x="77386" y="204934"/>
                  </a:lnTo>
                  <a:lnTo>
                    <a:pt x="74538" y="188084"/>
                  </a:lnTo>
                  <a:lnTo>
                    <a:pt x="66182" y="169903"/>
                  </a:lnTo>
                  <a:lnTo>
                    <a:pt x="68745" y="163174"/>
                  </a:lnTo>
                  <a:lnTo>
                    <a:pt x="71214" y="161925"/>
                  </a:lnTo>
                  <a:lnTo>
                    <a:pt x="69125" y="167692"/>
                  </a:lnTo>
                  <a:lnTo>
                    <a:pt x="85267" y="150586"/>
                  </a:lnTo>
                  <a:lnTo>
                    <a:pt x="86311" y="133688"/>
                  </a:lnTo>
                  <a:lnTo>
                    <a:pt x="59060" y="73116"/>
                  </a:lnTo>
                  <a:lnTo>
                    <a:pt x="56971" y="58380"/>
                  </a:lnTo>
                  <a:lnTo>
                    <a:pt x="41019" y="38970"/>
                  </a:lnTo>
                  <a:lnTo>
                    <a:pt x="28486" y="14225"/>
                  </a:lnTo>
                  <a:lnTo>
                    <a:pt x="29530" y="12602"/>
                  </a:lnTo>
                  <a:lnTo>
                    <a:pt x="55262" y="7923"/>
                  </a:lnTo>
                  <a:lnTo>
                    <a:pt x="69885" y="477"/>
                  </a:lnTo>
                  <a:lnTo>
                    <a:pt x="76057" y="0"/>
                  </a:lnTo>
                  <a:lnTo>
                    <a:pt x="140055" y="2004"/>
                  </a:lnTo>
                  <a:lnTo>
                    <a:pt x="241180" y="572"/>
                  </a:lnTo>
                  <a:lnTo>
                    <a:pt x="247351" y="2386"/>
                  </a:lnTo>
                  <a:lnTo>
                    <a:pt x="252859" y="5822"/>
                  </a:lnTo>
                  <a:lnTo>
                    <a:pt x="261309" y="16421"/>
                  </a:lnTo>
                  <a:lnTo>
                    <a:pt x="263778" y="40499"/>
                  </a:lnTo>
                  <a:lnTo>
                    <a:pt x="273083" y="57233"/>
                  </a:lnTo>
                  <a:lnTo>
                    <a:pt x="276502" y="74456"/>
                  </a:lnTo>
                  <a:lnTo>
                    <a:pt x="307836" y="119201"/>
                  </a:lnTo>
                  <a:lnTo>
                    <a:pt x="325497" y="117571"/>
                  </a:lnTo>
                  <a:lnTo>
                    <a:pt x="330530" y="119681"/>
                  </a:lnTo>
                  <a:lnTo>
                    <a:pt x="359775" y="110571"/>
                  </a:lnTo>
                  <a:lnTo>
                    <a:pt x="379905" y="114022"/>
                  </a:lnTo>
                  <a:lnTo>
                    <a:pt x="400795" y="112200"/>
                  </a:lnTo>
                  <a:lnTo>
                    <a:pt x="402409" y="95620"/>
                  </a:lnTo>
                  <a:lnTo>
                    <a:pt x="408106" y="85850"/>
                  </a:lnTo>
                  <a:lnTo>
                    <a:pt x="410670" y="68427"/>
                  </a:lnTo>
                  <a:lnTo>
                    <a:pt x="417601" y="62781"/>
                  </a:lnTo>
                  <a:lnTo>
                    <a:pt x="428996" y="60007"/>
                  </a:lnTo>
                  <a:lnTo>
                    <a:pt x="466692" y="56468"/>
                  </a:lnTo>
                  <a:lnTo>
                    <a:pt x="463843" y="70436"/>
                  </a:lnTo>
                  <a:lnTo>
                    <a:pt x="467642" y="75509"/>
                  </a:lnTo>
                  <a:lnTo>
                    <a:pt x="529550" y="77520"/>
                  </a:lnTo>
                  <a:lnTo>
                    <a:pt x="532684" y="83168"/>
                  </a:lnTo>
                  <a:lnTo>
                    <a:pt x="529456" y="106832"/>
                  </a:lnTo>
                  <a:lnTo>
                    <a:pt x="530595" y="119968"/>
                  </a:lnTo>
                  <a:lnTo>
                    <a:pt x="535533" y="132153"/>
                  </a:lnTo>
                  <a:lnTo>
                    <a:pt x="536102" y="150971"/>
                  </a:lnTo>
                  <a:lnTo>
                    <a:pt x="531165" y="192319"/>
                  </a:lnTo>
                  <a:lnTo>
                    <a:pt x="533538" y="199059"/>
                  </a:lnTo>
                  <a:lnTo>
                    <a:pt x="551485" y="222957"/>
                  </a:lnTo>
                  <a:lnTo>
                    <a:pt x="555567" y="234629"/>
                  </a:lnTo>
                  <a:lnTo>
                    <a:pt x="557277" y="257900"/>
                  </a:lnTo>
                  <a:lnTo>
                    <a:pt x="555853" y="262829"/>
                  </a:lnTo>
                  <a:lnTo>
                    <a:pt x="550440" y="268630"/>
                  </a:lnTo>
                  <a:lnTo>
                    <a:pt x="553004" y="281012"/>
                  </a:lnTo>
                  <a:lnTo>
                    <a:pt x="557656" y="285077"/>
                  </a:lnTo>
                  <a:lnTo>
                    <a:pt x="570665" y="277431"/>
                  </a:lnTo>
                  <a:lnTo>
                    <a:pt x="597821" y="279173"/>
                  </a:lnTo>
                  <a:lnTo>
                    <a:pt x="618331" y="272788"/>
                  </a:lnTo>
                  <a:lnTo>
                    <a:pt x="637796" y="275207"/>
                  </a:lnTo>
                  <a:lnTo>
                    <a:pt x="641309" y="273562"/>
                  </a:lnTo>
                  <a:lnTo>
                    <a:pt x="642829" y="2686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oPE_MapPart_BEN_1_5" descr="Benin">
              <a:extLst>
                <a:ext uri="{FF2B5EF4-FFF2-40B4-BE49-F238E27FC236}">
                  <a16:creationId xmlns:a16="http://schemas.microsoft.com/office/drawing/2014/main" id="{9152996F-5CBF-C6D7-F589-F7F819149CB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449942" y="2427853"/>
              <a:ext cx="161136" cy="329810"/>
            </a:xfrm>
            <a:custGeom>
              <a:avLst/>
              <a:gdLst/>
              <a:ahLst/>
              <a:cxnLst/>
              <a:rect l="0" t="0" r="0" b="0"/>
              <a:pathLst>
                <a:path w="161136" h="329810">
                  <a:moveTo>
                    <a:pt x="44438" y="329809"/>
                  </a:moveTo>
                  <a:lnTo>
                    <a:pt x="43868" y="327994"/>
                  </a:lnTo>
                  <a:lnTo>
                    <a:pt x="52699" y="325701"/>
                  </a:lnTo>
                  <a:lnTo>
                    <a:pt x="50800" y="318727"/>
                  </a:lnTo>
                  <a:lnTo>
                    <a:pt x="43204" y="308979"/>
                  </a:lnTo>
                  <a:lnTo>
                    <a:pt x="42349" y="294732"/>
                  </a:lnTo>
                  <a:lnTo>
                    <a:pt x="39690" y="288610"/>
                  </a:lnTo>
                  <a:lnTo>
                    <a:pt x="44628" y="288419"/>
                  </a:lnTo>
                  <a:lnTo>
                    <a:pt x="43299" y="179001"/>
                  </a:lnTo>
                  <a:lnTo>
                    <a:pt x="31999" y="162360"/>
                  </a:lnTo>
                  <a:lnTo>
                    <a:pt x="29056" y="128357"/>
                  </a:lnTo>
                  <a:lnTo>
                    <a:pt x="0" y="108967"/>
                  </a:lnTo>
                  <a:lnTo>
                    <a:pt x="475" y="90133"/>
                  </a:lnTo>
                  <a:lnTo>
                    <a:pt x="6362" y="74954"/>
                  </a:lnTo>
                  <a:lnTo>
                    <a:pt x="10825" y="70311"/>
                  </a:lnTo>
                  <a:lnTo>
                    <a:pt x="16142" y="70407"/>
                  </a:lnTo>
                  <a:lnTo>
                    <a:pt x="19371" y="61020"/>
                  </a:lnTo>
                  <a:lnTo>
                    <a:pt x="28391" y="58696"/>
                  </a:lnTo>
                  <a:lnTo>
                    <a:pt x="34183" y="50463"/>
                  </a:lnTo>
                  <a:lnTo>
                    <a:pt x="41210" y="50366"/>
                  </a:lnTo>
                  <a:lnTo>
                    <a:pt x="43299" y="52982"/>
                  </a:lnTo>
                  <a:lnTo>
                    <a:pt x="56877" y="50754"/>
                  </a:lnTo>
                  <a:lnTo>
                    <a:pt x="63334" y="52013"/>
                  </a:lnTo>
                  <a:lnTo>
                    <a:pt x="79570" y="37379"/>
                  </a:lnTo>
                  <a:lnTo>
                    <a:pt x="83559" y="29328"/>
                  </a:lnTo>
                  <a:lnTo>
                    <a:pt x="86122" y="20788"/>
                  </a:lnTo>
                  <a:lnTo>
                    <a:pt x="83654" y="8746"/>
                  </a:lnTo>
                  <a:lnTo>
                    <a:pt x="106822" y="0"/>
                  </a:lnTo>
                  <a:lnTo>
                    <a:pt x="110715" y="875"/>
                  </a:lnTo>
                  <a:lnTo>
                    <a:pt x="132934" y="24671"/>
                  </a:lnTo>
                  <a:lnTo>
                    <a:pt x="145183" y="32142"/>
                  </a:lnTo>
                  <a:lnTo>
                    <a:pt x="148506" y="37088"/>
                  </a:lnTo>
                  <a:lnTo>
                    <a:pt x="142999" y="47750"/>
                  </a:lnTo>
                  <a:lnTo>
                    <a:pt x="142904" y="53272"/>
                  </a:lnTo>
                  <a:lnTo>
                    <a:pt x="154963" y="70311"/>
                  </a:lnTo>
                  <a:lnTo>
                    <a:pt x="157052" y="86944"/>
                  </a:lnTo>
                  <a:lnTo>
                    <a:pt x="161135" y="95641"/>
                  </a:lnTo>
                  <a:lnTo>
                    <a:pt x="157811" y="105781"/>
                  </a:lnTo>
                  <a:lnTo>
                    <a:pt x="151260" y="106263"/>
                  </a:lnTo>
                  <a:lnTo>
                    <a:pt x="147652" y="112538"/>
                  </a:lnTo>
                  <a:lnTo>
                    <a:pt x="151165" y="119581"/>
                  </a:lnTo>
                  <a:lnTo>
                    <a:pt x="146512" y="133177"/>
                  </a:lnTo>
                  <a:lnTo>
                    <a:pt x="135878" y="138189"/>
                  </a:lnTo>
                  <a:lnTo>
                    <a:pt x="134548" y="145993"/>
                  </a:lnTo>
                  <a:lnTo>
                    <a:pt x="124293" y="157547"/>
                  </a:lnTo>
                  <a:lnTo>
                    <a:pt x="124958" y="164573"/>
                  </a:lnTo>
                  <a:lnTo>
                    <a:pt x="119546" y="177174"/>
                  </a:lnTo>
                  <a:lnTo>
                    <a:pt x="105303" y="179097"/>
                  </a:lnTo>
                  <a:lnTo>
                    <a:pt x="100555" y="241784"/>
                  </a:lnTo>
                  <a:lnTo>
                    <a:pt x="102359" y="255488"/>
                  </a:lnTo>
                  <a:lnTo>
                    <a:pt x="105777" y="262863"/>
                  </a:lnTo>
                  <a:lnTo>
                    <a:pt x="102454" y="289280"/>
                  </a:lnTo>
                  <a:lnTo>
                    <a:pt x="105208" y="303530"/>
                  </a:lnTo>
                  <a:lnTo>
                    <a:pt x="101694" y="321784"/>
                  </a:lnTo>
                  <a:lnTo>
                    <a:pt x="54788" y="32751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PE_MapPart_BWA_1_6" descr="Botswana">
              <a:extLst>
                <a:ext uri="{FF2B5EF4-FFF2-40B4-BE49-F238E27FC236}">
                  <a16:creationId xmlns:a16="http://schemas.microsoft.com/office/drawing/2014/main" id="{45501B7E-84DB-28D0-8AA7-44127B4C455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462707" y="4040042"/>
              <a:ext cx="495179" cy="517633"/>
            </a:xfrm>
            <a:custGeom>
              <a:avLst/>
              <a:gdLst/>
              <a:ahLst/>
              <a:cxnLst/>
              <a:rect l="0" t="0" r="0" b="0"/>
              <a:pathLst>
                <a:path w="495179" h="517633">
                  <a:moveTo>
                    <a:pt x="278591" y="299"/>
                  </a:moveTo>
                  <a:lnTo>
                    <a:pt x="277641" y="10077"/>
                  </a:lnTo>
                  <a:lnTo>
                    <a:pt x="314483" y="63931"/>
                  </a:lnTo>
                  <a:lnTo>
                    <a:pt x="315053" y="71965"/>
                  </a:lnTo>
                  <a:lnTo>
                    <a:pt x="326542" y="97521"/>
                  </a:lnTo>
                  <a:lnTo>
                    <a:pt x="353413" y="117392"/>
                  </a:lnTo>
                  <a:lnTo>
                    <a:pt x="379810" y="129012"/>
                  </a:lnTo>
                  <a:lnTo>
                    <a:pt x="383988" y="136396"/>
                  </a:lnTo>
                  <a:lnTo>
                    <a:pt x="385223" y="150271"/>
                  </a:lnTo>
                  <a:lnTo>
                    <a:pt x="403359" y="150575"/>
                  </a:lnTo>
                  <a:lnTo>
                    <a:pt x="407347" y="153211"/>
                  </a:lnTo>
                  <a:lnTo>
                    <a:pt x="405733" y="183276"/>
                  </a:lnTo>
                  <a:lnTo>
                    <a:pt x="414943" y="194476"/>
                  </a:lnTo>
                  <a:lnTo>
                    <a:pt x="423868" y="211100"/>
                  </a:lnTo>
                  <a:lnTo>
                    <a:pt x="451215" y="216513"/>
                  </a:lnTo>
                  <a:lnTo>
                    <a:pt x="477232" y="224792"/>
                  </a:lnTo>
                  <a:lnTo>
                    <a:pt x="478181" y="237381"/>
                  </a:lnTo>
                  <a:lnTo>
                    <a:pt x="481505" y="240146"/>
                  </a:lnTo>
                  <a:lnTo>
                    <a:pt x="488436" y="240863"/>
                  </a:lnTo>
                  <a:lnTo>
                    <a:pt x="495178" y="247424"/>
                  </a:lnTo>
                  <a:lnTo>
                    <a:pt x="482739" y="248552"/>
                  </a:lnTo>
                  <a:lnTo>
                    <a:pt x="476662" y="252246"/>
                  </a:lnTo>
                  <a:lnTo>
                    <a:pt x="467451" y="263746"/>
                  </a:lnTo>
                  <a:lnTo>
                    <a:pt x="443333" y="270223"/>
                  </a:lnTo>
                  <a:lnTo>
                    <a:pt x="434218" y="275984"/>
                  </a:lnTo>
                  <a:lnTo>
                    <a:pt x="410385" y="304752"/>
                  </a:lnTo>
                  <a:lnTo>
                    <a:pt x="404403" y="305993"/>
                  </a:lnTo>
                  <a:lnTo>
                    <a:pt x="396712" y="314573"/>
                  </a:lnTo>
                  <a:lnTo>
                    <a:pt x="378102" y="323577"/>
                  </a:lnTo>
                  <a:lnTo>
                    <a:pt x="369746" y="333940"/>
                  </a:lnTo>
                  <a:lnTo>
                    <a:pt x="361675" y="364907"/>
                  </a:lnTo>
                  <a:lnTo>
                    <a:pt x="338601" y="386495"/>
                  </a:lnTo>
                  <a:lnTo>
                    <a:pt x="313059" y="394332"/>
                  </a:lnTo>
                  <a:lnTo>
                    <a:pt x="295682" y="444380"/>
                  </a:lnTo>
                  <a:lnTo>
                    <a:pt x="288276" y="450701"/>
                  </a:lnTo>
                  <a:lnTo>
                    <a:pt x="251624" y="456711"/>
                  </a:lnTo>
                  <a:lnTo>
                    <a:pt x="229595" y="452387"/>
                  </a:lnTo>
                  <a:lnTo>
                    <a:pt x="222379" y="445960"/>
                  </a:lnTo>
                  <a:lnTo>
                    <a:pt x="206522" y="444064"/>
                  </a:lnTo>
                  <a:lnTo>
                    <a:pt x="179936" y="425978"/>
                  </a:lnTo>
                  <a:lnTo>
                    <a:pt x="167212" y="425768"/>
                  </a:lnTo>
                  <a:lnTo>
                    <a:pt x="160565" y="427868"/>
                  </a:lnTo>
                  <a:lnTo>
                    <a:pt x="152968" y="435646"/>
                  </a:lnTo>
                  <a:lnTo>
                    <a:pt x="138156" y="475194"/>
                  </a:lnTo>
                  <a:lnTo>
                    <a:pt x="118121" y="490230"/>
                  </a:lnTo>
                  <a:lnTo>
                    <a:pt x="111475" y="501581"/>
                  </a:lnTo>
                  <a:lnTo>
                    <a:pt x="95522" y="509229"/>
                  </a:lnTo>
                  <a:lnTo>
                    <a:pt x="90584" y="516993"/>
                  </a:lnTo>
                  <a:lnTo>
                    <a:pt x="57636" y="517632"/>
                  </a:lnTo>
                  <a:lnTo>
                    <a:pt x="47096" y="515078"/>
                  </a:lnTo>
                  <a:lnTo>
                    <a:pt x="40165" y="517419"/>
                  </a:lnTo>
                  <a:lnTo>
                    <a:pt x="34943" y="511143"/>
                  </a:lnTo>
                  <a:lnTo>
                    <a:pt x="34183" y="493516"/>
                  </a:lnTo>
                  <a:lnTo>
                    <a:pt x="44153" y="477099"/>
                  </a:lnTo>
                  <a:lnTo>
                    <a:pt x="43014" y="462514"/>
                  </a:lnTo>
                  <a:lnTo>
                    <a:pt x="33328" y="437644"/>
                  </a:lnTo>
                  <a:lnTo>
                    <a:pt x="19370" y="410662"/>
                  </a:lnTo>
                  <a:lnTo>
                    <a:pt x="95" y="396005"/>
                  </a:lnTo>
                  <a:lnTo>
                    <a:pt x="0" y="236356"/>
                  </a:lnTo>
                  <a:lnTo>
                    <a:pt x="52414" y="236356"/>
                  </a:lnTo>
                  <a:lnTo>
                    <a:pt x="52508" y="29461"/>
                  </a:lnTo>
                  <a:lnTo>
                    <a:pt x="171010" y="11773"/>
                  </a:lnTo>
                  <a:lnTo>
                    <a:pt x="175188" y="13271"/>
                  </a:lnTo>
                  <a:lnTo>
                    <a:pt x="191045" y="37366"/>
                  </a:lnTo>
                  <a:lnTo>
                    <a:pt x="225038" y="13071"/>
                  </a:lnTo>
                  <a:lnTo>
                    <a:pt x="231115" y="10576"/>
                  </a:lnTo>
                  <a:lnTo>
                    <a:pt x="240135" y="14669"/>
                  </a:lnTo>
                  <a:lnTo>
                    <a:pt x="253903" y="4289"/>
                  </a:lnTo>
                  <a:lnTo>
                    <a:pt x="27631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PE_MapPart_BFA_1_7" descr="Burkina Faso">
              <a:extLst>
                <a:ext uri="{FF2B5EF4-FFF2-40B4-BE49-F238E27FC236}">
                  <a16:creationId xmlns:a16="http://schemas.microsoft.com/office/drawing/2014/main" id="{DF3276E6-1DE1-D4F5-B8D2-08BCE7BF9E6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117418" y="2281512"/>
              <a:ext cx="417413" cy="305333"/>
            </a:xfrm>
            <a:custGeom>
              <a:avLst/>
              <a:gdLst/>
              <a:ahLst/>
              <a:cxnLst/>
              <a:rect l="0" t="0" r="0" b="0"/>
              <a:pathLst>
                <a:path w="417413" h="305333">
                  <a:moveTo>
                    <a:pt x="338886" y="221295"/>
                  </a:moveTo>
                  <a:lnTo>
                    <a:pt x="317427" y="223327"/>
                  </a:lnTo>
                  <a:lnTo>
                    <a:pt x="316952" y="221295"/>
                  </a:lnTo>
                  <a:lnTo>
                    <a:pt x="275648" y="211910"/>
                  </a:lnTo>
                  <a:lnTo>
                    <a:pt x="273179" y="216168"/>
                  </a:lnTo>
                  <a:lnTo>
                    <a:pt x="268716" y="215877"/>
                  </a:lnTo>
                  <a:lnTo>
                    <a:pt x="265488" y="220521"/>
                  </a:lnTo>
                  <a:lnTo>
                    <a:pt x="257227" y="224874"/>
                  </a:lnTo>
                  <a:lnTo>
                    <a:pt x="254378" y="221489"/>
                  </a:lnTo>
                  <a:lnTo>
                    <a:pt x="236432" y="220328"/>
                  </a:lnTo>
                  <a:lnTo>
                    <a:pt x="142144" y="221005"/>
                  </a:lnTo>
                  <a:lnTo>
                    <a:pt x="137681" y="242754"/>
                  </a:lnTo>
                  <a:lnTo>
                    <a:pt x="144423" y="252991"/>
                  </a:lnTo>
                  <a:lnTo>
                    <a:pt x="142429" y="255114"/>
                  </a:lnTo>
                  <a:lnTo>
                    <a:pt x="145468" y="261773"/>
                  </a:lnTo>
                  <a:lnTo>
                    <a:pt x="146322" y="285397"/>
                  </a:lnTo>
                  <a:lnTo>
                    <a:pt x="144708" y="288191"/>
                  </a:lnTo>
                  <a:lnTo>
                    <a:pt x="149171" y="302348"/>
                  </a:lnTo>
                  <a:lnTo>
                    <a:pt x="145468" y="305332"/>
                  </a:lnTo>
                  <a:lnTo>
                    <a:pt x="142809" y="305236"/>
                  </a:lnTo>
                  <a:lnTo>
                    <a:pt x="133789" y="291274"/>
                  </a:lnTo>
                  <a:lnTo>
                    <a:pt x="121350" y="280193"/>
                  </a:lnTo>
                  <a:lnTo>
                    <a:pt x="91440" y="278940"/>
                  </a:lnTo>
                  <a:lnTo>
                    <a:pt x="66277" y="288288"/>
                  </a:lnTo>
                  <a:lnTo>
                    <a:pt x="62859" y="293489"/>
                  </a:lnTo>
                  <a:lnTo>
                    <a:pt x="52604" y="289347"/>
                  </a:lnTo>
                  <a:lnTo>
                    <a:pt x="47381" y="289925"/>
                  </a:lnTo>
                  <a:lnTo>
                    <a:pt x="29246" y="278265"/>
                  </a:lnTo>
                  <a:lnTo>
                    <a:pt x="22409" y="261580"/>
                  </a:lnTo>
                  <a:lnTo>
                    <a:pt x="13768" y="257431"/>
                  </a:lnTo>
                  <a:lnTo>
                    <a:pt x="7501" y="257721"/>
                  </a:lnTo>
                  <a:lnTo>
                    <a:pt x="0" y="251736"/>
                  </a:lnTo>
                  <a:lnTo>
                    <a:pt x="3514" y="233188"/>
                  </a:lnTo>
                  <a:lnTo>
                    <a:pt x="1804" y="218587"/>
                  </a:lnTo>
                  <a:lnTo>
                    <a:pt x="9306" y="213942"/>
                  </a:lnTo>
                  <a:lnTo>
                    <a:pt x="14433" y="200679"/>
                  </a:lnTo>
                  <a:lnTo>
                    <a:pt x="15573" y="192832"/>
                  </a:lnTo>
                  <a:lnTo>
                    <a:pt x="12344" y="184107"/>
                  </a:lnTo>
                  <a:lnTo>
                    <a:pt x="12439" y="176348"/>
                  </a:lnTo>
                  <a:lnTo>
                    <a:pt x="22029" y="168780"/>
                  </a:lnTo>
                  <a:lnTo>
                    <a:pt x="43489" y="162955"/>
                  </a:lnTo>
                  <a:lnTo>
                    <a:pt x="57827" y="148868"/>
                  </a:lnTo>
                  <a:lnTo>
                    <a:pt x="58111" y="135643"/>
                  </a:lnTo>
                  <a:lnTo>
                    <a:pt x="55072" y="130778"/>
                  </a:lnTo>
                  <a:lnTo>
                    <a:pt x="68461" y="124158"/>
                  </a:lnTo>
                  <a:lnTo>
                    <a:pt x="68556" y="119581"/>
                  </a:lnTo>
                  <a:lnTo>
                    <a:pt x="63049" y="106620"/>
                  </a:lnTo>
                  <a:lnTo>
                    <a:pt x="72449" y="96477"/>
                  </a:lnTo>
                  <a:lnTo>
                    <a:pt x="77671" y="92280"/>
                  </a:lnTo>
                  <a:lnTo>
                    <a:pt x="83179" y="91207"/>
                  </a:lnTo>
                  <a:lnTo>
                    <a:pt x="102739" y="102525"/>
                  </a:lnTo>
                  <a:lnTo>
                    <a:pt x="108341" y="102427"/>
                  </a:lnTo>
                  <a:lnTo>
                    <a:pt x="117267" y="97843"/>
                  </a:lnTo>
                  <a:lnTo>
                    <a:pt x="120020" y="77339"/>
                  </a:lnTo>
                  <a:lnTo>
                    <a:pt x="135782" y="77925"/>
                  </a:lnTo>
                  <a:lnTo>
                    <a:pt x="139770" y="61498"/>
                  </a:lnTo>
                  <a:lnTo>
                    <a:pt x="154963" y="46422"/>
                  </a:lnTo>
                  <a:lnTo>
                    <a:pt x="161799" y="43875"/>
                  </a:lnTo>
                  <a:lnTo>
                    <a:pt x="179935" y="49655"/>
                  </a:lnTo>
                  <a:lnTo>
                    <a:pt x="182879" y="48186"/>
                  </a:lnTo>
                  <a:lnTo>
                    <a:pt x="187342" y="33975"/>
                  </a:lnTo>
                  <a:lnTo>
                    <a:pt x="201964" y="31132"/>
                  </a:lnTo>
                  <a:lnTo>
                    <a:pt x="236053" y="14152"/>
                  </a:lnTo>
                  <a:lnTo>
                    <a:pt x="251340" y="1671"/>
                  </a:lnTo>
                  <a:lnTo>
                    <a:pt x="263114" y="0"/>
                  </a:lnTo>
                  <a:lnTo>
                    <a:pt x="270045" y="3637"/>
                  </a:lnTo>
                  <a:lnTo>
                    <a:pt x="278971" y="1081"/>
                  </a:lnTo>
                  <a:lnTo>
                    <a:pt x="302899" y="9141"/>
                  </a:lnTo>
                  <a:lnTo>
                    <a:pt x="300051" y="31720"/>
                  </a:lnTo>
                  <a:lnTo>
                    <a:pt x="311635" y="45443"/>
                  </a:lnTo>
                  <a:lnTo>
                    <a:pt x="310115" y="51221"/>
                  </a:lnTo>
                  <a:lnTo>
                    <a:pt x="314009" y="60325"/>
                  </a:lnTo>
                  <a:lnTo>
                    <a:pt x="323979" y="74895"/>
                  </a:lnTo>
                  <a:lnTo>
                    <a:pt x="338791" y="79879"/>
                  </a:lnTo>
                  <a:lnTo>
                    <a:pt x="345058" y="87692"/>
                  </a:lnTo>
                  <a:lnTo>
                    <a:pt x="354743" y="93647"/>
                  </a:lnTo>
                  <a:lnTo>
                    <a:pt x="353129" y="95208"/>
                  </a:lnTo>
                  <a:lnTo>
                    <a:pt x="343539" y="93256"/>
                  </a:lnTo>
                  <a:lnTo>
                    <a:pt x="343539" y="110812"/>
                  </a:lnTo>
                  <a:lnTo>
                    <a:pt x="349236" y="112956"/>
                  </a:lnTo>
                  <a:lnTo>
                    <a:pt x="373924" y="132724"/>
                  </a:lnTo>
                  <a:lnTo>
                    <a:pt x="385793" y="133989"/>
                  </a:lnTo>
                  <a:lnTo>
                    <a:pt x="394623" y="128831"/>
                  </a:lnTo>
                  <a:lnTo>
                    <a:pt x="400795" y="128539"/>
                  </a:lnTo>
                  <a:lnTo>
                    <a:pt x="408107" y="137978"/>
                  </a:lnTo>
                  <a:lnTo>
                    <a:pt x="408581" y="144007"/>
                  </a:lnTo>
                  <a:lnTo>
                    <a:pt x="400036" y="147702"/>
                  </a:lnTo>
                  <a:lnTo>
                    <a:pt x="417412" y="172661"/>
                  </a:lnTo>
                  <a:lnTo>
                    <a:pt x="412094" y="183720"/>
                  </a:lnTo>
                  <a:lnTo>
                    <a:pt x="395858" y="198354"/>
                  </a:lnTo>
                  <a:lnTo>
                    <a:pt x="389401" y="197095"/>
                  </a:lnTo>
                  <a:lnTo>
                    <a:pt x="375823" y="199323"/>
                  </a:lnTo>
                  <a:lnTo>
                    <a:pt x="373734" y="196707"/>
                  </a:lnTo>
                  <a:lnTo>
                    <a:pt x="366707" y="196804"/>
                  </a:lnTo>
                  <a:lnTo>
                    <a:pt x="360915" y="205037"/>
                  </a:lnTo>
                  <a:lnTo>
                    <a:pt x="351895" y="207361"/>
                  </a:lnTo>
                  <a:lnTo>
                    <a:pt x="348666" y="216748"/>
                  </a:lnTo>
                  <a:lnTo>
                    <a:pt x="343349" y="216652"/>
                  </a:lnTo>
                  <a:lnTo>
                    <a:pt x="340216" y="2212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PE_MapPart_BDI_1_8" descr="Burundi">
              <a:extLst>
                <a:ext uri="{FF2B5EF4-FFF2-40B4-BE49-F238E27FC236}">
                  <a16:creationId xmlns:a16="http://schemas.microsoft.com/office/drawing/2014/main" id="{2F252631-0F30-9C32-2E39-D7CBB5E8503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939464" y="3208321"/>
              <a:ext cx="93624" cy="113198"/>
            </a:xfrm>
            <a:custGeom>
              <a:avLst/>
              <a:gdLst/>
              <a:ahLst/>
              <a:cxnLst/>
              <a:rect l="0" t="0" r="0" b="0"/>
              <a:pathLst>
                <a:path w="93624" h="113198">
                  <a:moveTo>
                    <a:pt x="81090" y="4561"/>
                  </a:moveTo>
                  <a:lnTo>
                    <a:pt x="74253" y="17392"/>
                  </a:lnTo>
                  <a:lnTo>
                    <a:pt x="76912" y="20149"/>
                  </a:lnTo>
                  <a:lnTo>
                    <a:pt x="74728" y="29656"/>
                  </a:lnTo>
                  <a:lnTo>
                    <a:pt x="93054" y="35455"/>
                  </a:lnTo>
                  <a:lnTo>
                    <a:pt x="93623" y="50765"/>
                  </a:lnTo>
                  <a:lnTo>
                    <a:pt x="84888" y="54665"/>
                  </a:lnTo>
                  <a:lnTo>
                    <a:pt x="85268" y="58375"/>
                  </a:lnTo>
                  <a:lnTo>
                    <a:pt x="74348" y="67412"/>
                  </a:lnTo>
                  <a:lnTo>
                    <a:pt x="71879" y="74929"/>
                  </a:lnTo>
                  <a:lnTo>
                    <a:pt x="59630" y="93678"/>
                  </a:lnTo>
                  <a:lnTo>
                    <a:pt x="49091" y="105388"/>
                  </a:lnTo>
                  <a:lnTo>
                    <a:pt x="37032" y="113197"/>
                  </a:lnTo>
                  <a:lnTo>
                    <a:pt x="20415" y="112912"/>
                  </a:lnTo>
                  <a:lnTo>
                    <a:pt x="16617" y="94154"/>
                  </a:lnTo>
                  <a:lnTo>
                    <a:pt x="10350" y="80353"/>
                  </a:lnTo>
                  <a:lnTo>
                    <a:pt x="11014" y="39068"/>
                  </a:lnTo>
                  <a:lnTo>
                    <a:pt x="0" y="25662"/>
                  </a:lnTo>
                  <a:lnTo>
                    <a:pt x="664" y="18533"/>
                  </a:lnTo>
                  <a:lnTo>
                    <a:pt x="4558" y="14921"/>
                  </a:lnTo>
                  <a:lnTo>
                    <a:pt x="14812" y="19008"/>
                  </a:lnTo>
                  <a:lnTo>
                    <a:pt x="19750" y="26138"/>
                  </a:lnTo>
                  <a:lnTo>
                    <a:pt x="35987" y="25473"/>
                  </a:lnTo>
                  <a:lnTo>
                    <a:pt x="44913" y="21290"/>
                  </a:lnTo>
                  <a:lnTo>
                    <a:pt x="48236" y="1425"/>
                  </a:lnTo>
                  <a:lnTo>
                    <a:pt x="58111" y="5512"/>
                  </a:lnTo>
                  <a:lnTo>
                    <a:pt x="73494" y="0"/>
                  </a:lnTo>
                  <a:lnTo>
                    <a:pt x="79855" y="43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PE_MapPart_CMR_1_9" descr="Kamerun">
              <a:extLst>
                <a:ext uri="{FF2B5EF4-FFF2-40B4-BE49-F238E27FC236}">
                  <a16:creationId xmlns:a16="http://schemas.microsoft.com/office/drawing/2014/main" id="{5796B7B6-3B73-BAD7-A5F5-A19B93ABB2AB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858903" y="2390277"/>
              <a:ext cx="403645" cy="607584"/>
            </a:xfrm>
            <a:custGeom>
              <a:avLst/>
              <a:gdLst/>
              <a:ahLst/>
              <a:cxnLst/>
              <a:rect l="0" t="0" r="0" b="0"/>
              <a:pathLst>
                <a:path w="403645" h="607584">
                  <a:moveTo>
                    <a:pt x="1235" y="444843"/>
                  </a:moveTo>
                  <a:lnTo>
                    <a:pt x="14148" y="421492"/>
                  </a:lnTo>
                  <a:lnTo>
                    <a:pt x="24498" y="383235"/>
                  </a:lnTo>
                  <a:lnTo>
                    <a:pt x="44343" y="361940"/>
                  </a:lnTo>
                  <a:lnTo>
                    <a:pt x="59536" y="350665"/>
                  </a:lnTo>
                  <a:lnTo>
                    <a:pt x="65802" y="338524"/>
                  </a:lnTo>
                  <a:lnTo>
                    <a:pt x="84983" y="325995"/>
                  </a:lnTo>
                  <a:lnTo>
                    <a:pt x="88306" y="331543"/>
                  </a:lnTo>
                  <a:lnTo>
                    <a:pt x="102929" y="331638"/>
                  </a:lnTo>
                  <a:lnTo>
                    <a:pt x="109385" y="322455"/>
                  </a:lnTo>
                  <a:lnTo>
                    <a:pt x="130655" y="339671"/>
                  </a:lnTo>
                  <a:lnTo>
                    <a:pt x="135783" y="354583"/>
                  </a:lnTo>
                  <a:lnTo>
                    <a:pt x="142714" y="354965"/>
                  </a:lnTo>
                  <a:lnTo>
                    <a:pt x="155343" y="347224"/>
                  </a:lnTo>
                  <a:lnTo>
                    <a:pt x="159331" y="341870"/>
                  </a:lnTo>
                  <a:lnTo>
                    <a:pt x="160755" y="331734"/>
                  </a:lnTo>
                  <a:lnTo>
                    <a:pt x="175663" y="319585"/>
                  </a:lnTo>
                  <a:lnTo>
                    <a:pt x="170630" y="311354"/>
                  </a:lnTo>
                  <a:lnTo>
                    <a:pt x="183829" y="294405"/>
                  </a:lnTo>
                  <a:lnTo>
                    <a:pt x="184303" y="287124"/>
                  </a:lnTo>
                  <a:lnTo>
                    <a:pt x="191140" y="275718"/>
                  </a:lnTo>
                  <a:lnTo>
                    <a:pt x="195223" y="257590"/>
                  </a:lnTo>
                  <a:lnTo>
                    <a:pt x="204243" y="240888"/>
                  </a:lnTo>
                  <a:lnTo>
                    <a:pt x="213643" y="239351"/>
                  </a:lnTo>
                  <a:lnTo>
                    <a:pt x="224183" y="228976"/>
                  </a:lnTo>
                  <a:lnTo>
                    <a:pt x="231969" y="196471"/>
                  </a:lnTo>
                  <a:lnTo>
                    <a:pt x="246213" y="189154"/>
                  </a:lnTo>
                  <a:lnTo>
                    <a:pt x="249916" y="163812"/>
                  </a:lnTo>
                  <a:lnTo>
                    <a:pt x="257607" y="156578"/>
                  </a:lnTo>
                  <a:lnTo>
                    <a:pt x="263968" y="133313"/>
                  </a:lnTo>
                  <a:lnTo>
                    <a:pt x="272609" y="118913"/>
                  </a:lnTo>
                  <a:lnTo>
                    <a:pt x="287422" y="100725"/>
                  </a:lnTo>
                  <a:lnTo>
                    <a:pt x="299101" y="97724"/>
                  </a:lnTo>
                  <a:lnTo>
                    <a:pt x="317997" y="85617"/>
                  </a:lnTo>
                  <a:lnTo>
                    <a:pt x="321130" y="50111"/>
                  </a:lnTo>
                  <a:lnTo>
                    <a:pt x="315813" y="42241"/>
                  </a:lnTo>
                  <a:lnTo>
                    <a:pt x="298816" y="37576"/>
                  </a:lnTo>
                  <a:lnTo>
                    <a:pt x="291790" y="0"/>
                  </a:lnTo>
                  <a:lnTo>
                    <a:pt x="301380" y="97"/>
                  </a:lnTo>
                  <a:lnTo>
                    <a:pt x="315718" y="5360"/>
                  </a:lnTo>
                  <a:lnTo>
                    <a:pt x="317142" y="14030"/>
                  </a:lnTo>
                  <a:lnTo>
                    <a:pt x="328631" y="22888"/>
                  </a:lnTo>
                  <a:lnTo>
                    <a:pt x="333094" y="31158"/>
                  </a:lnTo>
                  <a:lnTo>
                    <a:pt x="334898" y="43796"/>
                  </a:lnTo>
                  <a:lnTo>
                    <a:pt x="345438" y="66613"/>
                  </a:lnTo>
                  <a:lnTo>
                    <a:pt x="345343" y="77572"/>
                  </a:lnTo>
                  <a:lnTo>
                    <a:pt x="347622" y="83000"/>
                  </a:lnTo>
                  <a:lnTo>
                    <a:pt x="344108" y="92301"/>
                  </a:lnTo>
                  <a:lnTo>
                    <a:pt x="342779" y="106048"/>
                  </a:lnTo>
                  <a:lnTo>
                    <a:pt x="348192" y="130995"/>
                  </a:lnTo>
                  <a:lnTo>
                    <a:pt x="355787" y="146639"/>
                  </a:lnTo>
                  <a:lnTo>
                    <a:pt x="375728" y="165355"/>
                  </a:lnTo>
                  <a:lnTo>
                    <a:pt x="369745" y="167861"/>
                  </a:lnTo>
                  <a:lnTo>
                    <a:pt x="348192" y="166705"/>
                  </a:lnTo>
                  <a:lnTo>
                    <a:pt x="332525" y="168922"/>
                  </a:lnTo>
                  <a:lnTo>
                    <a:pt x="301285" y="166897"/>
                  </a:lnTo>
                  <a:lnTo>
                    <a:pt x="287232" y="182316"/>
                  </a:lnTo>
                  <a:lnTo>
                    <a:pt x="288751" y="187806"/>
                  </a:lnTo>
                  <a:lnTo>
                    <a:pt x="305938" y="208402"/>
                  </a:lnTo>
                  <a:lnTo>
                    <a:pt x="347337" y="242904"/>
                  </a:lnTo>
                  <a:lnTo>
                    <a:pt x="364523" y="280511"/>
                  </a:lnTo>
                  <a:lnTo>
                    <a:pt x="370221" y="283865"/>
                  </a:lnTo>
                  <a:lnTo>
                    <a:pt x="370600" y="286548"/>
                  </a:lnTo>
                  <a:lnTo>
                    <a:pt x="369271" y="293638"/>
                  </a:lnTo>
                  <a:lnTo>
                    <a:pt x="361200" y="306759"/>
                  </a:lnTo>
                  <a:lnTo>
                    <a:pt x="352085" y="314895"/>
                  </a:lnTo>
                  <a:lnTo>
                    <a:pt x="343064" y="337281"/>
                  </a:lnTo>
                  <a:lnTo>
                    <a:pt x="333948" y="349422"/>
                  </a:lnTo>
                  <a:lnTo>
                    <a:pt x="328726" y="362131"/>
                  </a:lnTo>
                  <a:lnTo>
                    <a:pt x="315433" y="370345"/>
                  </a:lnTo>
                  <a:lnTo>
                    <a:pt x="311160" y="376839"/>
                  </a:lnTo>
                  <a:lnTo>
                    <a:pt x="314958" y="383331"/>
                  </a:lnTo>
                  <a:lnTo>
                    <a:pt x="318851" y="383331"/>
                  </a:lnTo>
                  <a:lnTo>
                    <a:pt x="320940" y="386099"/>
                  </a:lnTo>
                  <a:lnTo>
                    <a:pt x="320940" y="405661"/>
                  </a:lnTo>
                  <a:lnTo>
                    <a:pt x="318187" y="417106"/>
                  </a:lnTo>
                  <a:lnTo>
                    <a:pt x="322269" y="422445"/>
                  </a:lnTo>
                  <a:lnTo>
                    <a:pt x="325878" y="449607"/>
                  </a:lnTo>
                  <a:lnTo>
                    <a:pt x="329106" y="455323"/>
                  </a:lnTo>
                  <a:lnTo>
                    <a:pt x="344583" y="469798"/>
                  </a:lnTo>
                  <a:lnTo>
                    <a:pt x="348382" y="482841"/>
                  </a:lnTo>
                  <a:lnTo>
                    <a:pt x="343064" y="483983"/>
                  </a:lnTo>
                  <a:lnTo>
                    <a:pt x="344488" y="487600"/>
                  </a:lnTo>
                  <a:lnTo>
                    <a:pt x="348002" y="493977"/>
                  </a:lnTo>
                  <a:lnTo>
                    <a:pt x="376867" y="525561"/>
                  </a:lnTo>
                  <a:lnTo>
                    <a:pt x="382090" y="530982"/>
                  </a:lnTo>
                  <a:lnTo>
                    <a:pt x="388926" y="532598"/>
                  </a:lnTo>
                  <a:lnTo>
                    <a:pt x="397282" y="542487"/>
                  </a:lnTo>
                  <a:lnTo>
                    <a:pt x="399561" y="565491"/>
                  </a:lnTo>
                  <a:lnTo>
                    <a:pt x="403644" y="576230"/>
                  </a:lnTo>
                  <a:lnTo>
                    <a:pt x="397662" y="589342"/>
                  </a:lnTo>
                  <a:lnTo>
                    <a:pt x="401175" y="605018"/>
                  </a:lnTo>
                  <a:lnTo>
                    <a:pt x="397092" y="607583"/>
                  </a:lnTo>
                  <a:lnTo>
                    <a:pt x="380286" y="594948"/>
                  </a:lnTo>
                  <a:lnTo>
                    <a:pt x="372879" y="593048"/>
                  </a:lnTo>
                  <a:lnTo>
                    <a:pt x="359111" y="593428"/>
                  </a:lnTo>
                  <a:lnTo>
                    <a:pt x="349616" y="588582"/>
                  </a:lnTo>
                  <a:lnTo>
                    <a:pt x="346483" y="590388"/>
                  </a:lnTo>
                  <a:lnTo>
                    <a:pt x="336037" y="589818"/>
                  </a:lnTo>
                  <a:lnTo>
                    <a:pt x="334614" y="586207"/>
                  </a:lnTo>
                  <a:lnTo>
                    <a:pt x="328726" y="586492"/>
                  </a:lnTo>
                  <a:lnTo>
                    <a:pt x="318946" y="579936"/>
                  </a:lnTo>
                  <a:lnTo>
                    <a:pt x="314009" y="582311"/>
                  </a:lnTo>
                  <a:lnTo>
                    <a:pt x="251150" y="581931"/>
                  </a:lnTo>
                  <a:lnTo>
                    <a:pt x="247352" y="576895"/>
                  </a:lnTo>
                  <a:lnTo>
                    <a:pt x="159711" y="574519"/>
                  </a:lnTo>
                  <a:lnTo>
                    <a:pt x="148601" y="574615"/>
                  </a:lnTo>
                  <a:lnTo>
                    <a:pt x="147557" y="581646"/>
                  </a:lnTo>
                  <a:lnTo>
                    <a:pt x="76342" y="581646"/>
                  </a:lnTo>
                  <a:lnTo>
                    <a:pt x="70550" y="579176"/>
                  </a:lnTo>
                  <a:lnTo>
                    <a:pt x="66942" y="574424"/>
                  </a:lnTo>
                  <a:lnTo>
                    <a:pt x="71405" y="542107"/>
                  </a:lnTo>
                  <a:lnTo>
                    <a:pt x="74728" y="533454"/>
                  </a:lnTo>
                  <a:lnTo>
                    <a:pt x="72924" y="524991"/>
                  </a:lnTo>
                  <a:lnTo>
                    <a:pt x="60105" y="509296"/>
                  </a:lnTo>
                  <a:lnTo>
                    <a:pt x="65043" y="504729"/>
                  </a:lnTo>
                  <a:lnTo>
                    <a:pt x="58586" y="505300"/>
                  </a:lnTo>
                  <a:lnTo>
                    <a:pt x="54028" y="495500"/>
                  </a:lnTo>
                  <a:lnTo>
                    <a:pt x="57827" y="491693"/>
                  </a:lnTo>
                  <a:lnTo>
                    <a:pt x="63713" y="492549"/>
                  </a:lnTo>
                  <a:lnTo>
                    <a:pt x="58491" y="486649"/>
                  </a:lnTo>
                  <a:lnTo>
                    <a:pt x="61055" y="481794"/>
                  </a:lnTo>
                  <a:lnTo>
                    <a:pt x="53743" y="483317"/>
                  </a:lnTo>
                  <a:lnTo>
                    <a:pt x="50230" y="481318"/>
                  </a:lnTo>
                  <a:lnTo>
                    <a:pt x="51085" y="484745"/>
                  </a:lnTo>
                  <a:lnTo>
                    <a:pt x="47097" y="488933"/>
                  </a:lnTo>
                  <a:lnTo>
                    <a:pt x="24688" y="479986"/>
                  </a:lnTo>
                  <a:lnTo>
                    <a:pt x="20130" y="465894"/>
                  </a:lnTo>
                  <a:lnTo>
                    <a:pt x="20415" y="455513"/>
                  </a:lnTo>
                  <a:lnTo>
                    <a:pt x="12154" y="454179"/>
                  </a:lnTo>
                  <a:lnTo>
                    <a:pt x="6742" y="449321"/>
                  </a:lnTo>
                  <a:lnTo>
                    <a:pt x="8356" y="455704"/>
                  </a:lnTo>
                  <a:lnTo>
                    <a:pt x="2279" y="456942"/>
                  </a:lnTo>
                  <a:lnTo>
                    <a:pt x="0" y="452751"/>
                  </a:lnTo>
                  <a:lnTo>
                    <a:pt x="1994" y="4450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oPE_MapPart_CPV_1_10" descr="Kap Verde">
              <a:extLst>
                <a:ext uri="{FF2B5EF4-FFF2-40B4-BE49-F238E27FC236}">
                  <a16:creationId xmlns:a16="http://schemas.microsoft.com/office/drawing/2014/main" id="{591B3A03-2D61-031A-04F7-BB62DF1D605C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4072275" y="2165359"/>
              <a:ext cx="18801" cy="14204"/>
            </a:xfrm>
            <a:custGeom>
              <a:avLst/>
              <a:gdLst/>
              <a:ahLst/>
              <a:cxnLst/>
              <a:rect l="0" t="0" r="0" b="0"/>
              <a:pathLst>
                <a:path w="18801" h="14204">
                  <a:moveTo>
                    <a:pt x="8830" y="13608"/>
                  </a:moveTo>
                  <a:lnTo>
                    <a:pt x="1519" y="14203"/>
                  </a:lnTo>
                  <a:lnTo>
                    <a:pt x="0" y="5664"/>
                  </a:lnTo>
                  <a:lnTo>
                    <a:pt x="11774" y="0"/>
                  </a:lnTo>
                  <a:lnTo>
                    <a:pt x="15952" y="994"/>
                  </a:lnTo>
                  <a:lnTo>
                    <a:pt x="18800" y="5465"/>
                  </a:lnTo>
                  <a:lnTo>
                    <a:pt x="16901" y="79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oPE_MapPart_CPV_2_11" descr="Kap Verde">
              <a:extLst>
                <a:ext uri="{FF2B5EF4-FFF2-40B4-BE49-F238E27FC236}">
                  <a16:creationId xmlns:a16="http://schemas.microsoft.com/office/drawing/2014/main" id="{E2C79114-3015-FEA6-BADA-B3C28F9A26E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4154124" y="2267834"/>
              <a:ext cx="17947" cy="22526"/>
            </a:xfrm>
            <a:custGeom>
              <a:avLst/>
              <a:gdLst/>
              <a:ahLst/>
              <a:cxnLst/>
              <a:rect l="0" t="0" r="0" b="0"/>
              <a:pathLst>
                <a:path w="17947" h="22526">
                  <a:moveTo>
                    <a:pt x="17946" y="17512"/>
                  </a:moveTo>
                  <a:lnTo>
                    <a:pt x="14813" y="22525"/>
                  </a:lnTo>
                  <a:lnTo>
                    <a:pt x="7786" y="22132"/>
                  </a:lnTo>
                  <a:lnTo>
                    <a:pt x="0" y="13776"/>
                  </a:lnTo>
                  <a:lnTo>
                    <a:pt x="1994" y="0"/>
                  </a:lnTo>
                  <a:lnTo>
                    <a:pt x="13198" y="103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oPE_MapPart_CPV_3_12" descr="Kap Verde">
              <a:extLst>
                <a:ext uri="{FF2B5EF4-FFF2-40B4-BE49-F238E27FC236}">
                  <a16:creationId xmlns:a16="http://schemas.microsoft.com/office/drawing/2014/main" id="{BFEBEF29-C4BD-E399-635C-3A59BA10CBAA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4085093" y="2180356"/>
              <a:ext cx="10921" cy="7046"/>
            </a:xfrm>
            <a:custGeom>
              <a:avLst/>
              <a:gdLst/>
              <a:ahLst/>
              <a:cxnLst/>
              <a:rect l="0" t="0" r="0" b="0"/>
              <a:pathLst>
                <a:path w="10921" h="7046">
                  <a:moveTo>
                    <a:pt x="10920" y="5755"/>
                  </a:moveTo>
                  <a:lnTo>
                    <a:pt x="6552" y="7045"/>
                  </a:lnTo>
                  <a:lnTo>
                    <a:pt x="0" y="4962"/>
                  </a:lnTo>
                  <a:lnTo>
                    <a:pt x="8261" y="0"/>
                  </a:lnTo>
                  <a:lnTo>
                    <a:pt x="10635" y="416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oPE_MapPart_CPV_4_13" descr="Kap Verde">
              <a:extLst>
                <a:ext uri="{FF2B5EF4-FFF2-40B4-BE49-F238E27FC236}">
                  <a16:creationId xmlns:a16="http://schemas.microsoft.com/office/drawing/2014/main" id="{D19477C2-42C4-A73F-3329-E380242CA065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4197707" y="2218004"/>
              <a:ext cx="14624" cy="13443"/>
            </a:xfrm>
            <a:custGeom>
              <a:avLst/>
              <a:gdLst/>
              <a:ahLst/>
              <a:cxnLst/>
              <a:rect l="0" t="0" r="0" b="0"/>
              <a:pathLst>
                <a:path w="14624" h="13443">
                  <a:moveTo>
                    <a:pt x="2184" y="0"/>
                  </a:moveTo>
                  <a:lnTo>
                    <a:pt x="11015" y="890"/>
                  </a:lnTo>
                  <a:lnTo>
                    <a:pt x="14623" y="6822"/>
                  </a:lnTo>
                  <a:lnTo>
                    <a:pt x="13103" y="10676"/>
                  </a:lnTo>
                  <a:lnTo>
                    <a:pt x="3988" y="13442"/>
                  </a:lnTo>
                  <a:lnTo>
                    <a:pt x="0" y="10577"/>
                  </a:lnTo>
                  <a:lnTo>
                    <a:pt x="2279" y="49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oPE_MapPart_CPV_5_14" descr="Kap Verde">
              <a:extLst>
                <a:ext uri="{FF2B5EF4-FFF2-40B4-BE49-F238E27FC236}">
                  <a16:creationId xmlns:a16="http://schemas.microsoft.com/office/drawing/2014/main" id="{68C0054D-D561-AEEC-092D-C80C0EFB03F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4115478" y="2283675"/>
              <a:ext cx="11680" cy="11106"/>
            </a:xfrm>
            <a:custGeom>
              <a:avLst/>
              <a:gdLst/>
              <a:ahLst/>
              <a:cxnLst/>
              <a:rect l="0" t="0" r="0" b="0"/>
              <a:pathLst>
                <a:path w="11680" h="11106">
                  <a:moveTo>
                    <a:pt x="11015" y="10024"/>
                  </a:moveTo>
                  <a:lnTo>
                    <a:pt x="4083" y="11105"/>
                  </a:lnTo>
                  <a:lnTo>
                    <a:pt x="0" y="5897"/>
                  </a:lnTo>
                  <a:lnTo>
                    <a:pt x="6647" y="0"/>
                  </a:lnTo>
                  <a:lnTo>
                    <a:pt x="9970" y="1081"/>
                  </a:lnTo>
                  <a:lnTo>
                    <a:pt x="11679" y="59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oPE_MapPart_CPV_6_15" descr="Kap Verde">
              <a:extLst>
                <a:ext uri="{FF2B5EF4-FFF2-40B4-BE49-F238E27FC236}">
                  <a16:creationId xmlns:a16="http://schemas.microsoft.com/office/drawing/2014/main" id="{557A5582-874E-5D96-DA63-284E9C0E370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4122030" y="2194539"/>
              <a:ext cx="18991" cy="9413"/>
            </a:xfrm>
            <a:custGeom>
              <a:avLst/>
              <a:gdLst/>
              <a:ahLst/>
              <a:cxnLst/>
              <a:rect l="0" t="0" r="0" b="0"/>
              <a:pathLst>
                <a:path w="18991" h="9413">
                  <a:moveTo>
                    <a:pt x="16142" y="2280"/>
                  </a:moveTo>
                  <a:lnTo>
                    <a:pt x="18990" y="5054"/>
                  </a:lnTo>
                  <a:lnTo>
                    <a:pt x="7976" y="3568"/>
                  </a:lnTo>
                  <a:lnTo>
                    <a:pt x="3798" y="9412"/>
                  </a:lnTo>
                  <a:lnTo>
                    <a:pt x="0" y="0"/>
                  </a:lnTo>
                  <a:lnTo>
                    <a:pt x="6457" y="10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oPE_MapPart_CPV_7_16" descr="Kap Verde">
              <a:extLst>
                <a:ext uri="{FF2B5EF4-FFF2-40B4-BE49-F238E27FC236}">
                  <a16:creationId xmlns:a16="http://schemas.microsoft.com/office/drawing/2014/main" id="{13049DF0-7DE1-C21C-38E9-AC5341EDF9E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4195998" y="2184623"/>
              <a:ext cx="5413" cy="12990"/>
            </a:xfrm>
            <a:custGeom>
              <a:avLst/>
              <a:gdLst/>
              <a:ahLst/>
              <a:cxnLst/>
              <a:rect l="0" t="0" r="0" b="0"/>
              <a:pathLst>
                <a:path w="5413" h="12990">
                  <a:moveTo>
                    <a:pt x="5412" y="10214"/>
                  </a:moveTo>
                  <a:lnTo>
                    <a:pt x="3798" y="12989"/>
                  </a:lnTo>
                  <a:lnTo>
                    <a:pt x="569" y="7934"/>
                  </a:lnTo>
                  <a:lnTo>
                    <a:pt x="0" y="1984"/>
                  </a:lnTo>
                  <a:lnTo>
                    <a:pt x="3038" y="199"/>
                  </a:lnTo>
                  <a:lnTo>
                    <a:pt x="4558" y="0"/>
                  </a:lnTo>
                  <a:lnTo>
                    <a:pt x="4653" y="6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oPE_MapPart_CPV_8_17" descr="Kap Verde">
              <a:extLst>
                <a:ext uri="{FF2B5EF4-FFF2-40B4-BE49-F238E27FC236}">
                  <a16:creationId xmlns:a16="http://schemas.microsoft.com/office/drawing/2014/main" id="{0A244132-76F8-C61C-885C-2194359B4E1E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4182230" y="2268130"/>
              <a:ext cx="7217" cy="10235"/>
            </a:xfrm>
            <a:custGeom>
              <a:avLst/>
              <a:gdLst/>
              <a:ahLst/>
              <a:cxnLst/>
              <a:rect l="0" t="0" r="0" b="0"/>
              <a:pathLst>
                <a:path w="7217" h="10235">
                  <a:moveTo>
                    <a:pt x="3703" y="10234"/>
                  </a:moveTo>
                  <a:lnTo>
                    <a:pt x="0" y="7972"/>
                  </a:lnTo>
                  <a:lnTo>
                    <a:pt x="2184" y="0"/>
                  </a:lnTo>
                  <a:lnTo>
                    <a:pt x="6077" y="295"/>
                  </a:lnTo>
                  <a:lnTo>
                    <a:pt x="7216" y="856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oPE_MapPart_CAF_1_18" descr="Zentralafrikanische Republik">
              <a:extLst>
                <a:ext uri="{FF2B5EF4-FFF2-40B4-BE49-F238E27FC236}">
                  <a16:creationId xmlns:a16="http://schemas.microsoft.com/office/drawing/2014/main" id="{DF933395-1E99-2913-8977-69275F70AF1C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70063" y="2502614"/>
              <a:ext cx="684324" cy="463894"/>
            </a:xfrm>
            <a:custGeom>
              <a:avLst/>
              <a:gdLst/>
              <a:ahLst/>
              <a:cxnLst/>
              <a:rect l="0" t="0" r="0" b="0"/>
              <a:pathLst>
                <a:path w="684324" h="463894">
                  <a:moveTo>
                    <a:pt x="512554" y="124805"/>
                  </a:moveTo>
                  <a:lnTo>
                    <a:pt x="516447" y="127878"/>
                  </a:lnTo>
                  <a:lnTo>
                    <a:pt x="514264" y="135656"/>
                  </a:lnTo>
                  <a:lnTo>
                    <a:pt x="515782" y="140551"/>
                  </a:lnTo>
                  <a:lnTo>
                    <a:pt x="520150" y="144773"/>
                  </a:lnTo>
                  <a:lnTo>
                    <a:pt x="549776" y="152928"/>
                  </a:lnTo>
                  <a:lnTo>
                    <a:pt x="568102" y="170474"/>
                  </a:lnTo>
                  <a:lnTo>
                    <a:pt x="570571" y="174978"/>
                  </a:lnTo>
                  <a:lnTo>
                    <a:pt x="567152" y="183888"/>
                  </a:lnTo>
                  <a:lnTo>
                    <a:pt x="572279" y="190783"/>
                  </a:lnTo>
                  <a:lnTo>
                    <a:pt x="577596" y="195762"/>
                  </a:lnTo>
                  <a:lnTo>
                    <a:pt x="604468" y="210022"/>
                  </a:lnTo>
                  <a:lnTo>
                    <a:pt x="629346" y="232879"/>
                  </a:lnTo>
                  <a:lnTo>
                    <a:pt x="626593" y="242437"/>
                  </a:lnTo>
                  <a:lnTo>
                    <a:pt x="637417" y="262879"/>
                  </a:lnTo>
                  <a:lnTo>
                    <a:pt x="648622" y="266698"/>
                  </a:lnTo>
                  <a:lnTo>
                    <a:pt x="670650" y="281302"/>
                  </a:lnTo>
                  <a:lnTo>
                    <a:pt x="674353" y="286741"/>
                  </a:lnTo>
                  <a:lnTo>
                    <a:pt x="676632" y="304196"/>
                  </a:lnTo>
                  <a:lnTo>
                    <a:pt x="684323" y="313826"/>
                  </a:lnTo>
                  <a:lnTo>
                    <a:pt x="666852" y="308964"/>
                  </a:lnTo>
                  <a:lnTo>
                    <a:pt x="653654" y="316305"/>
                  </a:lnTo>
                  <a:lnTo>
                    <a:pt x="585288" y="303052"/>
                  </a:lnTo>
                  <a:lnTo>
                    <a:pt x="578641" y="306008"/>
                  </a:lnTo>
                  <a:lnTo>
                    <a:pt x="570665" y="318306"/>
                  </a:lnTo>
                  <a:lnTo>
                    <a:pt x="560980" y="321261"/>
                  </a:lnTo>
                  <a:lnTo>
                    <a:pt x="545218" y="323263"/>
                  </a:lnTo>
                  <a:lnTo>
                    <a:pt x="527841" y="319069"/>
                  </a:lnTo>
                  <a:lnTo>
                    <a:pt x="521670" y="319832"/>
                  </a:lnTo>
                  <a:lnTo>
                    <a:pt x="474098" y="337365"/>
                  </a:lnTo>
                  <a:lnTo>
                    <a:pt x="458146" y="333459"/>
                  </a:lnTo>
                  <a:lnTo>
                    <a:pt x="444948" y="334221"/>
                  </a:lnTo>
                  <a:lnTo>
                    <a:pt x="436877" y="341176"/>
                  </a:lnTo>
                  <a:lnTo>
                    <a:pt x="425958" y="361460"/>
                  </a:lnTo>
                  <a:lnTo>
                    <a:pt x="421590" y="365364"/>
                  </a:lnTo>
                  <a:lnTo>
                    <a:pt x="382754" y="357557"/>
                  </a:lnTo>
                  <a:lnTo>
                    <a:pt x="374873" y="359556"/>
                  </a:lnTo>
                  <a:lnTo>
                    <a:pt x="364998" y="356033"/>
                  </a:lnTo>
                  <a:lnTo>
                    <a:pt x="358636" y="356509"/>
                  </a:lnTo>
                  <a:lnTo>
                    <a:pt x="344203" y="350605"/>
                  </a:lnTo>
                  <a:lnTo>
                    <a:pt x="323219" y="348034"/>
                  </a:lnTo>
                  <a:lnTo>
                    <a:pt x="314578" y="336222"/>
                  </a:lnTo>
                  <a:lnTo>
                    <a:pt x="305747" y="328599"/>
                  </a:lnTo>
                  <a:lnTo>
                    <a:pt x="283624" y="314875"/>
                  </a:lnTo>
                  <a:lnTo>
                    <a:pt x="267481" y="312778"/>
                  </a:lnTo>
                  <a:lnTo>
                    <a:pt x="258081" y="315828"/>
                  </a:lnTo>
                  <a:lnTo>
                    <a:pt x="244693" y="325359"/>
                  </a:lnTo>
                  <a:lnTo>
                    <a:pt x="232159" y="344795"/>
                  </a:lnTo>
                  <a:lnTo>
                    <a:pt x="225228" y="352224"/>
                  </a:lnTo>
                  <a:lnTo>
                    <a:pt x="219625" y="354128"/>
                  </a:lnTo>
                  <a:lnTo>
                    <a:pt x="218201" y="358890"/>
                  </a:lnTo>
                  <a:lnTo>
                    <a:pt x="221714" y="374883"/>
                  </a:lnTo>
                  <a:lnTo>
                    <a:pt x="220480" y="400098"/>
                  </a:lnTo>
                  <a:lnTo>
                    <a:pt x="213358" y="392392"/>
                  </a:lnTo>
                  <a:lnTo>
                    <a:pt x="196742" y="398957"/>
                  </a:lnTo>
                  <a:lnTo>
                    <a:pt x="194178" y="396198"/>
                  </a:lnTo>
                  <a:lnTo>
                    <a:pt x="182024" y="396103"/>
                  </a:lnTo>
                  <a:lnTo>
                    <a:pt x="161514" y="388967"/>
                  </a:lnTo>
                  <a:lnTo>
                    <a:pt x="147367" y="393724"/>
                  </a:lnTo>
                  <a:lnTo>
                    <a:pt x="114987" y="398671"/>
                  </a:lnTo>
                  <a:lnTo>
                    <a:pt x="107961" y="416648"/>
                  </a:lnTo>
                  <a:lnTo>
                    <a:pt x="107486" y="434238"/>
                  </a:lnTo>
                  <a:lnTo>
                    <a:pt x="92484" y="463893"/>
                  </a:lnTo>
                  <a:lnTo>
                    <a:pt x="88401" y="453154"/>
                  </a:lnTo>
                  <a:lnTo>
                    <a:pt x="86122" y="430150"/>
                  </a:lnTo>
                  <a:lnTo>
                    <a:pt x="77766" y="420261"/>
                  </a:lnTo>
                  <a:lnTo>
                    <a:pt x="70930" y="418645"/>
                  </a:lnTo>
                  <a:lnTo>
                    <a:pt x="36842" y="381640"/>
                  </a:lnTo>
                  <a:lnTo>
                    <a:pt x="31904" y="371646"/>
                  </a:lnTo>
                  <a:lnTo>
                    <a:pt x="37222" y="370504"/>
                  </a:lnTo>
                  <a:lnTo>
                    <a:pt x="33423" y="357461"/>
                  </a:lnTo>
                  <a:lnTo>
                    <a:pt x="15857" y="340604"/>
                  </a:lnTo>
                  <a:lnTo>
                    <a:pt x="11109" y="310108"/>
                  </a:lnTo>
                  <a:lnTo>
                    <a:pt x="7027" y="304769"/>
                  </a:lnTo>
                  <a:lnTo>
                    <a:pt x="9780" y="293324"/>
                  </a:lnTo>
                  <a:lnTo>
                    <a:pt x="9780" y="273762"/>
                  </a:lnTo>
                  <a:lnTo>
                    <a:pt x="7691" y="270994"/>
                  </a:lnTo>
                  <a:lnTo>
                    <a:pt x="3798" y="270994"/>
                  </a:lnTo>
                  <a:lnTo>
                    <a:pt x="0" y="264502"/>
                  </a:lnTo>
                  <a:lnTo>
                    <a:pt x="4273" y="258008"/>
                  </a:lnTo>
                  <a:lnTo>
                    <a:pt x="16237" y="251704"/>
                  </a:lnTo>
                  <a:lnTo>
                    <a:pt x="22788" y="237085"/>
                  </a:lnTo>
                  <a:lnTo>
                    <a:pt x="31904" y="224944"/>
                  </a:lnTo>
                  <a:lnTo>
                    <a:pt x="40925" y="202558"/>
                  </a:lnTo>
                  <a:lnTo>
                    <a:pt x="50040" y="194422"/>
                  </a:lnTo>
                  <a:lnTo>
                    <a:pt x="55357" y="185612"/>
                  </a:lnTo>
                  <a:lnTo>
                    <a:pt x="74633" y="188198"/>
                  </a:lnTo>
                  <a:lnTo>
                    <a:pt x="80520" y="186474"/>
                  </a:lnTo>
                  <a:lnTo>
                    <a:pt x="84413" y="183026"/>
                  </a:lnTo>
                  <a:lnTo>
                    <a:pt x="102739" y="177086"/>
                  </a:lnTo>
                  <a:lnTo>
                    <a:pt x="104163" y="172391"/>
                  </a:lnTo>
                  <a:lnTo>
                    <a:pt x="111569" y="167407"/>
                  </a:lnTo>
                  <a:lnTo>
                    <a:pt x="113848" y="173924"/>
                  </a:lnTo>
                  <a:lnTo>
                    <a:pt x="124198" y="184175"/>
                  </a:lnTo>
                  <a:lnTo>
                    <a:pt x="129800" y="179769"/>
                  </a:lnTo>
                  <a:lnTo>
                    <a:pt x="141764" y="176128"/>
                  </a:lnTo>
                  <a:lnTo>
                    <a:pt x="148601" y="170186"/>
                  </a:lnTo>
                  <a:lnTo>
                    <a:pt x="169775" y="161176"/>
                  </a:lnTo>
                  <a:lnTo>
                    <a:pt x="218011" y="157819"/>
                  </a:lnTo>
                  <a:lnTo>
                    <a:pt x="221714" y="151297"/>
                  </a:lnTo>
                  <a:lnTo>
                    <a:pt x="236147" y="138727"/>
                  </a:lnTo>
                  <a:lnTo>
                    <a:pt x="246782" y="125285"/>
                  </a:lnTo>
                  <a:lnTo>
                    <a:pt x="235008" y="115678"/>
                  </a:lnTo>
                  <a:lnTo>
                    <a:pt x="235103" y="112795"/>
                  </a:lnTo>
                  <a:lnTo>
                    <a:pt x="248681" y="106066"/>
                  </a:lnTo>
                  <a:lnTo>
                    <a:pt x="276312" y="105778"/>
                  </a:lnTo>
                  <a:lnTo>
                    <a:pt x="297582" y="99816"/>
                  </a:lnTo>
                  <a:lnTo>
                    <a:pt x="311824" y="100105"/>
                  </a:lnTo>
                  <a:lnTo>
                    <a:pt x="334613" y="85289"/>
                  </a:lnTo>
                  <a:lnTo>
                    <a:pt x="360440" y="54850"/>
                  </a:lnTo>
                  <a:lnTo>
                    <a:pt x="367467" y="53403"/>
                  </a:lnTo>
                  <a:lnTo>
                    <a:pt x="374398" y="42312"/>
                  </a:lnTo>
                  <a:lnTo>
                    <a:pt x="382564" y="37873"/>
                  </a:lnTo>
                  <a:lnTo>
                    <a:pt x="384843" y="33819"/>
                  </a:lnTo>
                  <a:lnTo>
                    <a:pt x="385128" y="20783"/>
                  </a:lnTo>
                  <a:lnTo>
                    <a:pt x="397472" y="13923"/>
                  </a:lnTo>
                  <a:lnTo>
                    <a:pt x="401554" y="9283"/>
                  </a:lnTo>
                  <a:lnTo>
                    <a:pt x="407537" y="9186"/>
                  </a:lnTo>
                  <a:lnTo>
                    <a:pt x="425388" y="0"/>
                  </a:lnTo>
                  <a:lnTo>
                    <a:pt x="444663" y="4159"/>
                  </a:lnTo>
                  <a:lnTo>
                    <a:pt x="450170" y="13149"/>
                  </a:lnTo>
                  <a:lnTo>
                    <a:pt x="468496" y="32661"/>
                  </a:lnTo>
                  <a:lnTo>
                    <a:pt x="486157" y="62946"/>
                  </a:lnTo>
                  <a:lnTo>
                    <a:pt x="484923" y="88753"/>
                  </a:lnTo>
                  <a:lnTo>
                    <a:pt x="476758" y="100778"/>
                  </a:lnTo>
                  <a:lnTo>
                    <a:pt x="477802" y="107316"/>
                  </a:lnTo>
                  <a:lnTo>
                    <a:pt x="481125" y="110008"/>
                  </a:lnTo>
                  <a:lnTo>
                    <a:pt x="480365" y="116735"/>
                  </a:lnTo>
                  <a:lnTo>
                    <a:pt x="487866" y="121251"/>
                  </a:lnTo>
                  <a:lnTo>
                    <a:pt x="507332" y="1233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oPE_MapPart_TCD_1_19" descr="Tschad">
              <a:extLst>
                <a:ext uri="{FF2B5EF4-FFF2-40B4-BE49-F238E27FC236}">
                  <a16:creationId xmlns:a16="http://schemas.microsoft.com/office/drawing/2014/main" id="{B6FE9035-2BEF-3BA5-5952-9B4CFDEB892C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6118219" y="1813483"/>
              <a:ext cx="555568" cy="877330"/>
            </a:xfrm>
            <a:custGeom>
              <a:avLst/>
              <a:gdLst/>
              <a:ahLst/>
              <a:cxnLst/>
              <a:rect l="0" t="0" r="0" b="0"/>
              <a:pathLst>
                <a:path w="555568" h="877330">
                  <a:moveTo>
                    <a:pt x="555567" y="223919"/>
                  </a:moveTo>
                  <a:lnTo>
                    <a:pt x="555093" y="432868"/>
                  </a:lnTo>
                  <a:lnTo>
                    <a:pt x="535723" y="431487"/>
                  </a:lnTo>
                  <a:lnTo>
                    <a:pt x="509421" y="433854"/>
                  </a:lnTo>
                  <a:lnTo>
                    <a:pt x="500400" y="443122"/>
                  </a:lnTo>
                  <a:lnTo>
                    <a:pt x="502299" y="455336"/>
                  </a:lnTo>
                  <a:lnTo>
                    <a:pt x="500305" y="463504"/>
                  </a:lnTo>
                  <a:lnTo>
                    <a:pt x="491379" y="472355"/>
                  </a:lnTo>
                  <a:lnTo>
                    <a:pt x="487012" y="480413"/>
                  </a:lnTo>
                  <a:lnTo>
                    <a:pt x="486538" y="487483"/>
                  </a:lnTo>
                  <a:lnTo>
                    <a:pt x="475807" y="492293"/>
                  </a:lnTo>
                  <a:lnTo>
                    <a:pt x="471250" y="496806"/>
                  </a:lnTo>
                  <a:lnTo>
                    <a:pt x="474858" y="511316"/>
                  </a:lnTo>
                  <a:lnTo>
                    <a:pt x="479510" y="517977"/>
                  </a:lnTo>
                  <a:lnTo>
                    <a:pt x="460235" y="531680"/>
                  </a:lnTo>
                  <a:lnTo>
                    <a:pt x="456722" y="537646"/>
                  </a:lnTo>
                  <a:lnTo>
                    <a:pt x="462799" y="555526"/>
                  </a:lnTo>
                  <a:lnTo>
                    <a:pt x="463179" y="563237"/>
                  </a:lnTo>
                  <a:lnTo>
                    <a:pt x="459476" y="569383"/>
                  </a:lnTo>
                  <a:lnTo>
                    <a:pt x="450645" y="574942"/>
                  </a:lnTo>
                  <a:lnTo>
                    <a:pt x="441909" y="592382"/>
                  </a:lnTo>
                  <a:lnTo>
                    <a:pt x="447321" y="598515"/>
                  </a:lnTo>
                  <a:lnTo>
                    <a:pt x="463464" y="596763"/>
                  </a:lnTo>
                  <a:lnTo>
                    <a:pt x="469731" y="599391"/>
                  </a:lnTo>
                  <a:lnTo>
                    <a:pt x="472959" y="605618"/>
                  </a:lnTo>
                  <a:lnTo>
                    <a:pt x="471724" y="610092"/>
                  </a:lnTo>
                  <a:lnTo>
                    <a:pt x="476092" y="631469"/>
                  </a:lnTo>
                  <a:lnTo>
                    <a:pt x="481789" y="635644"/>
                  </a:lnTo>
                  <a:lnTo>
                    <a:pt x="480460" y="652912"/>
                  </a:lnTo>
                  <a:lnTo>
                    <a:pt x="482360" y="657759"/>
                  </a:lnTo>
                  <a:lnTo>
                    <a:pt x="492424" y="666868"/>
                  </a:lnTo>
                  <a:lnTo>
                    <a:pt x="499831" y="670354"/>
                  </a:lnTo>
                  <a:lnTo>
                    <a:pt x="500590" y="678584"/>
                  </a:lnTo>
                  <a:lnTo>
                    <a:pt x="496507" y="693290"/>
                  </a:lnTo>
                  <a:lnTo>
                    <a:pt x="477232" y="689131"/>
                  </a:lnTo>
                  <a:lnTo>
                    <a:pt x="459381" y="698317"/>
                  </a:lnTo>
                  <a:lnTo>
                    <a:pt x="453398" y="698414"/>
                  </a:lnTo>
                  <a:lnTo>
                    <a:pt x="449316" y="703054"/>
                  </a:lnTo>
                  <a:lnTo>
                    <a:pt x="439061" y="708078"/>
                  </a:lnTo>
                  <a:lnTo>
                    <a:pt x="435643" y="711749"/>
                  </a:lnTo>
                  <a:lnTo>
                    <a:pt x="436687" y="722950"/>
                  </a:lnTo>
                  <a:lnTo>
                    <a:pt x="434408" y="727004"/>
                  </a:lnTo>
                  <a:lnTo>
                    <a:pt x="426242" y="731443"/>
                  </a:lnTo>
                  <a:lnTo>
                    <a:pt x="419311" y="742534"/>
                  </a:lnTo>
                  <a:lnTo>
                    <a:pt x="412284" y="743981"/>
                  </a:lnTo>
                  <a:lnTo>
                    <a:pt x="386457" y="774420"/>
                  </a:lnTo>
                  <a:lnTo>
                    <a:pt x="363668" y="789236"/>
                  </a:lnTo>
                  <a:lnTo>
                    <a:pt x="349426" y="788947"/>
                  </a:lnTo>
                  <a:lnTo>
                    <a:pt x="328156" y="794909"/>
                  </a:lnTo>
                  <a:lnTo>
                    <a:pt x="300525" y="795197"/>
                  </a:lnTo>
                  <a:lnTo>
                    <a:pt x="290555" y="799331"/>
                  </a:lnTo>
                  <a:lnTo>
                    <a:pt x="286947" y="801926"/>
                  </a:lnTo>
                  <a:lnTo>
                    <a:pt x="286852" y="804809"/>
                  </a:lnTo>
                  <a:lnTo>
                    <a:pt x="298626" y="814416"/>
                  </a:lnTo>
                  <a:lnTo>
                    <a:pt x="287991" y="827858"/>
                  </a:lnTo>
                  <a:lnTo>
                    <a:pt x="273558" y="840428"/>
                  </a:lnTo>
                  <a:lnTo>
                    <a:pt x="269855" y="846950"/>
                  </a:lnTo>
                  <a:lnTo>
                    <a:pt x="221619" y="850307"/>
                  </a:lnTo>
                  <a:lnTo>
                    <a:pt x="200445" y="859317"/>
                  </a:lnTo>
                  <a:lnTo>
                    <a:pt x="193608" y="865259"/>
                  </a:lnTo>
                  <a:lnTo>
                    <a:pt x="181644" y="868900"/>
                  </a:lnTo>
                  <a:lnTo>
                    <a:pt x="176042" y="873306"/>
                  </a:lnTo>
                  <a:lnTo>
                    <a:pt x="165692" y="863055"/>
                  </a:lnTo>
                  <a:lnTo>
                    <a:pt x="163413" y="856538"/>
                  </a:lnTo>
                  <a:lnTo>
                    <a:pt x="156007" y="861522"/>
                  </a:lnTo>
                  <a:lnTo>
                    <a:pt x="154583" y="866217"/>
                  </a:lnTo>
                  <a:lnTo>
                    <a:pt x="136257" y="872157"/>
                  </a:lnTo>
                  <a:lnTo>
                    <a:pt x="132364" y="875605"/>
                  </a:lnTo>
                  <a:lnTo>
                    <a:pt x="126477" y="877329"/>
                  </a:lnTo>
                  <a:lnTo>
                    <a:pt x="107201" y="874743"/>
                  </a:lnTo>
                  <a:lnTo>
                    <a:pt x="111000" y="867271"/>
                  </a:lnTo>
                  <a:lnTo>
                    <a:pt x="110905" y="860659"/>
                  </a:lnTo>
                  <a:lnTo>
                    <a:pt x="105207" y="857305"/>
                  </a:lnTo>
                  <a:lnTo>
                    <a:pt x="88021" y="819698"/>
                  </a:lnTo>
                  <a:lnTo>
                    <a:pt x="46622" y="785196"/>
                  </a:lnTo>
                  <a:lnTo>
                    <a:pt x="29435" y="764600"/>
                  </a:lnTo>
                  <a:lnTo>
                    <a:pt x="27916" y="759110"/>
                  </a:lnTo>
                  <a:lnTo>
                    <a:pt x="41969" y="743691"/>
                  </a:lnTo>
                  <a:lnTo>
                    <a:pt x="73209" y="745716"/>
                  </a:lnTo>
                  <a:lnTo>
                    <a:pt x="88876" y="743499"/>
                  </a:lnTo>
                  <a:lnTo>
                    <a:pt x="110429" y="744655"/>
                  </a:lnTo>
                  <a:lnTo>
                    <a:pt x="116412" y="742149"/>
                  </a:lnTo>
                  <a:lnTo>
                    <a:pt x="96471" y="723433"/>
                  </a:lnTo>
                  <a:lnTo>
                    <a:pt x="88876" y="707789"/>
                  </a:lnTo>
                  <a:lnTo>
                    <a:pt x="83463" y="682842"/>
                  </a:lnTo>
                  <a:lnTo>
                    <a:pt x="84792" y="669095"/>
                  </a:lnTo>
                  <a:lnTo>
                    <a:pt x="88306" y="659794"/>
                  </a:lnTo>
                  <a:lnTo>
                    <a:pt x="86027" y="654366"/>
                  </a:lnTo>
                  <a:lnTo>
                    <a:pt x="86122" y="643407"/>
                  </a:lnTo>
                  <a:lnTo>
                    <a:pt x="75582" y="620590"/>
                  </a:lnTo>
                  <a:lnTo>
                    <a:pt x="73778" y="607952"/>
                  </a:lnTo>
                  <a:lnTo>
                    <a:pt x="69315" y="599682"/>
                  </a:lnTo>
                  <a:lnTo>
                    <a:pt x="57826" y="590824"/>
                  </a:lnTo>
                  <a:lnTo>
                    <a:pt x="56402" y="582154"/>
                  </a:lnTo>
                  <a:lnTo>
                    <a:pt x="53458" y="579913"/>
                  </a:lnTo>
                  <a:lnTo>
                    <a:pt x="32474" y="576794"/>
                  </a:lnTo>
                  <a:lnTo>
                    <a:pt x="8356" y="542827"/>
                  </a:lnTo>
                  <a:lnTo>
                    <a:pt x="0" y="506122"/>
                  </a:lnTo>
                  <a:lnTo>
                    <a:pt x="10255" y="492489"/>
                  </a:lnTo>
                  <a:lnTo>
                    <a:pt x="18991" y="474124"/>
                  </a:lnTo>
                  <a:lnTo>
                    <a:pt x="48521" y="431289"/>
                  </a:lnTo>
                  <a:lnTo>
                    <a:pt x="106917" y="367568"/>
                  </a:lnTo>
                  <a:lnTo>
                    <a:pt x="120685" y="201024"/>
                  </a:lnTo>
                  <a:lnTo>
                    <a:pt x="132649" y="176248"/>
                  </a:lnTo>
                  <a:lnTo>
                    <a:pt x="112898" y="154346"/>
                  </a:lnTo>
                  <a:lnTo>
                    <a:pt x="110429" y="146423"/>
                  </a:lnTo>
                  <a:lnTo>
                    <a:pt x="113943" y="141951"/>
                  </a:lnTo>
                  <a:lnTo>
                    <a:pt x="91439" y="109759"/>
                  </a:lnTo>
                  <a:lnTo>
                    <a:pt x="90964" y="87068"/>
                  </a:lnTo>
                  <a:lnTo>
                    <a:pt x="80805" y="25728"/>
                  </a:lnTo>
                  <a:lnTo>
                    <a:pt x="133788" y="0"/>
                  </a:lnTo>
                  <a:lnTo>
                    <a:pt x="530310" y="21061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oPE_MapPart_COM_1_20" descr="Komoren">
              <a:extLst>
                <a:ext uri="{FF2B5EF4-FFF2-40B4-BE49-F238E27FC236}">
                  <a16:creationId xmlns:a16="http://schemas.microsoft.com/office/drawing/2014/main" id="{474B336D-792D-8FA0-52A5-B79A677B9976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741529" y="3727789"/>
              <a:ext cx="16143" cy="15448"/>
            </a:xfrm>
            <a:custGeom>
              <a:avLst/>
              <a:gdLst/>
              <a:ahLst/>
              <a:cxnLst/>
              <a:rect l="0" t="0" r="0" b="0"/>
              <a:pathLst>
                <a:path w="16143" h="15448">
                  <a:moveTo>
                    <a:pt x="13483" y="583"/>
                  </a:moveTo>
                  <a:lnTo>
                    <a:pt x="16142" y="8062"/>
                  </a:lnTo>
                  <a:lnTo>
                    <a:pt x="15002" y="15447"/>
                  </a:lnTo>
                  <a:lnTo>
                    <a:pt x="0" y="5439"/>
                  </a:lnTo>
                  <a:lnTo>
                    <a:pt x="8356" y="5147"/>
                  </a:lnTo>
                  <a:lnTo>
                    <a:pt x="1215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oPE_MapPart_COM_2_21" descr="Komoren">
              <a:extLst>
                <a:ext uri="{FF2B5EF4-FFF2-40B4-BE49-F238E27FC236}">
                  <a16:creationId xmlns:a16="http://schemas.microsoft.com/office/drawing/2014/main" id="{A3FF73E4-8D32-D169-1429-FB43DCBA2E4A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710480" y="3737308"/>
              <a:ext cx="11964" cy="6513"/>
            </a:xfrm>
            <a:custGeom>
              <a:avLst/>
              <a:gdLst/>
              <a:ahLst/>
              <a:cxnLst/>
              <a:rect l="0" t="0" r="0" b="0"/>
              <a:pathLst>
                <a:path w="11964" h="6513">
                  <a:moveTo>
                    <a:pt x="8260" y="3207"/>
                  </a:moveTo>
                  <a:lnTo>
                    <a:pt x="11963" y="6512"/>
                  </a:lnTo>
                  <a:lnTo>
                    <a:pt x="1708" y="5150"/>
                  </a:lnTo>
                  <a:lnTo>
                    <a:pt x="0" y="0"/>
                  </a:lnTo>
                  <a:lnTo>
                    <a:pt x="3798" y="48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oPE_MapPart_COM_3_22" descr="Komoren">
              <a:extLst>
                <a:ext uri="{FF2B5EF4-FFF2-40B4-BE49-F238E27FC236}">
                  <a16:creationId xmlns:a16="http://schemas.microsoft.com/office/drawing/2014/main" id="{B7423D42-07AD-FD89-480D-1A65FC752A70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689115" y="3689969"/>
              <a:ext cx="13959" cy="28696"/>
            </a:xfrm>
            <a:custGeom>
              <a:avLst/>
              <a:gdLst/>
              <a:ahLst/>
              <a:cxnLst/>
              <a:rect l="0" t="0" r="0" b="0"/>
              <a:pathLst>
                <a:path w="13959" h="28696">
                  <a:moveTo>
                    <a:pt x="12629" y="28695"/>
                  </a:moveTo>
                  <a:lnTo>
                    <a:pt x="3988" y="25590"/>
                  </a:lnTo>
                  <a:lnTo>
                    <a:pt x="0" y="20643"/>
                  </a:lnTo>
                  <a:lnTo>
                    <a:pt x="2848" y="1162"/>
                  </a:lnTo>
                  <a:lnTo>
                    <a:pt x="6077" y="0"/>
                  </a:lnTo>
                  <a:lnTo>
                    <a:pt x="8736" y="2131"/>
                  </a:lnTo>
                  <a:lnTo>
                    <a:pt x="8071" y="13177"/>
                  </a:lnTo>
                  <a:lnTo>
                    <a:pt x="13958" y="2656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oPE_MapPart_COD_1_23" descr="Demokratische Republik Kongo">
              <a:extLst>
                <a:ext uri="{FF2B5EF4-FFF2-40B4-BE49-F238E27FC236}">
                  <a16:creationId xmlns:a16="http://schemas.microsoft.com/office/drawing/2014/main" id="{7FD6E1D1-90E9-F493-9103-7A5E83CFBE55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6053081" y="2805666"/>
              <a:ext cx="1005455" cy="996116"/>
            </a:xfrm>
            <a:custGeom>
              <a:avLst/>
              <a:gdLst/>
              <a:ahLst/>
              <a:cxnLst/>
              <a:rect l="0" t="0" r="0" b="0"/>
              <a:pathLst>
                <a:path w="1005455" h="996116">
                  <a:moveTo>
                    <a:pt x="977918" y="714313"/>
                  </a:moveTo>
                  <a:lnTo>
                    <a:pt x="880211" y="729859"/>
                  </a:lnTo>
                  <a:lnTo>
                    <a:pt x="882110" y="735428"/>
                  </a:lnTo>
                  <a:lnTo>
                    <a:pt x="878692" y="745898"/>
                  </a:lnTo>
                  <a:lnTo>
                    <a:pt x="868722" y="758104"/>
                  </a:lnTo>
                  <a:lnTo>
                    <a:pt x="853909" y="769356"/>
                  </a:lnTo>
                  <a:lnTo>
                    <a:pt x="861316" y="784561"/>
                  </a:lnTo>
                  <a:lnTo>
                    <a:pt x="866063" y="801803"/>
                  </a:lnTo>
                  <a:lnTo>
                    <a:pt x="864829" y="832089"/>
                  </a:lnTo>
                  <a:lnTo>
                    <a:pt x="866443" y="846672"/>
                  </a:lnTo>
                  <a:lnTo>
                    <a:pt x="861505" y="853824"/>
                  </a:lnTo>
                  <a:lnTo>
                    <a:pt x="851631" y="890406"/>
                  </a:lnTo>
                  <a:lnTo>
                    <a:pt x="858277" y="908148"/>
                  </a:lnTo>
                  <a:lnTo>
                    <a:pt x="888946" y="937084"/>
                  </a:lnTo>
                  <a:lnTo>
                    <a:pt x="911165" y="940875"/>
                  </a:lnTo>
                  <a:lnTo>
                    <a:pt x="912305" y="930573"/>
                  </a:lnTo>
                  <a:lnTo>
                    <a:pt x="927498" y="926687"/>
                  </a:lnTo>
                  <a:lnTo>
                    <a:pt x="926453" y="996115"/>
                  </a:lnTo>
                  <a:lnTo>
                    <a:pt x="919901" y="994748"/>
                  </a:lnTo>
                  <a:lnTo>
                    <a:pt x="918762" y="988502"/>
                  </a:lnTo>
                  <a:lnTo>
                    <a:pt x="914774" y="985868"/>
                  </a:lnTo>
                  <a:lnTo>
                    <a:pt x="896163" y="993967"/>
                  </a:lnTo>
                  <a:lnTo>
                    <a:pt x="891415" y="993772"/>
                  </a:lnTo>
                  <a:lnTo>
                    <a:pt x="882490" y="988990"/>
                  </a:lnTo>
                  <a:lnTo>
                    <a:pt x="881445" y="983917"/>
                  </a:lnTo>
                  <a:lnTo>
                    <a:pt x="868247" y="964814"/>
                  </a:lnTo>
                  <a:lnTo>
                    <a:pt x="861885" y="963450"/>
                  </a:lnTo>
                  <a:lnTo>
                    <a:pt x="854574" y="946224"/>
                  </a:lnTo>
                  <a:lnTo>
                    <a:pt x="825234" y="933682"/>
                  </a:lnTo>
                  <a:lnTo>
                    <a:pt x="814029" y="932711"/>
                  </a:lnTo>
                  <a:lnTo>
                    <a:pt x="808142" y="928824"/>
                  </a:lnTo>
                  <a:lnTo>
                    <a:pt x="802350" y="915328"/>
                  </a:lnTo>
                  <a:lnTo>
                    <a:pt x="792569" y="906595"/>
                  </a:lnTo>
                  <a:lnTo>
                    <a:pt x="788392" y="895639"/>
                  </a:lnTo>
                  <a:lnTo>
                    <a:pt x="782505" y="897577"/>
                  </a:lnTo>
                  <a:lnTo>
                    <a:pt x="777377" y="912805"/>
                  </a:lnTo>
                  <a:lnTo>
                    <a:pt x="770730" y="916395"/>
                  </a:lnTo>
                  <a:lnTo>
                    <a:pt x="758767" y="916784"/>
                  </a:lnTo>
                  <a:lnTo>
                    <a:pt x="728666" y="912416"/>
                  </a:lnTo>
                  <a:lnTo>
                    <a:pt x="707207" y="904559"/>
                  </a:lnTo>
                  <a:lnTo>
                    <a:pt x="701510" y="905044"/>
                  </a:lnTo>
                  <a:lnTo>
                    <a:pt x="692965" y="897965"/>
                  </a:lnTo>
                  <a:lnTo>
                    <a:pt x="689452" y="886240"/>
                  </a:lnTo>
                  <a:lnTo>
                    <a:pt x="691351" y="877234"/>
                  </a:lnTo>
                  <a:lnTo>
                    <a:pt x="689736" y="875879"/>
                  </a:lnTo>
                  <a:lnTo>
                    <a:pt x="657072" y="883431"/>
                  </a:lnTo>
                  <a:lnTo>
                    <a:pt x="649097" y="888081"/>
                  </a:lnTo>
                  <a:lnTo>
                    <a:pt x="641690" y="886918"/>
                  </a:lnTo>
                  <a:lnTo>
                    <a:pt x="639506" y="884399"/>
                  </a:lnTo>
                  <a:lnTo>
                    <a:pt x="642640" y="878202"/>
                  </a:lnTo>
                  <a:lnTo>
                    <a:pt x="641120" y="871427"/>
                  </a:lnTo>
                  <a:lnTo>
                    <a:pt x="638652" y="868331"/>
                  </a:lnTo>
                  <a:lnTo>
                    <a:pt x="628967" y="865912"/>
                  </a:lnTo>
                  <a:lnTo>
                    <a:pt x="625928" y="858658"/>
                  </a:lnTo>
                  <a:lnTo>
                    <a:pt x="620041" y="857594"/>
                  </a:lnTo>
                  <a:lnTo>
                    <a:pt x="616527" y="863590"/>
                  </a:lnTo>
                  <a:lnTo>
                    <a:pt x="613014" y="865235"/>
                  </a:lnTo>
                  <a:lnTo>
                    <a:pt x="593549" y="862816"/>
                  </a:lnTo>
                  <a:lnTo>
                    <a:pt x="573039" y="869201"/>
                  </a:lnTo>
                  <a:lnTo>
                    <a:pt x="545883" y="867459"/>
                  </a:lnTo>
                  <a:lnTo>
                    <a:pt x="530975" y="874911"/>
                  </a:lnTo>
                  <a:lnTo>
                    <a:pt x="525658" y="858658"/>
                  </a:lnTo>
                  <a:lnTo>
                    <a:pt x="531071" y="852857"/>
                  </a:lnTo>
                  <a:lnTo>
                    <a:pt x="532495" y="847928"/>
                  </a:lnTo>
                  <a:lnTo>
                    <a:pt x="530785" y="824657"/>
                  </a:lnTo>
                  <a:lnTo>
                    <a:pt x="526703" y="812985"/>
                  </a:lnTo>
                  <a:lnTo>
                    <a:pt x="508756" y="789087"/>
                  </a:lnTo>
                  <a:lnTo>
                    <a:pt x="506383" y="782347"/>
                  </a:lnTo>
                  <a:lnTo>
                    <a:pt x="511320" y="740999"/>
                  </a:lnTo>
                  <a:lnTo>
                    <a:pt x="510751" y="722181"/>
                  </a:lnTo>
                  <a:lnTo>
                    <a:pt x="505813" y="709996"/>
                  </a:lnTo>
                  <a:lnTo>
                    <a:pt x="504674" y="696860"/>
                  </a:lnTo>
                  <a:lnTo>
                    <a:pt x="507902" y="673196"/>
                  </a:lnTo>
                  <a:lnTo>
                    <a:pt x="504768" y="667548"/>
                  </a:lnTo>
                  <a:lnTo>
                    <a:pt x="442860" y="665537"/>
                  </a:lnTo>
                  <a:lnTo>
                    <a:pt x="439061" y="660464"/>
                  </a:lnTo>
                  <a:lnTo>
                    <a:pt x="441910" y="646496"/>
                  </a:lnTo>
                  <a:lnTo>
                    <a:pt x="404214" y="650035"/>
                  </a:lnTo>
                  <a:lnTo>
                    <a:pt x="392819" y="652809"/>
                  </a:lnTo>
                  <a:lnTo>
                    <a:pt x="385888" y="658455"/>
                  </a:lnTo>
                  <a:lnTo>
                    <a:pt x="383324" y="675878"/>
                  </a:lnTo>
                  <a:lnTo>
                    <a:pt x="377627" y="685648"/>
                  </a:lnTo>
                  <a:lnTo>
                    <a:pt x="376013" y="702228"/>
                  </a:lnTo>
                  <a:lnTo>
                    <a:pt x="355123" y="704050"/>
                  </a:lnTo>
                  <a:lnTo>
                    <a:pt x="334993" y="700599"/>
                  </a:lnTo>
                  <a:lnTo>
                    <a:pt x="305748" y="709709"/>
                  </a:lnTo>
                  <a:lnTo>
                    <a:pt x="300715" y="707599"/>
                  </a:lnTo>
                  <a:lnTo>
                    <a:pt x="283054" y="709229"/>
                  </a:lnTo>
                  <a:lnTo>
                    <a:pt x="251720" y="664484"/>
                  </a:lnTo>
                  <a:lnTo>
                    <a:pt x="248301" y="647261"/>
                  </a:lnTo>
                  <a:lnTo>
                    <a:pt x="238996" y="630527"/>
                  </a:lnTo>
                  <a:lnTo>
                    <a:pt x="236527" y="606449"/>
                  </a:lnTo>
                  <a:lnTo>
                    <a:pt x="228077" y="595850"/>
                  </a:lnTo>
                  <a:lnTo>
                    <a:pt x="222569" y="592414"/>
                  </a:lnTo>
                  <a:lnTo>
                    <a:pt x="202914" y="590505"/>
                  </a:lnTo>
                  <a:lnTo>
                    <a:pt x="57447" y="591459"/>
                  </a:lnTo>
                  <a:lnTo>
                    <a:pt x="41685" y="588978"/>
                  </a:lnTo>
                  <a:lnTo>
                    <a:pt x="30480" y="591173"/>
                  </a:lnTo>
                  <a:lnTo>
                    <a:pt x="24688" y="595660"/>
                  </a:lnTo>
                  <a:lnTo>
                    <a:pt x="15952" y="597951"/>
                  </a:lnTo>
                  <a:lnTo>
                    <a:pt x="10445" y="596996"/>
                  </a:lnTo>
                  <a:lnTo>
                    <a:pt x="0" y="584874"/>
                  </a:lnTo>
                  <a:lnTo>
                    <a:pt x="15383" y="581533"/>
                  </a:lnTo>
                  <a:lnTo>
                    <a:pt x="16332" y="552634"/>
                  </a:lnTo>
                  <a:lnTo>
                    <a:pt x="12534" y="548439"/>
                  </a:lnTo>
                  <a:lnTo>
                    <a:pt x="20225" y="543578"/>
                  </a:lnTo>
                  <a:lnTo>
                    <a:pt x="32569" y="530713"/>
                  </a:lnTo>
                  <a:lnTo>
                    <a:pt x="48711" y="523758"/>
                  </a:lnTo>
                  <a:lnTo>
                    <a:pt x="63429" y="536049"/>
                  </a:lnTo>
                  <a:lnTo>
                    <a:pt x="76342" y="529951"/>
                  </a:lnTo>
                  <a:lnTo>
                    <a:pt x="80520" y="515186"/>
                  </a:lnTo>
                  <a:lnTo>
                    <a:pt x="91155" y="517376"/>
                  </a:lnTo>
                  <a:lnTo>
                    <a:pt x="113184" y="507663"/>
                  </a:lnTo>
                  <a:lnTo>
                    <a:pt x="118026" y="515567"/>
                  </a:lnTo>
                  <a:lnTo>
                    <a:pt x="113564" y="522805"/>
                  </a:lnTo>
                  <a:lnTo>
                    <a:pt x="115937" y="535763"/>
                  </a:lnTo>
                  <a:lnTo>
                    <a:pt x="131605" y="538431"/>
                  </a:lnTo>
                  <a:lnTo>
                    <a:pt x="161135" y="508043"/>
                  </a:lnTo>
                  <a:lnTo>
                    <a:pt x="167876" y="504711"/>
                  </a:lnTo>
                  <a:lnTo>
                    <a:pt x="178701" y="493382"/>
                  </a:lnTo>
                  <a:lnTo>
                    <a:pt x="193039" y="488338"/>
                  </a:lnTo>
                  <a:lnTo>
                    <a:pt x="199211" y="479392"/>
                  </a:lnTo>
                  <a:lnTo>
                    <a:pt x="207472" y="463503"/>
                  </a:lnTo>
                  <a:lnTo>
                    <a:pt x="211270" y="440487"/>
                  </a:lnTo>
                  <a:lnTo>
                    <a:pt x="211175" y="395528"/>
                  </a:lnTo>
                  <a:lnTo>
                    <a:pt x="228267" y="377666"/>
                  </a:lnTo>
                  <a:lnTo>
                    <a:pt x="246213" y="345275"/>
                  </a:lnTo>
                  <a:lnTo>
                    <a:pt x="251150" y="340716"/>
                  </a:lnTo>
                  <a:lnTo>
                    <a:pt x="267197" y="333309"/>
                  </a:lnTo>
                  <a:lnTo>
                    <a:pt x="292264" y="309568"/>
                  </a:lnTo>
                  <a:lnTo>
                    <a:pt x="290745" y="295230"/>
                  </a:lnTo>
                  <a:lnTo>
                    <a:pt x="299386" y="268264"/>
                  </a:lnTo>
                  <a:lnTo>
                    <a:pt x="301285" y="252216"/>
                  </a:lnTo>
                  <a:lnTo>
                    <a:pt x="300146" y="221638"/>
                  </a:lnTo>
                  <a:lnTo>
                    <a:pt x="308311" y="199603"/>
                  </a:lnTo>
                  <a:lnTo>
                    <a:pt x="309071" y="174429"/>
                  </a:lnTo>
                  <a:lnTo>
                    <a:pt x="316477" y="153143"/>
                  </a:lnTo>
                  <a:lnTo>
                    <a:pt x="331195" y="126242"/>
                  </a:lnTo>
                  <a:lnTo>
                    <a:pt x="338127" y="106178"/>
                  </a:lnTo>
                  <a:lnTo>
                    <a:pt x="336702" y="86391"/>
                  </a:lnTo>
                  <a:lnTo>
                    <a:pt x="338696" y="71831"/>
                  </a:lnTo>
                  <a:lnTo>
                    <a:pt x="335183" y="55838"/>
                  </a:lnTo>
                  <a:lnTo>
                    <a:pt x="336607" y="51076"/>
                  </a:lnTo>
                  <a:lnTo>
                    <a:pt x="342210" y="49172"/>
                  </a:lnTo>
                  <a:lnTo>
                    <a:pt x="349141" y="41743"/>
                  </a:lnTo>
                  <a:lnTo>
                    <a:pt x="361675" y="22307"/>
                  </a:lnTo>
                  <a:lnTo>
                    <a:pt x="375063" y="12776"/>
                  </a:lnTo>
                  <a:lnTo>
                    <a:pt x="384463" y="9726"/>
                  </a:lnTo>
                  <a:lnTo>
                    <a:pt x="394244" y="10107"/>
                  </a:lnTo>
                  <a:lnTo>
                    <a:pt x="400606" y="11823"/>
                  </a:lnTo>
                  <a:lnTo>
                    <a:pt x="422729" y="25547"/>
                  </a:lnTo>
                  <a:lnTo>
                    <a:pt x="431560" y="33170"/>
                  </a:lnTo>
                  <a:lnTo>
                    <a:pt x="440201" y="44982"/>
                  </a:lnTo>
                  <a:lnTo>
                    <a:pt x="461185" y="47553"/>
                  </a:lnTo>
                  <a:lnTo>
                    <a:pt x="475618" y="53457"/>
                  </a:lnTo>
                  <a:lnTo>
                    <a:pt x="481980" y="52981"/>
                  </a:lnTo>
                  <a:lnTo>
                    <a:pt x="491855" y="56504"/>
                  </a:lnTo>
                  <a:lnTo>
                    <a:pt x="499736" y="54505"/>
                  </a:lnTo>
                  <a:lnTo>
                    <a:pt x="538572" y="62312"/>
                  </a:lnTo>
                  <a:lnTo>
                    <a:pt x="542940" y="58408"/>
                  </a:lnTo>
                  <a:lnTo>
                    <a:pt x="553859" y="38124"/>
                  </a:lnTo>
                  <a:lnTo>
                    <a:pt x="561930" y="31169"/>
                  </a:lnTo>
                  <a:lnTo>
                    <a:pt x="575128" y="30407"/>
                  </a:lnTo>
                  <a:lnTo>
                    <a:pt x="591080" y="34313"/>
                  </a:lnTo>
                  <a:lnTo>
                    <a:pt x="638652" y="16780"/>
                  </a:lnTo>
                  <a:lnTo>
                    <a:pt x="644823" y="16017"/>
                  </a:lnTo>
                  <a:lnTo>
                    <a:pt x="662200" y="20211"/>
                  </a:lnTo>
                  <a:lnTo>
                    <a:pt x="677962" y="18209"/>
                  </a:lnTo>
                  <a:lnTo>
                    <a:pt x="687647" y="15254"/>
                  </a:lnTo>
                  <a:lnTo>
                    <a:pt x="695623" y="2956"/>
                  </a:lnTo>
                  <a:lnTo>
                    <a:pt x="702270" y="0"/>
                  </a:lnTo>
                  <a:lnTo>
                    <a:pt x="770636" y="13253"/>
                  </a:lnTo>
                  <a:lnTo>
                    <a:pt x="781081" y="6770"/>
                  </a:lnTo>
                  <a:lnTo>
                    <a:pt x="786113" y="6007"/>
                  </a:lnTo>
                  <a:lnTo>
                    <a:pt x="801305" y="10774"/>
                  </a:lnTo>
                  <a:lnTo>
                    <a:pt x="805958" y="18209"/>
                  </a:lnTo>
                  <a:lnTo>
                    <a:pt x="818017" y="28215"/>
                  </a:lnTo>
                  <a:lnTo>
                    <a:pt x="821625" y="35361"/>
                  </a:lnTo>
                  <a:lnTo>
                    <a:pt x="842895" y="50886"/>
                  </a:lnTo>
                  <a:lnTo>
                    <a:pt x="855334" y="52314"/>
                  </a:lnTo>
                  <a:lnTo>
                    <a:pt x="871096" y="42696"/>
                  </a:lnTo>
                  <a:lnTo>
                    <a:pt x="882300" y="43648"/>
                  </a:lnTo>
                  <a:lnTo>
                    <a:pt x="897397" y="48696"/>
                  </a:lnTo>
                  <a:lnTo>
                    <a:pt x="905848" y="43077"/>
                  </a:lnTo>
                  <a:lnTo>
                    <a:pt x="910311" y="37076"/>
                  </a:lnTo>
                  <a:lnTo>
                    <a:pt x="914679" y="35742"/>
                  </a:lnTo>
                  <a:lnTo>
                    <a:pt x="921231" y="38409"/>
                  </a:lnTo>
                  <a:lnTo>
                    <a:pt x="948577" y="70403"/>
                  </a:lnTo>
                  <a:lnTo>
                    <a:pt x="965099" y="78112"/>
                  </a:lnTo>
                  <a:lnTo>
                    <a:pt x="969276" y="89340"/>
                  </a:lnTo>
                  <a:lnTo>
                    <a:pt x="978202" y="89340"/>
                  </a:lnTo>
                  <a:lnTo>
                    <a:pt x="985514" y="97807"/>
                  </a:lnTo>
                  <a:lnTo>
                    <a:pt x="986083" y="100661"/>
                  </a:lnTo>
                  <a:lnTo>
                    <a:pt x="978107" y="120062"/>
                  </a:lnTo>
                  <a:lnTo>
                    <a:pt x="983140" y="127859"/>
                  </a:lnTo>
                  <a:lnTo>
                    <a:pt x="976683" y="151052"/>
                  </a:lnTo>
                  <a:lnTo>
                    <a:pt x="982096" y="153904"/>
                  </a:lnTo>
                  <a:lnTo>
                    <a:pt x="989027" y="153809"/>
                  </a:lnTo>
                  <a:lnTo>
                    <a:pt x="995389" y="159891"/>
                  </a:lnTo>
                  <a:lnTo>
                    <a:pt x="1000326" y="160841"/>
                  </a:lnTo>
                  <a:lnTo>
                    <a:pt x="1005454" y="167397"/>
                  </a:lnTo>
                  <a:lnTo>
                    <a:pt x="1004409" y="172718"/>
                  </a:lnTo>
                  <a:lnTo>
                    <a:pt x="987982" y="191814"/>
                  </a:lnTo>
                  <a:lnTo>
                    <a:pt x="963485" y="215275"/>
                  </a:lnTo>
                  <a:lnTo>
                    <a:pt x="955224" y="218029"/>
                  </a:lnTo>
                  <a:lnTo>
                    <a:pt x="947913" y="229236"/>
                  </a:lnTo>
                  <a:lnTo>
                    <a:pt x="935284" y="237403"/>
                  </a:lnTo>
                  <a:lnTo>
                    <a:pt x="934809" y="254305"/>
                  </a:lnTo>
                  <a:lnTo>
                    <a:pt x="923415" y="275385"/>
                  </a:lnTo>
                  <a:lnTo>
                    <a:pt x="915154" y="332169"/>
                  </a:lnTo>
                  <a:lnTo>
                    <a:pt x="916008" y="353823"/>
                  </a:lnTo>
                  <a:lnTo>
                    <a:pt x="904045" y="360662"/>
                  </a:lnTo>
                  <a:lnTo>
                    <a:pt x="895879" y="371396"/>
                  </a:lnTo>
                  <a:lnTo>
                    <a:pt x="892365" y="378711"/>
                  </a:lnTo>
                  <a:lnTo>
                    <a:pt x="892460" y="396478"/>
                  </a:lnTo>
                  <a:lnTo>
                    <a:pt x="878027" y="409687"/>
                  </a:lnTo>
                  <a:lnTo>
                    <a:pt x="879926" y="419667"/>
                  </a:lnTo>
                  <a:lnTo>
                    <a:pt x="886288" y="424135"/>
                  </a:lnTo>
                  <a:lnTo>
                    <a:pt x="886383" y="428317"/>
                  </a:lnTo>
                  <a:lnTo>
                    <a:pt x="897397" y="441723"/>
                  </a:lnTo>
                  <a:lnTo>
                    <a:pt x="896733" y="483008"/>
                  </a:lnTo>
                  <a:lnTo>
                    <a:pt x="903000" y="496809"/>
                  </a:lnTo>
                  <a:lnTo>
                    <a:pt x="906798" y="515567"/>
                  </a:lnTo>
                  <a:lnTo>
                    <a:pt x="902620" y="539384"/>
                  </a:lnTo>
                  <a:lnTo>
                    <a:pt x="917528" y="582965"/>
                  </a:lnTo>
                  <a:lnTo>
                    <a:pt x="910881" y="599001"/>
                  </a:lnTo>
                  <a:lnTo>
                    <a:pt x="914109" y="614378"/>
                  </a:lnTo>
                  <a:lnTo>
                    <a:pt x="922940" y="630432"/>
                  </a:lnTo>
                  <a:lnTo>
                    <a:pt x="949526" y="652809"/>
                  </a:lnTo>
                  <a:lnTo>
                    <a:pt x="976303" y="70951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oPE_MapPart_DJI_1_24" descr="Dschibuti">
              <a:extLst>
                <a:ext uri="{FF2B5EF4-FFF2-40B4-BE49-F238E27FC236}">
                  <a16:creationId xmlns:a16="http://schemas.microsoft.com/office/drawing/2014/main" id="{8FC53C92-5590-24AD-1ECA-8878886287F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612014" y="2410343"/>
              <a:ext cx="86787" cy="95270"/>
            </a:xfrm>
            <a:custGeom>
              <a:avLst/>
              <a:gdLst/>
              <a:ahLst/>
              <a:cxnLst/>
              <a:rect l="0" t="0" r="0" b="0"/>
              <a:pathLst>
                <a:path w="86787" h="95270">
                  <a:moveTo>
                    <a:pt x="78146" y="65163"/>
                  </a:moveTo>
                  <a:lnTo>
                    <a:pt x="61054" y="92078"/>
                  </a:lnTo>
                  <a:lnTo>
                    <a:pt x="41779" y="87724"/>
                  </a:lnTo>
                  <a:lnTo>
                    <a:pt x="10160" y="95269"/>
                  </a:lnTo>
                  <a:lnTo>
                    <a:pt x="1709" y="93141"/>
                  </a:lnTo>
                  <a:lnTo>
                    <a:pt x="0" y="69910"/>
                  </a:lnTo>
                  <a:lnTo>
                    <a:pt x="1424" y="55179"/>
                  </a:lnTo>
                  <a:lnTo>
                    <a:pt x="36082" y="10119"/>
                  </a:lnTo>
                  <a:lnTo>
                    <a:pt x="49470" y="17704"/>
                  </a:lnTo>
                  <a:lnTo>
                    <a:pt x="52889" y="15371"/>
                  </a:lnTo>
                  <a:lnTo>
                    <a:pt x="58016" y="4574"/>
                  </a:lnTo>
                  <a:lnTo>
                    <a:pt x="71309" y="0"/>
                  </a:lnTo>
                  <a:lnTo>
                    <a:pt x="83747" y="18385"/>
                  </a:lnTo>
                  <a:lnTo>
                    <a:pt x="86786" y="28005"/>
                  </a:lnTo>
                  <a:lnTo>
                    <a:pt x="85172" y="33347"/>
                  </a:lnTo>
                  <a:lnTo>
                    <a:pt x="79475" y="39852"/>
                  </a:lnTo>
                  <a:lnTo>
                    <a:pt x="67701" y="47421"/>
                  </a:lnTo>
                  <a:lnTo>
                    <a:pt x="54503" y="52270"/>
                  </a:lnTo>
                  <a:lnTo>
                    <a:pt x="46146" y="61965"/>
                  </a:lnTo>
                  <a:lnTo>
                    <a:pt x="39879" y="61287"/>
                  </a:lnTo>
                  <a:lnTo>
                    <a:pt x="40829" y="64969"/>
                  </a:lnTo>
                  <a:lnTo>
                    <a:pt x="43202" y="65357"/>
                  </a:lnTo>
                  <a:lnTo>
                    <a:pt x="60484" y="60511"/>
                  </a:lnTo>
                  <a:lnTo>
                    <a:pt x="73683" y="6157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oPE_MapPart_EGY_1_25" descr="Ägypten">
              <a:extLst>
                <a:ext uri="{FF2B5EF4-FFF2-40B4-BE49-F238E27FC236}">
                  <a16:creationId xmlns:a16="http://schemas.microsoft.com/office/drawing/2014/main" id="{6BD8163A-9AE5-3816-5D10-E9956BD4F516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6711958" y="1324369"/>
              <a:ext cx="641881" cy="572088"/>
            </a:xfrm>
            <a:custGeom>
              <a:avLst/>
              <a:gdLst/>
              <a:ahLst/>
              <a:cxnLst/>
              <a:rect l="0" t="0" r="0" b="0"/>
              <a:pathLst>
                <a:path w="641881" h="572088">
                  <a:moveTo>
                    <a:pt x="641880" y="571985"/>
                  </a:moveTo>
                  <a:lnTo>
                    <a:pt x="355122" y="571985"/>
                  </a:lnTo>
                  <a:lnTo>
                    <a:pt x="357781" y="563378"/>
                  </a:lnTo>
                  <a:lnTo>
                    <a:pt x="353318" y="560199"/>
                  </a:lnTo>
                  <a:lnTo>
                    <a:pt x="351040" y="561019"/>
                  </a:lnTo>
                  <a:lnTo>
                    <a:pt x="345912" y="571677"/>
                  </a:lnTo>
                  <a:lnTo>
                    <a:pt x="343159" y="572087"/>
                  </a:lnTo>
                  <a:lnTo>
                    <a:pt x="14622" y="571985"/>
                  </a:lnTo>
                  <a:lnTo>
                    <a:pt x="14622" y="151310"/>
                  </a:lnTo>
                  <a:lnTo>
                    <a:pt x="0" y="89443"/>
                  </a:lnTo>
                  <a:lnTo>
                    <a:pt x="9210" y="73712"/>
                  </a:lnTo>
                  <a:lnTo>
                    <a:pt x="13578" y="60147"/>
                  </a:lnTo>
                  <a:lnTo>
                    <a:pt x="14242" y="54182"/>
                  </a:lnTo>
                  <a:lnTo>
                    <a:pt x="9210" y="36695"/>
                  </a:lnTo>
                  <a:lnTo>
                    <a:pt x="7881" y="19822"/>
                  </a:lnTo>
                  <a:lnTo>
                    <a:pt x="23548" y="0"/>
                  </a:lnTo>
                  <a:lnTo>
                    <a:pt x="27536" y="7469"/>
                  </a:lnTo>
                  <a:lnTo>
                    <a:pt x="35797" y="8806"/>
                  </a:lnTo>
                  <a:lnTo>
                    <a:pt x="62763" y="2119"/>
                  </a:lnTo>
                  <a:lnTo>
                    <a:pt x="134263" y="17153"/>
                  </a:lnTo>
                  <a:lnTo>
                    <a:pt x="149645" y="27376"/>
                  </a:lnTo>
                  <a:lnTo>
                    <a:pt x="164932" y="28375"/>
                  </a:lnTo>
                  <a:lnTo>
                    <a:pt x="172244" y="34477"/>
                  </a:lnTo>
                  <a:lnTo>
                    <a:pt x="201109" y="37360"/>
                  </a:lnTo>
                  <a:lnTo>
                    <a:pt x="230449" y="50866"/>
                  </a:lnTo>
                  <a:lnTo>
                    <a:pt x="249250" y="44892"/>
                  </a:lnTo>
                  <a:lnTo>
                    <a:pt x="275742" y="26377"/>
                  </a:lnTo>
                  <a:lnTo>
                    <a:pt x="291125" y="24489"/>
                  </a:lnTo>
                  <a:lnTo>
                    <a:pt x="300240" y="12258"/>
                  </a:lnTo>
                  <a:lnTo>
                    <a:pt x="328156" y="5464"/>
                  </a:lnTo>
                  <a:lnTo>
                    <a:pt x="309071" y="14706"/>
                  </a:lnTo>
                  <a:lnTo>
                    <a:pt x="332239" y="11924"/>
                  </a:lnTo>
                  <a:lnTo>
                    <a:pt x="336512" y="3234"/>
                  </a:lnTo>
                  <a:lnTo>
                    <a:pt x="359870" y="12146"/>
                  </a:lnTo>
                  <a:lnTo>
                    <a:pt x="379050" y="7024"/>
                  </a:lnTo>
                  <a:lnTo>
                    <a:pt x="392060" y="19377"/>
                  </a:lnTo>
                  <a:lnTo>
                    <a:pt x="379240" y="10699"/>
                  </a:lnTo>
                  <a:lnTo>
                    <a:pt x="372879" y="22378"/>
                  </a:lnTo>
                  <a:lnTo>
                    <a:pt x="385317" y="26821"/>
                  </a:lnTo>
                  <a:lnTo>
                    <a:pt x="390255" y="34699"/>
                  </a:lnTo>
                  <a:lnTo>
                    <a:pt x="395857" y="33147"/>
                  </a:lnTo>
                  <a:lnTo>
                    <a:pt x="399751" y="28042"/>
                  </a:lnTo>
                  <a:lnTo>
                    <a:pt x="396332" y="22378"/>
                  </a:lnTo>
                  <a:lnTo>
                    <a:pt x="416746" y="36251"/>
                  </a:lnTo>
                  <a:lnTo>
                    <a:pt x="444473" y="30040"/>
                  </a:lnTo>
                  <a:lnTo>
                    <a:pt x="447891" y="35254"/>
                  </a:lnTo>
                  <a:lnTo>
                    <a:pt x="457576" y="32370"/>
                  </a:lnTo>
                  <a:lnTo>
                    <a:pt x="472864" y="32370"/>
                  </a:lnTo>
                  <a:lnTo>
                    <a:pt x="485303" y="29263"/>
                  </a:lnTo>
                  <a:lnTo>
                    <a:pt x="500875" y="20600"/>
                  </a:lnTo>
                  <a:lnTo>
                    <a:pt x="538096" y="133448"/>
                  </a:lnTo>
                  <a:lnTo>
                    <a:pt x="529265" y="145978"/>
                  </a:lnTo>
                  <a:lnTo>
                    <a:pt x="522999" y="176815"/>
                  </a:lnTo>
                  <a:lnTo>
                    <a:pt x="513978" y="200923"/>
                  </a:lnTo>
                  <a:lnTo>
                    <a:pt x="511510" y="221391"/>
                  </a:lnTo>
                  <a:lnTo>
                    <a:pt x="502014" y="236324"/>
                  </a:lnTo>
                  <a:lnTo>
                    <a:pt x="492804" y="232567"/>
                  </a:lnTo>
                  <a:lnTo>
                    <a:pt x="477802" y="219454"/>
                  </a:lnTo>
                  <a:lnTo>
                    <a:pt x="468970" y="206962"/>
                  </a:lnTo>
                  <a:lnTo>
                    <a:pt x="450740" y="188286"/>
                  </a:lnTo>
                  <a:lnTo>
                    <a:pt x="444568" y="163587"/>
                  </a:lnTo>
                  <a:lnTo>
                    <a:pt x="423013" y="130720"/>
                  </a:lnTo>
                  <a:lnTo>
                    <a:pt x="414753" y="103270"/>
                  </a:lnTo>
                  <a:lnTo>
                    <a:pt x="409910" y="106229"/>
                  </a:lnTo>
                  <a:lnTo>
                    <a:pt x="410765" y="110719"/>
                  </a:lnTo>
                  <a:lnTo>
                    <a:pt x="403929" y="124170"/>
                  </a:lnTo>
                  <a:lnTo>
                    <a:pt x="405828" y="129957"/>
                  </a:lnTo>
                  <a:lnTo>
                    <a:pt x="416556" y="142821"/>
                  </a:lnTo>
                  <a:lnTo>
                    <a:pt x="418266" y="162719"/>
                  </a:lnTo>
                  <a:lnTo>
                    <a:pt x="432319" y="188394"/>
                  </a:lnTo>
                  <a:lnTo>
                    <a:pt x="448366" y="209872"/>
                  </a:lnTo>
                  <a:lnTo>
                    <a:pt x="466502" y="228378"/>
                  </a:lnTo>
                  <a:lnTo>
                    <a:pt x="466691" y="245760"/>
                  </a:lnTo>
                  <a:lnTo>
                    <a:pt x="474478" y="261492"/>
                  </a:lnTo>
                  <a:lnTo>
                    <a:pt x="482454" y="270786"/>
                  </a:lnTo>
                  <a:lnTo>
                    <a:pt x="488246" y="302520"/>
                  </a:lnTo>
                  <a:lnTo>
                    <a:pt x="520245" y="358805"/>
                  </a:lnTo>
                  <a:lnTo>
                    <a:pt x="553383" y="429679"/>
                  </a:lnTo>
                  <a:lnTo>
                    <a:pt x="568386" y="448226"/>
                  </a:lnTo>
                  <a:lnTo>
                    <a:pt x="584528" y="460703"/>
                  </a:lnTo>
                  <a:lnTo>
                    <a:pt x="571709" y="461741"/>
                  </a:lnTo>
                  <a:lnTo>
                    <a:pt x="569810" y="469839"/>
                  </a:lnTo>
                  <a:lnTo>
                    <a:pt x="570760" y="489218"/>
                  </a:lnTo>
                  <a:lnTo>
                    <a:pt x="579971" y="517729"/>
                  </a:lnTo>
                  <a:lnTo>
                    <a:pt x="591364" y="529578"/>
                  </a:lnTo>
                  <a:lnTo>
                    <a:pt x="608076" y="535856"/>
                  </a:lnTo>
                  <a:lnTo>
                    <a:pt x="617761" y="549321"/>
                  </a:lnTo>
                  <a:lnTo>
                    <a:pt x="639696" y="566248"/>
                  </a:lnTo>
                  <a:lnTo>
                    <a:pt x="641880" y="57085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oPE_MapPart_GNQ_1_26" descr="Äquatorialguinea">
              <a:extLst>
                <a:ext uri="{FF2B5EF4-FFF2-40B4-BE49-F238E27FC236}">
                  <a16:creationId xmlns:a16="http://schemas.microsoft.com/office/drawing/2014/main" id="{4A7FCB78-076F-BC08-F6EB-17B3C253381A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5853776" y="2887870"/>
              <a:ext cx="27252" cy="28255"/>
            </a:xfrm>
            <a:custGeom>
              <a:avLst/>
              <a:gdLst/>
              <a:ahLst/>
              <a:cxnLst/>
              <a:rect l="0" t="0" r="0" b="0"/>
              <a:pathLst>
                <a:path w="27252" h="28255">
                  <a:moveTo>
                    <a:pt x="15857" y="0"/>
                  </a:moveTo>
                  <a:lnTo>
                    <a:pt x="25067" y="0"/>
                  </a:lnTo>
                  <a:lnTo>
                    <a:pt x="27251" y="2760"/>
                  </a:lnTo>
                  <a:lnTo>
                    <a:pt x="26967" y="6946"/>
                  </a:lnTo>
                  <a:lnTo>
                    <a:pt x="14243" y="28254"/>
                  </a:lnTo>
                  <a:lnTo>
                    <a:pt x="2089" y="26066"/>
                  </a:lnTo>
                  <a:lnTo>
                    <a:pt x="0" y="22547"/>
                  </a:lnTo>
                  <a:lnTo>
                    <a:pt x="1614" y="16269"/>
                  </a:lnTo>
                  <a:lnTo>
                    <a:pt x="7501" y="14557"/>
                  </a:lnTo>
                  <a:lnTo>
                    <a:pt x="12723" y="11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oPE_MapPart_GNQ_2_27" descr="Äquatorialguinea">
              <a:extLst>
                <a:ext uri="{FF2B5EF4-FFF2-40B4-BE49-F238E27FC236}">
                  <a16:creationId xmlns:a16="http://schemas.microsoft.com/office/drawing/2014/main" id="{56BAE103-8433-869E-2049-1621A09CEFEB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5903911" y="2964701"/>
              <a:ext cx="102834" cy="70961"/>
            </a:xfrm>
            <a:custGeom>
              <a:avLst/>
              <a:gdLst/>
              <a:ahLst/>
              <a:cxnLst/>
              <a:rect l="0" t="0" r="0" b="0"/>
              <a:pathLst>
                <a:path w="102834" h="70961">
                  <a:moveTo>
                    <a:pt x="102549" y="7222"/>
                  </a:moveTo>
                  <a:lnTo>
                    <a:pt x="102833" y="68871"/>
                  </a:lnTo>
                  <a:lnTo>
                    <a:pt x="33898" y="68586"/>
                  </a:lnTo>
                  <a:lnTo>
                    <a:pt x="27536" y="70960"/>
                  </a:lnTo>
                  <a:lnTo>
                    <a:pt x="22124" y="68871"/>
                  </a:lnTo>
                  <a:lnTo>
                    <a:pt x="19845" y="64882"/>
                  </a:lnTo>
                  <a:lnTo>
                    <a:pt x="10824" y="67162"/>
                  </a:lnTo>
                  <a:lnTo>
                    <a:pt x="6551" y="62793"/>
                  </a:lnTo>
                  <a:lnTo>
                    <a:pt x="0" y="61464"/>
                  </a:lnTo>
                  <a:lnTo>
                    <a:pt x="5792" y="45887"/>
                  </a:lnTo>
                  <a:lnTo>
                    <a:pt x="13008" y="38953"/>
                  </a:lnTo>
                  <a:lnTo>
                    <a:pt x="22219" y="19859"/>
                  </a:lnTo>
                  <a:lnTo>
                    <a:pt x="21934" y="0"/>
                  </a:lnTo>
                  <a:lnTo>
                    <a:pt x="25542" y="4752"/>
                  </a:lnTo>
                  <a:lnTo>
                    <a:pt x="31334" y="7222"/>
                  </a:lnTo>
                  <a:lnTo>
                    <a:pt x="90300" y="72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oPE_MapPart_ERI_1_28" descr="Eritrea">
              <a:extLst>
                <a:ext uri="{FF2B5EF4-FFF2-40B4-BE49-F238E27FC236}">
                  <a16:creationId xmlns:a16="http://schemas.microsoft.com/office/drawing/2014/main" id="{84920FA0-BFB8-6B41-A37A-C80E3EE04168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7330384" y="2120432"/>
              <a:ext cx="352940" cy="307616"/>
            </a:xfrm>
            <a:custGeom>
              <a:avLst/>
              <a:gdLst/>
              <a:ahLst/>
              <a:cxnLst/>
              <a:rect l="0" t="0" r="0" b="0"/>
              <a:pathLst>
                <a:path w="352940" h="307616">
                  <a:moveTo>
                    <a:pt x="5128" y="205935"/>
                  </a:moveTo>
                  <a:lnTo>
                    <a:pt x="0" y="158129"/>
                  </a:lnTo>
                  <a:lnTo>
                    <a:pt x="5033" y="151734"/>
                  </a:lnTo>
                  <a:lnTo>
                    <a:pt x="25732" y="94407"/>
                  </a:lnTo>
                  <a:lnTo>
                    <a:pt x="24308" y="76288"/>
                  </a:lnTo>
                  <a:lnTo>
                    <a:pt x="29151" y="66572"/>
                  </a:lnTo>
                  <a:lnTo>
                    <a:pt x="30765" y="52379"/>
                  </a:lnTo>
                  <a:lnTo>
                    <a:pt x="51939" y="52180"/>
                  </a:lnTo>
                  <a:lnTo>
                    <a:pt x="59156" y="37668"/>
                  </a:lnTo>
                  <a:lnTo>
                    <a:pt x="71499" y="30305"/>
                  </a:lnTo>
                  <a:lnTo>
                    <a:pt x="96377" y="23335"/>
                  </a:lnTo>
                  <a:lnTo>
                    <a:pt x="115178" y="0"/>
                  </a:lnTo>
                  <a:lnTo>
                    <a:pt x="131130" y="31997"/>
                  </a:lnTo>
                  <a:lnTo>
                    <a:pt x="137587" y="50889"/>
                  </a:lnTo>
                  <a:lnTo>
                    <a:pt x="151545" y="114964"/>
                  </a:lnTo>
                  <a:lnTo>
                    <a:pt x="158001" y="122367"/>
                  </a:lnTo>
                  <a:lnTo>
                    <a:pt x="162464" y="136271"/>
                  </a:lnTo>
                  <a:lnTo>
                    <a:pt x="166262" y="136764"/>
                  </a:lnTo>
                  <a:lnTo>
                    <a:pt x="169016" y="140607"/>
                  </a:lnTo>
                  <a:lnTo>
                    <a:pt x="177182" y="158522"/>
                  </a:lnTo>
                  <a:lnTo>
                    <a:pt x="178986" y="154391"/>
                  </a:lnTo>
                  <a:lnTo>
                    <a:pt x="177466" y="147993"/>
                  </a:lnTo>
                  <a:lnTo>
                    <a:pt x="181359" y="139622"/>
                  </a:lnTo>
                  <a:lnTo>
                    <a:pt x="190665" y="147107"/>
                  </a:lnTo>
                  <a:lnTo>
                    <a:pt x="192944" y="157047"/>
                  </a:lnTo>
                  <a:lnTo>
                    <a:pt x="199305" y="164619"/>
                  </a:lnTo>
                  <a:lnTo>
                    <a:pt x="217346" y="169042"/>
                  </a:lnTo>
                  <a:lnTo>
                    <a:pt x="230640" y="179356"/>
                  </a:lnTo>
                  <a:lnTo>
                    <a:pt x="250580" y="186129"/>
                  </a:lnTo>
                  <a:lnTo>
                    <a:pt x="275932" y="220817"/>
                  </a:lnTo>
                  <a:lnTo>
                    <a:pt x="306982" y="242229"/>
                  </a:lnTo>
                  <a:lnTo>
                    <a:pt x="315053" y="262629"/>
                  </a:lnTo>
                  <a:lnTo>
                    <a:pt x="321605" y="262142"/>
                  </a:lnTo>
                  <a:lnTo>
                    <a:pt x="332714" y="273061"/>
                  </a:lnTo>
                  <a:lnTo>
                    <a:pt x="336038" y="281440"/>
                  </a:lnTo>
                  <a:lnTo>
                    <a:pt x="345153" y="284459"/>
                  </a:lnTo>
                  <a:lnTo>
                    <a:pt x="346672" y="279589"/>
                  </a:lnTo>
                  <a:lnTo>
                    <a:pt x="351135" y="283583"/>
                  </a:lnTo>
                  <a:lnTo>
                    <a:pt x="352939" y="289911"/>
                  </a:lnTo>
                  <a:lnTo>
                    <a:pt x="339646" y="294485"/>
                  </a:lnTo>
                  <a:lnTo>
                    <a:pt x="334519" y="305282"/>
                  </a:lnTo>
                  <a:lnTo>
                    <a:pt x="331100" y="307615"/>
                  </a:lnTo>
                  <a:lnTo>
                    <a:pt x="319326" y="300419"/>
                  </a:lnTo>
                  <a:lnTo>
                    <a:pt x="314008" y="302948"/>
                  </a:lnTo>
                  <a:lnTo>
                    <a:pt x="301094" y="286504"/>
                  </a:lnTo>
                  <a:lnTo>
                    <a:pt x="291504" y="280466"/>
                  </a:lnTo>
                  <a:lnTo>
                    <a:pt x="281630" y="264190"/>
                  </a:lnTo>
                  <a:lnTo>
                    <a:pt x="260360" y="247015"/>
                  </a:lnTo>
                  <a:lnTo>
                    <a:pt x="231779" y="213770"/>
                  </a:lnTo>
                  <a:lnTo>
                    <a:pt x="216207" y="207600"/>
                  </a:lnTo>
                  <a:lnTo>
                    <a:pt x="195887" y="195055"/>
                  </a:lnTo>
                  <a:lnTo>
                    <a:pt x="182974" y="195840"/>
                  </a:lnTo>
                  <a:lnTo>
                    <a:pt x="163793" y="190642"/>
                  </a:lnTo>
                  <a:lnTo>
                    <a:pt x="146227" y="193781"/>
                  </a:lnTo>
                  <a:lnTo>
                    <a:pt x="142904" y="188189"/>
                  </a:lnTo>
                  <a:lnTo>
                    <a:pt x="137017" y="185638"/>
                  </a:lnTo>
                  <a:lnTo>
                    <a:pt x="125812" y="193585"/>
                  </a:lnTo>
                  <a:lnTo>
                    <a:pt x="105778" y="196526"/>
                  </a:lnTo>
                  <a:lnTo>
                    <a:pt x="94668" y="184461"/>
                  </a:lnTo>
                  <a:lnTo>
                    <a:pt x="83179" y="179749"/>
                  </a:lnTo>
                  <a:lnTo>
                    <a:pt x="76911" y="173464"/>
                  </a:lnTo>
                  <a:lnTo>
                    <a:pt x="60390" y="211714"/>
                  </a:lnTo>
                  <a:lnTo>
                    <a:pt x="56971" y="211322"/>
                  </a:lnTo>
                  <a:lnTo>
                    <a:pt x="43774" y="195153"/>
                  </a:lnTo>
                  <a:lnTo>
                    <a:pt x="39975" y="195546"/>
                  </a:lnTo>
                  <a:lnTo>
                    <a:pt x="31525" y="205053"/>
                  </a:lnTo>
                  <a:lnTo>
                    <a:pt x="20320" y="202702"/>
                  </a:lnTo>
                  <a:lnTo>
                    <a:pt x="6077" y="2058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oPE_MapPart_ERI_2_29" descr="Eritrea">
              <a:extLst>
                <a:ext uri="{FF2B5EF4-FFF2-40B4-BE49-F238E27FC236}">
                  <a16:creationId xmlns:a16="http://schemas.microsoft.com/office/drawing/2014/main" id="{D27CB20C-1C24-858D-7FCD-37EA491725DA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7519530" y="2225320"/>
              <a:ext cx="5128" cy="6522"/>
            </a:xfrm>
            <a:custGeom>
              <a:avLst/>
              <a:gdLst/>
              <a:ahLst/>
              <a:cxnLst/>
              <a:rect l="0" t="0" r="0" b="0"/>
              <a:pathLst>
                <a:path w="5128" h="6522">
                  <a:moveTo>
                    <a:pt x="3418" y="1186"/>
                  </a:moveTo>
                  <a:lnTo>
                    <a:pt x="5127" y="6521"/>
                  </a:lnTo>
                  <a:lnTo>
                    <a:pt x="0" y="4545"/>
                  </a:lnTo>
                  <a:lnTo>
                    <a:pt x="18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oPE_MapPart_ERI_3_30" descr="Eritrea">
              <a:extLst>
                <a:ext uri="{FF2B5EF4-FFF2-40B4-BE49-F238E27FC236}">
                  <a16:creationId xmlns:a16="http://schemas.microsoft.com/office/drawing/2014/main" id="{919B66C8-81EE-7C53-8B74-745DEE3898B4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7515732" y="2237173"/>
              <a:ext cx="24688" cy="16969"/>
            </a:xfrm>
            <a:custGeom>
              <a:avLst/>
              <a:gdLst/>
              <a:ahLst/>
              <a:cxnLst/>
              <a:rect l="0" t="0" r="0" b="0"/>
              <a:pathLst>
                <a:path w="24688" h="16969">
                  <a:moveTo>
                    <a:pt x="10634" y="10559"/>
                  </a:moveTo>
                  <a:lnTo>
                    <a:pt x="12818" y="13419"/>
                  </a:lnTo>
                  <a:lnTo>
                    <a:pt x="16331" y="10164"/>
                  </a:lnTo>
                  <a:lnTo>
                    <a:pt x="24687" y="14207"/>
                  </a:lnTo>
                  <a:lnTo>
                    <a:pt x="24212" y="16968"/>
                  </a:lnTo>
                  <a:lnTo>
                    <a:pt x="1804" y="15095"/>
                  </a:lnTo>
                  <a:lnTo>
                    <a:pt x="380" y="10559"/>
                  </a:lnTo>
                  <a:lnTo>
                    <a:pt x="6836" y="11644"/>
                  </a:lnTo>
                  <a:lnTo>
                    <a:pt x="0" y="7895"/>
                  </a:lnTo>
                  <a:lnTo>
                    <a:pt x="3133" y="3356"/>
                  </a:lnTo>
                  <a:lnTo>
                    <a:pt x="854" y="0"/>
                  </a:lnTo>
                  <a:lnTo>
                    <a:pt x="5412" y="691"/>
                  </a:lnTo>
                  <a:lnTo>
                    <a:pt x="10159" y="513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oPE_MapPart_SWZ_1_31" descr="Eswatini">
              <a:extLst>
                <a:ext uri="{FF2B5EF4-FFF2-40B4-BE49-F238E27FC236}">
                  <a16:creationId xmlns:a16="http://schemas.microsoft.com/office/drawing/2014/main" id="{79C4F601-AD90-19C8-5A5F-55F991467C58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7032898" y="4492640"/>
              <a:ext cx="69886" cy="91909"/>
            </a:xfrm>
            <a:custGeom>
              <a:avLst/>
              <a:gdLst/>
              <a:ahLst/>
              <a:cxnLst/>
              <a:rect l="0" t="0" r="0" b="0"/>
              <a:pathLst>
                <a:path w="69886" h="91909">
                  <a:moveTo>
                    <a:pt x="61244" y="12345"/>
                  </a:moveTo>
                  <a:lnTo>
                    <a:pt x="67131" y="15936"/>
                  </a:lnTo>
                  <a:lnTo>
                    <a:pt x="66181" y="31380"/>
                  </a:lnTo>
                  <a:lnTo>
                    <a:pt x="69600" y="45374"/>
                  </a:lnTo>
                  <a:lnTo>
                    <a:pt x="69885" y="64289"/>
                  </a:lnTo>
                  <a:lnTo>
                    <a:pt x="63712" y="63012"/>
                  </a:lnTo>
                  <a:lnTo>
                    <a:pt x="61813" y="91908"/>
                  </a:lnTo>
                  <a:lnTo>
                    <a:pt x="35987" y="91267"/>
                  </a:lnTo>
                  <a:lnTo>
                    <a:pt x="25637" y="87849"/>
                  </a:lnTo>
                  <a:lnTo>
                    <a:pt x="14528" y="80377"/>
                  </a:lnTo>
                  <a:lnTo>
                    <a:pt x="5032" y="61523"/>
                  </a:lnTo>
                  <a:lnTo>
                    <a:pt x="1044" y="61098"/>
                  </a:lnTo>
                  <a:lnTo>
                    <a:pt x="0" y="50894"/>
                  </a:lnTo>
                  <a:lnTo>
                    <a:pt x="854" y="39115"/>
                  </a:lnTo>
                  <a:lnTo>
                    <a:pt x="15856" y="13717"/>
                  </a:lnTo>
                  <a:lnTo>
                    <a:pt x="28865" y="527"/>
                  </a:lnTo>
                  <a:lnTo>
                    <a:pt x="33138" y="0"/>
                  </a:lnTo>
                  <a:lnTo>
                    <a:pt x="57161" y="13717"/>
                  </a:lnTo>
                  <a:lnTo>
                    <a:pt x="59819" y="129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oPE_MapPart_ETH_1_32" descr="Äthiopien">
              <a:extLst>
                <a:ext uri="{FF2B5EF4-FFF2-40B4-BE49-F238E27FC236}">
                  <a16:creationId xmlns:a16="http://schemas.microsoft.com/office/drawing/2014/main" id="{F52D9E8F-DF69-9A27-EEDC-931B740BACB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7150259" y="2293896"/>
              <a:ext cx="789532" cy="609959"/>
            </a:xfrm>
            <a:custGeom>
              <a:avLst/>
              <a:gdLst/>
              <a:ahLst/>
              <a:cxnLst/>
              <a:rect l="0" t="0" r="0" b="0"/>
              <a:pathLst>
                <a:path w="789532" h="609959">
                  <a:moveTo>
                    <a:pt x="119070" y="502233"/>
                  </a:moveTo>
                  <a:lnTo>
                    <a:pt x="109196" y="492597"/>
                  </a:lnTo>
                  <a:lnTo>
                    <a:pt x="103973" y="482767"/>
                  </a:lnTo>
                  <a:lnTo>
                    <a:pt x="102739" y="472934"/>
                  </a:lnTo>
                  <a:lnTo>
                    <a:pt x="89636" y="440259"/>
                  </a:lnTo>
                  <a:lnTo>
                    <a:pt x="77671" y="427637"/>
                  </a:lnTo>
                  <a:lnTo>
                    <a:pt x="66846" y="422089"/>
                  </a:lnTo>
                  <a:lnTo>
                    <a:pt x="55547" y="410223"/>
                  </a:lnTo>
                  <a:lnTo>
                    <a:pt x="53173" y="402661"/>
                  </a:lnTo>
                  <a:lnTo>
                    <a:pt x="47002" y="395096"/>
                  </a:lnTo>
                  <a:lnTo>
                    <a:pt x="34468" y="386475"/>
                  </a:lnTo>
                  <a:lnTo>
                    <a:pt x="3608" y="378329"/>
                  </a:lnTo>
                  <a:lnTo>
                    <a:pt x="95" y="376029"/>
                  </a:lnTo>
                  <a:lnTo>
                    <a:pt x="0" y="371523"/>
                  </a:lnTo>
                  <a:lnTo>
                    <a:pt x="14148" y="345718"/>
                  </a:lnTo>
                  <a:lnTo>
                    <a:pt x="49660" y="345334"/>
                  </a:lnTo>
                  <a:lnTo>
                    <a:pt x="57067" y="337941"/>
                  </a:lnTo>
                  <a:lnTo>
                    <a:pt x="56307" y="288231"/>
                  </a:lnTo>
                  <a:lnTo>
                    <a:pt x="60485" y="270026"/>
                  </a:lnTo>
                  <a:lnTo>
                    <a:pt x="68556" y="251898"/>
                  </a:lnTo>
                  <a:lnTo>
                    <a:pt x="66657" y="233848"/>
                  </a:lnTo>
                  <a:lnTo>
                    <a:pt x="74917" y="219934"/>
                  </a:lnTo>
                  <a:lnTo>
                    <a:pt x="82324" y="214907"/>
                  </a:lnTo>
                  <a:lnTo>
                    <a:pt x="92769" y="222157"/>
                  </a:lnTo>
                  <a:lnTo>
                    <a:pt x="101219" y="215778"/>
                  </a:lnTo>
                  <a:lnTo>
                    <a:pt x="102833" y="193621"/>
                  </a:lnTo>
                  <a:lnTo>
                    <a:pt x="110809" y="164547"/>
                  </a:lnTo>
                  <a:lnTo>
                    <a:pt x="118216" y="156978"/>
                  </a:lnTo>
                  <a:lnTo>
                    <a:pt x="140245" y="121021"/>
                  </a:lnTo>
                  <a:lnTo>
                    <a:pt x="163319" y="115474"/>
                  </a:lnTo>
                  <a:lnTo>
                    <a:pt x="166072" y="95601"/>
                  </a:lnTo>
                  <a:lnTo>
                    <a:pt x="178225" y="66713"/>
                  </a:lnTo>
                  <a:lnTo>
                    <a:pt x="185253" y="32471"/>
                  </a:lnTo>
                  <a:lnTo>
                    <a:pt x="200445" y="29238"/>
                  </a:lnTo>
                  <a:lnTo>
                    <a:pt x="211650" y="31589"/>
                  </a:lnTo>
                  <a:lnTo>
                    <a:pt x="220100" y="22082"/>
                  </a:lnTo>
                  <a:lnTo>
                    <a:pt x="223899" y="21689"/>
                  </a:lnTo>
                  <a:lnTo>
                    <a:pt x="237096" y="37858"/>
                  </a:lnTo>
                  <a:lnTo>
                    <a:pt x="240515" y="38250"/>
                  </a:lnTo>
                  <a:lnTo>
                    <a:pt x="257036" y="0"/>
                  </a:lnTo>
                  <a:lnTo>
                    <a:pt x="263304" y="6285"/>
                  </a:lnTo>
                  <a:lnTo>
                    <a:pt x="274793" y="10997"/>
                  </a:lnTo>
                  <a:lnTo>
                    <a:pt x="285903" y="23062"/>
                  </a:lnTo>
                  <a:lnTo>
                    <a:pt x="305937" y="20121"/>
                  </a:lnTo>
                  <a:lnTo>
                    <a:pt x="319801" y="12174"/>
                  </a:lnTo>
                  <a:lnTo>
                    <a:pt x="326352" y="20317"/>
                  </a:lnTo>
                  <a:lnTo>
                    <a:pt x="343918" y="17178"/>
                  </a:lnTo>
                  <a:lnTo>
                    <a:pt x="363099" y="22376"/>
                  </a:lnTo>
                  <a:lnTo>
                    <a:pt x="376012" y="21591"/>
                  </a:lnTo>
                  <a:lnTo>
                    <a:pt x="396332" y="34136"/>
                  </a:lnTo>
                  <a:lnTo>
                    <a:pt x="411904" y="40306"/>
                  </a:lnTo>
                  <a:lnTo>
                    <a:pt x="440485" y="73551"/>
                  </a:lnTo>
                  <a:lnTo>
                    <a:pt x="461755" y="90726"/>
                  </a:lnTo>
                  <a:lnTo>
                    <a:pt x="471629" y="107002"/>
                  </a:lnTo>
                  <a:lnTo>
                    <a:pt x="481219" y="113040"/>
                  </a:lnTo>
                  <a:lnTo>
                    <a:pt x="494133" y="129484"/>
                  </a:lnTo>
                  <a:lnTo>
                    <a:pt x="463179" y="171626"/>
                  </a:lnTo>
                  <a:lnTo>
                    <a:pt x="461755" y="186357"/>
                  </a:lnTo>
                  <a:lnTo>
                    <a:pt x="463464" y="209588"/>
                  </a:lnTo>
                  <a:lnTo>
                    <a:pt x="471915" y="211716"/>
                  </a:lnTo>
                  <a:lnTo>
                    <a:pt x="503534" y="204171"/>
                  </a:lnTo>
                  <a:lnTo>
                    <a:pt x="522809" y="208525"/>
                  </a:lnTo>
                  <a:lnTo>
                    <a:pt x="508756" y="229984"/>
                  </a:lnTo>
                  <a:lnTo>
                    <a:pt x="518536" y="251319"/>
                  </a:lnTo>
                  <a:lnTo>
                    <a:pt x="530500" y="266074"/>
                  </a:lnTo>
                  <a:lnTo>
                    <a:pt x="536483" y="268580"/>
                  </a:lnTo>
                  <a:lnTo>
                    <a:pt x="542844" y="283128"/>
                  </a:lnTo>
                  <a:lnTo>
                    <a:pt x="552339" y="295354"/>
                  </a:lnTo>
                  <a:lnTo>
                    <a:pt x="559650" y="297664"/>
                  </a:lnTo>
                  <a:lnTo>
                    <a:pt x="578736" y="315169"/>
                  </a:lnTo>
                  <a:lnTo>
                    <a:pt x="736737" y="369126"/>
                  </a:lnTo>
                  <a:lnTo>
                    <a:pt x="789531" y="369126"/>
                  </a:lnTo>
                  <a:lnTo>
                    <a:pt x="707492" y="448861"/>
                  </a:lnTo>
                  <a:lnTo>
                    <a:pt x="629251" y="532934"/>
                  </a:lnTo>
                  <a:lnTo>
                    <a:pt x="581110" y="530837"/>
                  </a:lnTo>
                  <a:lnTo>
                    <a:pt x="557657" y="535983"/>
                  </a:lnTo>
                  <a:lnTo>
                    <a:pt x="533539" y="547131"/>
                  </a:lnTo>
                  <a:lnTo>
                    <a:pt x="527747" y="551418"/>
                  </a:lnTo>
                  <a:lnTo>
                    <a:pt x="519296" y="564084"/>
                  </a:lnTo>
                  <a:lnTo>
                    <a:pt x="475427" y="573891"/>
                  </a:lnTo>
                  <a:lnTo>
                    <a:pt x="468022" y="582363"/>
                  </a:lnTo>
                  <a:lnTo>
                    <a:pt x="428806" y="583125"/>
                  </a:lnTo>
                  <a:lnTo>
                    <a:pt x="408961" y="566751"/>
                  </a:lnTo>
                  <a:lnTo>
                    <a:pt x="360345" y="589026"/>
                  </a:lnTo>
                  <a:lnTo>
                    <a:pt x="350565" y="603489"/>
                  </a:lnTo>
                  <a:lnTo>
                    <a:pt x="341924" y="609958"/>
                  </a:lnTo>
                  <a:lnTo>
                    <a:pt x="267671" y="599778"/>
                  </a:lnTo>
                  <a:lnTo>
                    <a:pt x="205382" y="559418"/>
                  </a:lnTo>
                  <a:lnTo>
                    <a:pt x="158761" y="556466"/>
                  </a:lnTo>
                  <a:lnTo>
                    <a:pt x="145087" y="538461"/>
                  </a:lnTo>
                  <a:lnTo>
                    <a:pt x="147082" y="519970"/>
                  </a:lnTo>
                  <a:lnTo>
                    <a:pt x="144138" y="510054"/>
                  </a:lnTo>
                  <a:lnTo>
                    <a:pt x="129611" y="506048"/>
                  </a:lnTo>
                  <a:lnTo>
                    <a:pt x="122014" y="509004"/>
                  </a:lnTo>
                  <a:lnTo>
                    <a:pt x="118786" y="5040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oPE_MapPart_GAB_1_33" descr="Gabun">
              <a:extLst>
                <a:ext uri="{FF2B5EF4-FFF2-40B4-BE49-F238E27FC236}">
                  <a16:creationId xmlns:a16="http://schemas.microsoft.com/office/drawing/2014/main" id="{2993CE7B-96F1-2244-342F-638385E35FB4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5867924" y="2964892"/>
              <a:ext cx="304799" cy="328161"/>
            </a:xfrm>
            <a:custGeom>
              <a:avLst/>
              <a:gdLst/>
              <a:ahLst/>
              <a:cxnLst/>
              <a:rect l="0" t="0" r="0" b="0"/>
              <a:pathLst>
                <a:path w="304799" h="328161">
                  <a:moveTo>
                    <a:pt x="242129" y="7316"/>
                  </a:moveTo>
                  <a:lnTo>
                    <a:pt x="235767" y="26983"/>
                  </a:lnTo>
                  <a:lnTo>
                    <a:pt x="235293" y="34393"/>
                  </a:lnTo>
                  <a:lnTo>
                    <a:pt x="239755" y="49306"/>
                  </a:lnTo>
                  <a:lnTo>
                    <a:pt x="236717" y="53865"/>
                  </a:lnTo>
                  <a:lnTo>
                    <a:pt x="238046" y="55479"/>
                  </a:lnTo>
                  <a:lnTo>
                    <a:pt x="271564" y="46551"/>
                  </a:lnTo>
                  <a:lnTo>
                    <a:pt x="288941" y="49116"/>
                  </a:lnTo>
                  <a:lnTo>
                    <a:pt x="292074" y="51585"/>
                  </a:lnTo>
                  <a:lnTo>
                    <a:pt x="302614" y="76562"/>
                  </a:lnTo>
                  <a:lnTo>
                    <a:pt x="294353" y="90426"/>
                  </a:lnTo>
                  <a:lnTo>
                    <a:pt x="282863" y="94225"/>
                  </a:lnTo>
                  <a:lnTo>
                    <a:pt x="273368" y="111317"/>
                  </a:lnTo>
                  <a:lnTo>
                    <a:pt x="272039" y="132111"/>
                  </a:lnTo>
                  <a:lnTo>
                    <a:pt x="284858" y="136764"/>
                  </a:lnTo>
                  <a:lnTo>
                    <a:pt x="290365" y="143885"/>
                  </a:lnTo>
                  <a:lnTo>
                    <a:pt x="301854" y="148728"/>
                  </a:lnTo>
                  <a:lnTo>
                    <a:pt x="304798" y="154046"/>
                  </a:lnTo>
                  <a:lnTo>
                    <a:pt x="301094" y="172658"/>
                  </a:lnTo>
                  <a:lnTo>
                    <a:pt x="303468" y="195927"/>
                  </a:lnTo>
                  <a:lnTo>
                    <a:pt x="300715" y="205425"/>
                  </a:lnTo>
                  <a:lnTo>
                    <a:pt x="301759" y="211695"/>
                  </a:lnTo>
                  <a:lnTo>
                    <a:pt x="299670" y="221100"/>
                  </a:lnTo>
                  <a:lnTo>
                    <a:pt x="292643" y="226990"/>
                  </a:lnTo>
                  <a:lnTo>
                    <a:pt x="287991" y="238392"/>
                  </a:lnTo>
                  <a:lnTo>
                    <a:pt x="289985" y="245614"/>
                  </a:lnTo>
                  <a:lnTo>
                    <a:pt x="284003" y="251507"/>
                  </a:lnTo>
                  <a:lnTo>
                    <a:pt x="273463" y="251507"/>
                  </a:lnTo>
                  <a:lnTo>
                    <a:pt x="272989" y="244379"/>
                  </a:lnTo>
                  <a:lnTo>
                    <a:pt x="265392" y="234211"/>
                  </a:lnTo>
                  <a:lnTo>
                    <a:pt x="251244" y="247800"/>
                  </a:lnTo>
                  <a:lnTo>
                    <a:pt x="245547" y="248275"/>
                  </a:lnTo>
                  <a:lnTo>
                    <a:pt x="226272" y="243429"/>
                  </a:lnTo>
                  <a:lnTo>
                    <a:pt x="215827" y="223285"/>
                  </a:lnTo>
                  <a:lnTo>
                    <a:pt x="205098" y="217775"/>
                  </a:lnTo>
                  <a:lnTo>
                    <a:pt x="196741" y="223190"/>
                  </a:lnTo>
                  <a:lnTo>
                    <a:pt x="199210" y="232786"/>
                  </a:lnTo>
                  <a:lnTo>
                    <a:pt x="197501" y="244284"/>
                  </a:lnTo>
                  <a:lnTo>
                    <a:pt x="177276" y="248656"/>
                  </a:lnTo>
                  <a:lnTo>
                    <a:pt x="171294" y="245139"/>
                  </a:lnTo>
                  <a:lnTo>
                    <a:pt x="159520" y="247705"/>
                  </a:lnTo>
                  <a:lnTo>
                    <a:pt x="151639" y="245995"/>
                  </a:lnTo>
                  <a:lnTo>
                    <a:pt x="152968" y="258350"/>
                  </a:lnTo>
                  <a:lnTo>
                    <a:pt x="149550" y="271088"/>
                  </a:lnTo>
                  <a:lnTo>
                    <a:pt x="154867" y="272039"/>
                  </a:lnTo>
                  <a:lnTo>
                    <a:pt x="161229" y="278789"/>
                  </a:lnTo>
                  <a:lnTo>
                    <a:pt x="157526" y="286396"/>
                  </a:lnTo>
                  <a:lnTo>
                    <a:pt x="170440" y="296572"/>
                  </a:lnTo>
                  <a:lnTo>
                    <a:pt x="165122" y="307797"/>
                  </a:lnTo>
                  <a:lnTo>
                    <a:pt x="167591" y="314932"/>
                  </a:lnTo>
                  <a:lnTo>
                    <a:pt x="165977" y="316550"/>
                  </a:lnTo>
                  <a:lnTo>
                    <a:pt x="157336" y="315788"/>
                  </a:lnTo>
                  <a:lnTo>
                    <a:pt x="147746" y="307226"/>
                  </a:lnTo>
                  <a:lnTo>
                    <a:pt x="133503" y="316169"/>
                  </a:lnTo>
                  <a:lnTo>
                    <a:pt x="127996" y="328160"/>
                  </a:lnTo>
                  <a:lnTo>
                    <a:pt x="118406" y="314742"/>
                  </a:lnTo>
                  <a:lnTo>
                    <a:pt x="102264" y="300757"/>
                  </a:lnTo>
                  <a:lnTo>
                    <a:pt x="99320" y="294385"/>
                  </a:lnTo>
                  <a:lnTo>
                    <a:pt x="86786" y="280405"/>
                  </a:lnTo>
                  <a:lnTo>
                    <a:pt x="55737" y="254263"/>
                  </a:lnTo>
                  <a:lnTo>
                    <a:pt x="53743" y="251602"/>
                  </a:lnTo>
                  <a:lnTo>
                    <a:pt x="68556" y="257970"/>
                  </a:lnTo>
                  <a:lnTo>
                    <a:pt x="71689" y="255974"/>
                  </a:lnTo>
                  <a:lnTo>
                    <a:pt x="48616" y="246280"/>
                  </a:lnTo>
                  <a:lnTo>
                    <a:pt x="43773" y="235542"/>
                  </a:lnTo>
                  <a:lnTo>
                    <a:pt x="31429" y="221765"/>
                  </a:lnTo>
                  <a:lnTo>
                    <a:pt x="41115" y="224900"/>
                  </a:lnTo>
                  <a:lnTo>
                    <a:pt x="41115" y="221385"/>
                  </a:lnTo>
                  <a:lnTo>
                    <a:pt x="29720" y="217680"/>
                  </a:lnTo>
                  <a:lnTo>
                    <a:pt x="29340" y="212455"/>
                  </a:lnTo>
                  <a:lnTo>
                    <a:pt x="17566" y="190418"/>
                  </a:lnTo>
                  <a:lnTo>
                    <a:pt x="32474" y="207515"/>
                  </a:lnTo>
                  <a:lnTo>
                    <a:pt x="43298" y="205710"/>
                  </a:lnTo>
                  <a:lnTo>
                    <a:pt x="39310" y="200961"/>
                  </a:lnTo>
                  <a:lnTo>
                    <a:pt x="31239" y="201341"/>
                  </a:lnTo>
                  <a:lnTo>
                    <a:pt x="33992" y="191273"/>
                  </a:lnTo>
                  <a:lnTo>
                    <a:pt x="26397" y="194312"/>
                  </a:lnTo>
                  <a:lnTo>
                    <a:pt x="19085" y="189848"/>
                  </a:lnTo>
                  <a:lnTo>
                    <a:pt x="0" y="152526"/>
                  </a:lnTo>
                  <a:lnTo>
                    <a:pt x="6267" y="158794"/>
                  </a:lnTo>
                  <a:lnTo>
                    <a:pt x="12819" y="157749"/>
                  </a:lnTo>
                  <a:lnTo>
                    <a:pt x="22883" y="151672"/>
                  </a:lnTo>
                  <a:lnTo>
                    <a:pt x="31334" y="139897"/>
                  </a:lnTo>
                  <a:lnTo>
                    <a:pt x="33518" y="124420"/>
                  </a:lnTo>
                  <a:lnTo>
                    <a:pt x="31619" y="106189"/>
                  </a:lnTo>
                  <a:lnTo>
                    <a:pt x="34372" y="103246"/>
                  </a:lnTo>
                  <a:lnTo>
                    <a:pt x="37316" y="110842"/>
                  </a:lnTo>
                  <a:lnTo>
                    <a:pt x="40355" y="112931"/>
                  </a:lnTo>
                  <a:lnTo>
                    <a:pt x="57731" y="119008"/>
                  </a:lnTo>
                  <a:lnTo>
                    <a:pt x="58491" y="114735"/>
                  </a:lnTo>
                  <a:lnTo>
                    <a:pt x="68461" y="111127"/>
                  </a:lnTo>
                  <a:lnTo>
                    <a:pt x="56592" y="111222"/>
                  </a:lnTo>
                  <a:lnTo>
                    <a:pt x="44533" y="105809"/>
                  </a:lnTo>
                  <a:lnTo>
                    <a:pt x="32758" y="92231"/>
                  </a:lnTo>
                  <a:lnTo>
                    <a:pt x="33043" y="89192"/>
                  </a:lnTo>
                  <a:lnTo>
                    <a:pt x="41779" y="86343"/>
                  </a:lnTo>
                  <a:lnTo>
                    <a:pt x="48236" y="90996"/>
                  </a:lnTo>
                  <a:lnTo>
                    <a:pt x="46811" y="66971"/>
                  </a:lnTo>
                  <a:lnTo>
                    <a:pt x="55832" y="64691"/>
                  </a:lnTo>
                  <a:lnTo>
                    <a:pt x="58111" y="68680"/>
                  </a:lnTo>
                  <a:lnTo>
                    <a:pt x="63523" y="70769"/>
                  </a:lnTo>
                  <a:lnTo>
                    <a:pt x="69885" y="68395"/>
                  </a:lnTo>
                  <a:lnTo>
                    <a:pt x="138820" y="68680"/>
                  </a:lnTo>
                  <a:lnTo>
                    <a:pt x="139580" y="0"/>
                  </a:lnTo>
                  <a:lnTo>
                    <a:pt x="192943" y="189"/>
                  </a:lnTo>
                  <a:lnTo>
                    <a:pt x="219720" y="2850"/>
                  </a:lnTo>
                  <a:lnTo>
                    <a:pt x="238331" y="2280"/>
                  </a:lnTo>
                  <a:lnTo>
                    <a:pt x="240895" y="39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oPE_MapPart_GHA_1_34" descr="Ghana">
              <a:extLst>
                <a:ext uri="{FF2B5EF4-FFF2-40B4-BE49-F238E27FC236}">
                  <a16:creationId xmlns:a16="http://schemas.microsoft.com/office/drawing/2014/main" id="{266F37C7-E45A-550C-C7A9-6EDB273A1944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5238103" y="2493422"/>
              <a:ext cx="233395" cy="341318"/>
            </a:xfrm>
            <a:custGeom>
              <a:avLst/>
              <a:gdLst/>
              <a:ahLst/>
              <a:cxnLst/>
              <a:rect l="0" t="0" r="0" b="0"/>
              <a:pathLst>
                <a:path w="233395" h="341318">
                  <a:moveTo>
                    <a:pt x="167117" y="2806"/>
                  </a:moveTo>
                  <a:lnTo>
                    <a:pt x="171199" y="7838"/>
                  </a:lnTo>
                  <a:lnTo>
                    <a:pt x="166167" y="26594"/>
                  </a:lnTo>
                  <a:lnTo>
                    <a:pt x="182119" y="41660"/>
                  </a:lnTo>
                  <a:lnTo>
                    <a:pt x="190855" y="46969"/>
                  </a:lnTo>
                  <a:lnTo>
                    <a:pt x="187816" y="79364"/>
                  </a:lnTo>
                  <a:lnTo>
                    <a:pt x="184683" y="81676"/>
                  </a:lnTo>
                  <a:lnTo>
                    <a:pt x="188766" y="83794"/>
                  </a:lnTo>
                  <a:lnTo>
                    <a:pt x="185252" y="85624"/>
                  </a:lnTo>
                  <a:lnTo>
                    <a:pt x="183068" y="91305"/>
                  </a:lnTo>
                  <a:lnTo>
                    <a:pt x="184398" y="93326"/>
                  </a:lnTo>
                  <a:lnTo>
                    <a:pt x="192089" y="89860"/>
                  </a:lnTo>
                  <a:lnTo>
                    <a:pt x="198451" y="94866"/>
                  </a:lnTo>
                  <a:lnTo>
                    <a:pt x="195318" y="109970"/>
                  </a:lnTo>
                  <a:lnTo>
                    <a:pt x="196552" y="124102"/>
                  </a:lnTo>
                  <a:lnTo>
                    <a:pt x="190380" y="129002"/>
                  </a:lnTo>
                  <a:lnTo>
                    <a:pt x="190665" y="130923"/>
                  </a:lnTo>
                  <a:lnTo>
                    <a:pt x="206902" y="150511"/>
                  </a:lnTo>
                  <a:lnTo>
                    <a:pt x="201489" y="161736"/>
                  </a:lnTo>
                  <a:lnTo>
                    <a:pt x="202629" y="183979"/>
                  </a:lnTo>
                  <a:lnTo>
                    <a:pt x="197122" y="193559"/>
                  </a:lnTo>
                  <a:lnTo>
                    <a:pt x="197596" y="199496"/>
                  </a:lnTo>
                  <a:lnTo>
                    <a:pt x="204243" y="203901"/>
                  </a:lnTo>
                  <a:lnTo>
                    <a:pt x="198451" y="230598"/>
                  </a:lnTo>
                  <a:lnTo>
                    <a:pt x="207756" y="244939"/>
                  </a:lnTo>
                  <a:lnTo>
                    <a:pt x="209561" y="251724"/>
                  </a:lnTo>
                  <a:lnTo>
                    <a:pt x="222664" y="258795"/>
                  </a:lnTo>
                  <a:lnTo>
                    <a:pt x="226082" y="265004"/>
                  </a:lnTo>
                  <a:lnTo>
                    <a:pt x="233204" y="268060"/>
                  </a:lnTo>
                  <a:lnTo>
                    <a:pt x="233394" y="271020"/>
                  </a:lnTo>
                  <a:lnTo>
                    <a:pt x="226082" y="276081"/>
                  </a:lnTo>
                  <a:lnTo>
                    <a:pt x="220860" y="285818"/>
                  </a:lnTo>
                  <a:lnTo>
                    <a:pt x="210225" y="288490"/>
                  </a:lnTo>
                  <a:lnTo>
                    <a:pt x="184398" y="288586"/>
                  </a:lnTo>
                  <a:lnTo>
                    <a:pt x="152304" y="302229"/>
                  </a:lnTo>
                  <a:lnTo>
                    <a:pt x="128661" y="316726"/>
                  </a:lnTo>
                  <a:lnTo>
                    <a:pt x="91534" y="326736"/>
                  </a:lnTo>
                  <a:lnTo>
                    <a:pt x="65138" y="341317"/>
                  </a:lnTo>
                  <a:lnTo>
                    <a:pt x="60485" y="341222"/>
                  </a:lnTo>
                  <a:lnTo>
                    <a:pt x="44153" y="332455"/>
                  </a:lnTo>
                  <a:lnTo>
                    <a:pt x="6457" y="324067"/>
                  </a:lnTo>
                  <a:lnTo>
                    <a:pt x="7881" y="321970"/>
                  </a:lnTo>
                  <a:lnTo>
                    <a:pt x="22219" y="320635"/>
                  </a:lnTo>
                  <a:lnTo>
                    <a:pt x="25352" y="305854"/>
                  </a:lnTo>
                  <a:lnTo>
                    <a:pt x="23358" y="296982"/>
                  </a:lnTo>
                  <a:lnTo>
                    <a:pt x="14433" y="294693"/>
                  </a:lnTo>
                  <a:lnTo>
                    <a:pt x="12534" y="291067"/>
                  </a:lnTo>
                  <a:lnTo>
                    <a:pt x="665" y="252393"/>
                  </a:lnTo>
                  <a:lnTo>
                    <a:pt x="0" y="232893"/>
                  </a:lnTo>
                  <a:lnTo>
                    <a:pt x="13198" y="211750"/>
                  </a:lnTo>
                  <a:lnTo>
                    <a:pt x="14623" y="198539"/>
                  </a:lnTo>
                  <a:lnTo>
                    <a:pt x="23548" y="173052"/>
                  </a:lnTo>
                  <a:lnTo>
                    <a:pt x="32854" y="167011"/>
                  </a:lnTo>
                  <a:lnTo>
                    <a:pt x="32949" y="161640"/>
                  </a:lnTo>
                  <a:lnTo>
                    <a:pt x="38551" y="158379"/>
                  </a:lnTo>
                  <a:lnTo>
                    <a:pt x="33518" y="126792"/>
                  </a:lnTo>
                  <a:lnTo>
                    <a:pt x="28865" y="114778"/>
                  </a:lnTo>
                  <a:lnTo>
                    <a:pt x="25827" y="113720"/>
                  </a:lnTo>
                  <a:lnTo>
                    <a:pt x="29625" y="101024"/>
                  </a:lnTo>
                  <a:lnTo>
                    <a:pt x="24023" y="76281"/>
                  </a:lnTo>
                  <a:lnTo>
                    <a:pt x="25637" y="73487"/>
                  </a:lnTo>
                  <a:lnTo>
                    <a:pt x="24783" y="49863"/>
                  </a:lnTo>
                  <a:lnTo>
                    <a:pt x="21934" y="45328"/>
                  </a:lnTo>
                  <a:lnTo>
                    <a:pt x="23453" y="39439"/>
                  </a:lnTo>
                  <a:lnTo>
                    <a:pt x="16996" y="30844"/>
                  </a:lnTo>
                  <a:lnTo>
                    <a:pt x="20985" y="10159"/>
                  </a:lnTo>
                  <a:lnTo>
                    <a:pt x="89635" y="7741"/>
                  </a:lnTo>
                  <a:lnTo>
                    <a:pt x="133693" y="9579"/>
                  </a:lnTo>
                  <a:lnTo>
                    <a:pt x="136542" y="12964"/>
                  </a:lnTo>
                  <a:lnTo>
                    <a:pt x="144803" y="8611"/>
                  </a:lnTo>
                  <a:lnTo>
                    <a:pt x="148031" y="3967"/>
                  </a:lnTo>
                  <a:lnTo>
                    <a:pt x="152494" y="4258"/>
                  </a:lnTo>
                  <a:lnTo>
                    <a:pt x="15496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oPE_MapPart_GIN_1_35" descr="Guinea">
              <a:extLst>
                <a:ext uri="{FF2B5EF4-FFF2-40B4-BE49-F238E27FC236}">
                  <a16:creationId xmlns:a16="http://schemas.microsoft.com/office/drawing/2014/main" id="{CD20739C-99EF-B5D6-4A20-1550D886DD2E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4614834" y="2412192"/>
              <a:ext cx="388832" cy="292407"/>
            </a:xfrm>
            <a:custGeom>
              <a:avLst/>
              <a:gdLst/>
              <a:ahLst/>
              <a:cxnLst/>
              <a:rect l="0" t="0" r="0" b="0"/>
              <a:pathLst>
                <a:path w="388832" h="292407">
                  <a:moveTo>
                    <a:pt x="251529" y="224830"/>
                  </a:moveTo>
                  <a:lnTo>
                    <a:pt x="245643" y="225022"/>
                  </a:lnTo>
                  <a:lnTo>
                    <a:pt x="237097" y="233852"/>
                  </a:lnTo>
                  <a:lnTo>
                    <a:pt x="228931" y="232796"/>
                  </a:lnTo>
                  <a:lnTo>
                    <a:pt x="233299" y="222429"/>
                  </a:lnTo>
                  <a:lnTo>
                    <a:pt x="240040" y="214074"/>
                  </a:lnTo>
                  <a:lnTo>
                    <a:pt x="234533" y="204467"/>
                  </a:lnTo>
                  <a:lnTo>
                    <a:pt x="233963" y="194181"/>
                  </a:lnTo>
                  <a:lnTo>
                    <a:pt x="227032" y="192258"/>
                  </a:lnTo>
                  <a:lnTo>
                    <a:pt x="230070" y="180523"/>
                  </a:lnTo>
                  <a:lnTo>
                    <a:pt x="202914" y="145079"/>
                  </a:lnTo>
                  <a:lnTo>
                    <a:pt x="165692" y="144211"/>
                  </a:lnTo>
                  <a:lnTo>
                    <a:pt x="165028" y="147971"/>
                  </a:lnTo>
                  <a:lnTo>
                    <a:pt x="153443" y="150573"/>
                  </a:lnTo>
                  <a:lnTo>
                    <a:pt x="146322" y="147585"/>
                  </a:lnTo>
                  <a:lnTo>
                    <a:pt x="138441" y="149320"/>
                  </a:lnTo>
                  <a:lnTo>
                    <a:pt x="134548" y="151248"/>
                  </a:lnTo>
                  <a:lnTo>
                    <a:pt x="121065" y="177347"/>
                  </a:lnTo>
                  <a:lnTo>
                    <a:pt x="117172" y="181196"/>
                  </a:lnTo>
                  <a:lnTo>
                    <a:pt x="110430" y="183313"/>
                  </a:lnTo>
                  <a:lnTo>
                    <a:pt x="106727" y="191777"/>
                  </a:lnTo>
                  <a:lnTo>
                    <a:pt x="101410" y="194854"/>
                  </a:lnTo>
                  <a:lnTo>
                    <a:pt x="92769" y="194758"/>
                  </a:lnTo>
                  <a:lnTo>
                    <a:pt x="94003" y="188219"/>
                  </a:lnTo>
                  <a:lnTo>
                    <a:pt x="85173" y="174845"/>
                  </a:lnTo>
                  <a:lnTo>
                    <a:pt x="78241" y="168298"/>
                  </a:lnTo>
                  <a:lnTo>
                    <a:pt x="71784" y="168683"/>
                  </a:lnTo>
                  <a:lnTo>
                    <a:pt x="73588" y="163195"/>
                  </a:lnTo>
                  <a:lnTo>
                    <a:pt x="71879" y="147778"/>
                  </a:lnTo>
                  <a:lnTo>
                    <a:pt x="68461" y="150862"/>
                  </a:lnTo>
                  <a:lnTo>
                    <a:pt x="64947" y="149899"/>
                  </a:lnTo>
                  <a:lnTo>
                    <a:pt x="57826" y="145561"/>
                  </a:lnTo>
                  <a:lnTo>
                    <a:pt x="53078" y="136303"/>
                  </a:lnTo>
                  <a:lnTo>
                    <a:pt x="46527" y="136978"/>
                  </a:lnTo>
                  <a:lnTo>
                    <a:pt x="32949" y="130514"/>
                  </a:lnTo>
                  <a:lnTo>
                    <a:pt x="23358" y="114393"/>
                  </a:lnTo>
                  <a:lnTo>
                    <a:pt x="24118" y="102798"/>
                  </a:lnTo>
                  <a:lnTo>
                    <a:pt x="19750" y="106954"/>
                  </a:lnTo>
                  <a:lnTo>
                    <a:pt x="14528" y="93904"/>
                  </a:lnTo>
                  <a:lnTo>
                    <a:pt x="8736" y="91969"/>
                  </a:lnTo>
                  <a:lnTo>
                    <a:pt x="4083" y="100768"/>
                  </a:lnTo>
                  <a:lnTo>
                    <a:pt x="0" y="99125"/>
                  </a:lnTo>
                  <a:lnTo>
                    <a:pt x="475" y="93420"/>
                  </a:lnTo>
                  <a:lnTo>
                    <a:pt x="19465" y="62830"/>
                  </a:lnTo>
                  <a:lnTo>
                    <a:pt x="31619" y="60310"/>
                  </a:lnTo>
                  <a:lnTo>
                    <a:pt x="41494" y="54688"/>
                  </a:lnTo>
                  <a:lnTo>
                    <a:pt x="57921" y="54494"/>
                  </a:lnTo>
                  <a:lnTo>
                    <a:pt x="69600" y="50615"/>
                  </a:lnTo>
                  <a:lnTo>
                    <a:pt x="69315" y="35867"/>
                  </a:lnTo>
                  <a:lnTo>
                    <a:pt x="58206" y="24796"/>
                  </a:lnTo>
                  <a:lnTo>
                    <a:pt x="68176" y="22270"/>
                  </a:lnTo>
                  <a:lnTo>
                    <a:pt x="70835" y="19549"/>
                  </a:lnTo>
                  <a:lnTo>
                    <a:pt x="72734" y="10507"/>
                  </a:lnTo>
                  <a:lnTo>
                    <a:pt x="69790" y="0"/>
                  </a:lnTo>
                  <a:lnTo>
                    <a:pt x="103878" y="2141"/>
                  </a:lnTo>
                  <a:lnTo>
                    <a:pt x="105017" y="9924"/>
                  </a:lnTo>
                  <a:lnTo>
                    <a:pt x="111854" y="7687"/>
                  </a:lnTo>
                  <a:lnTo>
                    <a:pt x="118881" y="11966"/>
                  </a:lnTo>
                  <a:lnTo>
                    <a:pt x="145657" y="18674"/>
                  </a:lnTo>
                  <a:lnTo>
                    <a:pt x="158761" y="14883"/>
                  </a:lnTo>
                  <a:lnTo>
                    <a:pt x="193229" y="14591"/>
                  </a:lnTo>
                  <a:lnTo>
                    <a:pt x="187247" y="25670"/>
                  </a:lnTo>
                  <a:lnTo>
                    <a:pt x="197596" y="35576"/>
                  </a:lnTo>
                  <a:lnTo>
                    <a:pt x="202629" y="35090"/>
                  </a:lnTo>
                  <a:lnTo>
                    <a:pt x="210225" y="27127"/>
                  </a:lnTo>
                  <a:lnTo>
                    <a:pt x="217252" y="25282"/>
                  </a:lnTo>
                  <a:lnTo>
                    <a:pt x="229026" y="41885"/>
                  </a:lnTo>
                  <a:lnTo>
                    <a:pt x="233868" y="39555"/>
                  </a:lnTo>
                  <a:lnTo>
                    <a:pt x="241939" y="28876"/>
                  </a:lnTo>
                  <a:lnTo>
                    <a:pt x="252004" y="24893"/>
                  </a:lnTo>
                  <a:lnTo>
                    <a:pt x="279446" y="34799"/>
                  </a:lnTo>
                  <a:lnTo>
                    <a:pt x="284478" y="28681"/>
                  </a:lnTo>
                  <a:lnTo>
                    <a:pt x="300335" y="22561"/>
                  </a:lnTo>
                  <a:lnTo>
                    <a:pt x="301759" y="18868"/>
                  </a:lnTo>
                  <a:lnTo>
                    <a:pt x="298341" y="11285"/>
                  </a:lnTo>
                  <a:lnTo>
                    <a:pt x="307836" y="10313"/>
                  </a:lnTo>
                  <a:lnTo>
                    <a:pt x="316952" y="14689"/>
                  </a:lnTo>
                  <a:lnTo>
                    <a:pt x="328821" y="40526"/>
                  </a:lnTo>
                  <a:lnTo>
                    <a:pt x="328631" y="54009"/>
                  </a:lnTo>
                  <a:lnTo>
                    <a:pt x="334423" y="57015"/>
                  </a:lnTo>
                  <a:lnTo>
                    <a:pt x="336892" y="62539"/>
                  </a:lnTo>
                  <a:lnTo>
                    <a:pt x="350945" y="70483"/>
                  </a:lnTo>
                  <a:lnTo>
                    <a:pt x="336797" y="89745"/>
                  </a:lnTo>
                  <a:lnTo>
                    <a:pt x="340025" y="90905"/>
                  </a:lnTo>
                  <a:lnTo>
                    <a:pt x="346957" y="87616"/>
                  </a:lnTo>
                  <a:lnTo>
                    <a:pt x="354173" y="90712"/>
                  </a:lnTo>
                  <a:lnTo>
                    <a:pt x="357876" y="117773"/>
                  </a:lnTo>
                  <a:lnTo>
                    <a:pt x="372784" y="128971"/>
                  </a:lnTo>
                  <a:lnTo>
                    <a:pt x="372499" y="135146"/>
                  </a:lnTo>
                  <a:lnTo>
                    <a:pt x="363764" y="145272"/>
                  </a:lnTo>
                  <a:lnTo>
                    <a:pt x="364713" y="170898"/>
                  </a:lnTo>
                  <a:lnTo>
                    <a:pt x="370315" y="176096"/>
                  </a:lnTo>
                  <a:lnTo>
                    <a:pt x="377436" y="175133"/>
                  </a:lnTo>
                  <a:lnTo>
                    <a:pt x="376297" y="187257"/>
                  </a:lnTo>
                  <a:lnTo>
                    <a:pt x="383704" y="193027"/>
                  </a:lnTo>
                  <a:lnTo>
                    <a:pt x="375253" y="198411"/>
                  </a:lnTo>
                  <a:lnTo>
                    <a:pt x="374588" y="208695"/>
                  </a:lnTo>
                  <a:lnTo>
                    <a:pt x="383419" y="212249"/>
                  </a:lnTo>
                  <a:lnTo>
                    <a:pt x="386742" y="216380"/>
                  </a:lnTo>
                  <a:lnTo>
                    <a:pt x="388831" y="228861"/>
                  </a:lnTo>
                  <a:lnTo>
                    <a:pt x="385793" y="230685"/>
                  </a:lnTo>
                  <a:lnTo>
                    <a:pt x="381330" y="225790"/>
                  </a:lnTo>
                  <a:lnTo>
                    <a:pt x="360915" y="224926"/>
                  </a:lnTo>
                  <a:lnTo>
                    <a:pt x="358446" y="237210"/>
                  </a:lnTo>
                  <a:lnTo>
                    <a:pt x="369461" y="241623"/>
                  </a:lnTo>
                  <a:lnTo>
                    <a:pt x="371455" y="246515"/>
                  </a:lnTo>
                  <a:lnTo>
                    <a:pt x="365283" y="257733"/>
                  </a:lnTo>
                  <a:lnTo>
                    <a:pt x="365852" y="263388"/>
                  </a:lnTo>
                  <a:lnTo>
                    <a:pt x="361105" y="272490"/>
                  </a:lnTo>
                  <a:lnTo>
                    <a:pt x="359776" y="274310"/>
                  </a:lnTo>
                  <a:lnTo>
                    <a:pt x="349330" y="271915"/>
                  </a:lnTo>
                  <a:lnTo>
                    <a:pt x="346292" y="274214"/>
                  </a:lnTo>
                  <a:lnTo>
                    <a:pt x="341450" y="267891"/>
                  </a:lnTo>
                  <a:lnTo>
                    <a:pt x="337177" y="267316"/>
                  </a:lnTo>
                  <a:lnTo>
                    <a:pt x="334613" y="268849"/>
                  </a:lnTo>
                  <a:lnTo>
                    <a:pt x="332904" y="277566"/>
                  </a:lnTo>
                  <a:lnTo>
                    <a:pt x="325023" y="289917"/>
                  </a:lnTo>
                  <a:lnTo>
                    <a:pt x="313059" y="292406"/>
                  </a:lnTo>
                  <a:lnTo>
                    <a:pt x="305368" y="283791"/>
                  </a:lnTo>
                  <a:lnTo>
                    <a:pt x="294733" y="281780"/>
                  </a:lnTo>
                  <a:lnTo>
                    <a:pt x="299006" y="273448"/>
                  </a:lnTo>
                  <a:lnTo>
                    <a:pt x="299765" y="266454"/>
                  </a:lnTo>
                  <a:lnTo>
                    <a:pt x="295683" y="255528"/>
                  </a:lnTo>
                  <a:lnTo>
                    <a:pt x="291884" y="232221"/>
                  </a:lnTo>
                  <a:lnTo>
                    <a:pt x="283149" y="224830"/>
                  </a:lnTo>
                  <a:lnTo>
                    <a:pt x="280395" y="226462"/>
                  </a:lnTo>
                  <a:lnTo>
                    <a:pt x="278021" y="222045"/>
                  </a:lnTo>
                  <a:lnTo>
                    <a:pt x="263114" y="227805"/>
                  </a:lnTo>
                  <a:lnTo>
                    <a:pt x="261309" y="223773"/>
                  </a:lnTo>
                  <a:lnTo>
                    <a:pt x="254188" y="22463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oPE_MapPart_GNB_1_36" descr="Guinea-Bissau">
              <a:extLst>
                <a:ext uri="{FF2B5EF4-FFF2-40B4-BE49-F238E27FC236}">
                  <a16:creationId xmlns:a16="http://schemas.microsoft.com/office/drawing/2014/main" id="{E9A2E2DA-25B1-2A1C-6D6C-E7EED383497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4527288" y="2411900"/>
              <a:ext cx="160281" cy="93713"/>
            </a:xfrm>
            <a:custGeom>
              <a:avLst/>
              <a:gdLst/>
              <a:ahLst/>
              <a:cxnLst/>
              <a:rect l="0" t="0" r="0" b="0"/>
              <a:pathLst>
                <a:path w="160281" h="93713">
                  <a:moveTo>
                    <a:pt x="0" y="17508"/>
                  </a:moveTo>
                  <a:lnTo>
                    <a:pt x="9970" y="17897"/>
                  </a:lnTo>
                  <a:lnTo>
                    <a:pt x="29910" y="11966"/>
                  </a:lnTo>
                  <a:lnTo>
                    <a:pt x="45957" y="13036"/>
                  </a:lnTo>
                  <a:lnTo>
                    <a:pt x="59915" y="10216"/>
                  </a:lnTo>
                  <a:lnTo>
                    <a:pt x="79950" y="0"/>
                  </a:lnTo>
                  <a:lnTo>
                    <a:pt x="157336" y="292"/>
                  </a:lnTo>
                  <a:lnTo>
                    <a:pt x="160280" y="10799"/>
                  </a:lnTo>
                  <a:lnTo>
                    <a:pt x="158381" y="19841"/>
                  </a:lnTo>
                  <a:lnTo>
                    <a:pt x="155722" y="22562"/>
                  </a:lnTo>
                  <a:lnTo>
                    <a:pt x="145752" y="25088"/>
                  </a:lnTo>
                  <a:lnTo>
                    <a:pt x="156861" y="36159"/>
                  </a:lnTo>
                  <a:lnTo>
                    <a:pt x="157146" y="50907"/>
                  </a:lnTo>
                  <a:lnTo>
                    <a:pt x="145467" y="54786"/>
                  </a:lnTo>
                  <a:lnTo>
                    <a:pt x="129040" y="54980"/>
                  </a:lnTo>
                  <a:lnTo>
                    <a:pt x="119165" y="60602"/>
                  </a:lnTo>
                  <a:lnTo>
                    <a:pt x="107011" y="63122"/>
                  </a:lnTo>
                  <a:lnTo>
                    <a:pt x="88021" y="93712"/>
                  </a:lnTo>
                  <a:lnTo>
                    <a:pt x="85362" y="89940"/>
                  </a:lnTo>
                  <a:lnTo>
                    <a:pt x="87356" y="82877"/>
                  </a:lnTo>
                  <a:lnTo>
                    <a:pt x="78525" y="88876"/>
                  </a:lnTo>
                  <a:lnTo>
                    <a:pt x="78810" y="82103"/>
                  </a:lnTo>
                  <a:lnTo>
                    <a:pt x="73493" y="82296"/>
                  </a:lnTo>
                  <a:lnTo>
                    <a:pt x="69505" y="78812"/>
                  </a:lnTo>
                  <a:lnTo>
                    <a:pt x="69410" y="72518"/>
                  </a:lnTo>
                  <a:lnTo>
                    <a:pt x="71594" y="69225"/>
                  </a:lnTo>
                  <a:lnTo>
                    <a:pt x="64947" y="68451"/>
                  </a:lnTo>
                  <a:lnTo>
                    <a:pt x="67606" y="63703"/>
                  </a:lnTo>
                  <a:lnTo>
                    <a:pt x="86406" y="58373"/>
                  </a:lnTo>
                  <a:lnTo>
                    <a:pt x="83843" y="54883"/>
                  </a:lnTo>
                  <a:lnTo>
                    <a:pt x="78146" y="53525"/>
                  </a:lnTo>
                  <a:lnTo>
                    <a:pt x="68461" y="57404"/>
                  </a:lnTo>
                  <a:lnTo>
                    <a:pt x="63808" y="51586"/>
                  </a:lnTo>
                  <a:lnTo>
                    <a:pt x="65612" y="45185"/>
                  </a:lnTo>
                  <a:lnTo>
                    <a:pt x="79190" y="43632"/>
                  </a:lnTo>
                  <a:lnTo>
                    <a:pt x="84887" y="41303"/>
                  </a:lnTo>
                  <a:lnTo>
                    <a:pt x="86122" y="38392"/>
                  </a:lnTo>
                  <a:lnTo>
                    <a:pt x="80330" y="40624"/>
                  </a:lnTo>
                  <a:lnTo>
                    <a:pt x="67321" y="39750"/>
                  </a:lnTo>
                  <a:lnTo>
                    <a:pt x="47001" y="49452"/>
                  </a:lnTo>
                  <a:lnTo>
                    <a:pt x="40544" y="48192"/>
                  </a:lnTo>
                  <a:lnTo>
                    <a:pt x="42633" y="41012"/>
                  </a:lnTo>
                  <a:lnTo>
                    <a:pt x="39690" y="38877"/>
                  </a:lnTo>
                  <a:lnTo>
                    <a:pt x="30195" y="41109"/>
                  </a:lnTo>
                  <a:lnTo>
                    <a:pt x="23073" y="37809"/>
                  </a:lnTo>
                  <a:lnTo>
                    <a:pt x="20225" y="33926"/>
                  </a:lnTo>
                  <a:lnTo>
                    <a:pt x="20700" y="28876"/>
                  </a:lnTo>
                  <a:lnTo>
                    <a:pt x="24592" y="23922"/>
                  </a:lnTo>
                  <a:lnTo>
                    <a:pt x="14432" y="256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oPE_MapPart_GNB_2_37" descr="Guinea-Bissau">
              <a:extLst>
                <a:ext uri="{FF2B5EF4-FFF2-40B4-BE49-F238E27FC236}">
                  <a16:creationId xmlns:a16="http://schemas.microsoft.com/office/drawing/2014/main" id="{3B33A8E7-7172-677D-AA86-2F460E3A368F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4552355" y="2491777"/>
              <a:ext cx="8926" cy="8226"/>
            </a:xfrm>
            <a:custGeom>
              <a:avLst/>
              <a:gdLst/>
              <a:ahLst/>
              <a:cxnLst/>
              <a:rect l="0" t="0" r="0" b="0"/>
              <a:pathLst>
                <a:path w="8926" h="8226">
                  <a:moveTo>
                    <a:pt x="6362" y="7451"/>
                  </a:moveTo>
                  <a:lnTo>
                    <a:pt x="2184" y="8225"/>
                  </a:lnTo>
                  <a:lnTo>
                    <a:pt x="0" y="4548"/>
                  </a:lnTo>
                  <a:lnTo>
                    <a:pt x="6932" y="387"/>
                  </a:lnTo>
                  <a:lnTo>
                    <a:pt x="8925" y="0"/>
                  </a:lnTo>
                  <a:lnTo>
                    <a:pt x="8641" y="60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oPE_MapPart_GNB_3_38" descr="Guinea-Bissau">
              <a:extLst>
                <a:ext uri="{FF2B5EF4-FFF2-40B4-BE49-F238E27FC236}">
                  <a16:creationId xmlns:a16="http://schemas.microsoft.com/office/drawing/2014/main" id="{90B5D43C-904F-BBC6-0A30-E3BA01B8F9AB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4566693" y="2492744"/>
              <a:ext cx="3609" cy="6485"/>
            </a:xfrm>
            <a:custGeom>
              <a:avLst/>
              <a:gdLst/>
              <a:ahLst/>
              <a:cxnLst/>
              <a:rect l="0" t="0" r="0" b="0"/>
              <a:pathLst>
                <a:path w="3609" h="6485">
                  <a:moveTo>
                    <a:pt x="3608" y="5226"/>
                  </a:moveTo>
                  <a:lnTo>
                    <a:pt x="0" y="6484"/>
                  </a:lnTo>
                  <a:lnTo>
                    <a:pt x="950" y="0"/>
                  </a:lnTo>
                  <a:lnTo>
                    <a:pt x="3133" y="16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oPE_MapPart_GNB_4_39" descr="Guinea-Bissau">
              <a:extLst>
                <a:ext uri="{FF2B5EF4-FFF2-40B4-BE49-F238E27FC236}">
                  <a16:creationId xmlns:a16="http://schemas.microsoft.com/office/drawing/2014/main" id="{46D5E28D-A4FC-766F-C27F-E559C4A4B5F6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4576378" y="2486161"/>
              <a:ext cx="6458" cy="6875"/>
            </a:xfrm>
            <a:custGeom>
              <a:avLst/>
              <a:gdLst/>
              <a:ahLst/>
              <a:cxnLst/>
              <a:rect l="0" t="0" r="0" b="0"/>
              <a:pathLst>
                <a:path w="6458" h="6875">
                  <a:moveTo>
                    <a:pt x="2944" y="4647"/>
                  </a:moveTo>
                  <a:lnTo>
                    <a:pt x="2944" y="6874"/>
                  </a:lnTo>
                  <a:lnTo>
                    <a:pt x="0" y="5809"/>
                  </a:lnTo>
                  <a:lnTo>
                    <a:pt x="3323" y="0"/>
                  </a:lnTo>
                  <a:lnTo>
                    <a:pt x="6457" y="872"/>
                  </a:lnTo>
                  <a:lnTo>
                    <a:pt x="4938" y="36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oPE_MapPart_GNB_5_40" descr="Guinea-Bissau">
              <a:extLst>
                <a:ext uri="{FF2B5EF4-FFF2-40B4-BE49-F238E27FC236}">
                  <a16:creationId xmlns:a16="http://schemas.microsoft.com/office/drawing/2014/main" id="{A448AA55-4EDA-06A7-239D-F4997FA5AD39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4584829" y="2468431"/>
              <a:ext cx="7312" cy="5332"/>
            </a:xfrm>
            <a:custGeom>
              <a:avLst/>
              <a:gdLst/>
              <a:ahLst/>
              <a:cxnLst/>
              <a:rect l="0" t="0" r="0" b="0"/>
              <a:pathLst>
                <a:path w="7312" h="5332">
                  <a:moveTo>
                    <a:pt x="3513" y="5137"/>
                  </a:moveTo>
                  <a:lnTo>
                    <a:pt x="0" y="5331"/>
                  </a:lnTo>
                  <a:lnTo>
                    <a:pt x="4463" y="776"/>
                  </a:lnTo>
                  <a:lnTo>
                    <a:pt x="7311" y="0"/>
                  </a:lnTo>
                  <a:lnTo>
                    <a:pt x="7216" y="3490"/>
                  </a:lnTo>
                  <a:lnTo>
                    <a:pt x="4937" y="416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oPE_MapPart_GNB_6_41" descr="Guinea-Bissau">
              <a:extLst>
                <a:ext uri="{FF2B5EF4-FFF2-40B4-BE49-F238E27FC236}">
                  <a16:creationId xmlns:a16="http://schemas.microsoft.com/office/drawing/2014/main" id="{35D9DF9C-BCD3-7FD5-7928-2E164F42FEE9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4563559" y="2470273"/>
              <a:ext cx="6458" cy="8819"/>
            </a:xfrm>
            <a:custGeom>
              <a:avLst/>
              <a:gdLst/>
              <a:ahLst/>
              <a:cxnLst/>
              <a:rect l="0" t="0" r="0" b="0"/>
              <a:pathLst>
                <a:path w="6458" h="8819">
                  <a:moveTo>
                    <a:pt x="6457" y="7074"/>
                  </a:moveTo>
                  <a:lnTo>
                    <a:pt x="3989" y="8818"/>
                  </a:lnTo>
                  <a:lnTo>
                    <a:pt x="0" y="6493"/>
                  </a:lnTo>
                  <a:lnTo>
                    <a:pt x="3134" y="0"/>
                  </a:lnTo>
                  <a:lnTo>
                    <a:pt x="5698" y="4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oPE_MapPart_GNB_7_42" descr="Guinea-Bissau">
              <a:extLst>
                <a:ext uri="{FF2B5EF4-FFF2-40B4-BE49-F238E27FC236}">
                  <a16:creationId xmlns:a16="http://schemas.microsoft.com/office/drawing/2014/main" id="{331542CF-3AB3-3DCD-FEEE-BB345C9866A0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4556723" y="2454659"/>
              <a:ext cx="8831" cy="6888"/>
            </a:xfrm>
            <a:custGeom>
              <a:avLst/>
              <a:gdLst/>
              <a:ahLst/>
              <a:cxnLst/>
              <a:rect l="0" t="0" r="0" b="0"/>
              <a:pathLst>
                <a:path w="8831" h="6888">
                  <a:moveTo>
                    <a:pt x="8830" y="291"/>
                  </a:moveTo>
                  <a:lnTo>
                    <a:pt x="6077" y="6887"/>
                  </a:lnTo>
                  <a:lnTo>
                    <a:pt x="2659" y="6112"/>
                  </a:lnTo>
                  <a:lnTo>
                    <a:pt x="0" y="582"/>
                  </a:lnTo>
                  <a:lnTo>
                    <a:pt x="693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oPE_MapPart_CIV_1_43" descr="Elfenbeinküste">
              <a:extLst>
                <a:ext uri="{FF2B5EF4-FFF2-40B4-BE49-F238E27FC236}">
                  <a16:creationId xmlns:a16="http://schemas.microsoft.com/office/drawing/2014/main" id="{C856D6D5-32F4-BB12-F257-9131614F3FAF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5237533" y="2814343"/>
              <a:ext cx="8452" cy="3147"/>
            </a:xfrm>
            <a:custGeom>
              <a:avLst/>
              <a:gdLst/>
              <a:ahLst/>
              <a:cxnLst/>
              <a:rect l="0" t="0" r="0" b="0"/>
              <a:pathLst>
                <a:path w="8452" h="3147">
                  <a:moveTo>
                    <a:pt x="8451" y="1049"/>
                  </a:moveTo>
                  <a:lnTo>
                    <a:pt x="7027" y="3146"/>
                  </a:lnTo>
                  <a:lnTo>
                    <a:pt x="0" y="1811"/>
                  </a:lnTo>
                  <a:lnTo>
                    <a:pt x="170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oPE_MapPart_CIV_2_44" descr="Elfenbeinküste">
              <a:extLst>
                <a:ext uri="{FF2B5EF4-FFF2-40B4-BE49-F238E27FC236}">
                  <a16:creationId xmlns:a16="http://schemas.microsoft.com/office/drawing/2014/main" id="{CE663D9B-B1EE-200F-5AF4-846E0DF7E9CB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4954954" y="2517213"/>
              <a:ext cx="321701" cy="339340"/>
            </a:xfrm>
            <a:custGeom>
              <a:avLst/>
              <a:gdLst/>
              <a:ahLst/>
              <a:cxnLst/>
              <a:rect l="0" t="0" r="0" b="0"/>
              <a:pathLst>
                <a:path w="321701" h="339340">
                  <a:moveTo>
                    <a:pt x="32379" y="30125"/>
                  </a:moveTo>
                  <a:lnTo>
                    <a:pt x="41684" y="26169"/>
                  </a:lnTo>
                  <a:lnTo>
                    <a:pt x="49755" y="15938"/>
                  </a:lnTo>
                  <a:lnTo>
                    <a:pt x="58301" y="15262"/>
                  </a:lnTo>
                  <a:lnTo>
                    <a:pt x="64283" y="20572"/>
                  </a:lnTo>
                  <a:lnTo>
                    <a:pt x="65423" y="24915"/>
                  </a:lnTo>
                  <a:lnTo>
                    <a:pt x="79096" y="27906"/>
                  </a:lnTo>
                  <a:lnTo>
                    <a:pt x="83749" y="31186"/>
                  </a:lnTo>
                  <a:lnTo>
                    <a:pt x="86312" y="29449"/>
                  </a:lnTo>
                  <a:lnTo>
                    <a:pt x="85078" y="25397"/>
                  </a:lnTo>
                  <a:lnTo>
                    <a:pt x="87262" y="20475"/>
                  </a:lnTo>
                  <a:lnTo>
                    <a:pt x="100840" y="20089"/>
                  </a:lnTo>
                  <a:lnTo>
                    <a:pt x="102834" y="3672"/>
                  </a:lnTo>
                  <a:lnTo>
                    <a:pt x="107582" y="7440"/>
                  </a:lnTo>
                  <a:lnTo>
                    <a:pt x="114988" y="8889"/>
                  </a:lnTo>
                  <a:lnTo>
                    <a:pt x="114893" y="2803"/>
                  </a:lnTo>
                  <a:lnTo>
                    <a:pt x="123629" y="0"/>
                  </a:lnTo>
                  <a:lnTo>
                    <a:pt x="127332" y="17386"/>
                  </a:lnTo>
                  <a:lnTo>
                    <a:pt x="124768" y="24818"/>
                  </a:lnTo>
                  <a:lnTo>
                    <a:pt x="131225" y="28002"/>
                  </a:lnTo>
                  <a:lnTo>
                    <a:pt x="135498" y="28388"/>
                  </a:lnTo>
                  <a:lnTo>
                    <a:pt x="145563" y="17966"/>
                  </a:lnTo>
                  <a:lnTo>
                    <a:pt x="160755" y="15262"/>
                  </a:lnTo>
                  <a:lnTo>
                    <a:pt x="169965" y="22020"/>
                  </a:lnTo>
                  <a:lnTo>
                    <a:pt x="176232" y="21730"/>
                  </a:lnTo>
                  <a:lnTo>
                    <a:pt x="184873" y="25879"/>
                  </a:lnTo>
                  <a:lnTo>
                    <a:pt x="191710" y="42564"/>
                  </a:lnTo>
                  <a:lnTo>
                    <a:pt x="209845" y="54224"/>
                  </a:lnTo>
                  <a:lnTo>
                    <a:pt x="215068" y="53646"/>
                  </a:lnTo>
                  <a:lnTo>
                    <a:pt x="225323" y="57788"/>
                  </a:lnTo>
                  <a:lnTo>
                    <a:pt x="228741" y="52587"/>
                  </a:lnTo>
                  <a:lnTo>
                    <a:pt x="253904" y="43239"/>
                  </a:lnTo>
                  <a:lnTo>
                    <a:pt x="283814" y="44492"/>
                  </a:lnTo>
                  <a:lnTo>
                    <a:pt x="296253" y="55573"/>
                  </a:lnTo>
                  <a:lnTo>
                    <a:pt x="305273" y="69535"/>
                  </a:lnTo>
                  <a:lnTo>
                    <a:pt x="311635" y="66647"/>
                  </a:lnTo>
                  <a:lnTo>
                    <a:pt x="312774" y="77233"/>
                  </a:lnTo>
                  <a:lnTo>
                    <a:pt x="308976" y="89929"/>
                  </a:lnTo>
                  <a:lnTo>
                    <a:pt x="312014" y="90987"/>
                  </a:lnTo>
                  <a:lnTo>
                    <a:pt x="316667" y="103001"/>
                  </a:lnTo>
                  <a:lnTo>
                    <a:pt x="321700" y="134588"/>
                  </a:lnTo>
                  <a:lnTo>
                    <a:pt x="316098" y="137849"/>
                  </a:lnTo>
                  <a:lnTo>
                    <a:pt x="316003" y="143220"/>
                  </a:lnTo>
                  <a:lnTo>
                    <a:pt x="306697" y="149261"/>
                  </a:lnTo>
                  <a:lnTo>
                    <a:pt x="297772" y="174748"/>
                  </a:lnTo>
                  <a:lnTo>
                    <a:pt x="296347" y="187959"/>
                  </a:lnTo>
                  <a:lnTo>
                    <a:pt x="283149" y="209102"/>
                  </a:lnTo>
                  <a:lnTo>
                    <a:pt x="282769" y="217516"/>
                  </a:lnTo>
                  <a:lnTo>
                    <a:pt x="285048" y="233475"/>
                  </a:lnTo>
                  <a:lnTo>
                    <a:pt x="295683" y="267276"/>
                  </a:lnTo>
                  <a:lnTo>
                    <a:pt x="297582" y="270902"/>
                  </a:lnTo>
                  <a:lnTo>
                    <a:pt x="306507" y="273191"/>
                  </a:lnTo>
                  <a:lnTo>
                    <a:pt x="308501" y="282063"/>
                  </a:lnTo>
                  <a:lnTo>
                    <a:pt x="306412" y="295223"/>
                  </a:lnTo>
                  <a:lnTo>
                    <a:pt x="298342" y="298655"/>
                  </a:lnTo>
                  <a:lnTo>
                    <a:pt x="294638" y="298083"/>
                  </a:lnTo>
                  <a:lnTo>
                    <a:pt x="286757" y="294174"/>
                  </a:lnTo>
                  <a:lnTo>
                    <a:pt x="287612" y="286546"/>
                  </a:lnTo>
                  <a:lnTo>
                    <a:pt x="285048" y="286164"/>
                  </a:lnTo>
                  <a:lnTo>
                    <a:pt x="277262" y="298083"/>
                  </a:lnTo>
                  <a:lnTo>
                    <a:pt x="249726" y="293316"/>
                  </a:lnTo>
                  <a:lnTo>
                    <a:pt x="243743" y="289407"/>
                  </a:lnTo>
                  <a:lnTo>
                    <a:pt x="236527" y="288548"/>
                  </a:lnTo>
                  <a:lnTo>
                    <a:pt x="213739" y="290170"/>
                  </a:lnTo>
                  <a:lnTo>
                    <a:pt x="210795" y="292458"/>
                  </a:lnTo>
                  <a:lnTo>
                    <a:pt x="236812" y="291123"/>
                  </a:lnTo>
                  <a:lnTo>
                    <a:pt x="240895" y="292744"/>
                  </a:lnTo>
                  <a:lnTo>
                    <a:pt x="195413" y="297606"/>
                  </a:lnTo>
                  <a:lnTo>
                    <a:pt x="188861" y="294174"/>
                  </a:lnTo>
                  <a:lnTo>
                    <a:pt x="175188" y="293793"/>
                  </a:lnTo>
                  <a:lnTo>
                    <a:pt x="170725" y="296939"/>
                  </a:lnTo>
                  <a:lnTo>
                    <a:pt x="184588" y="296367"/>
                  </a:lnTo>
                  <a:lnTo>
                    <a:pt x="186867" y="298083"/>
                  </a:lnTo>
                  <a:lnTo>
                    <a:pt x="160280" y="300276"/>
                  </a:lnTo>
                  <a:lnTo>
                    <a:pt x="141954" y="304375"/>
                  </a:lnTo>
                  <a:lnTo>
                    <a:pt x="92769" y="322385"/>
                  </a:lnTo>
                  <a:lnTo>
                    <a:pt x="55832" y="339339"/>
                  </a:lnTo>
                  <a:lnTo>
                    <a:pt x="53743" y="309331"/>
                  </a:lnTo>
                  <a:lnTo>
                    <a:pt x="54598" y="300657"/>
                  </a:lnTo>
                  <a:lnTo>
                    <a:pt x="57732" y="299227"/>
                  </a:lnTo>
                  <a:lnTo>
                    <a:pt x="61910" y="287786"/>
                  </a:lnTo>
                  <a:lnTo>
                    <a:pt x="63523" y="275767"/>
                  </a:lnTo>
                  <a:lnTo>
                    <a:pt x="60675" y="260404"/>
                  </a:lnTo>
                  <a:lnTo>
                    <a:pt x="46052" y="256299"/>
                  </a:lnTo>
                  <a:lnTo>
                    <a:pt x="42634" y="253340"/>
                  </a:lnTo>
                  <a:lnTo>
                    <a:pt x="37696" y="239493"/>
                  </a:lnTo>
                  <a:lnTo>
                    <a:pt x="32854" y="236819"/>
                  </a:lnTo>
                  <a:lnTo>
                    <a:pt x="16712" y="235004"/>
                  </a:lnTo>
                  <a:lnTo>
                    <a:pt x="8166" y="227456"/>
                  </a:lnTo>
                  <a:lnTo>
                    <a:pt x="0" y="225067"/>
                  </a:lnTo>
                  <a:lnTo>
                    <a:pt x="14338" y="209389"/>
                  </a:lnTo>
                  <a:lnTo>
                    <a:pt x="15952" y="199920"/>
                  </a:lnTo>
                  <a:lnTo>
                    <a:pt x="16237" y="194945"/>
                  </a:lnTo>
                  <a:lnTo>
                    <a:pt x="8831" y="171396"/>
                  </a:lnTo>
                  <a:lnTo>
                    <a:pt x="6172" y="169193"/>
                  </a:lnTo>
                  <a:lnTo>
                    <a:pt x="9210" y="166894"/>
                  </a:lnTo>
                  <a:lnTo>
                    <a:pt x="19656" y="169289"/>
                  </a:lnTo>
                  <a:lnTo>
                    <a:pt x="31335" y="141494"/>
                  </a:lnTo>
                  <a:lnTo>
                    <a:pt x="29341" y="136602"/>
                  </a:lnTo>
                  <a:lnTo>
                    <a:pt x="18326" y="132189"/>
                  </a:lnTo>
                  <a:lnTo>
                    <a:pt x="19371" y="121345"/>
                  </a:lnTo>
                  <a:lnTo>
                    <a:pt x="29246" y="119233"/>
                  </a:lnTo>
                  <a:lnTo>
                    <a:pt x="41210" y="120769"/>
                  </a:lnTo>
                  <a:lnTo>
                    <a:pt x="45673" y="125664"/>
                  </a:lnTo>
                  <a:lnTo>
                    <a:pt x="48711" y="123840"/>
                  </a:lnTo>
                  <a:lnTo>
                    <a:pt x="46622" y="111359"/>
                  </a:lnTo>
                  <a:lnTo>
                    <a:pt x="43299" y="107228"/>
                  </a:lnTo>
                  <a:lnTo>
                    <a:pt x="34468" y="103674"/>
                  </a:lnTo>
                  <a:lnTo>
                    <a:pt x="35133" y="93390"/>
                  </a:lnTo>
                  <a:lnTo>
                    <a:pt x="43584" y="88006"/>
                  </a:lnTo>
                  <a:lnTo>
                    <a:pt x="36177" y="82236"/>
                  </a:lnTo>
                  <a:lnTo>
                    <a:pt x="37316" y="70112"/>
                  </a:lnTo>
                  <a:lnTo>
                    <a:pt x="30195" y="71075"/>
                  </a:lnTo>
                  <a:lnTo>
                    <a:pt x="24593" y="65877"/>
                  </a:lnTo>
                  <a:lnTo>
                    <a:pt x="23644" y="40251"/>
                  </a:lnTo>
                  <a:lnTo>
                    <a:pt x="31145" y="32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oPE_MapPart_KEN_1_45" descr="Kenia">
              <a:extLst>
                <a:ext uri="{FF2B5EF4-FFF2-40B4-BE49-F238E27FC236}">
                  <a16:creationId xmlns:a16="http://schemas.microsoft.com/office/drawing/2014/main" id="{7593172F-87F8-C4BB-AF8D-829E3B8659E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569380" y="3193687"/>
              <a:ext cx="9591" cy="6938"/>
            </a:xfrm>
            <a:custGeom>
              <a:avLst/>
              <a:gdLst/>
              <a:ahLst/>
              <a:cxnLst/>
              <a:rect l="0" t="0" r="0" b="0"/>
              <a:pathLst>
                <a:path w="9591" h="6938">
                  <a:moveTo>
                    <a:pt x="1994" y="6462"/>
                  </a:moveTo>
                  <a:lnTo>
                    <a:pt x="0" y="6937"/>
                  </a:lnTo>
                  <a:lnTo>
                    <a:pt x="1045" y="3896"/>
                  </a:lnTo>
                  <a:lnTo>
                    <a:pt x="6837" y="0"/>
                  </a:lnTo>
                  <a:lnTo>
                    <a:pt x="9590" y="1806"/>
                  </a:lnTo>
                  <a:lnTo>
                    <a:pt x="8450" y="342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oPE_MapPart_KEN_2_46" descr="Kenia">
              <a:extLst>
                <a:ext uri="{FF2B5EF4-FFF2-40B4-BE49-F238E27FC236}">
                  <a16:creationId xmlns:a16="http://schemas.microsoft.com/office/drawing/2014/main" id="{617EF957-2E4A-1BCA-83E1-0C8E0369EE45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7197261" y="2796129"/>
              <a:ext cx="421021" cy="537964"/>
            </a:xfrm>
            <a:custGeom>
              <a:avLst/>
              <a:gdLst/>
              <a:ahLst/>
              <a:cxnLst/>
              <a:rect l="0" t="0" r="0" b="0"/>
              <a:pathLst>
                <a:path w="421021" h="537964">
                  <a:moveTo>
                    <a:pt x="0" y="343036"/>
                  </a:moveTo>
                  <a:lnTo>
                    <a:pt x="2089" y="280934"/>
                  </a:lnTo>
                  <a:lnTo>
                    <a:pt x="7121" y="274572"/>
                  </a:lnTo>
                  <a:lnTo>
                    <a:pt x="13578" y="258240"/>
                  </a:lnTo>
                  <a:lnTo>
                    <a:pt x="26776" y="244376"/>
                  </a:lnTo>
                  <a:lnTo>
                    <a:pt x="30574" y="235164"/>
                  </a:lnTo>
                  <a:lnTo>
                    <a:pt x="36841" y="229181"/>
                  </a:lnTo>
                  <a:lnTo>
                    <a:pt x="47286" y="224527"/>
                  </a:lnTo>
                  <a:lnTo>
                    <a:pt x="46431" y="217309"/>
                  </a:lnTo>
                  <a:lnTo>
                    <a:pt x="56022" y="203441"/>
                  </a:lnTo>
                  <a:lnTo>
                    <a:pt x="56686" y="196601"/>
                  </a:lnTo>
                  <a:lnTo>
                    <a:pt x="55927" y="181305"/>
                  </a:lnTo>
                  <a:lnTo>
                    <a:pt x="51654" y="162585"/>
                  </a:lnTo>
                  <a:lnTo>
                    <a:pt x="52888" y="159259"/>
                  </a:lnTo>
                  <a:lnTo>
                    <a:pt x="44247" y="141389"/>
                  </a:lnTo>
                  <a:lnTo>
                    <a:pt x="36177" y="135779"/>
                  </a:lnTo>
                  <a:lnTo>
                    <a:pt x="32663" y="125510"/>
                  </a:lnTo>
                  <a:lnTo>
                    <a:pt x="28770" y="123228"/>
                  </a:lnTo>
                  <a:lnTo>
                    <a:pt x="26207" y="110008"/>
                  </a:lnTo>
                  <a:lnTo>
                    <a:pt x="28200" y="97450"/>
                  </a:lnTo>
                  <a:lnTo>
                    <a:pt x="13862" y="88886"/>
                  </a:lnTo>
                  <a:lnTo>
                    <a:pt x="14907" y="85841"/>
                  </a:lnTo>
                  <a:lnTo>
                    <a:pt x="12059" y="84794"/>
                  </a:lnTo>
                  <a:lnTo>
                    <a:pt x="3892" y="67279"/>
                  </a:lnTo>
                  <a:lnTo>
                    <a:pt x="72068" y="0"/>
                  </a:lnTo>
                  <a:lnTo>
                    <a:pt x="71784" y="4196"/>
                  </a:lnTo>
                  <a:lnTo>
                    <a:pt x="75012" y="6771"/>
                  </a:lnTo>
                  <a:lnTo>
                    <a:pt x="82609" y="3815"/>
                  </a:lnTo>
                  <a:lnTo>
                    <a:pt x="97136" y="7821"/>
                  </a:lnTo>
                  <a:lnTo>
                    <a:pt x="100080" y="17737"/>
                  </a:lnTo>
                  <a:lnTo>
                    <a:pt x="98085" y="36228"/>
                  </a:lnTo>
                  <a:lnTo>
                    <a:pt x="111759" y="54233"/>
                  </a:lnTo>
                  <a:lnTo>
                    <a:pt x="158380" y="57185"/>
                  </a:lnTo>
                  <a:lnTo>
                    <a:pt x="220669" y="97545"/>
                  </a:lnTo>
                  <a:lnTo>
                    <a:pt x="294922" y="107725"/>
                  </a:lnTo>
                  <a:lnTo>
                    <a:pt x="303563" y="101256"/>
                  </a:lnTo>
                  <a:lnTo>
                    <a:pt x="313343" y="86793"/>
                  </a:lnTo>
                  <a:lnTo>
                    <a:pt x="361959" y="64518"/>
                  </a:lnTo>
                  <a:lnTo>
                    <a:pt x="381804" y="80892"/>
                  </a:lnTo>
                  <a:lnTo>
                    <a:pt x="421020" y="80130"/>
                  </a:lnTo>
                  <a:lnTo>
                    <a:pt x="392439" y="121136"/>
                  </a:lnTo>
                  <a:lnTo>
                    <a:pt x="372499" y="141579"/>
                  </a:lnTo>
                  <a:lnTo>
                    <a:pt x="373258" y="336103"/>
                  </a:lnTo>
                  <a:lnTo>
                    <a:pt x="401934" y="373048"/>
                  </a:lnTo>
                  <a:lnTo>
                    <a:pt x="402503" y="379603"/>
                  </a:lnTo>
                  <a:lnTo>
                    <a:pt x="388451" y="392808"/>
                  </a:lnTo>
                  <a:lnTo>
                    <a:pt x="380000" y="394708"/>
                  </a:lnTo>
                  <a:lnTo>
                    <a:pt x="374113" y="393093"/>
                  </a:lnTo>
                  <a:lnTo>
                    <a:pt x="371834" y="398604"/>
                  </a:lnTo>
                  <a:lnTo>
                    <a:pt x="368606" y="396893"/>
                  </a:lnTo>
                  <a:lnTo>
                    <a:pt x="370314" y="405920"/>
                  </a:lnTo>
                  <a:lnTo>
                    <a:pt x="368986" y="409911"/>
                  </a:lnTo>
                  <a:lnTo>
                    <a:pt x="355597" y="424166"/>
                  </a:lnTo>
                  <a:lnTo>
                    <a:pt x="342969" y="425022"/>
                  </a:lnTo>
                  <a:lnTo>
                    <a:pt x="333379" y="432056"/>
                  </a:lnTo>
                  <a:lnTo>
                    <a:pt x="331100" y="438900"/>
                  </a:lnTo>
                  <a:lnTo>
                    <a:pt x="331859" y="449454"/>
                  </a:lnTo>
                  <a:lnTo>
                    <a:pt x="327681" y="461721"/>
                  </a:lnTo>
                  <a:lnTo>
                    <a:pt x="321224" y="466952"/>
                  </a:lnTo>
                  <a:lnTo>
                    <a:pt x="314293" y="478938"/>
                  </a:lnTo>
                  <a:lnTo>
                    <a:pt x="312109" y="489975"/>
                  </a:lnTo>
                  <a:lnTo>
                    <a:pt x="294733" y="526627"/>
                  </a:lnTo>
                  <a:lnTo>
                    <a:pt x="288750" y="534438"/>
                  </a:lnTo>
                  <a:lnTo>
                    <a:pt x="284003" y="533486"/>
                  </a:lnTo>
                  <a:lnTo>
                    <a:pt x="280585" y="537963"/>
                  </a:lnTo>
                  <a:lnTo>
                    <a:pt x="205382" y="484076"/>
                  </a:lnTo>
                  <a:lnTo>
                    <a:pt x="200919" y="477036"/>
                  </a:lnTo>
                  <a:lnTo>
                    <a:pt x="195412" y="474752"/>
                  </a:lnTo>
                  <a:lnTo>
                    <a:pt x="199684" y="461436"/>
                  </a:lnTo>
                  <a:lnTo>
                    <a:pt x="197311" y="450880"/>
                  </a:lnTo>
                  <a:lnTo>
                    <a:pt x="3988" y="3430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oPE_MapPart_LSO_1_47" descr="Lesotho">
              <a:extLst>
                <a:ext uri="{FF2B5EF4-FFF2-40B4-BE49-F238E27FC236}">
                  <a16:creationId xmlns:a16="http://schemas.microsoft.com/office/drawing/2014/main" id="{A8F111CB-1022-0869-AD64-8B581D6AFC9A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6835871" y="4660757"/>
              <a:ext cx="122300" cy="124295"/>
            </a:xfrm>
            <a:custGeom>
              <a:avLst/>
              <a:gdLst/>
              <a:ahLst/>
              <a:cxnLst/>
              <a:rect l="0" t="0" r="0" b="0"/>
              <a:pathLst>
                <a:path w="122300" h="124295">
                  <a:moveTo>
                    <a:pt x="88875" y="91939"/>
                  </a:moveTo>
                  <a:lnTo>
                    <a:pt x="70645" y="94793"/>
                  </a:lnTo>
                  <a:lnTo>
                    <a:pt x="57351" y="113269"/>
                  </a:lnTo>
                  <a:lnTo>
                    <a:pt x="52983" y="124294"/>
                  </a:lnTo>
                  <a:lnTo>
                    <a:pt x="36936" y="122418"/>
                  </a:lnTo>
                  <a:lnTo>
                    <a:pt x="17756" y="105013"/>
                  </a:lnTo>
                  <a:lnTo>
                    <a:pt x="15952" y="95452"/>
                  </a:lnTo>
                  <a:lnTo>
                    <a:pt x="0" y="65327"/>
                  </a:lnTo>
                  <a:lnTo>
                    <a:pt x="2278" y="61394"/>
                  </a:lnTo>
                  <a:lnTo>
                    <a:pt x="12818" y="56591"/>
                  </a:lnTo>
                  <a:lnTo>
                    <a:pt x="36082" y="21555"/>
                  </a:lnTo>
                  <a:lnTo>
                    <a:pt x="47856" y="17542"/>
                  </a:lnTo>
                  <a:lnTo>
                    <a:pt x="62289" y="7141"/>
                  </a:lnTo>
                  <a:lnTo>
                    <a:pt x="82988" y="0"/>
                  </a:lnTo>
                  <a:lnTo>
                    <a:pt x="100270" y="17975"/>
                  </a:lnTo>
                  <a:lnTo>
                    <a:pt x="118691" y="30567"/>
                  </a:lnTo>
                  <a:lnTo>
                    <a:pt x="122299" y="38287"/>
                  </a:lnTo>
                  <a:lnTo>
                    <a:pt x="121159" y="51901"/>
                  </a:lnTo>
                  <a:lnTo>
                    <a:pt x="118216" y="59429"/>
                  </a:lnTo>
                  <a:lnTo>
                    <a:pt x="110240" y="67622"/>
                  </a:lnTo>
                  <a:lnTo>
                    <a:pt x="107961" y="80864"/>
                  </a:lnTo>
                  <a:lnTo>
                    <a:pt x="97516" y="88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oPE_MapPart_LBR_1_48" descr="Liberia">
              <a:extLst>
                <a:ext uri="{FF2B5EF4-FFF2-40B4-BE49-F238E27FC236}">
                  <a16:creationId xmlns:a16="http://schemas.microsoft.com/office/drawing/2014/main" id="{1DF02CA5-ABCC-0482-EB55-6D43F1D8CE11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4801796" y="2634237"/>
              <a:ext cx="216682" cy="222316"/>
            </a:xfrm>
            <a:custGeom>
              <a:avLst/>
              <a:gdLst/>
              <a:ahLst/>
              <a:cxnLst/>
              <a:rect l="0" t="0" r="0" b="0"/>
              <a:pathLst>
                <a:path w="216682" h="222316">
                  <a:moveTo>
                    <a:pt x="0" y="86818"/>
                  </a:moveTo>
                  <a:lnTo>
                    <a:pt x="12628" y="69500"/>
                  </a:lnTo>
                  <a:lnTo>
                    <a:pt x="45387" y="41439"/>
                  </a:lnTo>
                  <a:lnTo>
                    <a:pt x="49375" y="24854"/>
                  </a:lnTo>
                  <a:lnTo>
                    <a:pt x="60579" y="18619"/>
                  </a:lnTo>
                  <a:lnTo>
                    <a:pt x="64567" y="2785"/>
                  </a:lnTo>
                  <a:lnTo>
                    <a:pt x="71784" y="960"/>
                  </a:lnTo>
                  <a:lnTo>
                    <a:pt x="76152" y="5760"/>
                  </a:lnTo>
                  <a:lnTo>
                    <a:pt x="91059" y="0"/>
                  </a:lnTo>
                  <a:lnTo>
                    <a:pt x="93433" y="4417"/>
                  </a:lnTo>
                  <a:lnTo>
                    <a:pt x="96187" y="2785"/>
                  </a:lnTo>
                  <a:lnTo>
                    <a:pt x="104922" y="10176"/>
                  </a:lnTo>
                  <a:lnTo>
                    <a:pt x="108721" y="33483"/>
                  </a:lnTo>
                  <a:lnTo>
                    <a:pt x="112803" y="44409"/>
                  </a:lnTo>
                  <a:lnTo>
                    <a:pt x="112044" y="51403"/>
                  </a:lnTo>
                  <a:lnTo>
                    <a:pt x="107771" y="59735"/>
                  </a:lnTo>
                  <a:lnTo>
                    <a:pt x="118406" y="61746"/>
                  </a:lnTo>
                  <a:lnTo>
                    <a:pt x="126097" y="70361"/>
                  </a:lnTo>
                  <a:lnTo>
                    <a:pt x="138061" y="67872"/>
                  </a:lnTo>
                  <a:lnTo>
                    <a:pt x="145942" y="55521"/>
                  </a:lnTo>
                  <a:lnTo>
                    <a:pt x="147651" y="46804"/>
                  </a:lnTo>
                  <a:lnTo>
                    <a:pt x="154488" y="45846"/>
                  </a:lnTo>
                  <a:lnTo>
                    <a:pt x="161989" y="54372"/>
                  </a:lnTo>
                  <a:lnTo>
                    <a:pt x="169395" y="77921"/>
                  </a:lnTo>
                  <a:lnTo>
                    <a:pt x="167496" y="92365"/>
                  </a:lnTo>
                  <a:lnTo>
                    <a:pt x="153158" y="108043"/>
                  </a:lnTo>
                  <a:lnTo>
                    <a:pt x="161324" y="110432"/>
                  </a:lnTo>
                  <a:lnTo>
                    <a:pt x="169870" y="117980"/>
                  </a:lnTo>
                  <a:lnTo>
                    <a:pt x="186012" y="119795"/>
                  </a:lnTo>
                  <a:lnTo>
                    <a:pt x="190854" y="122469"/>
                  </a:lnTo>
                  <a:lnTo>
                    <a:pt x="195792" y="136316"/>
                  </a:lnTo>
                  <a:lnTo>
                    <a:pt x="199210" y="139275"/>
                  </a:lnTo>
                  <a:lnTo>
                    <a:pt x="213833" y="143380"/>
                  </a:lnTo>
                  <a:lnTo>
                    <a:pt x="216681" y="158743"/>
                  </a:lnTo>
                  <a:lnTo>
                    <a:pt x="215068" y="170762"/>
                  </a:lnTo>
                  <a:lnTo>
                    <a:pt x="210890" y="182203"/>
                  </a:lnTo>
                  <a:lnTo>
                    <a:pt x="207756" y="183633"/>
                  </a:lnTo>
                  <a:lnTo>
                    <a:pt x="206901" y="192307"/>
                  </a:lnTo>
                  <a:lnTo>
                    <a:pt x="208990" y="222315"/>
                  </a:lnTo>
                  <a:lnTo>
                    <a:pt x="171389" y="209648"/>
                  </a:lnTo>
                  <a:lnTo>
                    <a:pt x="125337" y="185063"/>
                  </a:lnTo>
                  <a:lnTo>
                    <a:pt x="64947" y="130874"/>
                  </a:lnTo>
                  <a:lnTo>
                    <a:pt x="57446" y="126099"/>
                  </a:lnTo>
                  <a:lnTo>
                    <a:pt x="42159" y="121228"/>
                  </a:lnTo>
                  <a:lnTo>
                    <a:pt x="38076" y="118457"/>
                  </a:lnTo>
                  <a:lnTo>
                    <a:pt x="34752" y="110240"/>
                  </a:lnTo>
                  <a:lnTo>
                    <a:pt x="11394" y="983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oPE_MapPart_LBY_1_49" descr="Libyen">
              <a:extLst>
                <a:ext uri="{FF2B5EF4-FFF2-40B4-BE49-F238E27FC236}">
                  <a16:creationId xmlns:a16="http://schemas.microsoft.com/office/drawing/2014/main" id="{6C96F4AE-09A0-A864-B2FE-BE9BB32711C1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5899923" y="1228980"/>
              <a:ext cx="835584" cy="808423"/>
            </a:xfrm>
            <a:custGeom>
              <a:avLst/>
              <a:gdLst/>
              <a:ahLst/>
              <a:cxnLst/>
              <a:rect l="0" t="0" r="0" b="0"/>
              <a:pathLst>
                <a:path w="835584" h="808423">
                  <a:moveTo>
                    <a:pt x="11014" y="183074"/>
                  </a:moveTo>
                  <a:lnTo>
                    <a:pt x="30859" y="173395"/>
                  </a:lnTo>
                  <a:lnTo>
                    <a:pt x="47856" y="149129"/>
                  </a:lnTo>
                  <a:lnTo>
                    <a:pt x="49945" y="144153"/>
                  </a:lnTo>
                  <a:lnTo>
                    <a:pt x="49280" y="133857"/>
                  </a:lnTo>
                  <a:lnTo>
                    <a:pt x="42444" y="107201"/>
                  </a:lnTo>
                  <a:lnTo>
                    <a:pt x="50894" y="93493"/>
                  </a:lnTo>
                  <a:lnTo>
                    <a:pt x="61529" y="90367"/>
                  </a:lnTo>
                  <a:lnTo>
                    <a:pt x="68555" y="78297"/>
                  </a:lnTo>
                  <a:lnTo>
                    <a:pt x="80045" y="68891"/>
                  </a:lnTo>
                  <a:lnTo>
                    <a:pt x="115842" y="48121"/>
                  </a:lnTo>
                  <a:lnTo>
                    <a:pt x="117361" y="41256"/>
                  </a:lnTo>
                  <a:lnTo>
                    <a:pt x="113088" y="33818"/>
                  </a:lnTo>
                  <a:lnTo>
                    <a:pt x="115747" y="0"/>
                  </a:lnTo>
                  <a:lnTo>
                    <a:pt x="132079" y="5556"/>
                  </a:lnTo>
                  <a:lnTo>
                    <a:pt x="156672" y="20270"/>
                  </a:lnTo>
                  <a:lnTo>
                    <a:pt x="181644" y="23886"/>
                  </a:lnTo>
                  <a:lnTo>
                    <a:pt x="209655" y="16765"/>
                  </a:lnTo>
                  <a:lnTo>
                    <a:pt x="222948" y="22418"/>
                  </a:lnTo>
                  <a:lnTo>
                    <a:pt x="255612" y="29645"/>
                  </a:lnTo>
                  <a:lnTo>
                    <a:pt x="274508" y="42044"/>
                  </a:lnTo>
                  <a:lnTo>
                    <a:pt x="309450" y="49583"/>
                  </a:lnTo>
                  <a:lnTo>
                    <a:pt x="319135" y="64070"/>
                  </a:lnTo>
                  <a:lnTo>
                    <a:pt x="319325" y="75723"/>
                  </a:lnTo>
                  <a:lnTo>
                    <a:pt x="326352" y="95278"/>
                  </a:lnTo>
                  <a:lnTo>
                    <a:pt x="337461" y="109539"/>
                  </a:lnTo>
                  <a:lnTo>
                    <a:pt x="359396" y="119545"/>
                  </a:lnTo>
                  <a:lnTo>
                    <a:pt x="394148" y="122543"/>
                  </a:lnTo>
                  <a:lnTo>
                    <a:pt x="449506" y="140281"/>
                  </a:lnTo>
                  <a:lnTo>
                    <a:pt x="468496" y="149571"/>
                  </a:lnTo>
                  <a:lnTo>
                    <a:pt x="493753" y="171634"/>
                  </a:lnTo>
                  <a:lnTo>
                    <a:pt x="507806" y="179336"/>
                  </a:lnTo>
                  <a:lnTo>
                    <a:pt x="517681" y="180765"/>
                  </a:lnTo>
                  <a:lnTo>
                    <a:pt x="526607" y="179446"/>
                  </a:lnTo>
                  <a:lnTo>
                    <a:pt x="548826" y="167228"/>
                  </a:lnTo>
                  <a:lnTo>
                    <a:pt x="564588" y="148134"/>
                  </a:lnTo>
                  <a:lnTo>
                    <a:pt x="569811" y="138066"/>
                  </a:lnTo>
                  <a:lnTo>
                    <a:pt x="571425" y="123764"/>
                  </a:lnTo>
                  <a:lnTo>
                    <a:pt x="561929" y="101521"/>
                  </a:lnTo>
                  <a:lnTo>
                    <a:pt x="560030" y="85341"/>
                  </a:lnTo>
                  <a:lnTo>
                    <a:pt x="565537" y="67210"/>
                  </a:lnTo>
                  <a:lnTo>
                    <a:pt x="583484" y="47109"/>
                  </a:lnTo>
                  <a:lnTo>
                    <a:pt x="619946" y="25468"/>
                  </a:lnTo>
                  <a:lnTo>
                    <a:pt x="639126" y="23999"/>
                  </a:lnTo>
                  <a:lnTo>
                    <a:pt x="650235" y="15294"/>
                  </a:lnTo>
                  <a:lnTo>
                    <a:pt x="679291" y="16539"/>
                  </a:lnTo>
                  <a:lnTo>
                    <a:pt x="726957" y="35284"/>
                  </a:lnTo>
                  <a:lnTo>
                    <a:pt x="729046" y="45984"/>
                  </a:lnTo>
                  <a:lnTo>
                    <a:pt x="727812" y="53293"/>
                  </a:lnTo>
                  <a:lnTo>
                    <a:pt x="737307" y="60592"/>
                  </a:lnTo>
                  <a:lnTo>
                    <a:pt x="764273" y="64070"/>
                  </a:lnTo>
                  <a:lnTo>
                    <a:pt x="781744" y="73372"/>
                  </a:lnTo>
                  <a:lnTo>
                    <a:pt x="810990" y="72924"/>
                  </a:lnTo>
                  <a:lnTo>
                    <a:pt x="825043" y="76842"/>
                  </a:lnTo>
                  <a:lnTo>
                    <a:pt x="835583" y="95389"/>
                  </a:lnTo>
                  <a:lnTo>
                    <a:pt x="819916" y="115211"/>
                  </a:lnTo>
                  <a:lnTo>
                    <a:pt x="821245" y="132084"/>
                  </a:lnTo>
                  <a:lnTo>
                    <a:pt x="826277" y="149571"/>
                  </a:lnTo>
                  <a:lnTo>
                    <a:pt x="825613" y="155536"/>
                  </a:lnTo>
                  <a:lnTo>
                    <a:pt x="821245" y="169101"/>
                  </a:lnTo>
                  <a:lnTo>
                    <a:pt x="812035" y="184832"/>
                  </a:lnTo>
                  <a:lnTo>
                    <a:pt x="826657" y="246699"/>
                  </a:lnTo>
                  <a:lnTo>
                    <a:pt x="825993" y="780376"/>
                  </a:lnTo>
                  <a:lnTo>
                    <a:pt x="773863" y="780376"/>
                  </a:lnTo>
                  <a:lnTo>
                    <a:pt x="773863" y="808422"/>
                  </a:lnTo>
                  <a:lnTo>
                    <a:pt x="352084" y="584503"/>
                  </a:lnTo>
                  <a:lnTo>
                    <a:pt x="258841" y="631862"/>
                  </a:lnTo>
                  <a:lnTo>
                    <a:pt x="220100" y="599702"/>
                  </a:lnTo>
                  <a:lnTo>
                    <a:pt x="140245" y="580362"/>
                  </a:lnTo>
                  <a:lnTo>
                    <a:pt x="115937" y="534347"/>
                  </a:lnTo>
                  <a:lnTo>
                    <a:pt x="72639" y="520580"/>
                  </a:lnTo>
                  <a:lnTo>
                    <a:pt x="57256" y="524442"/>
                  </a:lnTo>
                  <a:lnTo>
                    <a:pt x="49945" y="518283"/>
                  </a:lnTo>
                  <a:lnTo>
                    <a:pt x="42728" y="506788"/>
                  </a:lnTo>
                  <a:lnTo>
                    <a:pt x="37886" y="491606"/>
                  </a:lnTo>
                  <a:lnTo>
                    <a:pt x="36462" y="475237"/>
                  </a:lnTo>
                  <a:lnTo>
                    <a:pt x="5982" y="427484"/>
                  </a:lnTo>
                  <a:lnTo>
                    <a:pt x="9590" y="416475"/>
                  </a:lnTo>
                  <a:lnTo>
                    <a:pt x="28960" y="403643"/>
                  </a:lnTo>
                  <a:lnTo>
                    <a:pt x="30289" y="398971"/>
                  </a:lnTo>
                  <a:lnTo>
                    <a:pt x="30859" y="386106"/>
                  </a:lnTo>
                  <a:lnTo>
                    <a:pt x="25637" y="374495"/>
                  </a:lnTo>
                  <a:lnTo>
                    <a:pt x="23073" y="357523"/>
                  </a:lnTo>
                  <a:lnTo>
                    <a:pt x="31999" y="330532"/>
                  </a:lnTo>
                  <a:lnTo>
                    <a:pt x="26682" y="284107"/>
                  </a:lnTo>
                  <a:lnTo>
                    <a:pt x="26966" y="250721"/>
                  </a:lnTo>
                  <a:lnTo>
                    <a:pt x="17471" y="219122"/>
                  </a:lnTo>
                  <a:lnTo>
                    <a:pt x="0" y="189993"/>
                  </a:lnTo>
                  <a:lnTo>
                    <a:pt x="5887" y="186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oPE_MapPart_MDG_1_50" descr="Madagaskar">
              <a:extLst>
                <a:ext uri="{FF2B5EF4-FFF2-40B4-BE49-F238E27FC236}">
                  <a16:creationId xmlns:a16="http://schemas.microsoft.com/office/drawing/2014/main" id="{414D09AC-9AB2-371C-8E39-EF37BDFA5449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7691109" y="3728274"/>
              <a:ext cx="380761" cy="753622"/>
            </a:xfrm>
            <a:custGeom>
              <a:avLst/>
              <a:gdLst/>
              <a:ahLst/>
              <a:cxnLst/>
              <a:rect l="0" t="0" r="0" b="0"/>
              <a:pathLst>
                <a:path w="380761" h="753622">
                  <a:moveTo>
                    <a:pt x="330910" y="19045"/>
                  </a:moveTo>
                  <a:lnTo>
                    <a:pt x="351989" y="53606"/>
                  </a:lnTo>
                  <a:lnTo>
                    <a:pt x="364428" y="106156"/>
                  </a:lnTo>
                  <a:lnTo>
                    <a:pt x="367751" y="143797"/>
                  </a:lnTo>
                  <a:lnTo>
                    <a:pt x="378576" y="166598"/>
                  </a:lnTo>
                  <a:lnTo>
                    <a:pt x="380760" y="179590"/>
                  </a:lnTo>
                  <a:lnTo>
                    <a:pt x="376677" y="192893"/>
                  </a:lnTo>
                  <a:lnTo>
                    <a:pt x="366327" y="211050"/>
                  </a:lnTo>
                  <a:lnTo>
                    <a:pt x="360251" y="207692"/>
                  </a:lnTo>
                  <a:lnTo>
                    <a:pt x="356357" y="202362"/>
                  </a:lnTo>
                  <a:lnTo>
                    <a:pt x="349616" y="183530"/>
                  </a:lnTo>
                  <a:lnTo>
                    <a:pt x="341734" y="183037"/>
                  </a:lnTo>
                  <a:lnTo>
                    <a:pt x="337557" y="186978"/>
                  </a:lnTo>
                  <a:lnTo>
                    <a:pt x="340120" y="217470"/>
                  </a:lnTo>
                  <a:lnTo>
                    <a:pt x="346387" y="227258"/>
                  </a:lnTo>
                  <a:lnTo>
                    <a:pt x="346767" y="239926"/>
                  </a:lnTo>
                  <a:lnTo>
                    <a:pt x="341260" y="251815"/>
                  </a:lnTo>
                  <a:lnTo>
                    <a:pt x="342969" y="258063"/>
                  </a:lnTo>
                  <a:lnTo>
                    <a:pt x="333948" y="264413"/>
                  </a:lnTo>
                  <a:lnTo>
                    <a:pt x="326257" y="281499"/>
                  </a:lnTo>
                  <a:lnTo>
                    <a:pt x="327777" y="317952"/>
                  </a:lnTo>
                  <a:lnTo>
                    <a:pt x="321700" y="342229"/>
                  </a:lnTo>
                  <a:lnTo>
                    <a:pt x="281820" y="460823"/>
                  </a:lnTo>
                  <a:lnTo>
                    <a:pt x="268336" y="511238"/>
                  </a:lnTo>
                  <a:lnTo>
                    <a:pt x="244977" y="574692"/>
                  </a:lnTo>
                  <a:lnTo>
                    <a:pt x="226462" y="655566"/>
                  </a:lnTo>
                  <a:lnTo>
                    <a:pt x="216682" y="675425"/>
                  </a:lnTo>
                  <a:lnTo>
                    <a:pt x="206427" y="708401"/>
                  </a:lnTo>
                  <a:lnTo>
                    <a:pt x="198926" y="719496"/>
                  </a:lnTo>
                  <a:lnTo>
                    <a:pt x="182689" y="729454"/>
                  </a:lnTo>
                  <a:lnTo>
                    <a:pt x="152684" y="734176"/>
                  </a:lnTo>
                  <a:lnTo>
                    <a:pt x="118310" y="753621"/>
                  </a:lnTo>
                  <a:lnTo>
                    <a:pt x="97611" y="752464"/>
                  </a:lnTo>
                  <a:lnTo>
                    <a:pt x="81659" y="740266"/>
                  </a:lnTo>
                  <a:lnTo>
                    <a:pt x="57066" y="733861"/>
                  </a:lnTo>
                  <a:lnTo>
                    <a:pt x="52319" y="727566"/>
                  </a:lnTo>
                  <a:lnTo>
                    <a:pt x="40639" y="720544"/>
                  </a:lnTo>
                  <a:lnTo>
                    <a:pt x="33993" y="699829"/>
                  </a:lnTo>
                  <a:lnTo>
                    <a:pt x="21364" y="680113"/>
                  </a:lnTo>
                  <a:lnTo>
                    <a:pt x="20130" y="647886"/>
                  </a:lnTo>
                  <a:lnTo>
                    <a:pt x="24118" y="635656"/>
                  </a:lnTo>
                  <a:lnTo>
                    <a:pt x="16047" y="609808"/>
                  </a:lnTo>
                  <a:lnTo>
                    <a:pt x="4938" y="593313"/>
                  </a:lnTo>
                  <a:lnTo>
                    <a:pt x="0" y="569968"/>
                  </a:lnTo>
                  <a:lnTo>
                    <a:pt x="95" y="550992"/>
                  </a:lnTo>
                  <a:lnTo>
                    <a:pt x="4083" y="536253"/>
                  </a:lnTo>
                  <a:lnTo>
                    <a:pt x="9116" y="528077"/>
                  </a:lnTo>
                  <a:lnTo>
                    <a:pt x="12534" y="511646"/>
                  </a:lnTo>
                  <a:lnTo>
                    <a:pt x="28201" y="501559"/>
                  </a:lnTo>
                  <a:lnTo>
                    <a:pt x="34088" y="483859"/>
                  </a:lnTo>
                  <a:lnTo>
                    <a:pt x="51464" y="456466"/>
                  </a:lnTo>
                  <a:lnTo>
                    <a:pt x="60105" y="430775"/>
                  </a:lnTo>
                  <a:lnTo>
                    <a:pt x="62479" y="403145"/>
                  </a:lnTo>
                  <a:lnTo>
                    <a:pt x="51370" y="383332"/>
                  </a:lnTo>
                  <a:lnTo>
                    <a:pt x="51085" y="364663"/>
                  </a:lnTo>
                  <a:lnTo>
                    <a:pt x="40924" y="339529"/>
                  </a:lnTo>
                  <a:lnTo>
                    <a:pt x="39501" y="312665"/>
                  </a:lnTo>
                  <a:lnTo>
                    <a:pt x="35798" y="300306"/>
                  </a:lnTo>
                  <a:lnTo>
                    <a:pt x="37696" y="289854"/>
                  </a:lnTo>
                  <a:lnTo>
                    <a:pt x="61055" y="251815"/>
                  </a:lnTo>
                  <a:lnTo>
                    <a:pt x="62099" y="226566"/>
                  </a:lnTo>
                  <a:lnTo>
                    <a:pt x="86787" y="222808"/>
                  </a:lnTo>
                  <a:lnTo>
                    <a:pt x="103308" y="210457"/>
                  </a:lnTo>
                  <a:lnTo>
                    <a:pt x="109575" y="215198"/>
                  </a:lnTo>
                  <a:lnTo>
                    <a:pt x="123059" y="212827"/>
                  </a:lnTo>
                  <a:lnTo>
                    <a:pt x="128471" y="202954"/>
                  </a:lnTo>
                  <a:lnTo>
                    <a:pt x="152589" y="198810"/>
                  </a:lnTo>
                  <a:lnTo>
                    <a:pt x="160850" y="207988"/>
                  </a:lnTo>
                  <a:lnTo>
                    <a:pt x="165408" y="209074"/>
                  </a:lnTo>
                  <a:lnTo>
                    <a:pt x="167591" y="207495"/>
                  </a:lnTo>
                  <a:lnTo>
                    <a:pt x="162274" y="202954"/>
                  </a:lnTo>
                  <a:lnTo>
                    <a:pt x="161799" y="197527"/>
                  </a:lnTo>
                  <a:lnTo>
                    <a:pt x="169301" y="186584"/>
                  </a:lnTo>
                  <a:lnTo>
                    <a:pt x="193988" y="170435"/>
                  </a:lnTo>
                  <a:lnTo>
                    <a:pt x="196647" y="171714"/>
                  </a:lnTo>
                  <a:lnTo>
                    <a:pt x="198451" y="183234"/>
                  </a:lnTo>
                  <a:lnTo>
                    <a:pt x="202250" y="182249"/>
                  </a:lnTo>
                  <a:lnTo>
                    <a:pt x="204149" y="174962"/>
                  </a:lnTo>
                  <a:lnTo>
                    <a:pt x="201964" y="166696"/>
                  </a:lnTo>
                  <a:lnTo>
                    <a:pt x="211840" y="155290"/>
                  </a:lnTo>
                  <a:lnTo>
                    <a:pt x="215638" y="145663"/>
                  </a:lnTo>
                  <a:lnTo>
                    <a:pt x="221524" y="142816"/>
                  </a:lnTo>
                  <a:lnTo>
                    <a:pt x="223234" y="148511"/>
                  </a:lnTo>
                  <a:lnTo>
                    <a:pt x="219721" y="158239"/>
                  </a:lnTo>
                  <a:lnTo>
                    <a:pt x="222284" y="159025"/>
                  </a:lnTo>
                  <a:lnTo>
                    <a:pt x="237857" y="138693"/>
                  </a:lnTo>
                  <a:lnTo>
                    <a:pt x="247921" y="140558"/>
                  </a:lnTo>
                  <a:lnTo>
                    <a:pt x="239850" y="133591"/>
                  </a:lnTo>
                  <a:lnTo>
                    <a:pt x="237857" y="124080"/>
                  </a:lnTo>
                  <a:lnTo>
                    <a:pt x="249536" y="101850"/>
                  </a:lnTo>
                  <a:lnTo>
                    <a:pt x="243649" y="93535"/>
                  </a:lnTo>
                  <a:lnTo>
                    <a:pt x="246687" y="85618"/>
                  </a:lnTo>
                  <a:lnTo>
                    <a:pt x="251909" y="82003"/>
                  </a:lnTo>
                  <a:lnTo>
                    <a:pt x="263209" y="88745"/>
                  </a:lnTo>
                  <a:lnTo>
                    <a:pt x="271185" y="78877"/>
                  </a:lnTo>
                  <a:lnTo>
                    <a:pt x="282579" y="72823"/>
                  </a:lnTo>
                  <a:lnTo>
                    <a:pt x="291790" y="64236"/>
                  </a:lnTo>
                  <a:lnTo>
                    <a:pt x="298247" y="41037"/>
                  </a:lnTo>
                  <a:lnTo>
                    <a:pt x="292170" y="19434"/>
                  </a:lnTo>
                  <a:lnTo>
                    <a:pt x="298911" y="19434"/>
                  </a:lnTo>
                  <a:lnTo>
                    <a:pt x="313439" y="0"/>
                  </a:lnTo>
                  <a:lnTo>
                    <a:pt x="319041" y="2429"/>
                  </a:lnTo>
                  <a:lnTo>
                    <a:pt x="327871" y="1447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oPE_MapPart_MDG_2_51" descr="Madagaskar">
              <a:extLst>
                <a:ext uri="{FF2B5EF4-FFF2-40B4-BE49-F238E27FC236}">
                  <a16:creationId xmlns:a16="http://schemas.microsoft.com/office/drawing/2014/main" id="{60885FCD-B636-A1E9-6066-05D8DD68D858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7950995" y="3788706"/>
              <a:ext cx="8451" cy="11026"/>
            </a:xfrm>
            <a:custGeom>
              <a:avLst/>
              <a:gdLst/>
              <a:ahLst/>
              <a:cxnLst/>
              <a:rect l="0" t="0" r="0" b="0"/>
              <a:pathLst>
                <a:path w="8451" h="11026">
                  <a:moveTo>
                    <a:pt x="7975" y="8975"/>
                  </a:moveTo>
                  <a:lnTo>
                    <a:pt x="8070" y="11025"/>
                  </a:lnTo>
                  <a:lnTo>
                    <a:pt x="1044" y="10147"/>
                  </a:lnTo>
                  <a:lnTo>
                    <a:pt x="0" y="3413"/>
                  </a:lnTo>
                  <a:lnTo>
                    <a:pt x="6171" y="0"/>
                  </a:lnTo>
                  <a:lnTo>
                    <a:pt x="8450" y="60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oPE_MapPart_MDG_3_52" descr="Madagaskar">
              <a:extLst>
                <a:ext uri="{FF2B5EF4-FFF2-40B4-BE49-F238E27FC236}">
                  <a16:creationId xmlns:a16="http://schemas.microsoft.com/office/drawing/2014/main" id="{92E591D7-6C49-F7D8-A0AB-C7C47B04FCB1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8037116" y="3979692"/>
              <a:ext cx="10541" cy="21635"/>
            </a:xfrm>
            <a:custGeom>
              <a:avLst/>
              <a:gdLst/>
              <a:ahLst/>
              <a:cxnLst/>
              <a:rect l="0" t="0" r="0" b="0"/>
              <a:pathLst>
                <a:path w="10541" h="21635">
                  <a:moveTo>
                    <a:pt x="5888" y="11506"/>
                  </a:moveTo>
                  <a:lnTo>
                    <a:pt x="0" y="21634"/>
                  </a:lnTo>
                  <a:lnTo>
                    <a:pt x="1710" y="13094"/>
                  </a:lnTo>
                  <a:lnTo>
                    <a:pt x="1054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oPE_MapPart_MWI_1_53" descr="Malawi">
              <a:extLst>
                <a:ext uri="{FF2B5EF4-FFF2-40B4-BE49-F238E27FC236}">
                  <a16:creationId xmlns:a16="http://schemas.microsoft.com/office/drawing/2014/main" id="{D302C603-7367-72BC-F650-61DFB4AA38C5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7237330" y="3724488"/>
              <a:ext cx="4939" cy="5438"/>
            </a:xfrm>
            <a:custGeom>
              <a:avLst/>
              <a:gdLst/>
              <a:ahLst/>
              <a:cxnLst/>
              <a:rect l="0" t="0" r="0" b="0"/>
              <a:pathLst>
                <a:path w="4939" h="5438">
                  <a:moveTo>
                    <a:pt x="3039" y="5437"/>
                  </a:moveTo>
                  <a:lnTo>
                    <a:pt x="0" y="4952"/>
                  </a:lnTo>
                  <a:lnTo>
                    <a:pt x="950" y="0"/>
                  </a:lnTo>
                  <a:lnTo>
                    <a:pt x="4938" y="1165"/>
                  </a:lnTo>
                  <a:lnTo>
                    <a:pt x="4368" y="42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oPE_MapPart_MWI_2_54" descr="Malawi">
              <a:extLst>
                <a:ext uri="{FF2B5EF4-FFF2-40B4-BE49-F238E27FC236}">
                  <a16:creationId xmlns:a16="http://schemas.microsoft.com/office/drawing/2014/main" id="{453EA4AC-DE19-CBA6-39F4-5BAA0C2663D2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7230969" y="3723032"/>
              <a:ext cx="5223" cy="4564"/>
            </a:xfrm>
            <a:custGeom>
              <a:avLst/>
              <a:gdLst/>
              <a:ahLst/>
              <a:cxnLst/>
              <a:rect l="0" t="0" r="0" b="0"/>
              <a:pathLst>
                <a:path w="5223" h="4564">
                  <a:moveTo>
                    <a:pt x="5222" y="1650"/>
                  </a:moveTo>
                  <a:lnTo>
                    <a:pt x="4178" y="4563"/>
                  </a:lnTo>
                  <a:lnTo>
                    <a:pt x="0" y="1941"/>
                  </a:lnTo>
                  <a:lnTo>
                    <a:pt x="664" y="0"/>
                  </a:lnTo>
                  <a:lnTo>
                    <a:pt x="4368" y="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oPE_MapPart_MWI_3_55" descr="Malawi">
              <a:extLst>
                <a:ext uri="{FF2B5EF4-FFF2-40B4-BE49-F238E27FC236}">
                  <a16:creationId xmlns:a16="http://schemas.microsoft.com/office/drawing/2014/main" id="{CE420AF4-27CD-D2C7-2315-6C606744D21B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132217" y="3584067"/>
              <a:ext cx="169967" cy="419644"/>
            </a:xfrm>
            <a:custGeom>
              <a:avLst/>
              <a:gdLst/>
              <a:ahLst/>
              <a:cxnLst/>
              <a:rect l="0" t="0" r="0" b="0"/>
              <a:pathLst>
                <a:path w="169967" h="419644">
                  <a:moveTo>
                    <a:pt x="28012" y="248894"/>
                  </a:moveTo>
                  <a:lnTo>
                    <a:pt x="25259" y="244980"/>
                  </a:lnTo>
                  <a:lnTo>
                    <a:pt x="16998" y="249384"/>
                  </a:lnTo>
                  <a:lnTo>
                    <a:pt x="10445" y="238231"/>
                  </a:lnTo>
                  <a:lnTo>
                    <a:pt x="5033" y="235201"/>
                  </a:lnTo>
                  <a:lnTo>
                    <a:pt x="6743" y="231291"/>
                  </a:lnTo>
                  <a:lnTo>
                    <a:pt x="0" y="225917"/>
                  </a:lnTo>
                  <a:lnTo>
                    <a:pt x="7597" y="221229"/>
                  </a:lnTo>
                  <a:lnTo>
                    <a:pt x="15668" y="206102"/>
                  </a:lnTo>
                  <a:lnTo>
                    <a:pt x="17378" y="188459"/>
                  </a:lnTo>
                  <a:lnTo>
                    <a:pt x="14529" y="183394"/>
                  </a:lnTo>
                  <a:lnTo>
                    <a:pt x="18516" y="173952"/>
                  </a:lnTo>
                  <a:lnTo>
                    <a:pt x="38362" y="166364"/>
                  </a:lnTo>
                  <a:lnTo>
                    <a:pt x="44439" y="158683"/>
                  </a:lnTo>
                  <a:lnTo>
                    <a:pt x="35324" y="156545"/>
                  </a:lnTo>
                  <a:lnTo>
                    <a:pt x="30766" y="145955"/>
                  </a:lnTo>
                  <a:lnTo>
                    <a:pt x="33425" y="123249"/>
                  </a:lnTo>
                  <a:lnTo>
                    <a:pt x="29341" y="114815"/>
                  </a:lnTo>
                  <a:lnTo>
                    <a:pt x="29721" y="108517"/>
                  </a:lnTo>
                  <a:lnTo>
                    <a:pt x="37412" y="94574"/>
                  </a:lnTo>
                  <a:lnTo>
                    <a:pt x="31240" y="80354"/>
                  </a:lnTo>
                  <a:lnTo>
                    <a:pt x="35608" y="76003"/>
                  </a:lnTo>
                  <a:lnTo>
                    <a:pt x="41970" y="74456"/>
                  </a:lnTo>
                  <a:lnTo>
                    <a:pt x="52320" y="62089"/>
                  </a:lnTo>
                  <a:lnTo>
                    <a:pt x="46622" y="53398"/>
                  </a:lnTo>
                  <a:lnTo>
                    <a:pt x="45294" y="45001"/>
                  </a:lnTo>
                  <a:lnTo>
                    <a:pt x="33805" y="34487"/>
                  </a:lnTo>
                  <a:lnTo>
                    <a:pt x="35893" y="25040"/>
                  </a:lnTo>
                  <a:lnTo>
                    <a:pt x="30576" y="19548"/>
                  </a:lnTo>
                  <a:lnTo>
                    <a:pt x="27727" y="12419"/>
                  </a:lnTo>
                  <a:lnTo>
                    <a:pt x="17187" y="12227"/>
                  </a:lnTo>
                  <a:lnTo>
                    <a:pt x="13200" y="673"/>
                  </a:lnTo>
                  <a:lnTo>
                    <a:pt x="16047" y="0"/>
                  </a:lnTo>
                  <a:lnTo>
                    <a:pt x="24309" y="5390"/>
                  </a:lnTo>
                  <a:lnTo>
                    <a:pt x="34849" y="6642"/>
                  </a:lnTo>
                  <a:lnTo>
                    <a:pt x="39596" y="11456"/>
                  </a:lnTo>
                  <a:lnTo>
                    <a:pt x="54219" y="10879"/>
                  </a:lnTo>
                  <a:lnTo>
                    <a:pt x="64284" y="14730"/>
                  </a:lnTo>
                  <a:lnTo>
                    <a:pt x="67702" y="14153"/>
                  </a:lnTo>
                  <a:lnTo>
                    <a:pt x="69886" y="5390"/>
                  </a:lnTo>
                  <a:lnTo>
                    <a:pt x="74824" y="7701"/>
                  </a:lnTo>
                  <a:lnTo>
                    <a:pt x="87073" y="18006"/>
                  </a:lnTo>
                  <a:lnTo>
                    <a:pt x="97802" y="34005"/>
                  </a:lnTo>
                  <a:lnTo>
                    <a:pt x="100935" y="60543"/>
                  </a:lnTo>
                  <a:lnTo>
                    <a:pt x="105113" y="70494"/>
                  </a:lnTo>
                  <a:lnTo>
                    <a:pt x="102265" y="90413"/>
                  </a:lnTo>
                  <a:lnTo>
                    <a:pt x="111001" y="104449"/>
                  </a:lnTo>
                  <a:lnTo>
                    <a:pt x="117172" y="107258"/>
                  </a:lnTo>
                  <a:lnTo>
                    <a:pt x="120781" y="117141"/>
                  </a:lnTo>
                  <a:lnTo>
                    <a:pt x="104923" y="117723"/>
                  </a:lnTo>
                  <a:lnTo>
                    <a:pt x="102834" y="119467"/>
                  </a:lnTo>
                  <a:lnTo>
                    <a:pt x="99416" y="130910"/>
                  </a:lnTo>
                  <a:lnTo>
                    <a:pt x="89066" y="148772"/>
                  </a:lnTo>
                  <a:lnTo>
                    <a:pt x="95618" y="175898"/>
                  </a:lnTo>
                  <a:lnTo>
                    <a:pt x="99891" y="213419"/>
                  </a:lnTo>
                  <a:lnTo>
                    <a:pt x="105019" y="220350"/>
                  </a:lnTo>
                  <a:lnTo>
                    <a:pt x="114989" y="221912"/>
                  </a:lnTo>
                  <a:lnTo>
                    <a:pt x="123629" y="228848"/>
                  </a:lnTo>
                  <a:lnTo>
                    <a:pt x="167592" y="284667"/>
                  </a:lnTo>
                  <a:lnTo>
                    <a:pt x="169966" y="296746"/>
                  </a:lnTo>
                  <a:lnTo>
                    <a:pt x="165408" y="317200"/>
                  </a:lnTo>
                  <a:lnTo>
                    <a:pt x="166737" y="325570"/>
                  </a:lnTo>
                  <a:lnTo>
                    <a:pt x="164648" y="355158"/>
                  </a:lnTo>
                  <a:lnTo>
                    <a:pt x="160281" y="362666"/>
                  </a:lnTo>
                  <a:lnTo>
                    <a:pt x="139961" y="368004"/>
                  </a:lnTo>
                  <a:lnTo>
                    <a:pt x="131700" y="388193"/>
                  </a:lnTo>
                  <a:lnTo>
                    <a:pt x="137777" y="401873"/>
                  </a:lnTo>
                  <a:lnTo>
                    <a:pt x="138252" y="417755"/>
                  </a:lnTo>
                  <a:lnTo>
                    <a:pt x="133505" y="419643"/>
                  </a:lnTo>
                  <a:lnTo>
                    <a:pt x="127807" y="418550"/>
                  </a:lnTo>
                  <a:lnTo>
                    <a:pt x="125243" y="413385"/>
                  </a:lnTo>
                  <a:lnTo>
                    <a:pt x="128851" y="406834"/>
                  </a:lnTo>
                  <a:lnTo>
                    <a:pt x="127142" y="403261"/>
                  </a:lnTo>
                  <a:lnTo>
                    <a:pt x="119356" y="399195"/>
                  </a:lnTo>
                  <a:lnTo>
                    <a:pt x="97992" y="374927"/>
                  </a:lnTo>
                  <a:lnTo>
                    <a:pt x="92105" y="370971"/>
                  </a:lnTo>
                  <a:lnTo>
                    <a:pt x="91440" y="361777"/>
                  </a:lnTo>
                  <a:lnTo>
                    <a:pt x="83274" y="351208"/>
                  </a:lnTo>
                  <a:lnTo>
                    <a:pt x="83180" y="348049"/>
                  </a:lnTo>
                  <a:lnTo>
                    <a:pt x="89066" y="341241"/>
                  </a:lnTo>
                  <a:lnTo>
                    <a:pt x="98656" y="318874"/>
                  </a:lnTo>
                  <a:lnTo>
                    <a:pt x="99606" y="303527"/>
                  </a:lnTo>
                  <a:lnTo>
                    <a:pt x="96853" y="280741"/>
                  </a:lnTo>
                  <a:lnTo>
                    <a:pt x="87737" y="270443"/>
                  </a:lnTo>
                  <a:lnTo>
                    <a:pt x="50991" y="279074"/>
                  </a:lnTo>
                  <a:lnTo>
                    <a:pt x="37982" y="263974"/>
                  </a:lnTo>
                  <a:lnTo>
                    <a:pt x="30291" y="25055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oPE_MapPart_MLI_1_56" descr="Mali">
              <a:extLst>
                <a:ext uri="{FF2B5EF4-FFF2-40B4-BE49-F238E27FC236}">
                  <a16:creationId xmlns:a16="http://schemas.microsoft.com/office/drawing/2014/main" id="{7DEE1961-05DB-FC28-CC49-79D90E9A7338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4760966" y="1723834"/>
              <a:ext cx="871286" cy="824566"/>
            </a:xfrm>
            <a:custGeom>
              <a:avLst/>
              <a:gdLst/>
              <a:ahLst/>
              <a:cxnLst/>
              <a:rect l="0" t="0" r="0" b="0"/>
              <a:pathLst>
                <a:path w="871286" h="824566">
                  <a:moveTo>
                    <a:pt x="47097" y="702949"/>
                  </a:moveTo>
                  <a:lnTo>
                    <a:pt x="47382" y="698865"/>
                  </a:lnTo>
                  <a:lnTo>
                    <a:pt x="43868" y="694586"/>
                  </a:lnTo>
                  <a:lnTo>
                    <a:pt x="47002" y="673849"/>
                  </a:lnTo>
                  <a:lnTo>
                    <a:pt x="34088" y="650642"/>
                  </a:lnTo>
                  <a:lnTo>
                    <a:pt x="27631" y="649373"/>
                  </a:lnTo>
                  <a:lnTo>
                    <a:pt x="23738" y="653569"/>
                  </a:lnTo>
                  <a:lnTo>
                    <a:pt x="11964" y="636384"/>
                  </a:lnTo>
                  <a:lnTo>
                    <a:pt x="16902" y="623285"/>
                  </a:lnTo>
                  <a:lnTo>
                    <a:pt x="13768" y="617807"/>
                  </a:lnTo>
                  <a:lnTo>
                    <a:pt x="13863" y="605276"/>
                  </a:lnTo>
                  <a:lnTo>
                    <a:pt x="2754" y="591457"/>
                  </a:lnTo>
                  <a:lnTo>
                    <a:pt x="5033" y="581157"/>
                  </a:lnTo>
                  <a:lnTo>
                    <a:pt x="0" y="572419"/>
                  </a:lnTo>
                  <a:lnTo>
                    <a:pt x="9306" y="575856"/>
                  </a:lnTo>
                  <a:lnTo>
                    <a:pt x="17946" y="568097"/>
                  </a:lnTo>
                  <a:lnTo>
                    <a:pt x="21554" y="562200"/>
                  </a:lnTo>
                  <a:lnTo>
                    <a:pt x="27536" y="538683"/>
                  </a:lnTo>
                  <a:lnTo>
                    <a:pt x="41115" y="527152"/>
                  </a:lnTo>
                  <a:lnTo>
                    <a:pt x="70360" y="553743"/>
                  </a:lnTo>
                  <a:lnTo>
                    <a:pt x="73113" y="553743"/>
                  </a:lnTo>
                  <a:lnTo>
                    <a:pt x="83558" y="538879"/>
                  </a:lnTo>
                  <a:lnTo>
                    <a:pt x="98656" y="537993"/>
                  </a:lnTo>
                  <a:lnTo>
                    <a:pt x="123439" y="541539"/>
                  </a:lnTo>
                  <a:lnTo>
                    <a:pt x="149551" y="536909"/>
                  </a:lnTo>
                  <a:lnTo>
                    <a:pt x="149456" y="530504"/>
                  </a:lnTo>
                  <a:lnTo>
                    <a:pt x="154583" y="524884"/>
                  </a:lnTo>
                  <a:lnTo>
                    <a:pt x="155437" y="533264"/>
                  </a:lnTo>
                  <a:lnTo>
                    <a:pt x="163793" y="534840"/>
                  </a:lnTo>
                  <a:lnTo>
                    <a:pt x="357117" y="534840"/>
                  </a:lnTo>
                  <a:lnTo>
                    <a:pt x="365093" y="491697"/>
                  </a:lnTo>
                  <a:lnTo>
                    <a:pt x="350945" y="475957"/>
                  </a:lnTo>
                  <a:lnTo>
                    <a:pt x="300050" y="0"/>
                  </a:lnTo>
                  <a:lnTo>
                    <a:pt x="393484" y="0"/>
                  </a:lnTo>
                  <a:lnTo>
                    <a:pt x="708252" y="223258"/>
                  </a:lnTo>
                  <a:lnTo>
                    <a:pt x="709391" y="239323"/>
                  </a:lnTo>
                  <a:lnTo>
                    <a:pt x="732844" y="254040"/>
                  </a:lnTo>
                  <a:lnTo>
                    <a:pt x="736738" y="264074"/>
                  </a:lnTo>
                  <a:lnTo>
                    <a:pt x="740345" y="266707"/>
                  </a:lnTo>
                  <a:lnTo>
                    <a:pt x="764939" y="271364"/>
                  </a:lnTo>
                  <a:lnTo>
                    <a:pt x="774814" y="281681"/>
                  </a:lnTo>
                  <a:lnTo>
                    <a:pt x="812984" y="293703"/>
                  </a:lnTo>
                  <a:lnTo>
                    <a:pt x="816877" y="297134"/>
                  </a:lnTo>
                  <a:lnTo>
                    <a:pt x="816783" y="309941"/>
                  </a:lnTo>
                  <a:lnTo>
                    <a:pt x="819631" y="318301"/>
                  </a:lnTo>
                  <a:lnTo>
                    <a:pt x="811750" y="332887"/>
                  </a:lnTo>
                  <a:lnTo>
                    <a:pt x="819631" y="340523"/>
                  </a:lnTo>
                  <a:lnTo>
                    <a:pt x="827227" y="341929"/>
                  </a:lnTo>
                  <a:lnTo>
                    <a:pt x="870906" y="333289"/>
                  </a:lnTo>
                  <a:lnTo>
                    <a:pt x="871285" y="452452"/>
                  </a:lnTo>
                  <a:lnTo>
                    <a:pt x="869576" y="454239"/>
                  </a:lnTo>
                  <a:lnTo>
                    <a:pt x="868437" y="475264"/>
                  </a:lnTo>
                  <a:lnTo>
                    <a:pt x="852390" y="520642"/>
                  </a:lnTo>
                  <a:lnTo>
                    <a:pt x="849161" y="525081"/>
                  </a:lnTo>
                  <a:lnTo>
                    <a:pt x="843559" y="526856"/>
                  </a:lnTo>
                  <a:lnTo>
                    <a:pt x="833589" y="535530"/>
                  </a:lnTo>
                  <a:lnTo>
                    <a:pt x="832734" y="542523"/>
                  </a:lnTo>
                  <a:lnTo>
                    <a:pt x="809281" y="538584"/>
                  </a:lnTo>
                  <a:lnTo>
                    <a:pt x="806717" y="539667"/>
                  </a:lnTo>
                  <a:lnTo>
                    <a:pt x="806148" y="543311"/>
                  </a:lnTo>
                  <a:lnTo>
                    <a:pt x="716417" y="547052"/>
                  </a:lnTo>
                  <a:lnTo>
                    <a:pt x="697807" y="562986"/>
                  </a:lnTo>
                  <a:lnTo>
                    <a:pt x="662960" y="563085"/>
                  </a:lnTo>
                  <a:lnTo>
                    <a:pt x="659921" y="563969"/>
                  </a:lnTo>
                  <a:lnTo>
                    <a:pt x="659351" y="566819"/>
                  </a:lnTo>
                  <a:lnTo>
                    <a:pt x="635423" y="558759"/>
                  </a:lnTo>
                  <a:lnTo>
                    <a:pt x="626497" y="561315"/>
                  </a:lnTo>
                  <a:lnTo>
                    <a:pt x="619566" y="557678"/>
                  </a:lnTo>
                  <a:lnTo>
                    <a:pt x="612729" y="558169"/>
                  </a:lnTo>
                  <a:lnTo>
                    <a:pt x="607792" y="559349"/>
                  </a:lnTo>
                  <a:lnTo>
                    <a:pt x="592505" y="571830"/>
                  </a:lnTo>
                  <a:lnTo>
                    <a:pt x="558416" y="588810"/>
                  </a:lnTo>
                  <a:lnTo>
                    <a:pt x="543794" y="591653"/>
                  </a:lnTo>
                  <a:lnTo>
                    <a:pt x="539331" y="605864"/>
                  </a:lnTo>
                  <a:lnTo>
                    <a:pt x="536387" y="607333"/>
                  </a:lnTo>
                  <a:lnTo>
                    <a:pt x="518251" y="601553"/>
                  </a:lnTo>
                  <a:lnTo>
                    <a:pt x="511415" y="604100"/>
                  </a:lnTo>
                  <a:lnTo>
                    <a:pt x="496222" y="619176"/>
                  </a:lnTo>
                  <a:lnTo>
                    <a:pt x="492234" y="635603"/>
                  </a:lnTo>
                  <a:lnTo>
                    <a:pt x="476472" y="635017"/>
                  </a:lnTo>
                  <a:lnTo>
                    <a:pt x="473719" y="655521"/>
                  </a:lnTo>
                  <a:lnTo>
                    <a:pt x="461755" y="660788"/>
                  </a:lnTo>
                  <a:lnTo>
                    <a:pt x="439631" y="648885"/>
                  </a:lnTo>
                  <a:lnTo>
                    <a:pt x="434123" y="649958"/>
                  </a:lnTo>
                  <a:lnTo>
                    <a:pt x="419501" y="664298"/>
                  </a:lnTo>
                  <a:lnTo>
                    <a:pt x="425008" y="677259"/>
                  </a:lnTo>
                  <a:lnTo>
                    <a:pt x="424913" y="681836"/>
                  </a:lnTo>
                  <a:lnTo>
                    <a:pt x="411524" y="688456"/>
                  </a:lnTo>
                  <a:lnTo>
                    <a:pt x="414563" y="693321"/>
                  </a:lnTo>
                  <a:lnTo>
                    <a:pt x="414279" y="706546"/>
                  </a:lnTo>
                  <a:lnTo>
                    <a:pt x="399941" y="720633"/>
                  </a:lnTo>
                  <a:lnTo>
                    <a:pt x="378481" y="726458"/>
                  </a:lnTo>
                  <a:lnTo>
                    <a:pt x="368891" y="734026"/>
                  </a:lnTo>
                  <a:lnTo>
                    <a:pt x="368796" y="741785"/>
                  </a:lnTo>
                  <a:lnTo>
                    <a:pt x="372025" y="750510"/>
                  </a:lnTo>
                  <a:lnTo>
                    <a:pt x="370885" y="758357"/>
                  </a:lnTo>
                  <a:lnTo>
                    <a:pt x="365758" y="771620"/>
                  </a:lnTo>
                  <a:lnTo>
                    <a:pt x="358256" y="776265"/>
                  </a:lnTo>
                  <a:lnTo>
                    <a:pt x="359966" y="790866"/>
                  </a:lnTo>
                  <a:lnTo>
                    <a:pt x="356452" y="809414"/>
                  </a:lnTo>
                  <a:lnTo>
                    <a:pt x="339551" y="811345"/>
                  </a:lnTo>
                  <a:lnTo>
                    <a:pt x="329486" y="821767"/>
                  </a:lnTo>
                  <a:lnTo>
                    <a:pt x="318756" y="818197"/>
                  </a:lnTo>
                  <a:lnTo>
                    <a:pt x="321320" y="810765"/>
                  </a:lnTo>
                  <a:lnTo>
                    <a:pt x="317617" y="793379"/>
                  </a:lnTo>
                  <a:lnTo>
                    <a:pt x="308881" y="796182"/>
                  </a:lnTo>
                  <a:lnTo>
                    <a:pt x="308976" y="802268"/>
                  </a:lnTo>
                  <a:lnTo>
                    <a:pt x="301570" y="800819"/>
                  </a:lnTo>
                  <a:lnTo>
                    <a:pt x="296822" y="797051"/>
                  </a:lnTo>
                  <a:lnTo>
                    <a:pt x="294828" y="813468"/>
                  </a:lnTo>
                  <a:lnTo>
                    <a:pt x="281250" y="813854"/>
                  </a:lnTo>
                  <a:lnTo>
                    <a:pt x="279066" y="818776"/>
                  </a:lnTo>
                  <a:lnTo>
                    <a:pt x="280300" y="822828"/>
                  </a:lnTo>
                  <a:lnTo>
                    <a:pt x="277737" y="824565"/>
                  </a:lnTo>
                  <a:lnTo>
                    <a:pt x="273084" y="821285"/>
                  </a:lnTo>
                  <a:lnTo>
                    <a:pt x="259411" y="818294"/>
                  </a:lnTo>
                  <a:lnTo>
                    <a:pt x="258271" y="813951"/>
                  </a:lnTo>
                  <a:lnTo>
                    <a:pt x="252289" y="808641"/>
                  </a:lnTo>
                  <a:lnTo>
                    <a:pt x="243743" y="809317"/>
                  </a:lnTo>
                  <a:lnTo>
                    <a:pt x="235672" y="819548"/>
                  </a:lnTo>
                  <a:lnTo>
                    <a:pt x="226367" y="823504"/>
                  </a:lnTo>
                  <a:lnTo>
                    <a:pt x="225513" y="815012"/>
                  </a:lnTo>
                  <a:lnTo>
                    <a:pt x="211744" y="806131"/>
                  </a:lnTo>
                  <a:lnTo>
                    <a:pt x="208041" y="779070"/>
                  </a:lnTo>
                  <a:lnTo>
                    <a:pt x="200825" y="775974"/>
                  </a:lnTo>
                  <a:lnTo>
                    <a:pt x="193893" y="779263"/>
                  </a:lnTo>
                  <a:lnTo>
                    <a:pt x="190665" y="778103"/>
                  </a:lnTo>
                  <a:lnTo>
                    <a:pt x="204813" y="758841"/>
                  </a:lnTo>
                  <a:lnTo>
                    <a:pt x="190760" y="750897"/>
                  </a:lnTo>
                  <a:lnTo>
                    <a:pt x="188291" y="745373"/>
                  </a:lnTo>
                  <a:lnTo>
                    <a:pt x="182499" y="742367"/>
                  </a:lnTo>
                  <a:lnTo>
                    <a:pt x="182689" y="728884"/>
                  </a:lnTo>
                  <a:lnTo>
                    <a:pt x="173194" y="706060"/>
                  </a:lnTo>
                  <a:lnTo>
                    <a:pt x="166737" y="700421"/>
                  </a:lnTo>
                  <a:lnTo>
                    <a:pt x="157242" y="698282"/>
                  </a:lnTo>
                  <a:lnTo>
                    <a:pt x="152209" y="699643"/>
                  </a:lnTo>
                  <a:lnTo>
                    <a:pt x="155627" y="707226"/>
                  </a:lnTo>
                  <a:lnTo>
                    <a:pt x="154203" y="710919"/>
                  </a:lnTo>
                  <a:lnTo>
                    <a:pt x="138346" y="717039"/>
                  </a:lnTo>
                  <a:lnTo>
                    <a:pt x="135403" y="722478"/>
                  </a:lnTo>
                  <a:lnTo>
                    <a:pt x="129800" y="722478"/>
                  </a:lnTo>
                  <a:lnTo>
                    <a:pt x="105872" y="713251"/>
                  </a:lnTo>
                  <a:lnTo>
                    <a:pt x="95807" y="717234"/>
                  </a:lnTo>
                  <a:lnTo>
                    <a:pt x="87736" y="727913"/>
                  </a:lnTo>
                  <a:lnTo>
                    <a:pt x="82894" y="730243"/>
                  </a:lnTo>
                  <a:lnTo>
                    <a:pt x="71120" y="713640"/>
                  </a:lnTo>
                  <a:lnTo>
                    <a:pt x="64093" y="715485"/>
                  </a:lnTo>
                  <a:lnTo>
                    <a:pt x="56497" y="723448"/>
                  </a:lnTo>
                  <a:lnTo>
                    <a:pt x="51464" y="723934"/>
                  </a:lnTo>
                  <a:lnTo>
                    <a:pt x="41589" y="715777"/>
                  </a:lnTo>
                  <a:lnTo>
                    <a:pt x="45577" y="7044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oPE_MapPart_MRT_1_57" descr="Mauretanien">
              <a:extLst>
                <a:ext uri="{FF2B5EF4-FFF2-40B4-BE49-F238E27FC236}">
                  <a16:creationId xmlns:a16="http://schemas.microsoft.com/office/drawing/2014/main" id="{9889B71A-72E2-3C41-3E19-1A559DE8D47A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4539631" y="2016628"/>
              <a:ext cx="7028" cy="14427"/>
            </a:xfrm>
            <a:custGeom>
              <a:avLst/>
              <a:gdLst/>
              <a:ahLst/>
              <a:cxnLst/>
              <a:rect l="0" t="0" r="0" b="0"/>
              <a:pathLst>
                <a:path w="7028" h="14427">
                  <a:moveTo>
                    <a:pt x="5508" y="8981"/>
                  </a:moveTo>
                  <a:lnTo>
                    <a:pt x="2089" y="14426"/>
                  </a:lnTo>
                  <a:lnTo>
                    <a:pt x="0" y="8779"/>
                  </a:lnTo>
                  <a:lnTo>
                    <a:pt x="702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oPE_MapPart_MRT_2_58" descr="Mauretanien">
              <a:extLst>
                <a:ext uri="{FF2B5EF4-FFF2-40B4-BE49-F238E27FC236}">
                  <a16:creationId xmlns:a16="http://schemas.microsoft.com/office/drawing/2014/main" id="{7317337C-7C58-E381-6CA8-2EF5071BAE74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4508677" y="1589174"/>
              <a:ext cx="645774" cy="710517"/>
            </a:xfrm>
            <a:custGeom>
              <a:avLst/>
              <a:gdLst/>
              <a:ahLst/>
              <a:cxnLst/>
              <a:rect l="0" t="0" r="0" b="0"/>
              <a:pathLst>
                <a:path w="645774" h="710517">
                  <a:moveTo>
                    <a:pt x="252289" y="707079"/>
                  </a:moveTo>
                  <a:lnTo>
                    <a:pt x="221809" y="683385"/>
                  </a:lnTo>
                  <a:lnTo>
                    <a:pt x="221620" y="678070"/>
                  </a:lnTo>
                  <a:lnTo>
                    <a:pt x="218011" y="671865"/>
                  </a:lnTo>
                  <a:lnTo>
                    <a:pt x="203483" y="662897"/>
                  </a:lnTo>
                  <a:lnTo>
                    <a:pt x="192754" y="638616"/>
                  </a:lnTo>
                  <a:lnTo>
                    <a:pt x="187626" y="634466"/>
                  </a:lnTo>
                  <a:lnTo>
                    <a:pt x="178226" y="634960"/>
                  </a:lnTo>
                  <a:lnTo>
                    <a:pt x="174428" y="632390"/>
                  </a:lnTo>
                  <a:lnTo>
                    <a:pt x="168541" y="633774"/>
                  </a:lnTo>
                  <a:lnTo>
                    <a:pt x="157147" y="618837"/>
                  </a:lnTo>
                  <a:lnTo>
                    <a:pt x="145847" y="610023"/>
                  </a:lnTo>
                  <a:lnTo>
                    <a:pt x="133503" y="605861"/>
                  </a:lnTo>
                  <a:lnTo>
                    <a:pt x="109385" y="604672"/>
                  </a:lnTo>
                  <a:lnTo>
                    <a:pt x="104068" y="605762"/>
                  </a:lnTo>
                  <a:lnTo>
                    <a:pt x="102454" y="608735"/>
                  </a:lnTo>
                  <a:lnTo>
                    <a:pt x="68366" y="615272"/>
                  </a:lnTo>
                  <a:lnTo>
                    <a:pt x="43488" y="612697"/>
                  </a:lnTo>
                  <a:lnTo>
                    <a:pt x="32854" y="630610"/>
                  </a:lnTo>
                  <a:lnTo>
                    <a:pt x="27916" y="650763"/>
                  </a:lnTo>
                  <a:lnTo>
                    <a:pt x="27821" y="626159"/>
                  </a:lnTo>
                  <a:lnTo>
                    <a:pt x="31714" y="608834"/>
                  </a:lnTo>
                  <a:lnTo>
                    <a:pt x="51939" y="556685"/>
                  </a:lnTo>
                  <a:lnTo>
                    <a:pt x="54503" y="537745"/>
                  </a:lnTo>
                  <a:lnTo>
                    <a:pt x="53648" y="519169"/>
                  </a:lnTo>
                  <a:lnTo>
                    <a:pt x="44912" y="475785"/>
                  </a:lnTo>
                  <a:lnTo>
                    <a:pt x="28960" y="455679"/>
                  </a:lnTo>
                  <a:lnTo>
                    <a:pt x="36557" y="453061"/>
                  </a:lnTo>
                  <a:lnTo>
                    <a:pt x="40070" y="447321"/>
                  </a:lnTo>
                  <a:lnTo>
                    <a:pt x="32664" y="449537"/>
                  </a:lnTo>
                  <a:lnTo>
                    <a:pt x="41209" y="431895"/>
                  </a:lnTo>
                  <a:lnTo>
                    <a:pt x="45007" y="407137"/>
                  </a:lnTo>
                  <a:lnTo>
                    <a:pt x="33423" y="383223"/>
                  </a:lnTo>
                  <a:lnTo>
                    <a:pt x="28106" y="380076"/>
                  </a:lnTo>
                  <a:lnTo>
                    <a:pt x="26492" y="385962"/>
                  </a:lnTo>
                  <a:lnTo>
                    <a:pt x="23263" y="384339"/>
                  </a:lnTo>
                  <a:lnTo>
                    <a:pt x="9875" y="358732"/>
                  </a:lnTo>
                  <a:lnTo>
                    <a:pt x="7216" y="357205"/>
                  </a:lnTo>
                  <a:lnTo>
                    <a:pt x="3513" y="361378"/>
                  </a:lnTo>
                  <a:lnTo>
                    <a:pt x="855" y="374593"/>
                  </a:lnTo>
                  <a:lnTo>
                    <a:pt x="0" y="369411"/>
                  </a:lnTo>
                  <a:lnTo>
                    <a:pt x="5222" y="344982"/>
                  </a:lnTo>
                  <a:lnTo>
                    <a:pt x="213548" y="344778"/>
                  </a:lnTo>
                  <a:lnTo>
                    <a:pt x="209371" y="278660"/>
                  </a:lnTo>
                  <a:lnTo>
                    <a:pt x="206332" y="260139"/>
                  </a:lnTo>
                  <a:lnTo>
                    <a:pt x="212694" y="249830"/>
                  </a:lnTo>
                  <a:lnTo>
                    <a:pt x="234438" y="234238"/>
                  </a:lnTo>
                  <a:lnTo>
                    <a:pt x="247447" y="231654"/>
                  </a:lnTo>
                  <a:lnTo>
                    <a:pt x="265867" y="222963"/>
                  </a:lnTo>
                  <a:lnTo>
                    <a:pt x="266247" y="76170"/>
                  </a:lnTo>
                  <a:lnTo>
                    <a:pt x="442194" y="76170"/>
                  </a:lnTo>
                  <a:lnTo>
                    <a:pt x="442099" y="0"/>
                  </a:lnTo>
                  <a:lnTo>
                    <a:pt x="645773" y="134660"/>
                  </a:lnTo>
                  <a:lnTo>
                    <a:pt x="552339" y="134660"/>
                  </a:lnTo>
                  <a:lnTo>
                    <a:pt x="603234" y="610617"/>
                  </a:lnTo>
                  <a:lnTo>
                    <a:pt x="617382" y="626357"/>
                  </a:lnTo>
                  <a:lnTo>
                    <a:pt x="609406" y="669500"/>
                  </a:lnTo>
                  <a:lnTo>
                    <a:pt x="416082" y="669500"/>
                  </a:lnTo>
                  <a:lnTo>
                    <a:pt x="407726" y="667924"/>
                  </a:lnTo>
                  <a:lnTo>
                    <a:pt x="406872" y="659544"/>
                  </a:lnTo>
                  <a:lnTo>
                    <a:pt x="401745" y="665164"/>
                  </a:lnTo>
                  <a:lnTo>
                    <a:pt x="401840" y="671569"/>
                  </a:lnTo>
                  <a:lnTo>
                    <a:pt x="375728" y="676199"/>
                  </a:lnTo>
                  <a:lnTo>
                    <a:pt x="350945" y="672653"/>
                  </a:lnTo>
                  <a:lnTo>
                    <a:pt x="335847" y="673539"/>
                  </a:lnTo>
                  <a:lnTo>
                    <a:pt x="325402" y="688403"/>
                  </a:lnTo>
                  <a:lnTo>
                    <a:pt x="322649" y="688403"/>
                  </a:lnTo>
                  <a:lnTo>
                    <a:pt x="293404" y="661812"/>
                  </a:lnTo>
                  <a:lnTo>
                    <a:pt x="279825" y="673343"/>
                  </a:lnTo>
                  <a:lnTo>
                    <a:pt x="273843" y="696860"/>
                  </a:lnTo>
                  <a:lnTo>
                    <a:pt x="261595" y="71051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" name="oPE_MapPart_MAR_1_59" descr="Marokko">
              <a:extLst>
                <a:ext uri="{FF2B5EF4-FFF2-40B4-BE49-F238E27FC236}">
                  <a16:creationId xmlns:a16="http://schemas.microsoft.com/office/drawing/2014/main" id="{30A02669-480D-383C-8AB0-026384628AD0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4511905" y="1052894"/>
              <a:ext cx="840712" cy="876165"/>
            </a:xfrm>
            <a:custGeom>
              <a:avLst/>
              <a:gdLst/>
              <a:ahLst/>
              <a:cxnLst/>
              <a:rect l="0" t="0" r="0" b="0"/>
              <a:pathLst>
                <a:path w="840712" h="876165">
                  <a:moveTo>
                    <a:pt x="779846" y="53547"/>
                  </a:moveTo>
                  <a:lnTo>
                    <a:pt x="784499" y="62129"/>
                  </a:lnTo>
                  <a:lnTo>
                    <a:pt x="802160" y="76131"/>
                  </a:lnTo>
                  <a:lnTo>
                    <a:pt x="799312" y="85484"/>
                  </a:lnTo>
                  <a:lnTo>
                    <a:pt x="805198" y="92631"/>
                  </a:lnTo>
                  <a:lnTo>
                    <a:pt x="802445" y="100805"/>
                  </a:lnTo>
                  <a:lnTo>
                    <a:pt x="806908" y="112985"/>
                  </a:lnTo>
                  <a:lnTo>
                    <a:pt x="806528" y="138062"/>
                  </a:lnTo>
                  <a:lnTo>
                    <a:pt x="810896" y="151753"/>
                  </a:lnTo>
                  <a:lnTo>
                    <a:pt x="808332" y="167457"/>
                  </a:lnTo>
                  <a:lnTo>
                    <a:pt x="820391" y="200989"/>
                  </a:lnTo>
                  <a:lnTo>
                    <a:pt x="838337" y="215540"/>
                  </a:lnTo>
                  <a:lnTo>
                    <a:pt x="840711" y="220832"/>
                  </a:lnTo>
                  <a:lnTo>
                    <a:pt x="831501" y="229042"/>
                  </a:lnTo>
                  <a:lnTo>
                    <a:pt x="832260" y="243408"/>
                  </a:lnTo>
                  <a:lnTo>
                    <a:pt x="767787" y="241951"/>
                  </a:lnTo>
                  <a:lnTo>
                    <a:pt x="745853" y="245426"/>
                  </a:lnTo>
                  <a:lnTo>
                    <a:pt x="742340" y="247442"/>
                  </a:lnTo>
                  <a:lnTo>
                    <a:pt x="737782" y="260310"/>
                  </a:lnTo>
                  <a:lnTo>
                    <a:pt x="715468" y="268351"/>
                  </a:lnTo>
                  <a:lnTo>
                    <a:pt x="698187" y="269356"/>
                  </a:lnTo>
                  <a:lnTo>
                    <a:pt x="694009" y="273594"/>
                  </a:lnTo>
                  <a:lnTo>
                    <a:pt x="697048" y="289629"/>
                  </a:lnTo>
                  <a:lnTo>
                    <a:pt x="694674" y="299739"/>
                  </a:lnTo>
                  <a:lnTo>
                    <a:pt x="705688" y="307837"/>
                  </a:lnTo>
                  <a:lnTo>
                    <a:pt x="703504" y="314152"/>
                  </a:lnTo>
                  <a:lnTo>
                    <a:pt x="686698" y="317252"/>
                  </a:lnTo>
                  <a:lnTo>
                    <a:pt x="668847" y="330408"/>
                  </a:lnTo>
                  <a:lnTo>
                    <a:pt x="634854" y="344746"/>
                  </a:lnTo>
                  <a:lnTo>
                    <a:pt x="623649" y="363005"/>
                  </a:lnTo>
                  <a:lnTo>
                    <a:pt x="609501" y="375731"/>
                  </a:lnTo>
                  <a:lnTo>
                    <a:pt x="580161" y="383398"/>
                  </a:lnTo>
                  <a:lnTo>
                    <a:pt x="555093" y="384055"/>
                  </a:lnTo>
                  <a:lnTo>
                    <a:pt x="552909" y="393787"/>
                  </a:lnTo>
                  <a:lnTo>
                    <a:pt x="546927" y="399358"/>
                  </a:lnTo>
                  <a:lnTo>
                    <a:pt x="520151" y="396300"/>
                  </a:lnTo>
                  <a:lnTo>
                    <a:pt x="502015" y="410047"/>
                  </a:lnTo>
                  <a:lnTo>
                    <a:pt x="491475" y="412662"/>
                  </a:lnTo>
                  <a:lnTo>
                    <a:pt x="460900" y="434953"/>
                  </a:lnTo>
                  <a:lnTo>
                    <a:pt x="439156" y="452405"/>
                  </a:lnTo>
                  <a:lnTo>
                    <a:pt x="438871" y="514234"/>
                  </a:lnTo>
                  <a:lnTo>
                    <a:pt x="431750" y="514234"/>
                  </a:lnTo>
                  <a:lnTo>
                    <a:pt x="435168" y="541940"/>
                  </a:lnTo>
                  <a:lnTo>
                    <a:pt x="432984" y="546102"/>
                  </a:lnTo>
                  <a:lnTo>
                    <a:pt x="400415" y="548022"/>
                  </a:lnTo>
                  <a:lnTo>
                    <a:pt x="383324" y="561447"/>
                  </a:lnTo>
                  <a:lnTo>
                    <a:pt x="379051" y="562085"/>
                  </a:lnTo>
                  <a:lnTo>
                    <a:pt x="367657" y="558572"/>
                  </a:lnTo>
                  <a:lnTo>
                    <a:pt x="356168" y="561447"/>
                  </a:lnTo>
                  <a:lnTo>
                    <a:pt x="340310" y="553779"/>
                  </a:lnTo>
                  <a:lnTo>
                    <a:pt x="329391" y="552074"/>
                  </a:lnTo>
                  <a:lnTo>
                    <a:pt x="295967" y="560170"/>
                  </a:lnTo>
                  <a:lnTo>
                    <a:pt x="299956" y="568362"/>
                  </a:lnTo>
                  <a:lnTo>
                    <a:pt x="298816" y="574951"/>
                  </a:lnTo>
                  <a:lnTo>
                    <a:pt x="283054" y="594785"/>
                  </a:lnTo>
                  <a:lnTo>
                    <a:pt x="278781" y="606109"/>
                  </a:lnTo>
                  <a:lnTo>
                    <a:pt x="262259" y="610337"/>
                  </a:lnTo>
                  <a:lnTo>
                    <a:pt x="260645" y="612767"/>
                  </a:lnTo>
                  <a:lnTo>
                    <a:pt x="247542" y="664128"/>
                  </a:lnTo>
                  <a:lnTo>
                    <a:pt x="241180" y="680468"/>
                  </a:lnTo>
                  <a:lnTo>
                    <a:pt x="211650" y="701362"/>
                  </a:lnTo>
                  <a:lnTo>
                    <a:pt x="194748" y="729684"/>
                  </a:lnTo>
                  <a:lnTo>
                    <a:pt x="170440" y="740691"/>
                  </a:lnTo>
                  <a:lnTo>
                    <a:pt x="164174" y="746397"/>
                  </a:lnTo>
                  <a:lnTo>
                    <a:pt x="157337" y="762555"/>
                  </a:lnTo>
                  <a:lnTo>
                    <a:pt x="153064" y="780435"/>
                  </a:lnTo>
                  <a:lnTo>
                    <a:pt x="146702" y="825518"/>
                  </a:lnTo>
                  <a:lnTo>
                    <a:pt x="125148" y="851136"/>
                  </a:lnTo>
                  <a:lnTo>
                    <a:pt x="126193" y="857375"/>
                  </a:lnTo>
                  <a:lnTo>
                    <a:pt x="118786" y="871573"/>
                  </a:lnTo>
                  <a:lnTo>
                    <a:pt x="107202" y="874940"/>
                  </a:lnTo>
                  <a:lnTo>
                    <a:pt x="50705" y="871573"/>
                  </a:lnTo>
                  <a:lnTo>
                    <a:pt x="14338" y="873307"/>
                  </a:lnTo>
                  <a:lnTo>
                    <a:pt x="0" y="876164"/>
                  </a:lnTo>
                  <a:lnTo>
                    <a:pt x="3798" y="848885"/>
                  </a:lnTo>
                  <a:lnTo>
                    <a:pt x="11015" y="834135"/>
                  </a:lnTo>
                  <a:lnTo>
                    <a:pt x="16807" y="827571"/>
                  </a:lnTo>
                  <a:lnTo>
                    <a:pt x="25732" y="824287"/>
                  </a:lnTo>
                  <a:lnTo>
                    <a:pt x="33993" y="809285"/>
                  </a:lnTo>
                  <a:lnTo>
                    <a:pt x="36842" y="795595"/>
                  </a:lnTo>
                  <a:lnTo>
                    <a:pt x="43963" y="784253"/>
                  </a:lnTo>
                  <a:lnTo>
                    <a:pt x="41779" y="780538"/>
                  </a:lnTo>
                  <a:lnTo>
                    <a:pt x="63998" y="740588"/>
                  </a:lnTo>
                  <a:lnTo>
                    <a:pt x="63334" y="737682"/>
                  </a:lnTo>
                  <a:lnTo>
                    <a:pt x="53933" y="747641"/>
                  </a:lnTo>
                  <a:lnTo>
                    <a:pt x="58206" y="737578"/>
                  </a:lnTo>
                  <a:lnTo>
                    <a:pt x="74728" y="724382"/>
                  </a:lnTo>
                  <a:lnTo>
                    <a:pt x="95713" y="700945"/>
                  </a:lnTo>
                  <a:lnTo>
                    <a:pt x="103594" y="696875"/>
                  </a:lnTo>
                  <a:lnTo>
                    <a:pt x="110715" y="686951"/>
                  </a:lnTo>
                  <a:lnTo>
                    <a:pt x="116507" y="647119"/>
                  </a:lnTo>
                  <a:lnTo>
                    <a:pt x="130845" y="616569"/>
                  </a:lnTo>
                  <a:lnTo>
                    <a:pt x="136542" y="597327"/>
                  </a:lnTo>
                  <a:lnTo>
                    <a:pt x="180790" y="568893"/>
                  </a:lnTo>
                  <a:lnTo>
                    <a:pt x="201870" y="514341"/>
                  </a:lnTo>
                  <a:lnTo>
                    <a:pt x="213834" y="498886"/>
                  </a:lnTo>
                  <a:lnTo>
                    <a:pt x="221999" y="495017"/>
                  </a:lnTo>
                  <a:lnTo>
                    <a:pt x="239186" y="493188"/>
                  </a:lnTo>
                  <a:lnTo>
                    <a:pt x="264633" y="486086"/>
                  </a:lnTo>
                  <a:lnTo>
                    <a:pt x="287517" y="475202"/>
                  </a:lnTo>
                  <a:lnTo>
                    <a:pt x="312394" y="450997"/>
                  </a:lnTo>
                  <a:lnTo>
                    <a:pt x="343729" y="429850"/>
                  </a:lnTo>
                  <a:lnTo>
                    <a:pt x="358826" y="410810"/>
                  </a:lnTo>
                  <a:lnTo>
                    <a:pt x="382944" y="375731"/>
                  </a:lnTo>
                  <a:lnTo>
                    <a:pt x="386932" y="366518"/>
                  </a:lnTo>
                  <a:lnTo>
                    <a:pt x="389211" y="351572"/>
                  </a:lnTo>
                  <a:lnTo>
                    <a:pt x="387692" y="345847"/>
                  </a:lnTo>
                  <a:lnTo>
                    <a:pt x="377152" y="333720"/>
                  </a:lnTo>
                  <a:lnTo>
                    <a:pt x="376013" y="329193"/>
                  </a:lnTo>
                  <a:lnTo>
                    <a:pt x="378291" y="321346"/>
                  </a:lnTo>
                  <a:lnTo>
                    <a:pt x="379526" y="285736"/>
                  </a:lnTo>
                  <a:lnTo>
                    <a:pt x="386553" y="268016"/>
                  </a:lnTo>
                  <a:lnTo>
                    <a:pt x="403834" y="244641"/>
                  </a:lnTo>
                  <a:lnTo>
                    <a:pt x="407062" y="235107"/>
                  </a:lnTo>
                  <a:lnTo>
                    <a:pt x="409151" y="214300"/>
                  </a:lnTo>
                  <a:lnTo>
                    <a:pt x="447892" y="171546"/>
                  </a:lnTo>
                  <a:lnTo>
                    <a:pt x="459001" y="163933"/>
                  </a:lnTo>
                  <a:lnTo>
                    <a:pt x="498027" y="147079"/>
                  </a:lnTo>
                  <a:lnTo>
                    <a:pt x="532875" y="126167"/>
                  </a:lnTo>
                  <a:lnTo>
                    <a:pt x="540566" y="115738"/>
                  </a:lnTo>
                  <a:lnTo>
                    <a:pt x="561740" y="74628"/>
                  </a:lnTo>
                  <a:lnTo>
                    <a:pt x="584339" y="9373"/>
                  </a:lnTo>
                  <a:lnTo>
                    <a:pt x="600291" y="6563"/>
                  </a:lnTo>
                  <a:lnTo>
                    <a:pt x="612160" y="0"/>
                  </a:lnTo>
                  <a:lnTo>
                    <a:pt x="618522" y="1759"/>
                  </a:lnTo>
                  <a:lnTo>
                    <a:pt x="615388" y="4806"/>
                  </a:lnTo>
                  <a:lnTo>
                    <a:pt x="615388" y="12064"/>
                  </a:lnTo>
                  <a:lnTo>
                    <a:pt x="619851" y="20481"/>
                  </a:lnTo>
                  <a:lnTo>
                    <a:pt x="641785" y="42044"/>
                  </a:lnTo>
                  <a:lnTo>
                    <a:pt x="652800" y="46927"/>
                  </a:lnTo>
                  <a:lnTo>
                    <a:pt x="668467" y="49832"/>
                  </a:lnTo>
                  <a:lnTo>
                    <a:pt x="702080" y="42160"/>
                  </a:lnTo>
                  <a:lnTo>
                    <a:pt x="707492" y="45533"/>
                  </a:lnTo>
                  <a:lnTo>
                    <a:pt x="717842" y="46579"/>
                  </a:lnTo>
                  <a:lnTo>
                    <a:pt x="727812" y="44835"/>
                  </a:lnTo>
                  <a:lnTo>
                    <a:pt x="740156" y="33896"/>
                  </a:lnTo>
                  <a:lnTo>
                    <a:pt x="747088" y="52038"/>
                  </a:lnTo>
                  <a:lnTo>
                    <a:pt x="769021" y="5227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oPE_MapPart_MOZ_1_60" descr="Mosambik">
              <a:extLst>
                <a:ext uri="{FF2B5EF4-FFF2-40B4-BE49-F238E27FC236}">
                  <a16:creationId xmlns:a16="http://schemas.microsoft.com/office/drawing/2014/main" id="{6530A71C-91FE-3558-7DF5-25F55EA2356C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7003557" y="3641423"/>
              <a:ext cx="559841" cy="916039"/>
            </a:xfrm>
            <a:custGeom>
              <a:avLst/>
              <a:gdLst/>
              <a:ahLst/>
              <a:cxnLst/>
              <a:rect l="0" t="0" r="0" b="0"/>
              <a:pathLst>
                <a:path w="559841" h="916039">
                  <a:moveTo>
                    <a:pt x="55738" y="657948"/>
                  </a:moveTo>
                  <a:lnTo>
                    <a:pt x="116032" y="595133"/>
                  </a:lnTo>
                  <a:lnTo>
                    <a:pt x="111949" y="586068"/>
                  </a:lnTo>
                  <a:lnTo>
                    <a:pt x="118406" y="575487"/>
                  </a:lnTo>
                  <a:lnTo>
                    <a:pt x="119261" y="559133"/>
                  </a:lnTo>
                  <a:lnTo>
                    <a:pt x="128756" y="551019"/>
                  </a:lnTo>
                  <a:lnTo>
                    <a:pt x="145658" y="521162"/>
                  </a:lnTo>
                  <a:lnTo>
                    <a:pt x="146417" y="514900"/>
                  </a:lnTo>
                  <a:lnTo>
                    <a:pt x="134358" y="487781"/>
                  </a:lnTo>
                  <a:lnTo>
                    <a:pt x="138156" y="471890"/>
                  </a:lnTo>
                  <a:lnTo>
                    <a:pt x="131130" y="466165"/>
                  </a:lnTo>
                  <a:lnTo>
                    <a:pt x="130180" y="458636"/>
                  </a:lnTo>
                  <a:lnTo>
                    <a:pt x="139960" y="450912"/>
                  </a:lnTo>
                  <a:lnTo>
                    <a:pt x="145658" y="430381"/>
                  </a:lnTo>
                  <a:lnTo>
                    <a:pt x="143759" y="414986"/>
                  </a:lnTo>
                  <a:lnTo>
                    <a:pt x="144423" y="368946"/>
                  </a:lnTo>
                  <a:lnTo>
                    <a:pt x="139960" y="357122"/>
                  </a:lnTo>
                  <a:lnTo>
                    <a:pt x="139581" y="348683"/>
                  </a:lnTo>
                  <a:lnTo>
                    <a:pt x="143284" y="339261"/>
                  </a:lnTo>
                  <a:lnTo>
                    <a:pt x="132459" y="337278"/>
                  </a:lnTo>
                  <a:lnTo>
                    <a:pt x="126857" y="332422"/>
                  </a:lnTo>
                  <a:lnTo>
                    <a:pt x="106157" y="324697"/>
                  </a:lnTo>
                  <a:lnTo>
                    <a:pt x="90110" y="323608"/>
                  </a:lnTo>
                  <a:lnTo>
                    <a:pt x="76817" y="311835"/>
                  </a:lnTo>
                  <a:lnTo>
                    <a:pt x="66372" y="309956"/>
                  </a:lnTo>
                  <a:lnTo>
                    <a:pt x="52984" y="301358"/>
                  </a:lnTo>
                  <a:lnTo>
                    <a:pt x="9401" y="298888"/>
                  </a:lnTo>
                  <a:lnTo>
                    <a:pt x="7881" y="272943"/>
                  </a:lnTo>
                  <a:lnTo>
                    <a:pt x="6267" y="264471"/>
                  </a:lnTo>
                  <a:lnTo>
                    <a:pt x="1139" y="255317"/>
                  </a:lnTo>
                  <a:lnTo>
                    <a:pt x="0" y="244795"/>
                  </a:lnTo>
                  <a:lnTo>
                    <a:pt x="156672" y="191538"/>
                  </a:lnTo>
                  <a:lnTo>
                    <a:pt x="179651" y="221718"/>
                  </a:lnTo>
                  <a:lnTo>
                    <a:pt x="209845" y="213872"/>
                  </a:lnTo>
                  <a:lnTo>
                    <a:pt x="218581" y="213970"/>
                  </a:lnTo>
                  <a:lnTo>
                    <a:pt x="225513" y="223385"/>
                  </a:lnTo>
                  <a:lnTo>
                    <a:pt x="228076" y="253055"/>
                  </a:lnTo>
                  <a:lnTo>
                    <a:pt x="227316" y="261518"/>
                  </a:lnTo>
                  <a:lnTo>
                    <a:pt x="217726" y="283885"/>
                  </a:lnTo>
                  <a:lnTo>
                    <a:pt x="211840" y="290693"/>
                  </a:lnTo>
                  <a:lnTo>
                    <a:pt x="211934" y="293852"/>
                  </a:lnTo>
                  <a:lnTo>
                    <a:pt x="220100" y="304421"/>
                  </a:lnTo>
                  <a:lnTo>
                    <a:pt x="220765" y="313615"/>
                  </a:lnTo>
                  <a:lnTo>
                    <a:pt x="226652" y="317571"/>
                  </a:lnTo>
                  <a:lnTo>
                    <a:pt x="248016" y="341839"/>
                  </a:lnTo>
                  <a:lnTo>
                    <a:pt x="255802" y="345905"/>
                  </a:lnTo>
                  <a:lnTo>
                    <a:pt x="257511" y="349478"/>
                  </a:lnTo>
                  <a:lnTo>
                    <a:pt x="253903" y="356029"/>
                  </a:lnTo>
                  <a:lnTo>
                    <a:pt x="254948" y="359406"/>
                  </a:lnTo>
                  <a:lnTo>
                    <a:pt x="258176" y="362088"/>
                  </a:lnTo>
                  <a:lnTo>
                    <a:pt x="265962" y="361592"/>
                  </a:lnTo>
                  <a:lnTo>
                    <a:pt x="266437" y="344517"/>
                  </a:lnTo>
                  <a:lnTo>
                    <a:pt x="260360" y="330837"/>
                  </a:lnTo>
                  <a:lnTo>
                    <a:pt x="270520" y="308868"/>
                  </a:lnTo>
                  <a:lnTo>
                    <a:pt x="291410" y="303235"/>
                  </a:lnTo>
                  <a:lnTo>
                    <a:pt x="294829" y="282505"/>
                  </a:lnTo>
                  <a:lnTo>
                    <a:pt x="294068" y="259844"/>
                  </a:lnTo>
                  <a:lnTo>
                    <a:pt x="298626" y="239390"/>
                  </a:lnTo>
                  <a:lnTo>
                    <a:pt x="296252" y="227311"/>
                  </a:lnTo>
                  <a:lnTo>
                    <a:pt x="264633" y="185178"/>
                  </a:lnTo>
                  <a:lnTo>
                    <a:pt x="246687" y="166510"/>
                  </a:lnTo>
                  <a:lnTo>
                    <a:pt x="233679" y="162994"/>
                  </a:lnTo>
                  <a:lnTo>
                    <a:pt x="228551" y="156063"/>
                  </a:lnTo>
                  <a:lnTo>
                    <a:pt x="224278" y="118542"/>
                  </a:lnTo>
                  <a:lnTo>
                    <a:pt x="217726" y="91416"/>
                  </a:lnTo>
                  <a:lnTo>
                    <a:pt x="228076" y="73554"/>
                  </a:lnTo>
                  <a:lnTo>
                    <a:pt x="231494" y="62111"/>
                  </a:lnTo>
                  <a:lnTo>
                    <a:pt x="242414" y="59688"/>
                  </a:lnTo>
                  <a:lnTo>
                    <a:pt x="281345" y="61142"/>
                  </a:lnTo>
                  <a:lnTo>
                    <a:pt x="293024" y="53099"/>
                  </a:lnTo>
                  <a:lnTo>
                    <a:pt x="299671" y="53195"/>
                  </a:lnTo>
                  <a:lnTo>
                    <a:pt x="308691" y="57653"/>
                  </a:lnTo>
                  <a:lnTo>
                    <a:pt x="314389" y="64826"/>
                  </a:lnTo>
                  <a:lnTo>
                    <a:pt x="320466" y="66765"/>
                  </a:lnTo>
                  <a:lnTo>
                    <a:pt x="331670" y="67250"/>
                  </a:lnTo>
                  <a:lnTo>
                    <a:pt x="339835" y="65504"/>
                  </a:lnTo>
                  <a:lnTo>
                    <a:pt x="350376" y="59397"/>
                  </a:lnTo>
                  <a:lnTo>
                    <a:pt x="355978" y="59203"/>
                  </a:lnTo>
                  <a:lnTo>
                    <a:pt x="368606" y="65698"/>
                  </a:lnTo>
                  <a:lnTo>
                    <a:pt x="376772" y="66959"/>
                  </a:lnTo>
                  <a:lnTo>
                    <a:pt x="395288" y="59979"/>
                  </a:lnTo>
                  <a:lnTo>
                    <a:pt x="400795" y="54649"/>
                  </a:lnTo>
                  <a:lnTo>
                    <a:pt x="405637" y="44575"/>
                  </a:lnTo>
                  <a:lnTo>
                    <a:pt x="419121" y="43704"/>
                  </a:lnTo>
                  <a:lnTo>
                    <a:pt x="435738" y="50967"/>
                  </a:lnTo>
                  <a:lnTo>
                    <a:pt x="451785" y="40993"/>
                  </a:lnTo>
                  <a:lnTo>
                    <a:pt x="479511" y="35283"/>
                  </a:lnTo>
                  <a:lnTo>
                    <a:pt x="485778" y="30542"/>
                  </a:lnTo>
                  <a:lnTo>
                    <a:pt x="514738" y="19130"/>
                  </a:lnTo>
                  <a:lnTo>
                    <a:pt x="539806" y="0"/>
                  </a:lnTo>
                  <a:lnTo>
                    <a:pt x="547591" y="10529"/>
                  </a:lnTo>
                  <a:lnTo>
                    <a:pt x="541040" y="16134"/>
                  </a:lnTo>
                  <a:lnTo>
                    <a:pt x="546832" y="19614"/>
                  </a:lnTo>
                  <a:lnTo>
                    <a:pt x="542559" y="24932"/>
                  </a:lnTo>
                  <a:lnTo>
                    <a:pt x="544078" y="32283"/>
                  </a:lnTo>
                  <a:lnTo>
                    <a:pt x="536577" y="46609"/>
                  </a:lnTo>
                  <a:lnTo>
                    <a:pt x="539900" y="52905"/>
                  </a:lnTo>
                  <a:lnTo>
                    <a:pt x="538192" y="64050"/>
                  </a:lnTo>
                  <a:lnTo>
                    <a:pt x="543414" y="82774"/>
                  </a:lnTo>
                  <a:lnTo>
                    <a:pt x="541040" y="109105"/>
                  </a:lnTo>
                  <a:lnTo>
                    <a:pt x="544269" y="110953"/>
                  </a:lnTo>
                  <a:lnTo>
                    <a:pt x="545978" y="116888"/>
                  </a:lnTo>
                  <a:lnTo>
                    <a:pt x="544553" y="127109"/>
                  </a:lnTo>
                  <a:lnTo>
                    <a:pt x="538952" y="131395"/>
                  </a:lnTo>
                  <a:lnTo>
                    <a:pt x="538381" y="135681"/>
                  </a:lnTo>
                  <a:lnTo>
                    <a:pt x="545313" y="135779"/>
                  </a:lnTo>
                  <a:lnTo>
                    <a:pt x="544458" y="152452"/>
                  </a:lnTo>
                  <a:lnTo>
                    <a:pt x="546072" y="156844"/>
                  </a:lnTo>
                  <a:lnTo>
                    <a:pt x="544078" y="161627"/>
                  </a:lnTo>
                  <a:lnTo>
                    <a:pt x="546737" y="197509"/>
                  </a:lnTo>
                  <a:lnTo>
                    <a:pt x="547117" y="199957"/>
                  </a:lnTo>
                  <a:lnTo>
                    <a:pt x="553100" y="202504"/>
                  </a:lnTo>
                  <a:lnTo>
                    <a:pt x="549111" y="212009"/>
                  </a:lnTo>
                  <a:lnTo>
                    <a:pt x="549396" y="220148"/>
                  </a:lnTo>
                  <a:lnTo>
                    <a:pt x="553669" y="213773"/>
                  </a:lnTo>
                  <a:lnTo>
                    <a:pt x="556233" y="213773"/>
                  </a:lnTo>
                  <a:lnTo>
                    <a:pt x="558512" y="216323"/>
                  </a:lnTo>
                  <a:lnTo>
                    <a:pt x="559840" y="229961"/>
                  </a:lnTo>
                  <a:lnTo>
                    <a:pt x="559366" y="233987"/>
                  </a:lnTo>
                  <a:lnTo>
                    <a:pt x="552245" y="241453"/>
                  </a:lnTo>
                  <a:lnTo>
                    <a:pt x="551960" y="248924"/>
                  </a:lnTo>
                  <a:lnTo>
                    <a:pt x="547877" y="251678"/>
                  </a:lnTo>
                  <a:lnTo>
                    <a:pt x="549681" y="259549"/>
                  </a:lnTo>
                  <a:lnTo>
                    <a:pt x="544838" y="271169"/>
                  </a:lnTo>
                  <a:lnTo>
                    <a:pt x="521100" y="298888"/>
                  </a:lnTo>
                  <a:lnTo>
                    <a:pt x="520531" y="303630"/>
                  </a:lnTo>
                  <a:lnTo>
                    <a:pt x="514454" y="312428"/>
                  </a:lnTo>
                  <a:lnTo>
                    <a:pt x="504293" y="316285"/>
                  </a:lnTo>
                  <a:lnTo>
                    <a:pt x="507142" y="324004"/>
                  </a:lnTo>
                  <a:lnTo>
                    <a:pt x="475333" y="343624"/>
                  </a:lnTo>
                  <a:lnTo>
                    <a:pt x="467072" y="353547"/>
                  </a:lnTo>
                  <a:lnTo>
                    <a:pt x="456532" y="357419"/>
                  </a:lnTo>
                  <a:lnTo>
                    <a:pt x="445138" y="357817"/>
                  </a:lnTo>
                  <a:lnTo>
                    <a:pt x="417506" y="368449"/>
                  </a:lnTo>
                  <a:lnTo>
                    <a:pt x="384084" y="386659"/>
                  </a:lnTo>
                  <a:lnTo>
                    <a:pt x="353888" y="409993"/>
                  </a:lnTo>
                  <a:lnTo>
                    <a:pt x="351799" y="417584"/>
                  </a:lnTo>
                  <a:lnTo>
                    <a:pt x="332809" y="439189"/>
                  </a:lnTo>
                  <a:lnTo>
                    <a:pt x="326067" y="448907"/>
                  </a:lnTo>
                  <a:lnTo>
                    <a:pt x="325593" y="453219"/>
                  </a:lnTo>
                  <a:lnTo>
                    <a:pt x="321604" y="454522"/>
                  </a:lnTo>
                  <a:lnTo>
                    <a:pt x="318187" y="450411"/>
                  </a:lnTo>
                  <a:lnTo>
                    <a:pt x="316762" y="458335"/>
                  </a:lnTo>
                  <a:lnTo>
                    <a:pt x="310875" y="457231"/>
                  </a:lnTo>
                  <a:lnTo>
                    <a:pt x="296632" y="465662"/>
                  </a:lnTo>
                  <a:lnTo>
                    <a:pt x="270805" y="493622"/>
                  </a:lnTo>
                  <a:lnTo>
                    <a:pt x="248776" y="511468"/>
                  </a:lnTo>
                  <a:lnTo>
                    <a:pt x="243743" y="511872"/>
                  </a:lnTo>
                  <a:lnTo>
                    <a:pt x="236812" y="505717"/>
                  </a:lnTo>
                  <a:lnTo>
                    <a:pt x="233109" y="505213"/>
                  </a:lnTo>
                  <a:lnTo>
                    <a:pt x="238711" y="511972"/>
                  </a:lnTo>
                  <a:lnTo>
                    <a:pt x="236052" y="548586"/>
                  </a:lnTo>
                  <a:lnTo>
                    <a:pt x="250675" y="567357"/>
                  </a:lnTo>
                  <a:lnTo>
                    <a:pt x="257797" y="589326"/>
                  </a:lnTo>
                  <a:lnTo>
                    <a:pt x="258366" y="600638"/>
                  </a:lnTo>
                  <a:lnTo>
                    <a:pt x="265678" y="615132"/>
                  </a:lnTo>
                  <a:lnTo>
                    <a:pt x="268906" y="637126"/>
                  </a:lnTo>
                  <a:lnTo>
                    <a:pt x="268241" y="657639"/>
                  </a:lnTo>
                  <a:lnTo>
                    <a:pt x="271755" y="660927"/>
                  </a:lnTo>
                  <a:lnTo>
                    <a:pt x="275648" y="641634"/>
                  </a:lnTo>
                  <a:lnTo>
                    <a:pt x="277642" y="642147"/>
                  </a:lnTo>
                  <a:lnTo>
                    <a:pt x="280110" y="652199"/>
                  </a:lnTo>
                  <a:lnTo>
                    <a:pt x="277451" y="672545"/>
                  </a:lnTo>
                  <a:lnTo>
                    <a:pt x="281915" y="689954"/>
                  </a:lnTo>
                  <a:lnTo>
                    <a:pt x="271090" y="737954"/>
                  </a:lnTo>
                  <a:lnTo>
                    <a:pt x="275932" y="741068"/>
                  </a:lnTo>
                  <a:lnTo>
                    <a:pt x="277167" y="737227"/>
                  </a:lnTo>
                  <a:lnTo>
                    <a:pt x="280205" y="739510"/>
                  </a:lnTo>
                  <a:lnTo>
                    <a:pt x="277357" y="753432"/>
                  </a:lnTo>
                  <a:lnTo>
                    <a:pt x="265013" y="774469"/>
                  </a:lnTo>
                  <a:lnTo>
                    <a:pt x="251150" y="787307"/>
                  </a:lnTo>
                  <a:lnTo>
                    <a:pt x="164363" y="822811"/>
                  </a:lnTo>
                  <a:lnTo>
                    <a:pt x="144043" y="836159"/>
                  </a:lnTo>
                  <a:lnTo>
                    <a:pt x="135117" y="845211"/>
                  </a:lnTo>
                  <a:lnTo>
                    <a:pt x="124483" y="866308"/>
                  </a:lnTo>
                  <a:lnTo>
                    <a:pt x="138061" y="881751"/>
                  </a:lnTo>
                  <a:lnTo>
                    <a:pt x="141670" y="871170"/>
                  </a:lnTo>
                  <a:lnTo>
                    <a:pt x="143663" y="870958"/>
                  </a:lnTo>
                  <a:lnTo>
                    <a:pt x="140055" y="916038"/>
                  </a:lnTo>
                  <a:lnTo>
                    <a:pt x="99226" y="915506"/>
                  </a:lnTo>
                  <a:lnTo>
                    <a:pt x="98941" y="896591"/>
                  </a:lnTo>
                  <a:lnTo>
                    <a:pt x="95522" y="882597"/>
                  </a:lnTo>
                  <a:lnTo>
                    <a:pt x="96472" y="867153"/>
                  </a:lnTo>
                  <a:lnTo>
                    <a:pt x="90585" y="863562"/>
                  </a:lnTo>
                  <a:lnTo>
                    <a:pt x="89160" y="852798"/>
                  </a:lnTo>
                  <a:lnTo>
                    <a:pt x="92484" y="844473"/>
                  </a:lnTo>
                  <a:lnTo>
                    <a:pt x="92579" y="776241"/>
                  </a:lnTo>
                  <a:lnTo>
                    <a:pt x="82703" y="743352"/>
                  </a:lnTo>
                  <a:lnTo>
                    <a:pt x="69315" y="719815"/>
                  </a:lnTo>
                  <a:lnTo>
                    <a:pt x="68651" y="708125"/>
                  </a:lnTo>
                  <a:lnTo>
                    <a:pt x="56022" y="6609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oPE_MapPart_NAM_1_61" descr="Namibia">
              <a:extLst>
                <a:ext uri="{FF2B5EF4-FFF2-40B4-BE49-F238E27FC236}">
                  <a16:creationId xmlns:a16="http://schemas.microsoft.com/office/drawing/2014/main" id="{C13C3AEB-3BBF-6AB6-C2BC-C1F39A9EFA92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6027159" y="3994672"/>
              <a:ext cx="714140" cy="687532"/>
            </a:xfrm>
            <a:custGeom>
              <a:avLst/>
              <a:gdLst/>
              <a:ahLst/>
              <a:cxnLst/>
              <a:rect l="0" t="0" r="0" b="0"/>
              <a:pathLst>
                <a:path w="714140" h="687532">
                  <a:moveTo>
                    <a:pt x="615008" y="37196"/>
                  </a:moveTo>
                  <a:lnTo>
                    <a:pt x="662200" y="28432"/>
                  </a:lnTo>
                  <a:lnTo>
                    <a:pt x="686413" y="30423"/>
                  </a:lnTo>
                  <a:lnTo>
                    <a:pt x="700561" y="33211"/>
                  </a:lnTo>
                  <a:lnTo>
                    <a:pt x="714139" y="45669"/>
                  </a:lnTo>
                  <a:lnTo>
                    <a:pt x="695623" y="47265"/>
                  </a:lnTo>
                  <a:lnTo>
                    <a:pt x="675683" y="60039"/>
                  </a:lnTo>
                  <a:lnTo>
                    <a:pt x="666663" y="55946"/>
                  </a:lnTo>
                  <a:lnTo>
                    <a:pt x="660586" y="58441"/>
                  </a:lnTo>
                  <a:lnTo>
                    <a:pt x="642355" y="69831"/>
                  </a:lnTo>
                  <a:lnTo>
                    <a:pt x="629061" y="82136"/>
                  </a:lnTo>
                  <a:lnTo>
                    <a:pt x="625548" y="82336"/>
                  </a:lnTo>
                  <a:lnTo>
                    <a:pt x="610736" y="58641"/>
                  </a:lnTo>
                  <a:lnTo>
                    <a:pt x="606558" y="57143"/>
                  </a:lnTo>
                  <a:lnTo>
                    <a:pt x="488056" y="74831"/>
                  </a:lnTo>
                  <a:lnTo>
                    <a:pt x="487962" y="281726"/>
                  </a:lnTo>
                  <a:lnTo>
                    <a:pt x="435548" y="281726"/>
                  </a:lnTo>
                  <a:lnTo>
                    <a:pt x="435643" y="658197"/>
                  </a:lnTo>
                  <a:lnTo>
                    <a:pt x="419406" y="661438"/>
                  </a:lnTo>
                  <a:lnTo>
                    <a:pt x="412380" y="665653"/>
                  </a:lnTo>
                  <a:lnTo>
                    <a:pt x="409436" y="670845"/>
                  </a:lnTo>
                  <a:lnTo>
                    <a:pt x="400415" y="675175"/>
                  </a:lnTo>
                  <a:lnTo>
                    <a:pt x="396902" y="685253"/>
                  </a:lnTo>
                  <a:lnTo>
                    <a:pt x="392439" y="687531"/>
                  </a:lnTo>
                  <a:lnTo>
                    <a:pt x="375443" y="683301"/>
                  </a:lnTo>
                  <a:lnTo>
                    <a:pt x="336608" y="683518"/>
                  </a:lnTo>
                  <a:lnTo>
                    <a:pt x="302045" y="673010"/>
                  </a:lnTo>
                  <a:lnTo>
                    <a:pt x="296822" y="661221"/>
                  </a:lnTo>
                  <a:lnTo>
                    <a:pt x="298816" y="652368"/>
                  </a:lnTo>
                  <a:lnTo>
                    <a:pt x="297392" y="647298"/>
                  </a:lnTo>
                  <a:lnTo>
                    <a:pt x="289226" y="643095"/>
                  </a:lnTo>
                  <a:lnTo>
                    <a:pt x="286282" y="636096"/>
                  </a:lnTo>
                  <a:lnTo>
                    <a:pt x="281440" y="633083"/>
                  </a:lnTo>
                  <a:lnTo>
                    <a:pt x="271850" y="638895"/>
                  </a:lnTo>
                  <a:lnTo>
                    <a:pt x="265583" y="658304"/>
                  </a:lnTo>
                  <a:lnTo>
                    <a:pt x="258746" y="660465"/>
                  </a:lnTo>
                  <a:lnTo>
                    <a:pt x="249346" y="668248"/>
                  </a:lnTo>
                  <a:lnTo>
                    <a:pt x="210890" y="629212"/>
                  </a:lnTo>
                  <a:lnTo>
                    <a:pt x="190950" y="594687"/>
                  </a:lnTo>
                  <a:lnTo>
                    <a:pt x="179936" y="559172"/>
                  </a:lnTo>
                  <a:lnTo>
                    <a:pt x="180315" y="542705"/>
                  </a:lnTo>
                  <a:lnTo>
                    <a:pt x="171200" y="531466"/>
                  </a:lnTo>
                  <a:lnTo>
                    <a:pt x="169301" y="510313"/>
                  </a:lnTo>
                  <a:lnTo>
                    <a:pt x="164743" y="496703"/>
                  </a:lnTo>
                  <a:lnTo>
                    <a:pt x="164363" y="456241"/>
                  </a:lnTo>
                  <a:lnTo>
                    <a:pt x="146607" y="408091"/>
                  </a:lnTo>
                  <a:lnTo>
                    <a:pt x="145183" y="354980"/>
                  </a:lnTo>
                  <a:lnTo>
                    <a:pt x="141480" y="337014"/>
                  </a:lnTo>
                  <a:lnTo>
                    <a:pt x="143284" y="331962"/>
                  </a:lnTo>
                  <a:lnTo>
                    <a:pt x="146322" y="334333"/>
                  </a:lnTo>
                  <a:lnTo>
                    <a:pt x="147652" y="327738"/>
                  </a:lnTo>
                  <a:lnTo>
                    <a:pt x="144613" y="307369"/>
                  </a:lnTo>
                  <a:lnTo>
                    <a:pt x="137207" y="292589"/>
                  </a:lnTo>
                  <a:lnTo>
                    <a:pt x="118786" y="268526"/>
                  </a:lnTo>
                  <a:lnTo>
                    <a:pt x="111759" y="251877"/>
                  </a:lnTo>
                  <a:lnTo>
                    <a:pt x="91250" y="220306"/>
                  </a:lnTo>
                  <a:lnTo>
                    <a:pt x="76342" y="179135"/>
                  </a:lnTo>
                  <a:lnTo>
                    <a:pt x="69696" y="170338"/>
                  </a:lnTo>
                  <a:lnTo>
                    <a:pt x="38836" y="108698"/>
                  </a:lnTo>
                  <a:lnTo>
                    <a:pt x="16902" y="83337"/>
                  </a:lnTo>
                  <a:lnTo>
                    <a:pt x="2849" y="57243"/>
                  </a:lnTo>
                  <a:lnTo>
                    <a:pt x="0" y="27635"/>
                  </a:lnTo>
                  <a:lnTo>
                    <a:pt x="1140" y="15598"/>
                  </a:lnTo>
                  <a:lnTo>
                    <a:pt x="15383" y="11125"/>
                  </a:lnTo>
                  <a:lnTo>
                    <a:pt x="43584" y="13610"/>
                  </a:lnTo>
                  <a:lnTo>
                    <a:pt x="72734" y="0"/>
                  </a:lnTo>
                  <a:lnTo>
                    <a:pt x="92579" y="4071"/>
                  </a:lnTo>
                  <a:lnTo>
                    <a:pt x="104068" y="14703"/>
                  </a:lnTo>
                  <a:lnTo>
                    <a:pt x="121065" y="24450"/>
                  </a:lnTo>
                  <a:lnTo>
                    <a:pt x="352085" y="23853"/>
                  </a:lnTo>
                  <a:lnTo>
                    <a:pt x="356832" y="26242"/>
                  </a:lnTo>
                  <a:lnTo>
                    <a:pt x="369081" y="40684"/>
                  </a:lnTo>
                  <a:lnTo>
                    <a:pt x="381615" y="46267"/>
                  </a:lnTo>
                  <a:lnTo>
                    <a:pt x="457387" y="50855"/>
                  </a:lnTo>
                  <a:lnTo>
                    <a:pt x="475998" y="58242"/>
                  </a:lnTo>
                  <a:lnTo>
                    <a:pt x="495463" y="54648"/>
                  </a:lnTo>
                  <a:lnTo>
                    <a:pt x="511416" y="57143"/>
                  </a:lnTo>
                  <a:lnTo>
                    <a:pt x="598582" y="404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oPE_MapPart_NER_1_62" descr="Niger">
              <a:extLst>
                <a:ext uri="{FF2B5EF4-FFF2-40B4-BE49-F238E27FC236}">
                  <a16:creationId xmlns:a16="http://schemas.microsoft.com/office/drawing/2014/main" id="{80A99487-B529-C7C7-33D4-37710A8084CD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5417469" y="1809342"/>
              <a:ext cx="833400" cy="655600"/>
            </a:xfrm>
            <a:custGeom>
              <a:avLst/>
              <a:gdLst/>
              <a:ahLst/>
              <a:cxnLst/>
              <a:rect l="0" t="0" r="0" b="0"/>
              <a:pathLst>
                <a:path w="833400" h="655600">
                  <a:moveTo>
                    <a:pt x="709106" y="546968"/>
                  </a:moveTo>
                  <a:lnTo>
                    <a:pt x="694198" y="548824"/>
                  </a:lnTo>
                  <a:lnTo>
                    <a:pt x="687361" y="554100"/>
                  </a:lnTo>
                  <a:lnTo>
                    <a:pt x="670365" y="560839"/>
                  </a:lnTo>
                  <a:lnTo>
                    <a:pt x="658876" y="567476"/>
                  </a:lnTo>
                  <a:lnTo>
                    <a:pt x="651280" y="574695"/>
                  </a:lnTo>
                  <a:lnTo>
                    <a:pt x="648811" y="580155"/>
                  </a:lnTo>
                  <a:lnTo>
                    <a:pt x="630580" y="580350"/>
                  </a:lnTo>
                  <a:lnTo>
                    <a:pt x="623838" y="574792"/>
                  </a:lnTo>
                  <a:lnTo>
                    <a:pt x="593359" y="566012"/>
                  </a:lnTo>
                  <a:lnTo>
                    <a:pt x="569430" y="565036"/>
                  </a:lnTo>
                  <a:lnTo>
                    <a:pt x="543983" y="567280"/>
                  </a:lnTo>
                  <a:lnTo>
                    <a:pt x="521289" y="574012"/>
                  </a:lnTo>
                  <a:lnTo>
                    <a:pt x="498595" y="595452"/>
                  </a:lnTo>
                  <a:lnTo>
                    <a:pt x="476756" y="594867"/>
                  </a:lnTo>
                  <a:lnTo>
                    <a:pt x="452924" y="590193"/>
                  </a:lnTo>
                  <a:lnTo>
                    <a:pt x="418361" y="569427"/>
                  </a:lnTo>
                  <a:lnTo>
                    <a:pt x="404403" y="566695"/>
                  </a:lnTo>
                  <a:lnTo>
                    <a:pt x="379525" y="579375"/>
                  </a:lnTo>
                  <a:lnTo>
                    <a:pt x="369745" y="580545"/>
                  </a:lnTo>
                  <a:lnTo>
                    <a:pt x="363573" y="585223"/>
                  </a:lnTo>
                  <a:lnTo>
                    <a:pt x="357306" y="584736"/>
                  </a:lnTo>
                  <a:lnTo>
                    <a:pt x="350280" y="579375"/>
                  </a:lnTo>
                  <a:lnTo>
                    <a:pt x="338980" y="562986"/>
                  </a:lnTo>
                  <a:lnTo>
                    <a:pt x="323693" y="549509"/>
                  </a:lnTo>
                  <a:lnTo>
                    <a:pt x="281059" y="537875"/>
                  </a:lnTo>
                  <a:lnTo>
                    <a:pt x="267861" y="544133"/>
                  </a:lnTo>
                  <a:lnTo>
                    <a:pt x="237476" y="545404"/>
                  </a:lnTo>
                  <a:lnTo>
                    <a:pt x="224563" y="550095"/>
                  </a:lnTo>
                  <a:lnTo>
                    <a:pt x="210130" y="560350"/>
                  </a:lnTo>
                  <a:lnTo>
                    <a:pt x="204432" y="588731"/>
                  </a:lnTo>
                  <a:lnTo>
                    <a:pt x="199590" y="597399"/>
                  </a:lnTo>
                  <a:lnTo>
                    <a:pt x="183733" y="610634"/>
                  </a:lnTo>
                  <a:lnTo>
                    <a:pt x="181929" y="645317"/>
                  </a:lnTo>
                  <a:lnTo>
                    <a:pt x="184682" y="652010"/>
                  </a:lnTo>
                  <a:lnTo>
                    <a:pt x="180979" y="655599"/>
                  </a:lnTo>
                  <a:lnTo>
                    <a:pt x="177656" y="650653"/>
                  </a:lnTo>
                  <a:lnTo>
                    <a:pt x="165407" y="643182"/>
                  </a:lnTo>
                  <a:lnTo>
                    <a:pt x="143188" y="619386"/>
                  </a:lnTo>
                  <a:lnTo>
                    <a:pt x="139295" y="618511"/>
                  </a:lnTo>
                  <a:lnTo>
                    <a:pt x="116127" y="627257"/>
                  </a:lnTo>
                  <a:lnTo>
                    <a:pt x="118595" y="639299"/>
                  </a:lnTo>
                  <a:lnTo>
                    <a:pt x="117361" y="644831"/>
                  </a:lnTo>
                  <a:lnTo>
                    <a:pt x="100744" y="622496"/>
                  </a:lnTo>
                  <a:lnTo>
                    <a:pt x="100459" y="618802"/>
                  </a:lnTo>
                  <a:lnTo>
                    <a:pt x="107581" y="616955"/>
                  </a:lnTo>
                  <a:lnTo>
                    <a:pt x="108815" y="614038"/>
                  </a:lnTo>
                  <a:lnTo>
                    <a:pt x="102358" y="601390"/>
                  </a:lnTo>
                  <a:lnTo>
                    <a:pt x="94572" y="601001"/>
                  </a:lnTo>
                  <a:lnTo>
                    <a:pt x="85742" y="606159"/>
                  </a:lnTo>
                  <a:lnTo>
                    <a:pt x="73873" y="604894"/>
                  </a:lnTo>
                  <a:lnTo>
                    <a:pt x="49185" y="585126"/>
                  </a:lnTo>
                  <a:lnTo>
                    <a:pt x="43488" y="582982"/>
                  </a:lnTo>
                  <a:lnTo>
                    <a:pt x="43488" y="565426"/>
                  </a:lnTo>
                  <a:lnTo>
                    <a:pt x="53078" y="567378"/>
                  </a:lnTo>
                  <a:lnTo>
                    <a:pt x="54692" y="565817"/>
                  </a:lnTo>
                  <a:lnTo>
                    <a:pt x="45007" y="559862"/>
                  </a:lnTo>
                  <a:lnTo>
                    <a:pt x="38740" y="552049"/>
                  </a:lnTo>
                  <a:lnTo>
                    <a:pt x="23928" y="547065"/>
                  </a:lnTo>
                  <a:lnTo>
                    <a:pt x="11109" y="526818"/>
                  </a:lnTo>
                  <a:lnTo>
                    <a:pt x="11584" y="517613"/>
                  </a:lnTo>
                  <a:lnTo>
                    <a:pt x="0" y="503890"/>
                  </a:lnTo>
                  <a:lnTo>
                    <a:pt x="3418" y="478461"/>
                  </a:lnTo>
                  <a:lnTo>
                    <a:pt x="41304" y="477478"/>
                  </a:lnTo>
                  <a:lnTo>
                    <a:pt x="59914" y="461544"/>
                  </a:lnTo>
                  <a:lnTo>
                    <a:pt x="149645" y="457803"/>
                  </a:lnTo>
                  <a:lnTo>
                    <a:pt x="150214" y="454159"/>
                  </a:lnTo>
                  <a:lnTo>
                    <a:pt x="152778" y="453076"/>
                  </a:lnTo>
                  <a:lnTo>
                    <a:pt x="176231" y="457015"/>
                  </a:lnTo>
                  <a:lnTo>
                    <a:pt x="177086" y="450022"/>
                  </a:lnTo>
                  <a:lnTo>
                    <a:pt x="187056" y="441348"/>
                  </a:lnTo>
                  <a:lnTo>
                    <a:pt x="192658" y="439573"/>
                  </a:lnTo>
                  <a:lnTo>
                    <a:pt x="195887" y="435134"/>
                  </a:lnTo>
                  <a:lnTo>
                    <a:pt x="211934" y="389756"/>
                  </a:lnTo>
                  <a:lnTo>
                    <a:pt x="213073" y="368731"/>
                  </a:lnTo>
                  <a:lnTo>
                    <a:pt x="214782" y="366944"/>
                  </a:lnTo>
                  <a:lnTo>
                    <a:pt x="214403" y="247781"/>
                  </a:lnTo>
                  <a:lnTo>
                    <a:pt x="299290" y="228966"/>
                  </a:lnTo>
                  <a:lnTo>
                    <a:pt x="386077" y="150666"/>
                  </a:lnTo>
                  <a:lnTo>
                    <a:pt x="622699" y="0"/>
                  </a:lnTo>
                  <a:lnTo>
                    <a:pt x="702554" y="19340"/>
                  </a:lnTo>
                  <a:lnTo>
                    <a:pt x="741295" y="51500"/>
                  </a:lnTo>
                  <a:lnTo>
                    <a:pt x="781555" y="29869"/>
                  </a:lnTo>
                  <a:lnTo>
                    <a:pt x="791714" y="91209"/>
                  </a:lnTo>
                  <a:lnTo>
                    <a:pt x="792189" y="113900"/>
                  </a:lnTo>
                  <a:lnTo>
                    <a:pt x="814693" y="146092"/>
                  </a:lnTo>
                  <a:lnTo>
                    <a:pt x="811179" y="150564"/>
                  </a:lnTo>
                  <a:lnTo>
                    <a:pt x="813648" y="158487"/>
                  </a:lnTo>
                  <a:lnTo>
                    <a:pt x="833399" y="180389"/>
                  </a:lnTo>
                  <a:lnTo>
                    <a:pt x="821435" y="205165"/>
                  </a:lnTo>
                  <a:lnTo>
                    <a:pt x="807667" y="371709"/>
                  </a:lnTo>
                  <a:lnTo>
                    <a:pt x="749271" y="435430"/>
                  </a:lnTo>
                  <a:lnTo>
                    <a:pt x="719741" y="478265"/>
                  </a:lnTo>
                  <a:lnTo>
                    <a:pt x="711005" y="496630"/>
                  </a:lnTo>
                  <a:lnTo>
                    <a:pt x="700750" y="510263"/>
                  </a:lnTo>
                  <a:lnTo>
                    <a:pt x="703788" y="5236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" name="oPE_MapPart_NGA_1_63" descr="Nigeria">
              <a:extLst>
                <a:ext uri="{FF2B5EF4-FFF2-40B4-BE49-F238E27FC236}">
                  <a16:creationId xmlns:a16="http://schemas.microsoft.com/office/drawing/2014/main" id="{19444B60-3EE1-ED2D-AF2F-B9564FE01DFA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5785505" y="2847219"/>
              <a:ext cx="9876" cy="6953"/>
            </a:xfrm>
            <a:custGeom>
              <a:avLst/>
              <a:gdLst/>
              <a:ahLst/>
              <a:cxnLst/>
              <a:rect l="0" t="0" r="0" b="0"/>
              <a:pathLst>
                <a:path w="9876" h="6953">
                  <a:moveTo>
                    <a:pt x="8451" y="5714"/>
                  </a:moveTo>
                  <a:lnTo>
                    <a:pt x="0" y="6952"/>
                  </a:lnTo>
                  <a:lnTo>
                    <a:pt x="4558" y="0"/>
                  </a:lnTo>
                  <a:lnTo>
                    <a:pt x="9875" y="20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oPE_MapPart_NGA_2_64" descr="Nigeria">
              <a:extLst>
                <a:ext uri="{FF2B5EF4-FFF2-40B4-BE49-F238E27FC236}">
                  <a16:creationId xmlns:a16="http://schemas.microsoft.com/office/drawing/2014/main" id="{CEA37AA1-3AC8-EDFA-ACF9-E44F4D5A9B50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5550497" y="2347217"/>
              <a:ext cx="629537" cy="513240"/>
            </a:xfrm>
            <a:custGeom>
              <a:avLst/>
              <a:gdLst/>
              <a:ahLst/>
              <a:cxnLst/>
              <a:rect l="0" t="0" r="0" b="0"/>
              <a:pathLst>
                <a:path w="629537" h="513240">
                  <a:moveTo>
                    <a:pt x="576078" y="9093"/>
                  </a:moveTo>
                  <a:lnTo>
                    <a:pt x="600196" y="43060"/>
                  </a:lnTo>
                  <a:lnTo>
                    <a:pt x="607222" y="80636"/>
                  </a:lnTo>
                  <a:lnTo>
                    <a:pt x="624219" y="85301"/>
                  </a:lnTo>
                  <a:lnTo>
                    <a:pt x="629536" y="93171"/>
                  </a:lnTo>
                  <a:lnTo>
                    <a:pt x="627162" y="126545"/>
                  </a:lnTo>
                  <a:lnTo>
                    <a:pt x="607507" y="140784"/>
                  </a:lnTo>
                  <a:lnTo>
                    <a:pt x="595828" y="143785"/>
                  </a:lnTo>
                  <a:lnTo>
                    <a:pt x="581015" y="161973"/>
                  </a:lnTo>
                  <a:lnTo>
                    <a:pt x="572374" y="176373"/>
                  </a:lnTo>
                  <a:lnTo>
                    <a:pt x="566013" y="199638"/>
                  </a:lnTo>
                  <a:lnTo>
                    <a:pt x="558322" y="206872"/>
                  </a:lnTo>
                  <a:lnTo>
                    <a:pt x="554619" y="232214"/>
                  </a:lnTo>
                  <a:lnTo>
                    <a:pt x="540375" y="239531"/>
                  </a:lnTo>
                  <a:lnTo>
                    <a:pt x="533918" y="268385"/>
                  </a:lnTo>
                  <a:lnTo>
                    <a:pt x="529931" y="275879"/>
                  </a:lnTo>
                  <a:lnTo>
                    <a:pt x="522049" y="282411"/>
                  </a:lnTo>
                  <a:lnTo>
                    <a:pt x="512649" y="283948"/>
                  </a:lnTo>
                  <a:lnTo>
                    <a:pt x="503629" y="300650"/>
                  </a:lnTo>
                  <a:lnTo>
                    <a:pt x="499546" y="318778"/>
                  </a:lnTo>
                  <a:lnTo>
                    <a:pt x="492709" y="330184"/>
                  </a:lnTo>
                  <a:lnTo>
                    <a:pt x="492235" y="337465"/>
                  </a:lnTo>
                  <a:lnTo>
                    <a:pt x="479036" y="354414"/>
                  </a:lnTo>
                  <a:lnTo>
                    <a:pt x="484069" y="362645"/>
                  </a:lnTo>
                  <a:lnTo>
                    <a:pt x="469161" y="374794"/>
                  </a:lnTo>
                  <a:lnTo>
                    <a:pt x="466502" y="387225"/>
                  </a:lnTo>
                  <a:lnTo>
                    <a:pt x="455677" y="396209"/>
                  </a:lnTo>
                  <a:lnTo>
                    <a:pt x="446657" y="398694"/>
                  </a:lnTo>
                  <a:lnTo>
                    <a:pt x="442764" y="395158"/>
                  </a:lnTo>
                  <a:lnTo>
                    <a:pt x="439061" y="382731"/>
                  </a:lnTo>
                  <a:lnTo>
                    <a:pt x="417791" y="365515"/>
                  </a:lnTo>
                  <a:lnTo>
                    <a:pt x="411335" y="374698"/>
                  </a:lnTo>
                  <a:lnTo>
                    <a:pt x="407632" y="375368"/>
                  </a:lnTo>
                  <a:lnTo>
                    <a:pt x="396712" y="374603"/>
                  </a:lnTo>
                  <a:lnTo>
                    <a:pt x="393389" y="369055"/>
                  </a:lnTo>
                  <a:lnTo>
                    <a:pt x="374208" y="381584"/>
                  </a:lnTo>
                  <a:lnTo>
                    <a:pt x="367942" y="393725"/>
                  </a:lnTo>
                  <a:lnTo>
                    <a:pt x="352749" y="405000"/>
                  </a:lnTo>
                  <a:lnTo>
                    <a:pt x="336227" y="421522"/>
                  </a:lnTo>
                  <a:lnTo>
                    <a:pt x="329676" y="433550"/>
                  </a:lnTo>
                  <a:lnTo>
                    <a:pt x="322554" y="464552"/>
                  </a:lnTo>
                  <a:lnTo>
                    <a:pt x="309641" y="487903"/>
                  </a:lnTo>
                  <a:lnTo>
                    <a:pt x="307457" y="489523"/>
                  </a:lnTo>
                  <a:lnTo>
                    <a:pt x="303089" y="488379"/>
                  </a:lnTo>
                  <a:lnTo>
                    <a:pt x="301095" y="484854"/>
                  </a:lnTo>
                  <a:lnTo>
                    <a:pt x="292644" y="479899"/>
                  </a:lnTo>
                  <a:lnTo>
                    <a:pt x="297677" y="493143"/>
                  </a:lnTo>
                  <a:lnTo>
                    <a:pt x="295778" y="498383"/>
                  </a:lnTo>
                  <a:lnTo>
                    <a:pt x="261595" y="500097"/>
                  </a:lnTo>
                  <a:lnTo>
                    <a:pt x="257417" y="498192"/>
                  </a:lnTo>
                  <a:lnTo>
                    <a:pt x="255613" y="493238"/>
                  </a:lnTo>
                  <a:lnTo>
                    <a:pt x="251815" y="498478"/>
                  </a:lnTo>
                  <a:lnTo>
                    <a:pt x="242604" y="498954"/>
                  </a:lnTo>
                  <a:lnTo>
                    <a:pt x="231590" y="489999"/>
                  </a:lnTo>
                  <a:lnTo>
                    <a:pt x="236242" y="495334"/>
                  </a:lnTo>
                  <a:lnTo>
                    <a:pt x="235768" y="500668"/>
                  </a:lnTo>
                  <a:lnTo>
                    <a:pt x="228266" y="506859"/>
                  </a:lnTo>
                  <a:lnTo>
                    <a:pt x="223519" y="507240"/>
                  </a:lnTo>
                  <a:lnTo>
                    <a:pt x="220575" y="504573"/>
                  </a:lnTo>
                  <a:lnTo>
                    <a:pt x="218391" y="493715"/>
                  </a:lnTo>
                  <a:lnTo>
                    <a:pt x="215353" y="489523"/>
                  </a:lnTo>
                  <a:lnTo>
                    <a:pt x="216682" y="503050"/>
                  </a:lnTo>
                  <a:lnTo>
                    <a:pt x="220195" y="508097"/>
                  </a:lnTo>
                  <a:lnTo>
                    <a:pt x="208231" y="509906"/>
                  </a:lnTo>
                  <a:lnTo>
                    <a:pt x="205478" y="502669"/>
                  </a:lnTo>
                  <a:lnTo>
                    <a:pt x="204053" y="509811"/>
                  </a:lnTo>
                  <a:lnTo>
                    <a:pt x="188766" y="511525"/>
                  </a:lnTo>
                  <a:lnTo>
                    <a:pt x="189146" y="505050"/>
                  </a:lnTo>
                  <a:lnTo>
                    <a:pt x="184018" y="513239"/>
                  </a:lnTo>
                  <a:lnTo>
                    <a:pt x="173289" y="510002"/>
                  </a:lnTo>
                  <a:lnTo>
                    <a:pt x="153064" y="493619"/>
                  </a:lnTo>
                  <a:lnTo>
                    <a:pt x="142334" y="468175"/>
                  </a:lnTo>
                  <a:lnTo>
                    <a:pt x="147177" y="466840"/>
                  </a:lnTo>
                  <a:lnTo>
                    <a:pt x="142524" y="465791"/>
                  </a:lnTo>
                  <a:lnTo>
                    <a:pt x="141290" y="461214"/>
                  </a:lnTo>
                  <a:lnTo>
                    <a:pt x="141480" y="457114"/>
                  </a:lnTo>
                  <a:lnTo>
                    <a:pt x="148506" y="454920"/>
                  </a:lnTo>
                  <a:lnTo>
                    <a:pt x="151070" y="449865"/>
                  </a:lnTo>
                  <a:lnTo>
                    <a:pt x="142429" y="453681"/>
                  </a:lnTo>
                  <a:lnTo>
                    <a:pt x="132554" y="446717"/>
                  </a:lnTo>
                  <a:lnTo>
                    <a:pt x="133503" y="444714"/>
                  </a:lnTo>
                  <a:lnTo>
                    <a:pt x="146132" y="442520"/>
                  </a:lnTo>
                  <a:lnTo>
                    <a:pt x="140530" y="441947"/>
                  </a:lnTo>
                  <a:lnTo>
                    <a:pt x="139391" y="437462"/>
                  </a:lnTo>
                  <a:lnTo>
                    <a:pt x="131224" y="442997"/>
                  </a:lnTo>
                  <a:lnTo>
                    <a:pt x="127996" y="440993"/>
                  </a:lnTo>
                  <a:lnTo>
                    <a:pt x="126952" y="434313"/>
                  </a:lnTo>
                  <a:lnTo>
                    <a:pt x="114798" y="420567"/>
                  </a:lnTo>
                  <a:lnTo>
                    <a:pt x="92104" y="403471"/>
                  </a:lnTo>
                  <a:lnTo>
                    <a:pt x="75962" y="400127"/>
                  </a:lnTo>
                  <a:lnTo>
                    <a:pt x="42254" y="400223"/>
                  </a:lnTo>
                  <a:lnTo>
                    <a:pt x="40355" y="399267"/>
                  </a:lnTo>
                  <a:lnTo>
                    <a:pt x="56212" y="390953"/>
                  </a:lnTo>
                  <a:lnTo>
                    <a:pt x="54408" y="390188"/>
                  </a:lnTo>
                  <a:lnTo>
                    <a:pt x="39311" y="394107"/>
                  </a:lnTo>
                  <a:lnTo>
                    <a:pt x="34278" y="400891"/>
                  </a:lnTo>
                  <a:lnTo>
                    <a:pt x="1139" y="402420"/>
                  </a:lnTo>
                  <a:lnTo>
                    <a:pt x="4653" y="384166"/>
                  </a:lnTo>
                  <a:lnTo>
                    <a:pt x="1899" y="369916"/>
                  </a:lnTo>
                  <a:lnTo>
                    <a:pt x="5222" y="343499"/>
                  </a:lnTo>
                  <a:lnTo>
                    <a:pt x="1804" y="336124"/>
                  </a:lnTo>
                  <a:lnTo>
                    <a:pt x="0" y="322420"/>
                  </a:lnTo>
                  <a:lnTo>
                    <a:pt x="4748" y="259733"/>
                  </a:lnTo>
                  <a:lnTo>
                    <a:pt x="18991" y="257810"/>
                  </a:lnTo>
                  <a:lnTo>
                    <a:pt x="24403" y="245209"/>
                  </a:lnTo>
                  <a:lnTo>
                    <a:pt x="23738" y="238183"/>
                  </a:lnTo>
                  <a:lnTo>
                    <a:pt x="33993" y="226629"/>
                  </a:lnTo>
                  <a:lnTo>
                    <a:pt x="33708" y="220752"/>
                  </a:lnTo>
                  <a:lnTo>
                    <a:pt x="45957" y="213813"/>
                  </a:lnTo>
                  <a:lnTo>
                    <a:pt x="48331" y="208608"/>
                  </a:lnTo>
                  <a:lnTo>
                    <a:pt x="50610" y="200217"/>
                  </a:lnTo>
                  <a:lnTo>
                    <a:pt x="47002" y="194428"/>
                  </a:lnTo>
                  <a:lnTo>
                    <a:pt x="48426" y="190085"/>
                  </a:lnTo>
                  <a:lnTo>
                    <a:pt x="52509" y="185934"/>
                  </a:lnTo>
                  <a:lnTo>
                    <a:pt x="57921" y="185451"/>
                  </a:lnTo>
                  <a:lnTo>
                    <a:pt x="60390" y="173765"/>
                  </a:lnTo>
                  <a:lnTo>
                    <a:pt x="56497" y="167580"/>
                  </a:lnTo>
                  <a:lnTo>
                    <a:pt x="54408" y="150947"/>
                  </a:lnTo>
                  <a:lnTo>
                    <a:pt x="42349" y="133908"/>
                  </a:lnTo>
                  <a:lnTo>
                    <a:pt x="42444" y="128386"/>
                  </a:lnTo>
                  <a:lnTo>
                    <a:pt x="51654" y="114135"/>
                  </a:lnTo>
                  <a:lnTo>
                    <a:pt x="48901" y="107442"/>
                  </a:lnTo>
                  <a:lnTo>
                    <a:pt x="50705" y="72759"/>
                  </a:lnTo>
                  <a:lnTo>
                    <a:pt x="66562" y="59524"/>
                  </a:lnTo>
                  <a:lnTo>
                    <a:pt x="71404" y="50856"/>
                  </a:lnTo>
                  <a:lnTo>
                    <a:pt x="77102" y="22475"/>
                  </a:lnTo>
                  <a:lnTo>
                    <a:pt x="98846" y="9288"/>
                  </a:lnTo>
                  <a:lnTo>
                    <a:pt x="112804" y="6160"/>
                  </a:lnTo>
                  <a:lnTo>
                    <a:pt x="134833" y="6258"/>
                  </a:lnTo>
                  <a:lnTo>
                    <a:pt x="148031" y="0"/>
                  </a:lnTo>
                  <a:lnTo>
                    <a:pt x="190665" y="11634"/>
                  </a:lnTo>
                  <a:lnTo>
                    <a:pt x="205952" y="25111"/>
                  </a:lnTo>
                  <a:lnTo>
                    <a:pt x="217252" y="41500"/>
                  </a:lnTo>
                  <a:lnTo>
                    <a:pt x="224278" y="46861"/>
                  </a:lnTo>
                  <a:lnTo>
                    <a:pt x="230545" y="47348"/>
                  </a:lnTo>
                  <a:lnTo>
                    <a:pt x="236717" y="42670"/>
                  </a:lnTo>
                  <a:lnTo>
                    <a:pt x="246497" y="41500"/>
                  </a:lnTo>
                  <a:lnTo>
                    <a:pt x="271375" y="28820"/>
                  </a:lnTo>
                  <a:lnTo>
                    <a:pt x="285333" y="31552"/>
                  </a:lnTo>
                  <a:lnTo>
                    <a:pt x="319896" y="52318"/>
                  </a:lnTo>
                  <a:lnTo>
                    <a:pt x="343728" y="56992"/>
                  </a:lnTo>
                  <a:lnTo>
                    <a:pt x="365567" y="57577"/>
                  </a:lnTo>
                  <a:lnTo>
                    <a:pt x="388261" y="36137"/>
                  </a:lnTo>
                  <a:lnTo>
                    <a:pt x="410955" y="29405"/>
                  </a:lnTo>
                  <a:lnTo>
                    <a:pt x="436402" y="27161"/>
                  </a:lnTo>
                  <a:lnTo>
                    <a:pt x="460331" y="28137"/>
                  </a:lnTo>
                  <a:lnTo>
                    <a:pt x="490810" y="36917"/>
                  </a:lnTo>
                  <a:lnTo>
                    <a:pt x="497552" y="42475"/>
                  </a:lnTo>
                  <a:lnTo>
                    <a:pt x="515783" y="42280"/>
                  </a:lnTo>
                  <a:lnTo>
                    <a:pt x="518252" y="36820"/>
                  </a:lnTo>
                  <a:lnTo>
                    <a:pt x="525848" y="29601"/>
                  </a:lnTo>
                  <a:lnTo>
                    <a:pt x="566582" y="92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" name="oPE_MapPart_COG_1_65" descr="Republik Kongo">
              <a:extLst>
                <a:ext uri="{FF2B5EF4-FFF2-40B4-BE49-F238E27FC236}">
                  <a16:creationId xmlns:a16="http://schemas.microsoft.com/office/drawing/2014/main" id="{1EB40E07-1A6E-DEC3-44FC-6E8DD713BE86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5995920" y="2891581"/>
              <a:ext cx="395289" cy="458998"/>
            </a:xfrm>
            <a:custGeom>
              <a:avLst/>
              <a:gdLst/>
              <a:ahLst/>
              <a:cxnLst/>
              <a:rect l="0" t="0" r="0" b="0"/>
              <a:pathLst>
                <a:path w="395289" h="458998">
                  <a:moveTo>
                    <a:pt x="0" y="401471"/>
                  </a:moveTo>
                  <a:lnTo>
                    <a:pt x="5507" y="389480"/>
                  </a:lnTo>
                  <a:lnTo>
                    <a:pt x="19750" y="380537"/>
                  </a:lnTo>
                  <a:lnTo>
                    <a:pt x="29340" y="389099"/>
                  </a:lnTo>
                  <a:lnTo>
                    <a:pt x="37981" y="389861"/>
                  </a:lnTo>
                  <a:lnTo>
                    <a:pt x="39595" y="388243"/>
                  </a:lnTo>
                  <a:lnTo>
                    <a:pt x="37126" y="381108"/>
                  </a:lnTo>
                  <a:lnTo>
                    <a:pt x="42444" y="369883"/>
                  </a:lnTo>
                  <a:lnTo>
                    <a:pt x="29530" y="359707"/>
                  </a:lnTo>
                  <a:lnTo>
                    <a:pt x="33233" y="352100"/>
                  </a:lnTo>
                  <a:lnTo>
                    <a:pt x="26871" y="345350"/>
                  </a:lnTo>
                  <a:lnTo>
                    <a:pt x="21554" y="344399"/>
                  </a:lnTo>
                  <a:lnTo>
                    <a:pt x="24498" y="335653"/>
                  </a:lnTo>
                  <a:lnTo>
                    <a:pt x="25068" y="318260"/>
                  </a:lnTo>
                  <a:lnTo>
                    <a:pt x="31524" y="321016"/>
                  </a:lnTo>
                  <a:lnTo>
                    <a:pt x="43298" y="318450"/>
                  </a:lnTo>
                  <a:lnTo>
                    <a:pt x="49280" y="321967"/>
                  </a:lnTo>
                  <a:lnTo>
                    <a:pt x="69505" y="317595"/>
                  </a:lnTo>
                  <a:lnTo>
                    <a:pt x="71214" y="306097"/>
                  </a:lnTo>
                  <a:lnTo>
                    <a:pt x="68745" y="296501"/>
                  </a:lnTo>
                  <a:lnTo>
                    <a:pt x="79095" y="291181"/>
                  </a:lnTo>
                  <a:lnTo>
                    <a:pt x="87831" y="296596"/>
                  </a:lnTo>
                  <a:lnTo>
                    <a:pt x="98276" y="316740"/>
                  </a:lnTo>
                  <a:lnTo>
                    <a:pt x="117551" y="321586"/>
                  </a:lnTo>
                  <a:lnTo>
                    <a:pt x="123248" y="321111"/>
                  </a:lnTo>
                  <a:lnTo>
                    <a:pt x="137396" y="307522"/>
                  </a:lnTo>
                  <a:lnTo>
                    <a:pt x="144993" y="317690"/>
                  </a:lnTo>
                  <a:lnTo>
                    <a:pt x="145467" y="324818"/>
                  </a:lnTo>
                  <a:lnTo>
                    <a:pt x="151070" y="326148"/>
                  </a:lnTo>
                  <a:lnTo>
                    <a:pt x="156007" y="324818"/>
                  </a:lnTo>
                  <a:lnTo>
                    <a:pt x="161989" y="318925"/>
                  </a:lnTo>
                  <a:lnTo>
                    <a:pt x="159995" y="311703"/>
                  </a:lnTo>
                  <a:lnTo>
                    <a:pt x="164647" y="300301"/>
                  </a:lnTo>
                  <a:lnTo>
                    <a:pt x="171674" y="294411"/>
                  </a:lnTo>
                  <a:lnTo>
                    <a:pt x="175472" y="269238"/>
                  </a:lnTo>
                  <a:lnTo>
                    <a:pt x="173098" y="245969"/>
                  </a:lnTo>
                  <a:lnTo>
                    <a:pt x="176422" y="224983"/>
                  </a:lnTo>
                  <a:lnTo>
                    <a:pt x="170630" y="219380"/>
                  </a:lnTo>
                  <a:lnTo>
                    <a:pt x="162369" y="217196"/>
                  </a:lnTo>
                  <a:lnTo>
                    <a:pt x="155058" y="208935"/>
                  </a:lnTo>
                  <a:lnTo>
                    <a:pt x="144043" y="205422"/>
                  </a:lnTo>
                  <a:lnTo>
                    <a:pt x="145372" y="184628"/>
                  </a:lnTo>
                  <a:lnTo>
                    <a:pt x="148791" y="175987"/>
                  </a:lnTo>
                  <a:lnTo>
                    <a:pt x="156007" y="166396"/>
                  </a:lnTo>
                  <a:lnTo>
                    <a:pt x="163603" y="165636"/>
                  </a:lnTo>
                  <a:lnTo>
                    <a:pt x="168541" y="161743"/>
                  </a:lnTo>
                  <a:lnTo>
                    <a:pt x="174333" y="151867"/>
                  </a:lnTo>
                  <a:lnTo>
                    <a:pt x="174143" y="147119"/>
                  </a:lnTo>
                  <a:lnTo>
                    <a:pt x="164078" y="124896"/>
                  </a:lnTo>
                  <a:lnTo>
                    <a:pt x="160945" y="122427"/>
                  </a:lnTo>
                  <a:lnTo>
                    <a:pt x="143568" y="119862"/>
                  </a:lnTo>
                  <a:lnTo>
                    <a:pt x="110050" y="128790"/>
                  </a:lnTo>
                  <a:lnTo>
                    <a:pt x="108721" y="127176"/>
                  </a:lnTo>
                  <a:lnTo>
                    <a:pt x="111759" y="122617"/>
                  </a:lnTo>
                  <a:lnTo>
                    <a:pt x="107297" y="107704"/>
                  </a:lnTo>
                  <a:lnTo>
                    <a:pt x="107771" y="100294"/>
                  </a:lnTo>
                  <a:lnTo>
                    <a:pt x="114133" y="80627"/>
                  </a:lnTo>
                  <a:lnTo>
                    <a:pt x="176992" y="81007"/>
                  </a:lnTo>
                  <a:lnTo>
                    <a:pt x="181929" y="78632"/>
                  </a:lnTo>
                  <a:lnTo>
                    <a:pt x="191709" y="85188"/>
                  </a:lnTo>
                  <a:lnTo>
                    <a:pt x="197597" y="84903"/>
                  </a:lnTo>
                  <a:lnTo>
                    <a:pt x="199020" y="88514"/>
                  </a:lnTo>
                  <a:lnTo>
                    <a:pt x="209466" y="89084"/>
                  </a:lnTo>
                  <a:lnTo>
                    <a:pt x="212599" y="87278"/>
                  </a:lnTo>
                  <a:lnTo>
                    <a:pt x="222094" y="92124"/>
                  </a:lnTo>
                  <a:lnTo>
                    <a:pt x="243269" y="93644"/>
                  </a:lnTo>
                  <a:lnTo>
                    <a:pt x="260075" y="106279"/>
                  </a:lnTo>
                  <a:lnTo>
                    <a:pt x="264158" y="103714"/>
                  </a:lnTo>
                  <a:lnTo>
                    <a:pt x="261120" y="83573"/>
                  </a:lnTo>
                  <a:lnTo>
                    <a:pt x="266247" y="78347"/>
                  </a:lnTo>
                  <a:lnTo>
                    <a:pt x="281629" y="45271"/>
                  </a:lnTo>
                  <a:lnTo>
                    <a:pt x="282104" y="27681"/>
                  </a:lnTo>
                  <a:lnTo>
                    <a:pt x="289130" y="9704"/>
                  </a:lnTo>
                  <a:lnTo>
                    <a:pt x="321510" y="4757"/>
                  </a:lnTo>
                  <a:lnTo>
                    <a:pt x="335657" y="0"/>
                  </a:lnTo>
                  <a:lnTo>
                    <a:pt x="356167" y="7136"/>
                  </a:lnTo>
                  <a:lnTo>
                    <a:pt x="368321" y="7231"/>
                  </a:lnTo>
                  <a:lnTo>
                    <a:pt x="370885" y="9990"/>
                  </a:lnTo>
                  <a:lnTo>
                    <a:pt x="379240" y="5709"/>
                  </a:lnTo>
                  <a:lnTo>
                    <a:pt x="388831" y="4472"/>
                  </a:lnTo>
                  <a:lnTo>
                    <a:pt x="394623" y="11131"/>
                  </a:lnTo>
                  <a:lnTo>
                    <a:pt x="395288" y="20263"/>
                  </a:lnTo>
                  <a:lnTo>
                    <a:pt x="388356" y="40327"/>
                  </a:lnTo>
                  <a:lnTo>
                    <a:pt x="373638" y="67228"/>
                  </a:lnTo>
                  <a:lnTo>
                    <a:pt x="366232" y="88514"/>
                  </a:lnTo>
                  <a:lnTo>
                    <a:pt x="365472" y="113688"/>
                  </a:lnTo>
                  <a:lnTo>
                    <a:pt x="357307" y="135723"/>
                  </a:lnTo>
                  <a:lnTo>
                    <a:pt x="358446" y="166301"/>
                  </a:lnTo>
                  <a:lnTo>
                    <a:pt x="356547" y="182349"/>
                  </a:lnTo>
                  <a:lnTo>
                    <a:pt x="347906" y="209315"/>
                  </a:lnTo>
                  <a:lnTo>
                    <a:pt x="349425" y="223653"/>
                  </a:lnTo>
                  <a:lnTo>
                    <a:pt x="324358" y="247394"/>
                  </a:lnTo>
                  <a:lnTo>
                    <a:pt x="308311" y="254801"/>
                  </a:lnTo>
                  <a:lnTo>
                    <a:pt x="303374" y="259360"/>
                  </a:lnTo>
                  <a:lnTo>
                    <a:pt x="285428" y="291751"/>
                  </a:lnTo>
                  <a:lnTo>
                    <a:pt x="268336" y="309613"/>
                  </a:lnTo>
                  <a:lnTo>
                    <a:pt x="268431" y="354572"/>
                  </a:lnTo>
                  <a:lnTo>
                    <a:pt x="264633" y="377588"/>
                  </a:lnTo>
                  <a:lnTo>
                    <a:pt x="250200" y="402423"/>
                  </a:lnTo>
                  <a:lnTo>
                    <a:pt x="231969" y="410513"/>
                  </a:lnTo>
                  <a:lnTo>
                    <a:pt x="229595" y="414988"/>
                  </a:lnTo>
                  <a:lnTo>
                    <a:pt x="218296" y="422128"/>
                  </a:lnTo>
                  <a:lnTo>
                    <a:pt x="188766" y="452516"/>
                  </a:lnTo>
                  <a:lnTo>
                    <a:pt x="173098" y="449848"/>
                  </a:lnTo>
                  <a:lnTo>
                    <a:pt x="170725" y="436890"/>
                  </a:lnTo>
                  <a:lnTo>
                    <a:pt x="175187" y="429652"/>
                  </a:lnTo>
                  <a:lnTo>
                    <a:pt x="170345" y="421748"/>
                  </a:lnTo>
                  <a:lnTo>
                    <a:pt x="148316" y="431461"/>
                  </a:lnTo>
                  <a:lnTo>
                    <a:pt x="137681" y="429271"/>
                  </a:lnTo>
                  <a:lnTo>
                    <a:pt x="133503" y="444036"/>
                  </a:lnTo>
                  <a:lnTo>
                    <a:pt x="120590" y="450134"/>
                  </a:lnTo>
                  <a:lnTo>
                    <a:pt x="105872" y="437843"/>
                  </a:lnTo>
                  <a:lnTo>
                    <a:pt x="102549" y="439463"/>
                  </a:lnTo>
                  <a:lnTo>
                    <a:pt x="92389" y="429461"/>
                  </a:lnTo>
                  <a:lnTo>
                    <a:pt x="88021" y="428604"/>
                  </a:lnTo>
                  <a:lnTo>
                    <a:pt x="66182" y="438605"/>
                  </a:lnTo>
                  <a:lnTo>
                    <a:pt x="62194" y="446418"/>
                  </a:lnTo>
                  <a:lnTo>
                    <a:pt x="56687" y="447084"/>
                  </a:lnTo>
                  <a:lnTo>
                    <a:pt x="46907" y="458997"/>
                  </a:lnTo>
                  <a:lnTo>
                    <a:pt x="36462" y="445846"/>
                  </a:lnTo>
                  <a:lnTo>
                    <a:pt x="34183" y="435843"/>
                  </a:lnTo>
                  <a:lnTo>
                    <a:pt x="12439" y="4127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oPE_MapPart_RWA_1_66" descr="Ruanda">
              <a:extLst>
                <a:ext uri="{FF2B5EF4-FFF2-40B4-BE49-F238E27FC236}">
                  <a16:creationId xmlns:a16="http://schemas.microsoft.com/office/drawing/2014/main" id="{C002CD98-70B4-E172-1C60-657B6A44AD58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6931108" y="3142584"/>
              <a:ext cx="106538" cy="91876"/>
            </a:xfrm>
            <a:custGeom>
              <a:avLst/>
              <a:gdLst/>
              <a:ahLst/>
              <a:cxnLst/>
              <a:rect l="0" t="0" r="0" b="0"/>
              <a:pathLst>
                <a:path w="106538" h="91876">
                  <a:moveTo>
                    <a:pt x="37981" y="16905"/>
                  </a:moveTo>
                  <a:lnTo>
                    <a:pt x="51084" y="14151"/>
                  </a:lnTo>
                  <a:lnTo>
                    <a:pt x="54028" y="20324"/>
                  </a:lnTo>
                  <a:lnTo>
                    <a:pt x="56592" y="21274"/>
                  </a:lnTo>
                  <a:lnTo>
                    <a:pt x="65612" y="15860"/>
                  </a:lnTo>
                  <a:lnTo>
                    <a:pt x="79286" y="380"/>
                  </a:lnTo>
                  <a:lnTo>
                    <a:pt x="87167" y="0"/>
                  </a:lnTo>
                  <a:lnTo>
                    <a:pt x="85078" y="3324"/>
                  </a:lnTo>
                  <a:lnTo>
                    <a:pt x="87072" y="7407"/>
                  </a:lnTo>
                  <a:lnTo>
                    <a:pt x="93624" y="15860"/>
                  </a:lnTo>
                  <a:lnTo>
                    <a:pt x="97802" y="17380"/>
                  </a:lnTo>
                  <a:lnTo>
                    <a:pt x="103119" y="26119"/>
                  </a:lnTo>
                  <a:lnTo>
                    <a:pt x="103498" y="47493"/>
                  </a:lnTo>
                  <a:lnTo>
                    <a:pt x="106537" y="56804"/>
                  </a:lnTo>
                  <a:lnTo>
                    <a:pt x="102359" y="68398"/>
                  </a:lnTo>
                  <a:lnTo>
                    <a:pt x="89446" y="70298"/>
                  </a:lnTo>
                  <a:lnTo>
                    <a:pt x="81850" y="65737"/>
                  </a:lnTo>
                  <a:lnTo>
                    <a:pt x="66467" y="71249"/>
                  </a:lnTo>
                  <a:lnTo>
                    <a:pt x="56592" y="67162"/>
                  </a:lnTo>
                  <a:lnTo>
                    <a:pt x="53269" y="87027"/>
                  </a:lnTo>
                  <a:lnTo>
                    <a:pt x="44343" y="91210"/>
                  </a:lnTo>
                  <a:lnTo>
                    <a:pt x="28106" y="91875"/>
                  </a:lnTo>
                  <a:lnTo>
                    <a:pt x="23168" y="84745"/>
                  </a:lnTo>
                  <a:lnTo>
                    <a:pt x="12914" y="80658"/>
                  </a:lnTo>
                  <a:lnTo>
                    <a:pt x="10825" y="81038"/>
                  </a:lnTo>
                  <a:lnTo>
                    <a:pt x="8261" y="87217"/>
                  </a:lnTo>
                  <a:lnTo>
                    <a:pt x="3418" y="85221"/>
                  </a:lnTo>
                  <a:lnTo>
                    <a:pt x="0" y="72769"/>
                  </a:lnTo>
                  <a:lnTo>
                    <a:pt x="14433" y="59560"/>
                  </a:lnTo>
                  <a:lnTo>
                    <a:pt x="15097" y="39513"/>
                  </a:lnTo>
                  <a:lnTo>
                    <a:pt x="26018" y="23744"/>
                  </a:lnTo>
                  <a:lnTo>
                    <a:pt x="35892" y="180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" name="oPE_MapPart_SEN_1_67" descr="Senegal">
              <a:extLst>
                <a:ext uri="{FF2B5EF4-FFF2-40B4-BE49-F238E27FC236}">
                  <a16:creationId xmlns:a16="http://schemas.microsoft.com/office/drawing/2014/main" id="{C3772865-85AF-174F-2924-590A365EEBC1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4483799" y="2193747"/>
              <a:ext cx="324550" cy="237120"/>
            </a:xfrm>
            <a:custGeom>
              <a:avLst/>
              <a:gdLst/>
              <a:ahLst/>
              <a:cxnLst/>
              <a:rect l="0" t="0" r="0" b="0"/>
              <a:pathLst>
                <a:path w="324550" h="237120">
                  <a:moveTo>
                    <a:pt x="277167" y="102506"/>
                  </a:moveTo>
                  <a:lnTo>
                    <a:pt x="282200" y="111244"/>
                  </a:lnTo>
                  <a:lnTo>
                    <a:pt x="279921" y="121544"/>
                  </a:lnTo>
                  <a:lnTo>
                    <a:pt x="291030" y="135363"/>
                  </a:lnTo>
                  <a:lnTo>
                    <a:pt x="290935" y="147894"/>
                  </a:lnTo>
                  <a:lnTo>
                    <a:pt x="294069" y="153372"/>
                  </a:lnTo>
                  <a:lnTo>
                    <a:pt x="289131" y="166471"/>
                  </a:lnTo>
                  <a:lnTo>
                    <a:pt x="300905" y="183656"/>
                  </a:lnTo>
                  <a:lnTo>
                    <a:pt x="304798" y="179460"/>
                  </a:lnTo>
                  <a:lnTo>
                    <a:pt x="311255" y="180729"/>
                  </a:lnTo>
                  <a:lnTo>
                    <a:pt x="324169" y="203936"/>
                  </a:lnTo>
                  <a:lnTo>
                    <a:pt x="321035" y="224673"/>
                  </a:lnTo>
                  <a:lnTo>
                    <a:pt x="324549" y="228952"/>
                  </a:lnTo>
                  <a:lnTo>
                    <a:pt x="324264" y="233036"/>
                  </a:lnTo>
                  <a:lnTo>
                    <a:pt x="289796" y="233328"/>
                  </a:lnTo>
                  <a:lnTo>
                    <a:pt x="276692" y="237119"/>
                  </a:lnTo>
                  <a:lnTo>
                    <a:pt x="249916" y="230411"/>
                  </a:lnTo>
                  <a:lnTo>
                    <a:pt x="242889" y="226132"/>
                  </a:lnTo>
                  <a:lnTo>
                    <a:pt x="236052" y="228369"/>
                  </a:lnTo>
                  <a:lnTo>
                    <a:pt x="234913" y="220586"/>
                  </a:lnTo>
                  <a:lnTo>
                    <a:pt x="123439" y="218153"/>
                  </a:lnTo>
                  <a:lnTo>
                    <a:pt x="103404" y="228369"/>
                  </a:lnTo>
                  <a:lnTo>
                    <a:pt x="89446" y="231189"/>
                  </a:lnTo>
                  <a:lnTo>
                    <a:pt x="73399" y="230119"/>
                  </a:lnTo>
                  <a:lnTo>
                    <a:pt x="53459" y="236050"/>
                  </a:lnTo>
                  <a:lnTo>
                    <a:pt x="43489" y="235661"/>
                  </a:lnTo>
                  <a:lnTo>
                    <a:pt x="39595" y="229341"/>
                  </a:lnTo>
                  <a:lnTo>
                    <a:pt x="40925" y="226423"/>
                  </a:lnTo>
                  <a:lnTo>
                    <a:pt x="57637" y="221949"/>
                  </a:lnTo>
                  <a:lnTo>
                    <a:pt x="49471" y="216207"/>
                  </a:lnTo>
                  <a:lnTo>
                    <a:pt x="43963" y="222240"/>
                  </a:lnTo>
                  <a:lnTo>
                    <a:pt x="41779" y="223213"/>
                  </a:lnTo>
                  <a:lnTo>
                    <a:pt x="40450" y="220878"/>
                  </a:lnTo>
                  <a:lnTo>
                    <a:pt x="40735" y="197310"/>
                  </a:lnTo>
                  <a:lnTo>
                    <a:pt x="46812" y="192435"/>
                  </a:lnTo>
                  <a:lnTo>
                    <a:pt x="89731" y="192338"/>
                  </a:lnTo>
                  <a:lnTo>
                    <a:pt x="90775" y="183168"/>
                  </a:lnTo>
                  <a:lnTo>
                    <a:pt x="118691" y="179362"/>
                  </a:lnTo>
                  <a:lnTo>
                    <a:pt x="125813" y="170672"/>
                  </a:lnTo>
                  <a:lnTo>
                    <a:pt x="151070" y="181705"/>
                  </a:lnTo>
                  <a:lnTo>
                    <a:pt x="173479" y="188046"/>
                  </a:lnTo>
                  <a:lnTo>
                    <a:pt x="194558" y="182583"/>
                  </a:lnTo>
                  <a:lnTo>
                    <a:pt x="195603" y="178679"/>
                  </a:lnTo>
                  <a:lnTo>
                    <a:pt x="194274" y="174871"/>
                  </a:lnTo>
                  <a:lnTo>
                    <a:pt x="187722" y="171356"/>
                  </a:lnTo>
                  <a:lnTo>
                    <a:pt x="165123" y="173504"/>
                  </a:lnTo>
                  <a:lnTo>
                    <a:pt x="156388" y="167351"/>
                  </a:lnTo>
                  <a:lnTo>
                    <a:pt x="132459" y="157088"/>
                  </a:lnTo>
                  <a:lnTo>
                    <a:pt x="119546" y="157968"/>
                  </a:lnTo>
                  <a:lnTo>
                    <a:pt x="111285" y="161389"/>
                  </a:lnTo>
                  <a:lnTo>
                    <a:pt x="106917" y="169011"/>
                  </a:lnTo>
                  <a:lnTo>
                    <a:pt x="51370" y="168914"/>
                  </a:lnTo>
                  <a:lnTo>
                    <a:pt x="50041" y="163442"/>
                  </a:lnTo>
                  <a:lnTo>
                    <a:pt x="40545" y="151709"/>
                  </a:lnTo>
                  <a:lnTo>
                    <a:pt x="48426" y="144371"/>
                  </a:lnTo>
                  <a:lnTo>
                    <a:pt x="39216" y="146328"/>
                  </a:lnTo>
                  <a:lnTo>
                    <a:pt x="38931" y="141434"/>
                  </a:lnTo>
                  <a:lnTo>
                    <a:pt x="29626" y="124584"/>
                  </a:lnTo>
                  <a:lnTo>
                    <a:pt x="24024" y="120270"/>
                  </a:lnTo>
                  <a:lnTo>
                    <a:pt x="19371" y="111636"/>
                  </a:lnTo>
                  <a:lnTo>
                    <a:pt x="9971" y="106827"/>
                  </a:lnTo>
                  <a:lnTo>
                    <a:pt x="6172" y="107121"/>
                  </a:lnTo>
                  <a:lnTo>
                    <a:pt x="4748" y="111048"/>
                  </a:lnTo>
                  <a:lnTo>
                    <a:pt x="0" y="105452"/>
                  </a:lnTo>
                  <a:lnTo>
                    <a:pt x="20510" y="96317"/>
                  </a:lnTo>
                  <a:lnTo>
                    <a:pt x="36557" y="75958"/>
                  </a:lnTo>
                  <a:lnTo>
                    <a:pt x="50895" y="51913"/>
                  </a:lnTo>
                  <a:lnTo>
                    <a:pt x="57732" y="26037"/>
                  </a:lnTo>
                  <a:lnTo>
                    <a:pt x="68366" y="8124"/>
                  </a:lnTo>
                  <a:lnTo>
                    <a:pt x="93244" y="10699"/>
                  </a:lnTo>
                  <a:lnTo>
                    <a:pt x="127332" y="4162"/>
                  </a:lnTo>
                  <a:lnTo>
                    <a:pt x="128946" y="1189"/>
                  </a:lnTo>
                  <a:lnTo>
                    <a:pt x="135878" y="0"/>
                  </a:lnTo>
                  <a:lnTo>
                    <a:pt x="158381" y="1288"/>
                  </a:lnTo>
                  <a:lnTo>
                    <a:pt x="170725" y="5450"/>
                  </a:lnTo>
                  <a:lnTo>
                    <a:pt x="187817" y="20201"/>
                  </a:lnTo>
                  <a:lnTo>
                    <a:pt x="193419" y="29201"/>
                  </a:lnTo>
                  <a:lnTo>
                    <a:pt x="199306" y="27817"/>
                  </a:lnTo>
                  <a:lnTo>
                    <a:pt x="203104" y="30387"/>
                  </a:lnTo>
                  <a:lnTo>
                    <a:pt x="212504" y="29893"/>
                  </a:lnTo>
                  <a:lnTo>
                    <a:pt x="217632" y="34043"/>
                  </a:lnTo>
                  <a:lnTo>
                    <a:pt x="228361" y="58324"/>
                  </a:lnTo>
                  <a:lnTo>
                    <a:pt x="242889" y="67292"/>
                  </a:lnTo>
                  <a:lnTo>
                    <a:pt x="246498" y="73497"/>
                  </a:lnTo>
                  <a:lnTo>
                    <a:pt x="246687" y="78812"/>
                  </a:lnTo>
                  <a:lnTo>
                    <a:pt x="263304" y="89928"/>
                  </a:lnTo>
                  <a:lnTo>
                    <a:pt x="276028" y="10201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" name="oPE_MapPart_SLE_1_68" descr="Sierra Leone">
              <a:extLst>
                <a:ext uri="{FF2B5EF4-FFF2-40B4-BE49-F238E27FC236}">
                  <a16:creationId xmlns:a16="http://schemas.microsoft.com/office/drawing/2014/main" id="{91DAFA59-0854-B1B4-8C82-43CE0552A1FF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4707603" y="2556210"/>
              <a:ext cx="158761" cy="164846"/>
            </a:xfrm>
            <a:custGeom>
              <a:avLst/>
              <a:gdLst/>
              <a:ahLst/>
              <a:cxnLst/>
              <a:rect l="0" t="0" r="0" b="0"/>
              <a:pathLst>
                <a:path w="158761" h="164846">
                  <a:moveTo>
                    <a:pt x="158760" y="80812"/>
                  </a:moveTo>
                  <a:lnTo>
                    <a:pt x="154772" y="96646"/>
                  </a:lnTo>
                  <a:lnTo>
                    <a:pt x="143568" y="102881"/>
                  </a:lnTo>
                  <a:lnTo>
                    <a:pt x="139580" y="119466"/>
                  </a:lnTo>
                  <a:lnTo>
                    <a:pt x="106821" y="147527"/>
                  </a:lnTo>
                  <a:lnTo>
                    <a:pt x="94193" y="164845"/>
                  </a:lnTo>
                  <a:lnTo>
                    <a:pt x="82229" y="155183"/>
                  </a:lnTo>
                  <a:lnTo>
                    <a:pt x="71974" y="150111"/>
                  </a:lnTo>
                  <a:lnTo>
                    <a:pt x="42633" y="139390"/>
                  </a:lnTo>
                  <a:lnTo>
                    <a:pt x="45387" y="130866"/>
                  </a:lnTo>
                  <a:lnTo>
                    <a:pt x="41304" y="124448"/>
                  </a:lnTo>
                  <a:lnTo>
                    <a:pt x="42918" y="119849"/>
                  </a:lnTo>
                  <a:lnTo>
                    <a:pt x="38171" y="122628"/>
                  </a:lnTo>
                  <a:lnTo>
                    <a:pt x="31429" y="121765"/>
                  </a:lnTo>
                  <a:lnTo>
                    <a:pt x="23358" y="116303"/>
                  </a:lnTo>
                  <a:lnTo>
                    <a:pt x="17756" y="98948"/>
                  </a:lnTo>
                  <a:lnTo>
                    <a:pt x="14337" y="95975"/>
                  </a:lnTo>
                  <a:lnTo>
                    <a:pt x="7596" y="95207"/>
                  </a:lnTo>
                  <a:lnTo>
                    <a:pt x="1044" y="83787"/>
                  </a:lnTo>
                  <a:lnTo>
                    <a:pt x="1709" y="80715"/>
                  </a:lnTo>
                  <a:lnTo>
                    <a:pt x="11014" y="84076"/>
                  </a:lnTo>
                  <a:lnTo>
                    <a:pt x="21079" y="73130"/>
                  </a:lnTo>
                  <a:lnTo>
                    <a:pt x="20510" y="71689"/>
                  </a:lnTo>
                  <a:lnTo>
                    <a:pt x="17946" y="73898"/>
                  </a:lnTo>
                  <a:lnTo>
                    <a:pt x="10824" y="73322"/>
                  </a:lnTo>
                  <a:lnTo>
                    <a:pt x="5887" y="75915"/>
                  </a:lnTo>
                  <a:lnTo>
                    <a:pt x="3418" y="69576"/>
                  </a:lnTo>
                  <a:lnTo>
                    <a:pt x="4557" y="61698"/>
                  </a:lnTo>
                  <a:lnTo>
                    <a:pt x="12343" y="59680"/>
                  </a:lnTo>
                  <a:lnTo>
                    <a:pt x="7311" y="58815"/>
                  </a:lnTo>
                  <a:lnTo>
                    <a:pt x="0" y="50740"/>
                  </a:lnTo>
                  <a:lnTo>
                    <a:pt x="8641" y="50836"/>
                  </a:lnTo>
                  <a:lnTo>
                    <a:pt x="13958" y="47759"/>
                  </a:lnTo>
                  <a:lnTo>
                    <a:pt x="17661" y="39295"/>
                  </a:lnTo>
                  <a:lnTo>
                    <a:pt x="24403" y="37178"/>
                  </a:lnTo>
                  <a:lnTo>
                    <a:pt x="28296" y="33329"/>
                  </a:lnTo>
                  <a:lnTo>
                    <a:pt x="41779" y="7230"/>
                  </a:lnTo>
                  <a:lnTo>
                    <a:pt x="45672" y="5302"/>
                  </a:lnTo>
                  <a:lnTo>
                    <a:pt x="53553" y="3567"/>
                  </a:lnTo>
                  <a:lnTo>
                    <a:pt x="60674" y="6555"/>
                  </a:lnTo>
                  <a:lnTo>
                    <a:pt x="72259" y="3953"/>
                  </a:lnTo>
                  <a:lnTo>
                    <a:pt x="72923" y="193"/>
                  </a:lnTo>
                  <a:lnTo>
                    <a:pt x="106536" y="0"/>
                  </a:lnTo>
                  <a:lnTo>
                    <a:pt x="110145" y="1061"/>
                  </a:lnTo>
                  <a:lnTo>
                    <a:pt x="137301" y="36505"/>
                  </a:lnTo>
                  <a:lnTo>
                    <a:pt x="134263" y="48240"/>
                  </a:lnTo>
                  <a:lnTo>
                    <a:pt x="141194" y="50163"/>
                  </a:lnTo>
                  <a:lnTo>
                    <a:pt x="141764" y="60449"/>
                  </a:lnTo>
                  <a:lnTo>
                    <a:pt x="147271" y="70056"/>
                  </a:lnTo>
                  <a:lnTo>
                    <a:pt x="140530" y="78411"/>
                  </a:lnTo>
                  <a:lnTo>
                    <a:pt x="136162" y="88778"/>
                  </a:lnTo>
                  <a:lnTo>
                    <a:pt x="144328" y="89834"/>
                  </a:lnTo>
                  <a:lnTo>
                    <a:pt x="154677" y="802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oPE_MapPart_SLE_2_69" descr="Sierra Leone">
              <a:extLst>
                <a:ext uri="{FF2B5EF4-FFF2-40B4-BE49-F238E27FC236}">
                  <a16:creationId xmlns:a16="http://schemas.microsoft.com/office/drawing/2014/main" id="{DD03B893-ADBE-DED4-4146-CEA820D98341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4725644" y="2682191"/>
              <a:ext cx="23739" cy="12069"/>
            </a:xfrm>
            <a:custGeom>
              <a:avLst/>
              <a:gdLst/>
              <a:ahLst/>
              <a:cxnLst/>
              <a:rect l="0" t="0" r="0" b="0"/>
              <a:pathLst>
                <a:path w="23739" h="12069">
                  <a:moveTo>
                    <a:pt x="22408" y="10727"/>
                  </a:moveTo>
                  <a:lnTo>
                    <a:pt x="21649" y="12068"/>
                  </a:lnTo>
                  <a:lnTo>
                    <a:pt x="18136" y="8621"/>
                  </a:lnTo>
                  <a:lnTo>
                    <a:pt x="0" y="3544"/>
                  </a:lnTo>
                  <a:lnTo>
                    <a:pt x="5127" y="862"/>
                  </a:lnTo>
                  <a:lnTo>
                    <a:pt x="17756" y="0"/>
                  </a:lnTo>
                  <a:lnTo>
                    <a:pt x="23168" y="2970"/>
                  </a:lnTo>
                  <a:lnTo>
                    <a:pt x="23738" y="54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oPE_MapPart_SOM_1_70" descr="Somalia">
              <a:extLst>
                <a:ext uri="{FF2B5EF4-FFF2-40B4-BE49-F238E27FC236}">
                  <a16:creationId xmlns:a16="http://schemas.microsoft.com/office/drawing/2014/main" id="{92150122-6AE8-E87C-7A34-83BB56DEF53C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7569760" y="2449418"/>
              <a:ext cx="549966" cy="726315"/>
            </a:xfrm>
            <a:custGeom>
              <a:avLst/>
              <a:gdLst/>
              <a:ahLst/>
              <a:cxnLst/>
              <a:rect l="0" t="0" r="0" b="0"/>
              <a:pathLst>
                <a:path w="549966" h="726315">
                  <a:moveTo>
                    <a:pt x="30004" y="726314"/>
                  </a:moveTo>
                  <a:lnTo>
                    <a:pt x="29435" y="719759"/>
                  </a:lnTo>
                  <a:lnTo>
                    <a:pt x="759" y="682814"/>
                  </a:lnTo>
                  <a:lnTo>
                    <a:pt x="0" y="488290"/>
                  </a:lnTo>
                  <a:lnTo>
                    <a:pt x="19940" y="467847"/>
                  </a:lnTo>
                  <a:lnTo>
                    <a:pt x="50135" y="423986"/>
                  </a:lnTo>
                  <a:lnTo>
                    <a:pt x="55926" y="418369"/>
                  </a:lnTo>
                  <a:lnTo>
                    <a:pt x="66656" y="415037"/>
                  </a:lnTo>
                  <a:lnTo>
                    <a:pt x="96377" y="410276"/>
                  </a:lnTo>
                  <a:lnTo>
                    <a:pt x="114038" y="391609"/>
                  </a:lnTo>
                  <a:lnTo>
                    <a:pt x="138156" y="380461"/>
                  </a:lnTo>
                  <a:lnTo>
                    <a:pt x="161609" y="375315"/>
                  </a:lnTo>
                  <a:lnTo>
                    <a:pt x="209750" y="377412"/>
                  </a:lnTo>
                  <a:lnTo>
                    <a:pt x="287991" y="293339"/>
                  </a:lnTo>
                  <a:lnTo>
                    <a:pt x="370030" y="213604"/>
                  </a:lnTo>
                  <a:lnTo>
                    <a:pt x="420640" y="135982"/>
                  </a:lnTo>
                  <a:lnTo>
                    <a:pt x="420640" y="39067"/>
                  </a:lnTo>
                  <a:lnTo>
                    <a:pt x="444378" y="34516"/>
                  </a:lnTo>
                  <a:lnTo>
                    <a:pt x="457766" y="28704"/>
                  </a:lnTo>
                  <a:lnTo>
                    <a:pt x="482454" y="24538"/>
                  </a:lnTo>
                  <a:lnTo>
                    <a:pt x="501254" y="13874"/>
                  </a:lnTo>
                  <a:lnTo>
                    <a:pt x="510180" y="2232"/>
                  </a:lnTo>
                  <a:lnTo>
                    <a:pt x="518441" y="0"/>
                  </a:lnTo>
                  <a:lnTo>
                    <a:pt x="542844" y="8249"/>
                  </a:lnTo>
                  <a:lnTo>
                    <a:pt x="533823" y="34904"/>
                  </a:lnTo>
                  <a:lnTo>
                    <a:pt x="536767" y="71467"/>
                  </a:lnTo>
                  <a:lnTo>
                    <a:pt x="534298" y="80450"/>
                  </a:lnTo>
                  <a:lnTo>
                    <a:pt x="531070" y="82768"/>
                  </a:lnTo>
                  <a:lnTo>
                    <a:pt x="539330" y="80933"/>
                  </a:lnTo>
                  <a:lnTo>
                    <a:pt x="539616" y="76877"/>
                  </a:lnTo>
                  <a:lnTo>
                    <a:pt x="548826" y="81126"/>
                  </a:lnTo>
                  <a:lnTo>
                    <a:pt x="549965" y="84023"/>
                  </a:lnTo>
                  <a:lnTo>
                    <a:pt x="549681" y="85954"/>
                  </a:lnTo>
                  <a:lnTo>
                    <a:pt x="540374" y="83540"/>
                  </a:lnTo>
                  <a:lnTo>
                    <a:pt x="525657" y="88656"/>
                  </a:lnTo>
                  <a:lnTo>
                    <a:pt x="520150" y="137234"/>
                  </a:lnTo>
                  <a:lnTo>
                    <a:pt x="499355" y="168394"/>
                  </a:lnTo>
                  <a:lnTo>
                    <a:pt x="482074" y="202863"/>
                  </a:lnTo>
                  <a:lnTo>
                    <a:pt x="468876" y="215426"/>
                  </a:lnTo>
                  <a:lnTo>
                    <a:pt x="459285" y="241681"/>
                  </a:lnTo>
                  <a:lnTo>
                    <a:pt x="436307" y="278522"/>
                  </a:lnTo>
                  <a:lnTo>
                    <a:pt x="428806" y="298117"/>
                  </a:lnTo>
                  <a:lnTo>
                    <a:pt x="426527" y="310536"/>
                  </a:lnTo>
                  <a:lnTo>
                    <a:pt x="405352" y="346615"/>
                  </a:lnTo>
                  <a:lnTo>
                    <a:pt x="383513" y="375315"/>
                  </a:lnTo>
                  <a:lnTo>
                    <a:pt x="369841" y="399420"/>
                  </a:lnTo>
                  <a:lnTo>
                    <a:pt x="312014" y="463472"/>
                  </a:lnTo>
                  <a:lnTo>
                    <a:pt x="268335" y="506255"/>
                  </a:lnTo>
                  <a:lnTo>
                    <a:pt x="256466" y="514998"/>
                  </a:lnTo>
                  <a:lnTo>
                    <a:pt x="208706" y="541317"/>
                  </a:lnTo>
                  <a:lnTo>
                    <a:pt x="177655" y="563450"/>
                  </a:lnTo>
                  <a:lnTo>
                    <a:pt x="132078" y="604096"/>
                  </a:lnTo>
                  <a:lnTo>
                    <a:pt x="53553" y="688227"/>
                  </a:lnTo>
                  <a:lnTo>
                    <a:pt x="35227" y="7201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oPE_MapPart_SOL_1_71" descr="Somaliland">
              <a:extLst>
                <a:ext uri="{FF2B5EF4-FFF2-40B4-BE49-F238E27FC236}">
                  <a16:creationId xmlns:a16="http://schemas.microsoft.com/office/drawing/2014/main" id="{F06E86BA-588E-57EA-A9A7-18AA2E257B9C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7659205" y="2475506"/>
              <a:ext cx="331196" cy="187517"/>
            </a:xfrm>
            <a:custGeom>
              <a:avLst/>
              <a:gdLst/>
              <a:ahLst/>
              <a:cxnLst/>
              <a:rect l="0" t="0" r="0" b="0"/>
              <a:pathLst>
                <a:path w="331196" h="187517">
                  <a:moveTo>
                    <a:pt x="331195" y="12979"/>
                  </a:moveTo>
                  <a:lnTo>
                    <a:pt x="331195" y="109894"/>
                  </a:lnTo>
                  <a:lnTo>
                    <a:pt x="280585" y="187516"/>
                  </a:lnTo>
                  <a:lnTo>
                    <a:pt x="227791" y="187516"/>
                  </a:lnTo>
                  <a:lnTo>
                    <a:pt x="71879" y="134809"/>
                  </a:lnTo>
                  <a:lnTo>
                    <a:pt x="50704" y="116054"/>
                  </a:lnTo>
                  <a:lnTo>
                    <a:pt x="43393" y="113744"/>
                  </a:lnTo>
                  <a:lnTo>
                    <a:pt x="38741" y="108354"/>
                  </a:lnTo>
                  <a:lnTo>
                    <a:pt x="27537" y="86970"/>
                  </a:lnTo>
                  <a:lnTo>
                    <a:pt x="21554" y="84464"/>
                  </a:lnTo>
                  <a:lnTo>
                    <a:pt x="9590" y="69709"/>
                  </a:lnTo>
                  <a:lnTo>
                    <a:pt x="0" y="47215"/>
                  </a:lnTo>
                  <a:lnTo>
                    <a:pt x="30955" y="0"/>
                  </a:lnTo>
                  <a:lnTo>
                    <a:pt x="41209" y="8234"/>
                  </a:lnTo>
                  <a:lnTo>
                    <a:pt x="51275" y="24980"/>
                  </a:lnTo>
                  <a:lnTo>
                    <a:pt x="62953" y="38518"/>
                  </a:lnTo>
                  <a:lnTo>
                    <a:pt x="91060" y="57452"/>
                  </a:lnTo>
                  <a:lnTo>
                    <a:pt x="120399" y="57162"/>
                  </a:lnTo>
                  <a:lnTo>
                    <a:pt x="141289" y="45669"/>
                  </a:lnTo>
                  <a:lnTo>
                    <a:pt x="166547" y="35714"/>
                  </a:lnTo>
                  <a:lnTo>
                    <a:pt x="205952" y="40547"/>
                  </a:lnTo>
                  <a:lnTo>
                    <a:pt x="250295" y="17529"/>
                  </a:lnTo>
                  <a:lnTo>
                    <a:pt x="266531" y="20916"/>
                  </a:lnTo>
                  <a:lnTo>
                    <a:pt x="282675" y="19368"/>
                  </a:lnTo>
                  <a:lnTo>
                    <a:pt x="311919" y="9687"/>
                  </a:lnTo>
                  <a:lnTo>
                    <a:pt x="329296" y="1317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" name="oPE_MapPart_ZAF_1_72" descr="Südafrika">
              <a:extLst>
                <a:ext uri="{FF2B5EF4-FFF2-40B4-BE49-F238E27FC236}">
                  <a16:creationId xmlns:a16="http://schemas.microsoft.com/office/drawing/2014/main" id="{C4E25622-73DC-403E-C9E0-B09385401F0A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6276505" y="4284697"/>
              <a:ext cx="867108" cy="760907"/>
            </a:xfrm>
            <a:custGeom>
              <a:avLst/>
              <a:gdLst/>
              <a:ahLst/>
              <a:cxnLst/>
              <a:rect l="0" t="0" r="0" b="0"/>
              <a:pathLst>
                <a:path w="867108" h="760907">
                  <a:moveTo>
                    <a:pt x="681380" y="2769"/>
                  </a:moveTo>
                  <a:lnTo>
                    <a:pt x="697048" y="0"/>
                  </a:lnTo>
                  <a:lnTo>
                    <a:pt x="724868" y="8308"/>
                  </a:lnTo>
                  <a:lnTo>
                    <a:pt x="739111" y="10464"/>
                  </a:lnTo>
                  <a:lnTo>
                    <a:pt x="763229" y="8308"/>
                  </a:lnTo>
                  <a:lnTo>
                    <a:pt x="771490" y="9232"/>
                  </a:lnTo>
                  <a:lnTo>
                    <a:pt x="782790" y="14674"/>
                  </a:lnTo>
                  <a:lnTo>
                    <a:pt x="795703" y="64851"/>
                  </a:lnTo>
                  <a:lnTo>
                    <a:pt x="796367" y="76541"/>
                  </a:lnTo>
                  <a:lnTo>
                    <a:pt x="809755" y="100078"/>
                  </a:lnTo>
                  <a:lnTo>
                    <a:pt x="819631" y="132967"/>
                  </a:lnTo>
                  <a:lnTo>
                    <a:pt x="819536" y="201199"/>
                  </a:lnTo>
                  <a:lnTo>
                    <a:pt x="816212" y="209524"/>
                  </a:lnTo>
                  <a:lnTo>
                    <a:pt x="817637" y="220288"/>
                  </a:lnTo>
                  <a:lnTo>
                    <a:pt x="813554" y="221660"/>
                  </a:lnTo>
                  <a:lnTo>
                    <a:pt x="789531" y="207943"/>
                  </a:lnTo>
                  <a:lnTo>
                    <a:pt x="778516" y="213532"/>
                  </a:lnTo>
                  <a:lnTo>
                    <a:pt x="757247" y="247058"/>
                  </a:lnTo>
                  <a:lnTo>
                    <a:pt x="756773" y="267764"/>
                  </a:lnTo>
                  <a:lnTo>
                    <a:pt x="761425" y="269466"/>
                  </a:lnTo>
                  <a:lnTo>
                    <a:pt x="770921" y="288320"/>
                  </a:lnTo>
                  <a:lnTo>
                    <a:pt x="782030" y="295792"/>
                  </a:lnTo>
                  <a:lnTo>
                    <a:pt x="792380" y="299210"/>
                  </a:lnTo>
                  <a:lnTo>
                    <a:pt x="806812" y="300065"/>
                  </a:lnTo>
                  <a:lnTo>
                    <a:pt x="818206" y="299851"/>
                  </a:lnTo>
                  <a:lnTo>
                    <a:pt x="820105" y="270955"/>
                  </a:lnTo>
                  <a:lnTo>
                    <a:pt x="839001" y="273509"/>
                  </a:lnTo>
                  <a:lnTo>
                    <a:pt x="867107" y="272764"/>
                  </a:lnTo>
                  <a:lnTo>
                    <a:pt x="865208" y="286507"/>
                  </a:lnTo>
                  <a:lnTo>
                    <a:pt x="855048" y="317721"/>
                  </a:lnTo>
                  <a:lnTo>
                    <a:pt x="848591" y="353178"/>
                  </a:lnTo>
                  <a:lnTo>
                    <a:pt x="835488" y="378439"/>
                  </a:lnTo>
                  <a:lnTo>
                    <a:pt x="818017" y="394252"/>
                  </a:lnTo>
                  <a:lnTo>
                    <a:pt x="808711" y="397398"/>
                  </a:lnTo>
                  <a:lnTo>
                    <a:pt x="785258" y="424037"/>
                  </a:lnTo>
                  <a:lnTo>
                    <a:pt x="739776" y="505542"/>
                  </a:lnTo>
                  <a:lnTo>
                    <a:pt x="713378" y="542881"/>
                  </a:lnTo>
                  <a:lnTo>
                    <a:pt x="687552" y="564708"/>
                  </a:lnTo>
                  <a:lnTo>
                    <a:pt x="654508" y="603218"/>
                  </a:lnTo>
                  <a:lnTo>
                    <a:pt x="633049" y="623924"/>
                  </a:lnTo>
                  <a:lnTo>
                    <a:pt x="601999" y="650821"/>
                  </a:lnTo>
                  <a:lnTo>
                    <a:pt x="560695" y="680355"/>
                  </a:lnTo>
                  <a:lnTo>
                    <a:pt x="526512" y="695409"/>
                  </a:lnTo>
                  <a:lnTo>
                    <a:pt x="503343" y="692441"/>
                  </a:lnTo>
                  <a:lnTo>
                    <a:pt x="493659" y="694039"/>
                  </a:lnTo>
                  <a:lnTo>
                    <a:pt x="485493" y="701123"/>
                  </a:lnTo>
                  <a:lnTo>
                    <a:pt x="484733" y="711423"/>
                  </a:lnTo>
                  <a:lnTo>
                    <a:pt x="481410" y="713027"/>
                  </a:lnTo>
                  <a:lnTo>
                    <a:pt x="460045" y="708216"/>
                  </a:lnTo>
                  <a:lnTo>
                    <a:pt x="451310" y="709018"/>
                  </a:lnTo>
                  <a:lnTo>
                    <a:pt x="442004" y="721512"/>
                  </a:lnTo>
                  <a:lnTo>
                    <a:pt x="429755" y="721856"/>
                  </a:lnTo>
                  <a:lnTo>
                    <a:pt x="408011" y="714631"/>
                  </a:lnTo>
                  <a:lnTo>
                    <a:pt x="382374" y="710277"/>
                  </a:lnTo>
                  <a:lnTo>
                    <a:pt x="376487" y="709819"/>
                  </a:lnTo>
                  <a:lnTo>
                    <a:pt x="359775" y="715892"/>
                  </a:lnTo>
                  <a:lnTo>
                    <a:pt x="322079" y="711308"/>
                  </a:lnTo>
                  <a:lnTo>
                    <a:pt x="305842" y="715089"/>
                  </a:lnTo>
                  <a:lnTo>
                    <a:pt x="281724" y="734496"/>
                  </a:lnTo>
                  <a:lnTo>
                    <a:pt x="258556" y="736797"/>
                  </a:lnTo>
                  <a:lnTo>
                    <a:pt x="239565" y="734151"/>
                  </a:lnTo>
                  <a:lnTo>
                    <a:pt x="228265" y="738755"/>
                  </a:lnTo>
                  <a:lnTo>
                    <a:pt x="215258" y="740251"/>
                  </a:lnTo>
                  <a:lnTo>
                    <a:pt x="188481" y="760906"/>
                  </a:lnTo>
                  <a:lnTo>
                    <a:pt x="168066" y="758825"/>
                  </a:lnTo>
                  <a:lnTo>
                    <a:pt x="155247" y="749357"/>
                  </a:lnTo>
                  <a:lnTo>
                    <a:pt x="150310" y="750049"/>
                  </a:lnTo>
                  <a:lnTo>
                    <a:pt x="152019" y="742095"/>
                  </a:lnTo>
                  <a:lnTo>
                    <a:pt x="147461" y="737027"/>
                  </a:lnTo>
                  <a:lnTo>
                    <a:pt x="142429" y="737258"/>
                  </a:lnTo>
                  <a:lnTo>
                    <a:pt x="139770" y="733001"/>
                  </a:lnTo>
                  <a:lnTo>
                    <a:pt x="125717" y="733921"/>
                  </a:lnTo>
                  <a:lnTo>
                    <a:pt x="124483" y="717612"/>
                  </a:lnTo>
                  <a:lnTo>
                    <a:pt x="121539" y="716006"/>
                  </a:lnTo>
                  <a:lnTo>
                    <a:pt x="110050" y="716236"/>
                  </a:lnTo>
                  <a:lnTo>
                    <a:pt x="106252" y="721397"/>
                  </a:lnTo>
                  <a:lnTo>
                    <a:pt x="106157" y="732886"/>
                  </a:lnTo>
                  <a:lnTo>
                    <a:pt x="103498" y="729552"/>
                  </a:lnTo>
                  <a:lnTo>
                    <a:pt x="99415" y="715433"/>
                  </a:lnTo>
                  <a:lnTo>
                    <a:pt x="100555" y="706843"/>
                  </a:lnTo>
                  <a:lnTo>
                    <a:pt x="106347" y="703639"/>
                  </a:lnTo>
                  <a:lnTo>
                    <a:pt x="104733" y="692784"/>
                  </a:lnTo>
                  <a:lnTo>
                    <a:pt x="95617" y="674094"/>
                  </a:lnTo>
                  <a:lnTo>
                    <a:pt x="90110" y="670114"/>
                  </a:lnTo>
                  <a:lnTo>
                    <a:pt x="85837" y="660572"/>
                  </a:lnTo>
                  <a:lnTo>
                    <a:pt x="81469" y="657056"/>
                  </a:lnTo>
                  <a:lnTo>
                    <a:pt x="75392" y="645046"/>
                  </a:lnTo>
                  <a:lnTo>
                    <a:pt x="73968" y="636565"/>
                  </a:lnTo>
                  <a:lnTo>
                    <a:pt x="80045" y="629112"/>
                  </a:lnTo>
                  <a:lnTo>
                    <a:pt x="83748" y="633290"/>
                  </a:lnTo>
                  <a:lnTo>
                    <a:pt x="88401" y="631708"/>
                  </a:lnTo>
                  <a:lnTo>
                    <a:pt x="95047" y="625616"/>
                  </a:lnTo>
                  <a:lnTo>
                    <a:pt x="99035" y="616375"/>
                  </a:lnTo>
                  <a:lnTo>
                    <a:pt x="98276" y="592556"/>
                  </a:lnTo>
                  <a:lnTo>
                    <a:pt x="92958" y="568949"/>
                  </a:lnTo>
                  <a:lnTo>
                    <a:pt x="64853" y="524237"/>
                  </a:lnTo>
                  <a:lnTo>
                    <a:pt x="47381" y="488998"/>
                  </a:lnTo>
                  <a:lnTo>
                    <a:pt x="26492" y="425563"/>
                  </a:lnTo>
                  <a:lnTo>
                    <a:pt x="15382" y="401739"/>
                  </a:lnTo>
                  <a:lnTo>
                    <a:pt x="0" y="378223"/>
                  </a:lnTo>
                  <a:lnTo>
                    <a:pt x="9400" y="370440"/>
                  </a:lnTo>
                  <a:lnTo>
                    <a:pt x="16237" y="368279"/>
                  </a:lnTo>
                  <a:lnTo>
                    <a:pt x="22504" y="348870"/>
                  </a:lnTo>
                  <a:lnTo>
                    <a:pt x="32094" y="343058"/>
                  </a:lnTo>
                  <a:lnTo>
                    <a:pt x="36936" y="346071"/>
                  </a:lnTo>
                  <a:lnTo>
                    <a:pt x="39880" y="353070"/>
                  </a:lnTo>
                  <a:lnTo>
                    <a:pt x="48046" y="357273"/>
                  </a:lnTo>
                  <a:lnTo>
                    <a:pt x="49470" y="362343"/>
                  </a:lnTo>
                  <a:lnTo>
                    <a:pt x="47476" y="371196"/>
                  </a:lnTo>
                  <a:lnTo>
                    <a:pt x="52699" y="382985"/>
                  </a:lnTo>
                  <a:lnTo>
                    <a:pt x="87262" y="393493"/>
                  </a:lnTo>
                  <a:lnTo>
                    <a:pt x="126097" y="393276"/>
                  </a:lnTo>
                  <a:lnTo>
                    <a:pt x="143093" y="397506"/>
                  </a:lnTo>
                  <a:lnTo>
                    <a:pt x="147556" y="395228"/>
                  </a:lnTo>
                  <a:lnTo>
                    <a:pt x="151069" y="385150"/>
                  </a:lnTo>
                  <a:lnTo>
                    <a:pt x="160090" y="380820"/>
                  </a:lnTo>
                  <a:lnTo>
                    <a:pt x="163034" y="375628"/>
                  </a:lnTo>
                  <a:lnTo>
                    <a:pt x="170060" y="371413"/>
                  </a:lnTo>
                  <a:lnTo>
                    <a:pt x="186297" y="368172"/>
                  </a:lnTo>
                  <a:lnTo>
                    <a:pt x="186297" y="151350"/>
                  </a:lnTo>
                  <a:lnTo>
                    <a:pt x="205572" y="166007"/>
                  </a:lnTo>
                  <a:lnTo>
                    <a:pt x="219530" y="192989"/>
                  </a:lnTo>
                  <a:lnTo>
                    <a:pt x="229216" y="217859"/>
                  </a:lnTo>
                  <a:lnTo>
                    <a:pt x="230355" y="232444"/>
                  </a:lnTo>
                  <a:lnTo>
                    <a:pt x="220385" y="248861"/>
                  </a:lnTo>
                  <a:lnTo>
                    <a:pt x="221145" y="266488"/>
                  </a:lnTo>
                  <a:lnTo>
                    <a:pt x="223518" y="271168"/>
                  </a:lnTo>
                  <a:lnTo>
                    <a:pt x="276786" y="272338"/>
                  </a:lnTo>
                  <a:lnTo>
                    <a:pt x="281724" y="264574"/>
                  </a:lnTo>
                  <a:lnTo>
                    <a:pt x="297677" y="256926"/>
                  </a:lnTo>
                  <a:lnTo>
                    <a:pt x="304323" y="245575"/>
                  </a:lnTo>
                  <a:lnTo>
                    <a:pt x="324358" y="230539"/>
                  </a:lnTo>
                  <a:lnTo>
                    <a:pt x="339170" y="190991"/>
                  </a:lnTo>
                  <a:lnTo>
                    <a:pt x="348666" y="182478"/>
                  </a:lnTo>
                  <a:lnTo>
                    <a:pt x="359681" y="179852"/>
                  </a:lnTo>
                  <a:lnTo>
                    <a:pt x="366138" y="181323"/>
                  </a:lnTo>
                  <a:lnTo>
                    <a:pt x="392724" y="199409"/>
                  </a:lnTo>
                  <a:lnTo>
                    <a:pt x="408581" y="201305"/>
                  </a:lnTo>
                  <a:lnTo>
                    <a:pt x="415797" y="207732"/>
                  </a:lnTo>
                  <a:lnTo>
                    <a:pt x="437826" y="212056"/>
                  </a:lnTo>
                  <a:lnTo>
                    <a:pt x="474478" y="206046"/>
                  </a:lnTo>
                  <a:lnTo>
                    <a:pt x="481884" y="199725"/>
                  </a:lnTo>
                  <a:lnTo>
                    <a:pt x="497647" y="151978"/>
                  </a:lnTo>
                  <a:lnTo>
                    <a:pt x="505528" y="147063"/>
                  </a:lnTo>
                  <a:lnTo>
                    <a:pt x="527652" y="140065"/>
                  </a:lnTo>
                  <a:lnTo>
                    <a:pt x="536482" y="129213"/>
                  </a:lnTo>
                  <a:lnTo>
                    <a:pt x="547877" y="120252"/>
                  </a:lnTo>
                  <a:lnTo>
                    <a:pt x="555948" y="89285"/>
                  </a:lnTo>
                  <a:lnTo>
                    <a:pt x="561170" y="82029"/>
                  </a:lnTo>
                  <a:lnTo>
                    <a:pt x="573134" y="73125"/>
                  </a:lnTo>
                  <a:lnTo>
                    <a:pt x="582914" y="69918"/>
                  </a:lnTo>
                  <a:lnTo>
                    <a:pt x="590605" y="61338"/>
                  </a:lnTo>
                  <a:lnTo>
                    <a:pt x="596587" y="60097"/>
                  </a:lnTo>
                  <a:lnTo>
                    <a:pt x="620420" y="31329"/>
                  </a:lnTo>
                  <a:lnTo>
                    <a:pt x="629535" y="25568"/>
                  </a:lnTo>
                  <a:lnTo>
                    <a:pt x="653653" y="19091"/>
                  </a:lnTo>
                  <a:lnTo>
                    <a:pt x="662864" y="7591"/>
                  </a:lnTo>
                  <a:lnTo>
                    <a:pt x="668941" y="38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oPE_MapPart_ZAF_2_73" descr="Südafrika">
              <a:extLst>
                <a:ext uri="{FF2B5EF4-FFF2-40B4-BE49-F238E27FC236}">
                  <a16:creationId xmlns:a16="http://schemas.microsoft.com/office/drawing/2014/main" id="{F494E86C-4DC1-7498-D87F-5589767ADE57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7391724" y="5888433"/>
              <a:ext cx="15763" cy="9448"/>
            </a:xfrm>
            <a:custGeom>
              <a:avLst/>
              <a:gdLst/>
              <a:ahLst/>
              <a:cxnLst/>
              <a:rect l="0" t="0" r="0" b="0"/>
              <a:pathLst>
                <a:path w="15763" h="9448">
                  <a:moveTo>
                    <a:pt x="14147" y="9308"/>
                  </a:moveTo>
                  <a:lnTo>
                    <a:pt x="1139" y="9447"/>
                  </a:lnTo>
                  <a:lnTo>
                    <a:pt x="0" y="6527"/>
                  </a:lnTo>
                  <a:lnTo>
                    <a:pt x="5032" y="0"/>
                  </a:lnTo>
                  <a:lnTo>
                    <a:pt x="15762" y="59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" name="oPE_MapPart_SDS_1_74" descr="Südsudan">
              <a:extLst>
                <a:ext uri="{FF2B5EF4-FFF2-40B4-BE49-F238E27FC236}">
                  <a16:creationId xmlns:a16="http://schemas.microsoft.com/office/drawing/2014/main" id="{0587D9E2-3E69-292B-904E-EEC9A33A0F5F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6682617" y="2436502"/>
              <a:ext cx="586713" cy="465545"/>
            </a:xfrm>
            <a:custGeom>
              <a:avLst/>
              <a:gdLst/>
              <a:ahLst/>
              <a:cxnLst/>
              <a:rect l="0" t="0" r="0" b="0"/>
              <a:pathLst>
                <a:path w="586713" h="465545">
                  <a:moveTo>
                    <a:pt x="518536" y="426906"/>
                  </a:moveTo>
                  <a:lnTo>
                    <a:pt x="492804" y="451558"/>
                  </a:lnTo>
                  <a:lnTo>
                    <a:pt x="475143" y="450512"/>
                  </a:lnTo>
                  <a:lnTo>
                    <a:pt x="466882" y="444897"/>
                  </a:lnTo>
                  <a:lnTo>
                    <a:pt x="458432" y="449275"/>
                  </a:lnTo>
                  <a:lnTo>
                    <a:pt x="431939" y="454128"/>
                  </a:lnTo>
                  <a:lnTo>
                    <a:pt x="421401" y="464022"/>
                  </a:lnTo>
                  <a:lnTo>
                    <a:pt x="411145" y="459361"/>
                  </a:lnTo>
                  <a:lnTo>
                    <a:pt x="403643" y="448989"/>
                  </a:lnTo>
                  <a:lnTo>
                    <a:pt x="390350" y="455650"/>
                  </a:lnTo>
                  <a:lnTo>
                    <a:pt x="369556" y="449941"/>
                  </a:lnTo>
                  <a:lnTo>
                    <a:pt x="357782" y="457934"/>
                  </a:lnTo>
                  <a:lnTo>
                    <a:pt x="353034" y="465544"/>
                  </a:lnTo>
                  <a:lnTo>
                    <a:pt x="348666" y="458504"/>
                  </a:lnTo>
                  <a:lnTo>
                    <a:pt x="339740" y="458504"/>
                  </a:lnTo>
                  <a:lnTo>
                    <a:pt x="335563" y="447276"/>
                  </a:lnTo>
                  <a:lnTo>
                    <a:pt x="319041" y="439567"/>
                  </a:lnTo>
                  <a:lnTo>
                    <a:pt x="291695" y="407573"/>
                  </a:lnTo>
                  <a:lnTo>
                    <a:pt x="285143" y="404906"/>
                  </a:lnTo>
                  <a:lnTo>
                    <a:pt x="280775" y="406240"/>
                  </a:lnTo>
                  <a:lnTo>
                    <a:pt x="276312" y="412241"/>
                  </a:lnTo>
                  <a:lnTo>
                    <a:pt x="267861" y="417860"/>
                  </a:lnTo>
                  <a:lnTo>
                    <a:pt x="252764" y="412812"/>
                  </a:lnTo>
                  <a:lnTo>
                    <a:pt x="241560" y="411860"/>
                  </a:lnTo>
                  <a:lnTo>
                    <a:pt x="225798" y="421478"/>
                  </a:lnTo>
                  <a:lnTo>
                    <a:pt x="213359" y="420050"/>
                  </a:lnTo>
                  <a:lnTo>
                    <a:pt x="207376" y="416146"/>
                  </a:lnTo>
                  <a:lnTo>
                    <a:pt x="202250" y="410431"/>
                  </a:lnTo>
                  <a:lnTo>
                    <a:pt x="192089" y="404525"/>
                  </a:lnTo>
                  <a:lnTo>
                    <a:pt x="188481" y="397379"/>
                  </a:lnTo>
                  <a:lnTo>
                    <a:pt x="176422" y="387373"/>
                  </a:lnTo>
                  <a:lnTo>
                    <a:pt x="164078" y="370308"/>
                  </a:lnTo>
                  <a:lnTo>
                    <a:pt x="161799" y="352853"/>
                  </a:lnTo>
                  <a:lnTo>
                    <a:pt x="158096" y="347414"/>
                  </a:lnTo>
                  <a:lnTo>
                    <a:pt x="136068" y="332810"/>
                  </a:lnTo>
                  <a:lnTo>
                    <a:pt x="124863" y="328991"/>
                  </a:lnTo>
                  <a:lnTo>
                    <a:pt x="114039" y="308549"/>
                  </a:lnTo>
                  <a:lnTo>
                    <a:pt x="116792" y="298991"/>
                  </a:lnTo>
                  <a:lnTo>
                    <a:pt x="91914" y="276134"/>
                  </a:lnTo>
                  <a:lnTo>
                    <a:pt x="65042" y="261874"/>
                  </a:lnTo>
                  <a:lnTo>
                    <a:pt x="59725" y="256895"/>
                  </a:lnTo>
                  <a:lnTo>
                    <a:pt x="54598" y="250000"/>
                  </a:lnTo>
                  <a:lnTo>
                    <a:pt x="58017" y="241090"/>
                  </a:lnTo>
                  <a:lnTo>
                    <a:pt x="55548" y="236586"/>
                  </a:lnTo>
                  <a:lnTo>
                    <a:pt x="37222" y="219040"/>
                  </a:lnTo>
                  <a:lnTo>
                    <a:pt x="12060" y="212612"/>
                  </a:lnTo>
                  <a:lnTo>
                    <a:pt x="3228" y="206663"/>
                  </a:lnTo>
                  <a:lnTo>
                    <a:pt x="1710" y="201768"/>
                  </a:lnTo>
                  <a:lnTo>
                    <a:pt x="3893" y="193990"/>
                  </a:lnTo>
                  <a:lnTo>
                    <a:pt x="0" y="190917"/>
                  </a:lnTo>
                  <a:lnTo>
                    <a:pt x="665" y="189284"/>
                  </a:lnTo>
                  <a:lnTo>
                    <a:pt x="8071" y="182943"/>
                  </a:lnTo>
                  <a:lnTo>
                    <a:pt x="20320" y="179100"/>
                  </a:lnTo>
                  <a:lnTo>
                    <a:pt x="21270" y="172659"/>
                  </a:lnTo>
                  <a:lnTo>
                    <a:pt x="26397" y="163428"/>
                  </a:lnTo>
                  <a:lnTo>
                    <a:pt x="27821" y="152267"/>
                  </a:lnTo>
                  <a:lnTo>
                    <a:pt x="33519" y="144855"/>
                  </a:lnTo>
                  <a:lnTo>
                    <a:pt x="33708" y="131660"/>
                  </a:lnTo>
                  <a:lnTo>
                    <a:pt x="45198" y="116623"/>
                  </a:lnTo>
                  <a:lnTo>
                    <a:pt x="46242" y="106880"/>
                  </a:lnTo>
                  <a:lnTo>
                    <a:pt x="48521" y="103792"/>
                  </a:lnTo>
                  <a:lnTo>
                    <a:pt x="90301" y="97808"/>
                  </a:lnTo>
                  <a:lnTo>
                    <a:pt x="92009" y="108713"/>
                  </a:lnTo>
                  <a:lnTo>
                    <a:pt x="106727" y="121347"/>
                  </a:lnTo>
                  <a:lnTo>
                    <a:pt x="126857" y="144951"/>
                  </a:lnTo>
                  <a:lnTo>
                    <a:pt x="132459" y="147165"/>
                  </a:lnTo>
                  <a:lnTo>
                    <a:pt x="137967" y="146395"/>
                  </a:lnTo>
                  <a:lnTo>
                    <a:pt x="154394" y="140233"/>
                  </a:lnTo>
                  <a:lnTo>
                    <a:pt x="196932" y="140907"/>
                  </a:lnTo>
                  <a:lnTo>
                    <a:pt x="205857" y="155443"/>
                  </a:lnTo>
                  <a:lnTo>
                    <a:pt x="247827" y="155635"/>
                  </a:lnTo>
                  <a:lnTo>
                    <a:pt x="247541" y="148513"/>
                  </a:lnTo>
                  <a:lnTo>
                    <a:pt x="254948" y="141292"/>
                  </a:lnTo>
                  <a:lnTo>
                    <a:pt x="268811" y="134646"/>
                  </a:lnTo>
                  <a:lnTo>
                    <a:pt x="280965" y="131949"/>
                  </a:lnTo>
                  <a:lnTo>
                    <a:pt x="287896" y="123757"/>
                  </a:lnTo>
                  <a:lnTo>
                    <a:pt x="287896" y="116044"/>
                  </a:lnTo>
                  <a:lnTo>
                    <a:pt x="308881" y="104661"/>
                  </a:lnTo>
                  <a:lnTo>
                    <a:pt x="333759" y="120672"/>
                  </a:lnTo>
                  <a:lnTo>
                    <a:pt x="348571" y="133972"/>
                  </a:lnTo>
                  <a:lnTo>
                    <a:pt x="369651" y="131852"/>
                  </a:lnTo>
                  <a:lnTo>
                    <a:pt x="396048" y="107748"/>
                  </a:lnTo>
                  <a:lnTo>
                    <a:pt x="406587" y="93849"/>
                  </a:lnTo>
                  <a:lnTo>
                    <a:pt x="410766" y="83996"/>
                  </a:lnTo>
                  <a:lnTo>
                    <a:pt x="436497" y="61081"/>
                  </a:lnTo>
                  <a:lnTo>
                    <a:pt x="432129" y="48982"/>
                  </a:lnTo>
                  <a:lnTo>
                    <a:pt x="432129" y="27663"/>
                  </a:lnTo>
                  <a:lnTo>
                    <a:pt x="418077" y="11751"/>
                  </a:lnTo>
                  <a:lnTo>
                    <a:pt x="453114" y="11557"/>
                  </a:lnTo>
                  <a:lnTo>
                    <a:pt x="452354" y="0"/>
                  </a:lnTo>
                  <a:lnTo>
                    <a:pt x="477516" y="389"/>
                  </a:lnTo>
                  <a:lnTo>
                    <a:pt x="473339" y="29215"/>
                  </a:lnTo>
                  <a:lnTo>
                    <a:pt x="470870" y="33286"/>
                  </a:lnTo>
                  <a:lnTo>
                    <a:pt x="476093" y="73945"/>
                  </a:lnTo>
                  <a:lnTo>
                    <a:pt x="473909" y="79551"/>
                  </a:lnTo>
                  <a:lnTo>
                    <a:pt x="486632" y="84576"/>
                  </a:lnTo>
                  <a:lnTo>
                    <a:pt x="514834" y="109871"/>
                  </a:lnTo>
                  <a:lnTo>
                    <a:pt x="517492" y="116623"/>
                  </a:lnTo>
                  <a:lnTo>
                    <a:pt x="517777" y="127323"/>
                  </a:lnTo>
                  <a:lnTo>
                    <a:pt x="514264" y="134646"/>
                  </a:lnTo>
                  <a:lnTo>
                    <a:pt x="512934" y="146010"/>
                  </a:lnTo>
                  <a:lnTo>
                    <a:pt x="513979" y="148321"/>
                  </a:lnTo>
                  <a:lnTo>
                    <a:pt x="523854" y="148417"/>
                  </a:lnTo>
                  <a:lnTo>
                    <a:pt x="525088" y="190341"/>
                  </a:lnTo>
                  <a:lnTo>
                    <a:pt x="523569" y="197351"/>
                  </a:lnTo>
                  <a:lnTo>
                    <a:pt x="517302" y="202728"/>
                  </a:lnTo>
                  <a:lnTo>
                    <a:pt x="481790" y="203112"/>
                  </a:lnTo>
                  <a:lnTo>
                    <a:pt x="466978" y="231698"/>
                  </a:lnTo>
                  <a:lnTo>
                    <a:pt x="478941" y="239174"/>
                  </a:lnTo>
                  <a:lnTo>
                    <a:pt x="502110" y="243869"/>
                  </a:lnTo>
                  <a:lnTo>
                    <a:pt x="514644" y="252490"/>
                  </a:lnTo>
                  <a:lnTo>
                    <a:pt x="520815" y="260055"/>
                  </a:lnTo>
                  <a:lnTo>
                    <a:pt x="523189" y="267617"/>
                  </a:lnTo>
                  <a:lnTo>
                    <a:pt x="534488" y="279483"/>
                  </a:lnTo>
                  <a:lnTo>
                    <a:pt x="545313" y="285031"/>
                  </a:lnTo>
                  <a:lnTo>
                    <a:pt x="557278" y="297653"/>
                  </a:lnTo>
                  <a:lnTo>
                    <a:pt x="570381" y="330328"/>
                  </a:lnTo>
                  <a:lnTo>
                    <a:pt x="571615" y="340161"/>
                  </a:lnTo>
                  <a:lnTo>
                    <a:pt x="576838" y="349991"/>
                  </a:lnTo>
                  <a:lnTo>
                    <a:pt x="586712" y="359627"/>
                  </a:lnTo>
                  <a:lnTo>
                    <a:pt x="529076" y="41643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" name="oPE_MapPart_SDN_1_75" descr="Sudan">
              <a:extLst>
                <a:ext uri="{FF2B5EF4-FFF2-40B4-BE49-F238E27FC236}">
                  <a16:creationId xmlns:a16="http://schemas.microsoft.com/office/drawing/2014/main" id="{A50321EA-961E-6C7B-AEE9-D3FBF7FDE91C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6560128" y="1884568"/>
              <a:ext cx="885435" cy="742852"/>
            </a:xfrm>
            <a:custGeom>
              <a:avLst/>
              <a:gdLst/>
              <a:ahLst/>
              <a:cxnLst/>
              <a:rect l="0" t="0" r="0" b="0"/>
              <a:pathLst>
                <a:path w="885435" h="742852">
                  <a:moveTo>
                    <a:pt x="646343" y="700351"/>
                  </a:moveTo>
                  <a:lnTo>
                    <a:pt x="636468" y="700255"/>
                  </a:lnTo>
                  <a:lnTo>
                    <a:pt x="635423" y="697944"/>
                  </a:lnTo>
                  <a:lnTo>
                    <a:pt x="636753" y="686580"/>
                  </a:lnTo>
                  <a:lnTo>
                    <a:pt x="640266" y="679257"/>
                  </a:lnTo>
                  <a:lnTo>
                    <a:pt x="639981" y="668557"/>
                  </a:lnTo>
                  <a:lnTo>
                    <a:pt x="637323" y="661805"/>
                  </a:lnTo>
                  <a:lnTo>
                    <a:pt x="609121" y="636510"/>
                  </a:lnTo>
                  <a:lnTo>
                    <a:pt x="596398" y="631485"/>
                  </a:lnTo>
                  <a:lnTo>
                    <a:pt x="598582" y="625879"/>
                  </a:lnTo>
                  <a:lnTo>
                    <a:pt x="593359" y="585220"/>
                  </a:lnTo>
                  <a:lnTo>
                    <a:pt x="595828" y="581149"/>
                  </a:lnTo>
                  <a:lnTo>
                    <a:pt x="600005" y="552323"/>
                  </a:lnTo>
                  <a:lnTo>
                    <a:pt x="574843" y="551934"/>
                  </a:lnTo>
                  <a:lnTo>
                    <a:pt x="575603" y="563491"/>
                  </a:lnTo>
                  <a:lnTo>
                    <a:pt x="540566" y="563685"/>
                  </a:lnTo>
                  <a:lnTo>
                    <a:pt x="554618" y="579597"/>
                  </a:lnTo>
                  <a:lnTo>
                    <a:pt x="554618" y="600916"/>
                  </a:lnTo>
                  <a:lnTo>
                    <a:pt x="558986" y="613015"/>
                  </a:lnTo>
                  <a:lnTo>
                    <a:pt x="533255" y="635930"/>
                  </a:lnTo>
                  <a:lnTo>
                    <a:pt x="529076" y="645783"/>
                  </a:lnTo>
                  <a:lnTo>
                    <a:pt x="518537" y="659682"/>
                  </a:lnTo>
                  <a:lnTo>
                    <a:pt x="492140" y="683786"/>
                  </a:lnTo>
                  <a:lnTo>
                    <a:pt x="471060" y="685906"/>
                  </a:lnTo>
                  <a:lnTo>
                    <a:pt x="456248" y="672606"/>
                  </a:lnTo>
                  <a:lnTo>
                    <a:pt x="431370" y="656595"/>
                  </a:lnTo>
                  <a:lnTo>
                    <a:pt x="410385" y="667978"/>
                  </a:lnTo>
                  <a:lnTo>
                    <a:pt x="410385" y="675691"/>
                  </a:lnTo>
                  <a:lnTo>
                    <a:pt x="403454" y="683883"/>
                  </a:lnTo>
                  <a:lnTo>
                    <a:pt x="391300" y="686580"/>
                  </a:lnTo>
                  <a:lnTo>
                    <a:pt x="377437" y="693226"/>
                  </a:lnTo>
                  <a:lnTo>
                    <a:pt x="370030" y="700447"/>
                  </a:lnTo>
                  <a:lnTo>
                    <a:pt x="370316" y="707569"/>
                  </a:lnTo>
                  <a:lnTo>
                    <a:pt x="328346" y="707377"/>
                  </a:lnTo>
                  <a:lnTo>
                    <a:pt x="319421" y="692841"/>
                  </a:lnTo>
                  <a:lnTo>
                    <a:pt x="276883" y="692167"/>
                  </a:lnTo>
                  <a:lnTo>
                    <a:pt x="254948" y="699099"/>
                  </a:lnTo>
                  <a:lnTo>
                    <a:pt x="249346" y="696885"/>
                  </a:lnTo>
                  <a:lnTo>
                    <a:pt x="229216" y="673281"/>
                  </a:lnTo>
                  <a:lnTo>
                    <a:pt x="216017" y="662384"/>
                  </a:lnTo>
                  <a:lnTo>
                    <a:pt x="212790" y="649742"/>
                  </a:lnTo>
                  <a:lnTo>
                    <a:pt x="209561" y="648969"/>
                  </a:lnTo>
                  <a:lnTo>
                    <a:pt x="171010" y="655726"/>
                  </a:lnTo>
                  <a:lnTo>
                    <a:pt x="168731" y="658814"/>
                  </a:lnTo>
                  <a:lnTo>
                    <a:pt x="167687" y="668557"/>
                  </a:lnTo>
                  <a:lnTo>
                    <a:pt x="156197" y="683594"/>
                  </a:lnTo>
                  <a:lnTo>
                    <a:pt x="156008" y="696789"/>
                  </a:lnTo>
                  <a:lnTo>
                    <a:pt x="150310" y="704201"/>
                  </a:lnTo>
                  <a:lnTo>
                    <a:pt x="148886" y="715362"/>
                  </a:lnTo>
                  <a:lnTo>
                    <a:pt x="143759" y="724593"/>
                  </a:lnTo>
                  <a:lnTo>
                    <a:pt x="142809" y="731034"/>
                  </a:lnTo>
                  <a:lnTo>
                    <a:pt x="126003" y="737375"/>
                  </a:lnTo>
                  <a:lnTo>
                    <a:pt x="122489" y="742851"/>
                  </a:lnTo>
                  <a:lnTo>
                    <a:pt x="97801" y="739297"/>
                  </a:lnTo>
                  <a:lnTo>
                    <a:pt x="90300" y="734781"/>
                  </a:lnTo>
                  <a:lnTo>
                    <a:pt x="91060" y="728054"/>
                  </a:lnTo>
                  <a:lnTo>
                    <a:pt x="86407" y="722382"/>
                  </a:lnTo>
                  <a:lnTo>
                    <a:pt x="86693" y="718824"/>
                  </a:lnTo>
                  <a:lnTo>
                    <a:pt x="94858" y="706799"/>
                  </a:lnTo>
                  <a:lnTo>
                    <a:pt x="96092" y="680992"/>
                  </a:lnTo>
                  <a:lnTo>
                    <a:pt x="78431" y="650707"/>
                  </a:lnTo>
                  <a:lnTo>
                    <a:pt x="60105" y="631195"/>
                  </a:lnTo>
                  <a:lnTo>
                    <a:pt x="54598" y="622205"/>
                  </a:lnTo>
                  <a:lnTo>
                    <a:pt x="58681" y="607499"/>
                  </a:lnTo>
                  <a:lnTo>
                    <a:pt x="57922" y="599269"/>
                  </a:lnTo>
                  <a:lnTo>
                    <a:pt x="50515" y="595783"/>
                  </a:lnTo>
                  <a:lnTo>
                    <a:pt x="40451" y="586674"/>
                  </a:lnTo>
                  <a:lnTo>
                    <a:pt x="38551" y="581827"/>
                  </a:lnTo>
                  <a:lnTo>
                    <a:pt x="39880" y="564559"/>
                  </a:lnTo>
                  <a:lnTo>
                    <a:pt x="34183" y="560384"/>
                  </a:lnTo>
                  <a:lnTo>
                    <a:pt x="29815" y="539007"/>
                  </a:lnTo>
                  <a:lnTo>
                    <a:pt x="31050" y="534533"/>
                  </a:lnTo>
                  <a:lnTo>
                    <a:pt x="27822" y="528306"/>
                  </a:lnTo>
                  <a:lnTo>
                    <a:pt x="21555" y="525678"/>
                  </a:lnTo>
                  <a:lnTo>
                    <a:pt x="5412" y="527430"/>
                  </a:lnTo>
                  <a:lnTo>
                    <a:pt x="0" y="521297"/>
                  </a:lnTo>
                  <a:lnTo>
                    <a:pt x="8736" y="503857"/>
                  </a:lnTo>
                  <a:lnTo>
                    <a:pt x="17567" y="498298"/>
                  </a:lnTo>
                  <a:lnTo>
                    <a:pt x="21270" y="492152"/>
                  </a:lnTo>
                  <a:lnTo>
                    <a:pt x="20890" y="484441"/>
                  </a:lnTo>
                  <a:lnTo>
                    <a:pt x="14813" y="466561"/>
                  </a:lnTo>
                  <a:lnTo>
                    <a:pt x="18326" y="460595"/>
                  </a:lnTo>
                  <a:lnTo>
                    <a:pt x="37601" y="446892"/>
                  </a:lnTo>
                  <a:lnTo>
                    <a:pt x="32949" y="440231"/>
                  </a:lnTo>
                  <a:lnTo>
                    <a:pt x="29341" y="425721"/>
                  </a:lnTo>
                  <a:lnTo>
                    <a:pt x="33898" y="421208"/>
                  </a:lnTo>
                  <a:lnTo>
                    <a:pt x="44629" y="416398"/>
                  </a:lnTo>
                  <a:lnTo>
                    <a:pt x="45103" y="409328"/>
                  </a:lnTo>
                  <a:lnTo>
                    <a:pt x="49470" y="401270"/>
                  </a:lnTo>
                  <a:lnTo>
                    <a:pt x="58396" y="392419"/>
                  </a:lnTo>
                  <a:lnTo>
                    <a:pt x="60390" y="384251"/>
                  </a:lnTo>
                  <a:lnTo>
                    <a:pt x="58491" y="372037"/>
                  </a:lnTo>
                  <a:lnTo>
                    <a:pt x="67512" y="362769"/>
                  </a:lnTo>
                  <a:lnTo>
                    <a:pt x="93814" y="360402"/>
                  </a:lnTo>
                  <a:lnTo>
                    <a:pt x="113184" y="361783"/>
                  </a:lnTo>
                  <a:lnTo>
                    <a:pt x="113658" y="124788"/>
                  </a:lnTo>
                  <a:lnTo>
                    <a:pt x="166358" y="124383"/>
                  </a:lnTo>
                  <a:lnTo>
                    <a:pt x="166452" y="11786"/>
                  </a:lnTo>
                  <a:lnTo>
                    <a:pt x="494989" y="11888"/>
                  </a:lnTo>
                  <a:lnTo>
                    <a:pt x="497742" y="11478"/>
                  </a:lnTo>
                  <a:lnTo>
                    <a:pt x="502870" y="820"/>
                  </a:lnTo>
                  <a:lnTo>
                    <a:pt x="505148" y="0"/>
                  </a:lnTo>
                  <a:lnTo>
                    <a:pt x="509611" y="3179"/>
                  </a:lnTo>
                  <a:lnTo>
                    <a:pt x="506952" y="11786"/>
                  </a:lnTo>
                  <a:lnTo>
                    <a:pt x="793710" y="11786"/>
                  </a:lnTo>
                  <a:lnTo>
                    <a:pt x="796652" y="34999"/>
                  </a:lnTo>
                  <a:lnTo>
                    <a:pt x="814124" y="62117"/>
                  </a:lnTo>
                  <a:lnTo>
                    <a:pt x="814030" y="65984"/>
                  </a:lnTo>
                  <a:lnTo>
                    <a:pt x="808427" y="62422"/>
                  </a:lnTo>
                  <a:lnTo>
                    <a:pt x="807952" y="69239"/>
                  </a:lnTo>
                  <a:lnTo>
                    <a:pt x="812510" y="93306"/>
                  </a:lnTo>
                  <a:lnTo>
                    <a:pt x="810706" y="117813"/>
                  </a:lnTo>
                  <a:lnTo>
                    <a:pt x="814314" y="136299"/>
                  </a:lnTo>
                  <a:lnTo>
                    <a:pt x="813650" y="147997"/>
                  </a:lnTo>
                  <a:lnTo>
                    <a:pt x="819536" y="175369"/>
                  </a:lnTo>
                  <a:lnTo>
                    <a:pt x="825328" y="190529"/>
                  </a:lnTo>
                  <a:lnTo>
                    <a:pt x="832165" y="196245"/>
                  </a:lnTo>
                  <a:lnTo>
                    <a:pt x="839002" y="197548"/>
                  </a:lnTo>
                  <a:lnTo>
                    <a:pt x="849162" y="205264"/>
                  </a:lnTo>
                  <a:lnTo>
                    <a:pt x="863879" y="222276"/>
                  </a:lnTo>
                  <a:lnTo>
                    <a:pt x="868152" y="220276"/>
                  </a:lnTo>
                  <a:lnTo>
                    <a:pt x="883535" y="232069"/>
                  </a:lnTo>
                  <a:lnTo>
                    <a:pt x="885434" y="235864"/>
                  </a:lnTo>
                  <a:lnTo>
                    <a:pt x="866633" y="259199"/>
                  </a:lnTo>
                  <a:lnTo>
                    <a:pt x="841755" y="266169"/>
                  </a:lnTo>
                  <a:lnTo>
                    <a:pt x="829412" y="273532"/>
                  </a:lnTo>
                  <a:lnTo>
                    <a:pt x="822195" y="288044"/>
                  </a:lnTo>
                  <a:lnTo>
                    <a:pt x="801021" y="288243"/>
                  </a:lnTo>
                  <a:lnTo>
                    <a:pt x="799407" y="302436"/>
                  </a:lnTo>
                  <a:lnTo>
                    <a:pt x="794564" y="312152"/>
                  </a:lnTo>
                  <a:lnTo>
                    <a:pt x="795988" y="330271"/>
                  </a:lnTo>
                  <a:lnTo>
                    <a:pt x="775289" y="387598"/>
                  </a:lnTo>
                  <a:lnTo>
                    <a:pt x="770256" y="393993"/>
                  </a:lnTo>
                  <a:lnTo>
                    <a:pt x="775384" y="441799"/>
                  </a:lnTo>
                  <a:lnTo>
                    <a:pt x="768356" y="476041"/>
                  </a:lnTo>
                  <a:lnTo>
                    <a:pt x="756203" y="504929"/>
                  </a:lnTo>
                  <a:lnTo>
                    <a:pt x="754399" y="523147"/>
                  </a:lnTo>
                  <a:lnTo>
                    <a:pt x="730376" y="530349"/>
                  </a:lnTo>
                  <a:lnTo>
                    <a:pt x="708347" y="566306"/>
                  </a:lnTo>
                  <a:lnTo>
                    <a:pt x="700940" y="573875"/>
                  </a:lnTo>
                  <a:lnTo>
                    <a:pt x="692964" y="602949"/>
                  </a:lnTo>
                  <a:lnTo>
                    <a:pt x="691350" y="625106"/>
                  </a:lnTo>
                  <a:lnTo>
                    <a:pt x="682900" y="631485"/>
                  </a:lnTo>
                  <a:lnTo>
                    <a:pt x="672455" y="624235"/>
                  </a:lnTo>
                  <a:lnTo>
                    <a:pt x="665048" y="629262"/>
                  </a:lnTo>
                  <a:lnTo>
                    <a:pt x="660396" y="636220"/>
                  </a:lnTo>
                  <a:lnTo>
                    <a:pt x="656788" y="643176"/>
                  </a:lnTo>
                  <a:lnTo>
                    <a:pt x="658687" y="661226"/>
                  </a:lnTo>
                  <a:lnTo>
                    <a:pt x="650616" y="679354"/>
                  </a:lnTo>
                  <a:lnTo>
                    <a:pt x="646438" y="69755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" name="oPE_MapPart_STP_1_76" descr="São Tomé und Príncipe">
              <a:extLst>
                <a:ext uri="{FF2B5EF4-FFF2-40B4-BE49-F238E27FC236}">
                  <a16:creationId xmlns:a16="http://schemas.microsoft.com/office/drawing/2014/main" id="{B7E5FB1C-3E3F-1EA5-8BAB-C8D60D598406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5795570" y="2996625"/>
              <a:ext cx="6363" cy="8360"/>
            </a:xfrm>
            <a:custGeom>
              <a:avLst/>
              <a:gdLst/>
              <a:ahLst/>
              <a:cxnLst/>
              <a:rect l="0" t="0" r="0" b="0"/>
              <a:pathLst>
                <a:path w="6363" h="8360">
                  <a:moveTo>
                    <a:pt x="4843" y="6934"/>
                  </a:moveTo>
                  <a:lnTo>
                    <a:pt x="2944" y="8359"/>
                  </a:lnTo>
                  <a:lnTo>
                    <a:pt x="0" y="5035"/>
                  </a:lnTo>
                  <a:lnTo>
                    <a:pt x="4367" y="0"/>
                  </a:lnTo>
                  <a:lnTo>
                    <a:pt x="6362" y="36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" name="oPE_MapPart_STP_2_77" descr="São Tomé und Príncipe">
              <a:extLst>
                <a:ext uri="{FF2B5EF4-FFF2-40B4-BE49-F238E27FC236}">
                  <a16:creationId xmlns:a16="http://schemas.microsoft.com/office/drawing/2014/main" id="{ED438FB8-600C-9D5F-3820-CDC6AC7500DE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5750562" y="3064909"/>
              <a:ext cx="14339" cy="18897"/>
            </a:xfrm>
            <a:custGeom>
              <a:avLst/>
              <a:gdLst/>
              <a:ahLst/>
              <a:cxnLst/>
              <a:rect l="0" t="0" r="0" b="0"/>
              <a:pathLst>
                <a:path w="14339" h="18897">
                  <a:moveTo>
                    <a:pt x="9590" y="15003"/>
                  </a:moveTo>
                  <a:lnTo>
                    <a:pt x="4178" y="18896"/>
                  </a:lnTo>
                  <a:lnTo>
                    <a:pt x="2184" y="17851"/>
                  </a:lnTo>
                  <a:lnTo>
                    <a:pt x="0" y="6552"/>
                  </a:lnTo>
                  <a:lnTo>
                    <a:pt x="2469" y="3418"/>
                  </a:lnTo>
                  <a:lnTo>
                    <a:pt x="11015" y="0"/>
                  </a:lnTo>
                  <a:lnTo>
                    <a:pt x="14338" y="4178"/>
                  </a:lnTo>
                  <a:lnTo>
                    <a:pt x="14338" y="85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" name="oPE_MapPart_TZA_1_78" descr="Tansania">
              <a:extLst>
                <a:ext uri="{FF2B5EF4-FFF2-40B4-BE49-F238E27FC236}">
                  <a16:creationId xmlns:a16="http://schemas.microsoft.com/office/drawing/2014/main" id="{15181E6C-A795-D7E1-D60D-D13244FD1C36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7475756" y="3388631"/>
              <a:ext cx="20606" cy="38675"/>
            </a:xfrm>
            <a:custGeom>
              <a:avLst/>
              <a:gdLst/>
              <a:ahLst/>
              <a:cxnLst/>
              <a:rect l="0" t="0" r="0" b="0"/>
              <a:pathLst>
                <a:path w="20606" h="38675">
                  <a:moveTo>
                    <a:pt x="16522" y="23962"/>
                  </a:moveTo>
                  <a:lnTo>
                    <a:pt x="20605" y="35330"/>
                  </a:lnTo>
                  <a:lnTo>
                    <a:pt x="17282" y="38674"/>
                  </a:lnTo>
                  <a:lnTo>
                    <a:pt x="13959" y="37050"/>
                  </a:lnTo>
                  <a:lnTo>
                    <a:pt x="12724" y="33228"/>
                  </a:lnTo>
                  <a:lnTo>
                    <a:pt x="10541" y="34088"/>
                  </a:lnTo>
                  <a:lnTo>
                    <a:pt x="6837" y="29502"/>
                  </a:lnTo>
                  <a:lnTo>
                    <a:pt x="3229" y="29311"/>
                  </a:lnTo>
                  <a:lnTo>
                    <a:pt x="0" y="23867"/>
                  </a:lnTo>
                  <a:lnTo>
                    <a:pt x="571" y="11072"/>
                  </a:lnTo>
                  <a:lnTo>
                    <a:pt x="4463" y="6967"/>
                  </a:lnTo>
                  <a:lnTo>
                    <a:pt x="6648" y="0"/>
                  </a:lnTo>
                  <a:lnTo>
                    <a:pt x="13199" y="20811"/>
                  </a:lnTo>
                  <a:lnTo>
                    <a:pt x="16143" y="235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" name="oPE_MapPart_TZA_2_79" descr="Tansania">
              <a:extLst>
                <a:ext uri="{FF2B5EF4-FFF2-40B4-BE49-F238E27FC236}">
                  <a16:creationId xmlns:a16="http://schemas.microsoft.com/office/drawing/2014/main" id="{53A48D8D-8DB9-440C-6AA4-E76B638E48AD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7500254" y="3345431"/>
              <a:ext cx="11490" cy="28413"/>
            </a:xfrm>
            <a:custGeom>
              <a:avLst/>
              <a:gdLst/>
              <a:ahLst/>
              <a:cxnLst/>
              <a:rect l="0" t="0" r="0" b="0"/>
              <a:pathLst>
                <a:path w="11490" h="28413">
                  <a:moveTo>
                    <a:pt x="11489" y="0"/>
                  </a:moveTo>
                  <a:lnTo>
                    <a:pt x="10920" y="18494"/>
                  </a:lnTo>
                  <a:lnTo>
                    <a:pt x="5413" y="28412"/>
                  </a:lnTo>
                  <a:lnTo>
                    <a:pt x="0" y="24502"/>
                  </a:lnTo>
                  <a:lnTo>
                    <a:pt x="2849" y="10962"/>
                  </a:lnTo>
                  <a:lnTo>
                    <a:pt x="1425" y="1048"/>
                  </a:lnTo>
                  <a:lnTo>
                    <a:pt x="7027" y="200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" name="oPE_MapPart_TZA_3_80" descr="Tansania">
              <a:extLst>
                <a:ext uri="{FF2B5EF4-FFF2-40B4-BE49-F238E27FC236}">
                  <a16:creationId xmlns:a16="http://schemas.microsoft.com/office/drawing/2014/main" id="{33F6195A-C0AA-4F6B-7EB6-6839BE8027BD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6955701" y="3138785"/>
              <a:ext cx="587663" cy="569889"/>
            </a:xfrm>
            <a:custGeom>
              <a:avLst/>
              <a:gdLst/>
              <a:ahLst/>
              <a:cxnLst/>
              <a:rect l="0" t="0" r="0" b="0"/>
              <a:pathLst>
                <a:path w="587663" h="569889">
                  <a:moveTo>
                    <a:pt x="189716" y="445955"/>
                  </a:moveTo>
                  <a:lnTo>
                    <a:pt x="163983" y="432582"/>
                  </a:lnTo>
                  <a:lnTo>
                    <a:pt x="138156" y="427100"/>
                  </a:lnTo>
                  <a:lnTo>
                    <a:pt x="136922" y="421140"/>
                  </a:lnTo>
                  <a:lnTo>
                    <a:pt x="123913" y="419314"/>
                  </a:lnTo>
                  <a:lnTo>
                    <a:pt x="117741" y="413836"/>
                  </a:lnTo>
                  <a:lnTo>
                    <a:pt x="116602" y="408936"/>
                  </a:lnTo>
                  <a:lnTo>
                    <a:pt x="106917" y="403269"/>
                  </a:lnTo>
                  <a:lnTo>
                    <a:pt x="92484" y="403462"/>
                  </a:lnTo>
                  <a:lnTo>
                    <a:pt x="86787" y="400293"/>
                  </a:lnTo>
                  <a:lnTo>
                    <a:pt x="79476" y="391461"/>
                  </a:lnTo>
                  <a:lnTo>
                    <a:pt x="46906" y="319690"/>
                  </a:lnTo>
                  <a:lnTo>
                    <a:pt x="20320" y="297313"/>
                  </a:lnTo>
                  <a:lnTo>
                    <a:pt x="11489" y="281259"/>
                  </a:lnTo>
                  <a:lnTo>
                    <a:pt x="8261" y="265882"/>
                  </a:lnTo>
                  <a:lnTo>
                    <a:pt x="14908" y="249846"/>
                  </a:lnTo>
                  <a:lnTo>
                    <a:pt x="0" y="206265"/>
                  </a:lnTo>
                  <a:lnTo>
                    <a:pt x="4178" y="182448"/>
                  </a:lnTo>
                  <a:lnTo>
                    <a:pt x="20795" y="182733"/>
                  </a:lnTo>
                  <a:lnTo>
                    <a:pt x="32854" y="174924"/>
                  </a:lnTo>
                  <a:lnTo>
                    <a:pt x="43393" y="163214"/>
                  </a:lnTo>
                  <a:lnTo>
                    <a:pt x="55642" y="144465"/>
                  </a:lnTo>
                  <a:lnTo>
                    <a:pt x="58111" y="136948"/>
                  </a:lnTo>
                  <a:lnTo>
                    <a:pt x="69031" y="127911"/>
                  </a:lnTo>
                  <a:lnTo>
                    <a:pt x="68651" y="124201"/>
                  </a:lnTo>
                  <a:lnTo>
                    <a:pt x="77386" y="120301"/>
                  </a:lnTo>
                  <a:lnTo>
                    <a:pt x="78431" y="116402"/>
                  </a:lnTo>
                  <a:lnTo>
                    <a:pt x="76817" y="104991"/>
                  </a:lnTo>
                  <a:lnTo>
                    <a:pt x="59725" y="100142"/>
                  </a:lnTo>
                  <a:lnTo>
                    <a:pt x="58016" y="96530"/>
                  </a:lnTo>
                  <a:lnTo>
                    <a:pt x="60675" y="89685"/>
                  </a:lnTo>
                  <a:lnTo>
                    <a:pt x="58016" y="86928"/>
                  </a:lnTo>
                  <a:lnTo>
                    <a:pt x="63809" y="75523"/>
                  </a:lnTo>
                  <a:lnTo>
                    <a:pt x="77766" y="72197"/>
                  </a:lnTo>
                  <a:lnTo>
                    <a:pt x="81944" y="60603"/>
                  </a:lnTo>
                  <a:lnTo>
                    <a:pt x="78905" y="51292"/>
                  </a:lnTo>
                  <a:lnTo>
                    <a:pt x="78526" y="29918"/>
                  </a:lnTo>
                  <a:lnTo>
                    <a:pt x="73209" y="21179"/>
                  </a:lnTo>
                  <a:lnTo>
                    <a:pt x="69031" y="19659"/>
                  </a:lnTo>
                  <a:lnTo>
                    <a:pt x="62479" y="11206"/>
                  </a:lnTo>
                  <a:lnTo>
                    <a:pt x="60485" y="7123"/>
                  </a:lnTo>
                  <a:lnTo>
                    <a:pt x="63143" y="3514"/>
                  </a:lnTo>
                  <a:lnTo>
                    <a:pt x="78336" y="0"/>
                  </a:lnTo>
                  <a:lnTo>
                    <a:pt x="245548" y="380"/>
                  </a:lnTo>
                  <a:lnTo>
                    <a:pt x="438871" y="108224"/>
                  </a:lnTo>
                  <a:lnTo>
                    <a:pt x="441244" y="118780"/>
                  </a:lnTo>
                  <a:lnTo>
                    <a:pt x="436972" y="132096"/>
                  </a:lnTo>
                  <a:lnTo>
                    <a:pt x="442479" y="134380"/>
                  </a:lnTo>
                  <a:lnTo>
                    <a:pt x="446942" y="141420"/>
                  </a:lnTo>
                  <a:lnTo>
                    <a:pt x="522145" y="195307"/>
                  </a:lnTo>
                  <a:lnTo>
                    <a:pt x="509326" y="239065"/>
                  </a:lnTo>
                  <a:lnTo>
                    <a:pt x="500875" y="258054"/>
                  </a:lnTo>
                  <a:lnTo>
                    <a:pt x="500115" y="268269"/>
                  </a:lnTo>
                  <a:lnTo>
                    <a:pt x="503819" y="282119"/>
                  </a:lnTo>
                  <a:lnTo>
                    <a:pt x="517017" y="294063"/>
                  </a:lnTo>
                  <a:lnTo>
                    <a:pt x="525563" y="307830"/>
                  </a:lnTo>
                  <a:lnTo>
                    <a:pt x="535343" y="311177"/>
                  </a:lnTo>
                  <a:lnTo>
                    <a:pt x="539236" y="318925"/>
                  </a:lnTo>
                  <a:lnTo>
                    <a:pt x="525658" y="345249"/>
                  </a:lnTo>
                  <a:lnTo>
                    <a:pt x="525563" y="359524"/>
                  </a:lnTo>
                  <a:lnTo>
                    <a:pt x="527841" y="357416"/>
                  </a:lnTo>
                  <a:lnTo>
                    <a:pt x="533064" y="360866"/>
                  </a:lnTo>
                  <a:lnTo>
                    <a:pt x="533729" y="371507"/>
                  </a:lnTo>
                  <a:lnTo>
                    <a:pt x="526512" y="394532"/>
                  </a:lnTo>
                  <a:lnTo>
                    <a:pt x="530310" y="409321"/>
                  </a:lnTo>
                  <a:lnTo>
                    <a:pt x="536198" y="416815"/>
                  </a:lnTo>
                  <a:lnTo>
                    <a:pt x="534203" y="421140"/>
                  </a:lnTo>
                  <a:lnTo>
                    <a:pt x="544268" y="434505"/>
                  </a:lnTo>
                  <a:lnTo>
                    <a:pt x="543414" y="446051"/>
                  </a:lnTo>
                  <a:lnTo>
                    <a:pt x="551769" y="473117"/>
                  </a:lnTo>
                  <a:lnTo>
                    <a:pt x="548731" y="477745"/>
                  </a:lnTo>
                  <a:lnTo>
                    <a:pt x="556042" y="478902"/>
                  </a:lnTo>
                  <a:lnTo>
                    <a:pt x="562310" y="486231"/>
                  </a:lnTo>
                  <a:lnTo>
                    <a:pt x="567627" y="486135"/>
                  </a:lnTo>
                  <a:lnTo>
                    <a:pt x="583674" y="496653"/>
                  </a:lnTo>
                  <a:lnTo>
                    <a:pt x="587662" y="502638"/>
                  </a:lnTo>
                  <a:lnTo>
                    <a:pt x="562594" y="521768"/>
                  </a:lnTo>
                  <a:lnTo>
                    <a:pt x="533634" y="533180"/>
                  </a:lnTo>
                  <a:lnTo>
                    <a:pt x="527367" y="537921"/>
                  </a:lnTo>
                  <a:lnTo>
                    <a:pt x="499641" y="543631"/>
                  </a:lnTo>
                  <a:lnTo>
                    <a:pt x="483594" y="553605"/>
                  </a:lnTo>
                  <a:lnTo>
                    <a:pt x="466977" y="546342"/>
                  </a:lnTo>
                  <a:lnTo>
                    <a:pt x="453493" y="547213"/>
                  </a:lnTo>
                  <a:lnTo>
                    <a:pt x="448651" y="557287"/>
                  </a:lnTo>
                  <a:lnTo>
                    <a:pt x="443144" y="562617"/>
                  </a:lnTo>
                  <a:lnTo>
                    <a:pt x="424628" y="569597"/>
                  </a:lnTo>
                  <a:lnTo>
                    <a:pt x="416462" y="568336"/>
                  </a:lnTo>
                  <a:lnTo>
                    <a:pt x="403834" y="561841"/>
                  </a:lnTo>
                  <a:lnTo>
                    <a:pt x="398232" y="562035"/>
                  </a:lnTo>
                  <a:lnTo>
                    <a:pt x="387691" y="568142"/>
                  </a:lnTo>
                  <a:lnTo>
                    <a:pt x="379526" y="569888"/>
                  </a:lnTo>
                  <a:lnTo>
                    <a:pt x="368322" y="569403"/>
                  </a:lnTo>
                  <a:lnTo>
                    <a:pt x="362245" y="567464"/>
                  </a:lnTo>
                  <a:lnTo>
                    <a:pt x="356547" y="560291"/>
                  </a:lnTo>
                  <a:lnTo>
                    <a:pt x="347527" y="555833"/>
                  </a:lnTo>
                  <a:lnTo>
                    <a:pt x="340880" y="555737"/>
                  </a:lnTo>
                  <a:lnTo>
                    <a:pt x="329201" y="563780"/>
                  </a:lnTo>
                  <a:lnTo>
                    <a:pt x="297297" y="562423"/>
                  </a:lnTo>
                  <a:lnTo>
                    <a:pt x="293688" y="552540"/>
                  </a:lnTo>
                  <a:lnTo>
                    <a:pt x="287517" y="549731"/>
                  </a:lnTo>
                  <a:lnTo>
                    <a:pt x="278781" y="535695"/>
                  </a:lnTo>
                  <a:lnTo>
                    <a:pt x="281629" y="515776"/>
                  </a:lnTo>
                  <a:lnTo>
                    <a:pt x="277451" y="505825"/>
                  </a:lnTo>
                  <a:lnTo>
                    <a:pt x="276787" y="490669"/>
                  </a:lnTo>
                  <a:lnTo>
                    <a:pt x="274318" y="479287"/>
                  </a:lnTo>
                  <a:lnTo>
                    <a:pt x="263589" y="463288"/>
                  </a:lnTo>
                  <a:lnTo>
                    <a:pt x="246402" y="450672"/>
                  </a:lnTo>
                  <a:lnTo>
                    <a:pt x="244218" y="459435"/>
                  </a:lnTo>
                  <a:lnTo>
                    <a:pt x="240800" y="460012"/>
                  </a:lnTo>
                  <a:lnTo>
                    <a:pt x="230735" y="456161"/>
                  </a:lnTo>
                  <a:lnTo>
                    <a:pt x="216112" y="456738"/>
                  </a:lnTo>
                  <a:lnTo>
                    <a:pt x="211365" y="451924"/>
                  </a:lnTo>
                  <a:lnTo>
                    <a:pt x="200825" y="450672"/>
                  </a:lnTo>
                  <a:lnTo>
                    <a:pt x="190664" y="4455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" name="oPE_MapPart_TZA_4_81" descr="Tansania">
              <a:extLst>
                <a:ext uri="{FF2B5EF4-FFF2-40B4-BE49-F238E27FC236}">
                  <a16:creationId xmlns:a16="http://schemas.microsoft.com/office/drawing/2014/main" id="{08F16E06-6953-856B-E499-72DF9FC4AF7D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7497975" y="3491026"/>
              <a:ext cx="16048" cy="18116"/>
            </a:xfrm>
            <a:custGeom>
              <a:avLst/>
              <a:gdLst/>
              <a:ahLst/>
              <a:cxnLst/>
              <a:rect l="0" t="0" r="0" b="0"/>
              <a:pathLst>
                <a:path w="16048" h="18116">
                  <a:moveTo>
                    <a:pt x="5697" y="17444"/>
                  </a:moveTo>
                  <a:lnTo>
                    <a:pt x="2849" y="18115"/>
                  </a:lnTo>
                  <a:lnTo>
                    <a:pt x="0" y="15239"/>
                  </a:lnTo>
                  <a:lnTo>
                    <a:pt x="16047" y="0"/>
                  </a:lnTo>
                  <a:lnTo>
                    <a:pt x="11680" y="13321"/>
                  </a:lnTo>
                  <a:lnTo>
                    <a:pt x="8356" y="13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" name="oPE_MapPart_GMB_1_82" descr="Gambia">
              <a:extLst>
                <a:ext uri="{FF2B5EF4-FFF2-40B4-BE49-F238E27FC236}">
                  <a16:creationId xmlns:a16="http://schemas.microsoft.com/office/drawing/2014/main" id="{016BE4FA-5CA6-8269-5FE4-6C0BE7C7B082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4521306" y="2350835"/>
              <a:ext cx="158097" cy="40223"/>
            </a:xfrm>
            <a:custGeom>
              <a:avLst/>
              <a:gdLst/>
              <a:ahLst/>
              <a:cxnLst/>
              <a:rect l="0" t="0" r="0" b="0"/>
              <a:pathLst>
                <a:path w="158097" h="40223">
                  <a:moveTo>
                    <a:pt x="13863" y="11826"/>
                  </a:moveTo>
                  <a:lnTo>
                    <a:pt x="69410" y="11923"/>
                  </a:lnTo>
                  <a:lnTo>
                    <a:pt x="73778" y="4301"/>
                  </a:lnTo>
                  <a:lnTo>
                    <a:pt x="82039" y="880"/>
                  </a:lnTo>
                  <a:lnTo>
                    <a:pt x="94952" y="0"/>
                  </a:lnTo>
                  <a:lnTo>
                    <a:pt x="118881" y="10263"/>
                  </a:lnTo>
                  <a:lnTo>
                    <a:pt x="127616" y="16416"/>
                  </a:lnTo>
                  <a:lnTo>
                    <a:pt x="150215" y="14268"/>
                  </a:lnTo>
                  <a:lnTo>
                    <a:pt x="156767" y="17783"/>
                  </a:lnTo>
                  <a:lnTo>
                    <a:pt x="158096" y="21591"/>
                  </a:lnTo>
                  <a:lnTo>
                    <a:pt x="157051" y="25495"/>
                  </a:lnTo>
                  <a:lnTo>
                    <a:pt x="135972" y="30958"/>
                  </a:lnTo>
                  <a:lnTo>
                    <a:pt x="113563" y="24617"/>
                  </a:lnTo>
                  <a:lnTo>
                    <a:pt x="88306" y="13584"/>
                  </a:lnTo>
                  <a:lnTo>
                    <a:pt x="81184" y="22274"/>
                  </a:lnTo>
                  <a:lnTo>
                    <a:pt x="53268" y="26080"/>
                  </a:lnTo>
                  <a:lnTo>
                    <a:pt x="52224" y="35250"/>
                  </a:lnTo>
                  <a:lnTo>
                    <a:pt x="9305" y="35347"/>
                  </a:lnTo>
                  <a:lnTo>
                    <a:pt x="3228" y="40222"/>
                  </a:lnTo>
                  <a:lnTo>
                    <a:pt x="0" y="25202"/>
                  </a:lnTo>
                  <a:lnTo>
                    <a:pt x="8166" y="17979"/>
                  </a:lnTo>
                  <a:lnTo>
                    <a:pt x="14147" y="27251"/>
                  </a:lnTo>
                  <a:lnTo>
                    <a:pt x="21649" y="29105"/>
                  </a:lnTo>
                  <a:lnTo>
                    <a:pt x="33708" y="28422"/>
                  </a:lnTo>
                  <a:lnTo>
                    <a:pt x="35132" y="22860"/>
                  </a:lnTo>
                  <a:lnTo>
                    <a:pt x="73683" y="18369"/>
                  </a:lnTo>
                  <a:lnTo>
                    <a:pt x="66181" y="16612"/>
                  </a:lnTo>
                  <a:lnTo>
                    <a:pt x="36367" y="19443"/>
                  </a:lnTo>
                  <a:lnTo>
                    <a:pt x="24972" y="25104"/>
                  </a:lnTo>
                  <a:lnTo>
                    <a:pt x="20225" y="24617"/>
                  </a:lnTo>
                  <a:lnTo>
                    <a:pt x="15572" y="188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" name="oPE_MapPart_TGO_1_83" descr="Togo">
              <a:extLst>
                <a:ext uri="{FF2B5EF4-FFF2-40B4-BE49-F238E27FC236}">
                  <a16:creationId xmlns:a16="http://schemas.microsoft.com/office/drawing/2014/main" id="{15FBDC3D-3DE2-F549-547A-CD86056E0F51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5404270" y="2496228"/>
              <a:ext cx="98372" cy="268215"/>
            </a:xfrm>
            <a:custGeom>
              <a:avLst/>
              <a:gdLst/>
              <a:ahLst/>
              <a:cxnLst/>
              <a:rect l="0" t="0" r="0" b="0"/>
              <a:pathLst>
                <a:path w="98372" h="268215">
                  <a:moveTo>
                    <a:pt x="52034" y="6579"/>
                  </a:moveTo>
                  <a:lnTo>
                    <a:pt x="46147" y="21758"/>
                  </a:lnTo>
                  <a:lnTo>
                    <a:pt x="44818" y="39144"/>
                  </a:lnTo>
                  <a:lnTo>
                    <a:pt x="74728" y="59982"/>
                  </a:lnTo>
                  <a:lnTo>
                    <a:pt x="77671" y="93985"/>
                  </a:lnTo>
                  <a:lnTo>
                    <a:pt x="88971" y="110626"/>
                  </a:lnTo>
                  <a:lnTo>
                    <a:pt x="90300" y="220044"/>
                  </a:lnTo>
                  <a:lnTo>
                    <a:pt x="85362" y="220235"/>
                  </a:lnTo>
                  <a:lnTo>
                    <a:pt x="88021" y="226357"/>
                  </a:lnTo>
                  <a:lnTo>
                    <a:pt x="88876" y="240604"/>
                  </a:lnTo>
                  <a:lnTo>
                    <a:pt x="96472" y="250352"/>
                  </a:lnTo>
                  <a:lnTo>
                    <a:pt x="98371" y="257326"/>
                  </a:lnTo>
                  <a:lnTo>
                    <a:pt x="67227" y="268214"/>
                  </a:lnTo>
                  <a:lnTo>
                    <a:pt x="67037" y="265254"/>
                  </a:lnTo>
                  <a:lnTo>
                    <a:pt x="59915" y="262198"/>
                  </a:lnTo>
                  <a:lnTo>
                    <a:pt x="56497" y="255989"/>
                  </a:lnTo>
                  <a:lnTo>
                    <a:pt x="43394" y="248918"/>
                  </a:lnTo>
                  <a:lnTo>
                    <a:pt x="41589" y="242133"/>
                  </a:lnTo>
                  <a:lnTo>
                    <a:pt x="32284" y="227792"/>
                  </a:lnTo>
                  <a:lnTo>
                    <a:pt x="38076" y="201095"/>
                  </a:lnTo>
                  <a:lnTo>
                    <a:pt x="31429" y="196690"/>
                  </a:lnTo>
                  <a:lnTo>
                    <a:pt x="30955" y="190753"/>
                  </a:lnTo>
                  <a:lnTo>
                    <a:pt x="36462" y="181173"/>
                  </a:lnTo>
                  <a:lnTo>
                    <a:pt x="35322" y="158930"/>
                  </a:lnTo>
                  <a:lnTo>
                    <a:pt x="40830" y="150488"/>
                  </a:lnTo>
                  <a:lnTo>
                    <a:pt x="37032" y="141082"/>
                  </a:lnTo>
                  <a:lnTo>
                    <a:pt x="26492" y="131863"/>
                  </a:lnTo>
                  <a:lnTo>
                    <a:pt x="24213" y="126196"/>
                  </a:lnTo>
                  <a:lnTo>
                    <a:pt x="30385" y="121296"/>
                  </a:lnTo>
                  <a:lnTo>
                    <a:pt x="29151" y="107164"/>
                  </a:lnTo>
                  <a:lnTo>
                    <a:pt x="32284" y="92060"/>
                  </a:lnTo>
                  <a:lnTo>
                    <a:pt x="25922" y="87054"/>
                  </a:lnTo>
                  <a:lnTo>
                    <a:pt x="18231" y="90520"/>
                  </a:lnTo>
                  <a:lnTo>
                    <a:pt x="16901" y="88499"/>
                  </a:lnTo>
                  <a:lnTo>
                    <a:pt x="19085" y="82818"/>
                  </a:lnTo>
                  <a:lnTo>
                    <a:pt x="22599" y="80988"/>
                  </a:lnTo>
                  <a:lnTo>
                    <a:pt x="18516" y="78870"/>
                  </a:lnTo>
                  <a:lnTo>
                    <a:pt x="21649" y="76558"/>
                  </a:lnTo>
                  <a:lnTo>
                    <a:pt x="24688" y="44163"/>
                  </a:lnTo>
                  <a:lnTo>
                    <a:pt x="15952" y="38854"/>
                  </a:lnTo>
                  <a:lnTo>
                    <a:pt x="0" y="23788"/>
                  </a:lnTo>
                  <a:lnTo>
                    <a:pt x="5032" y="5032"/>
                  </a:lnTo>
                  <a:lnTo>
                    <a:pt x="950" y="0"/>
                  </a:lnTo>
                  <a:lnTo>
                    <a:pt x="30100" y="6579"/>
                  </a:lnTo>
                  <a:lnTo>
                    <a:pt x="30575" y="8611"/>
                  </a:lnTo>
                  <a:lnTo>
                    <a:pt x="38456" y="70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" name="oPE_MapPart_TUN_1_84" descr="Tunesien">
              <a:extLst>
                <a:ext uri="{FF2B5EF4-FFF2-40B4-BE49-F238E27FC236}">
                  <a16:creationId xmlns:a16="http://schemas.microsoft.com/office/drawing/2014/main" id="{6064EE55-ED47-9476-0B2D-B48F23BE74CB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5804495" y="960120"/>
              <a:ext cx="212790" cy="451935"/>
            </a:xfrm>
            <a:custGeom>
              <a:avLst/>
              <a:gdLst/>
              <a:ahLst/>
              <a:cxnLst/>
              <a:rect l="0" t="0" r="0" b="0"/>
              <a:pathLst>
                <a:path w="212790" h="451935">
                  <a:moveTo>
                    <a:pt x="211175" y="268860"/>
                  </a:moveTo>
                  <a:lnTo>
                    <a:pt x="208516" y="302678"/>
                  </a:lnTo>
                  <a:lnTo>
                    <a:pt x="212789" y="310116"/>
                  </a:lnTo>
                  <a:lnTo>
                    <a:pt x="211270" y="316981"/>
                  </a:lnTo>
                  <a:lnTo>
                    <a:pt x="175473" y="337751"/>
                  </a:lnTo>
                  <a:lnTo>
                    <a:pt x="163983" y="347157"/>
                  </a:lnTo>
                  <a:lnTo>
                    <a:pt x="156957" y="359227"/>
                  </a:lnTo>
                  <a:lnTo>
                    <a:pt x="146322" y="362353"/>
                  </a:lnTo>
                  <a:lnTo>
                    <a:pt x="137872" y="376061"/>
                  </a:lnTo>
                  <a:lnTo>
                    <a:pt x="144708" y="402717"/>
                  </a:lnTo>
                  <a:lnTo>
                    <a:pt x="145373" y="413013"/>
                  </a:lnTo>
                  <a:lnTo>
                    <a:pt x="143284" y="417989"/>
                  </a:lnTo>
                  <a:lnTo>
                    <a:pt x="126287" y="442255"/>
                  </a:lnTo>
                  <a:lnTo>
                    <a:pt x="106442" y="451934"/>
                  </a:lnTo>
                  <a:lnTo>
                    <a:pt x="81375" y="338312"/>
                  </a:lnTo>
                  <a:lnTo>
                    <a:pt x="43964" y="308877"/>
                  </a:lnTo>
                  <a:lnTo>
                    <a:pt x="37507" y="284833"/>
                  </a:lnTo>
                  <a:lnTo>
                    <a:pt x="32284" y="276796"/>
                  </a:lnTo>
                  <a:lnTo>
                    <a:pt x="12154" y="263298"/>
                  </a:lnTo>
                  <a:lnTo>
                    <a:pt x="0" y="227636"/>
                  </a:lnTo>
                  <a:lnTo>
                    <a:pt x="665" y="211838"/>
                  </a:lnTo>
                  <a:lnTo>
                    <a:pt x="13104" y="200821"/>
                  </a:lnTo>
                  <a:lnTo>
                    <a:pt x="17852" y="190817"/>
                  </a:lnTo>
                  <a:lnTo>
                    <a:pt x="32854" y="181026"/>
                  </a:lnTo>
                  <a:lnTo>
                    <a:pt x="36557" y="175719"/>
                  </a:lnTo>
                  <a:lnTo>
                    <a:pt x="39311" y="170060"/>
                  </a:lnTo>
                  <a:lnTo>
                    <a:pt x="42824" y="147597"/>
                  </a:lnTo>
                  <a:lnTo>
                    <a:pt x="47097" y="139817"/>
                  </a:lnTo>
                  <a:lnTo>
                    <a:pt x="43014" y="127019"/>
                  </a:lnTo>
                  <a:lnTo>
                    <a:pt x="43109" y="110685"/>
                  </a:lnTo>
                  <a:lnTo>
                    <a:pt x="39406" y="101093"/>
                  </a:lnTo>
                  <a:lnTo>
                    <a:pt x="44723" y="64200"/>
                  </a:lnTo>
                  <a:lnTo>
                    <a:pt x="42349" y="58419"/>
                  </a:lnTo>
                  <a:lnTo>
                    <a:pt x="37317" y="54285"/>
                  </a:lnTo>
                  <a:lnTo>
                    <a:pt x="45863" y="46836"/>
                  </a:lnTo>
                  <a:lnTo>
                    <a:pt x="49755" y="38310"/>
                  </a:lnTo>
                  <a:lnTo>
                    <a:pt x="58016" y="33567"/>
                  </a:lnTo>
                  <a:lnTo>
                    <a:pt x="56782" y="26681"/>
                  </a:lnTo>
                  <a:lnTo>
                    <a:pt x="69791" y="22759"/>
                  </a:lnTo>
                  <a:lnTo>
                    <a:pt x="86597" y="9664"/>
                  </a:lnTo>
                  <a:lnTo>
                    <a:pt x="115368" y="0"/>
                  </a:lnTo>
                  <a:lnTo>
                    <a:pt x="123344" y="2149"/>
                  </a:lnTo>
                  <a:lnTo>
                    <a:pt x="120495" y="8592"/>
                  </a:lnTo>
                  <a:lnTo>
                    <a:pt x="122869" y="13597"/>
                  </a:lnTo>
                  <a:lnTo>
                    <a:pt x="126383" y="10618"/>
                  </a:lnTo>
                  <a:lnTo>
                    <a:pt x="125243" y="5729"/>
                  </a:lnTo>
                  <a:lnTo>
                    <a:pt x="136447" y="5968"/>
                  </a:lnTo>
                  <a:lnTo>
                    <a:pt x="142240" y="8949"/>
                  </a:lnTo>
                  <a:lnTo>
                    <a:pt x="141765" y="20381"/>
                  </a:lnTo>
                  <a:lnTo>
                    <a:pt x="149456" y="31431"/>
                  </a:lnTo>
                  <a:lnTo>
                    <a:pt x="147272" y="37006"/>
                  </a:lnTo>
                  <a:lnTo>
                    <a:pt x="153634" y="40206"/>
                  </a:lnTo>
                  <a:lnTo>
                    <a:pt x="159141" y="36294"/>
                  </a:lnTo>
                  <a:lnTo>
                    <a:pt x="161990" y="30481"/>
                  </a:lnTo>
                  <a:lnTo>
                    <a:pt x="187437" y="17764"/>
                  </a:lnTo>
                  <a:lnTo>
                    <a:pt x="191235" y="30837"/>
                  </a:lnTo>
                  <a:lnTo>
                    <a:pt x="182879" y="39495"/>
                  </a:lnTo>
                  <a:lnTo>
                    <a:pt x="173953" y="55939"/>
                  </a:lnTo>
                  <a:lnTo>
                    <a:pt x="159616" y="67029"/>
                  </a:lnTo>
                  <a:lnTo>
                    <a:pt x="156957" y="76802"/>
                  </a:lnTo>
                  <a:lnTo>
                    <a:pt x="163034" y="95588"/>
                  </a:lnTo>
                  <a:lnTo>
                    <a:pt x="184778" y="111970"/>
                  </a:lnTo>
                  <a:lnTo>
                    <a:pt x="186867" y="131327"/>
                  </a:lnTo>
                  <a:lnTo>
                    <a:pt x="190950" y="137493"/>
                  </a:lnTo>
                  <a:lnTo>
                    <a:pt x="168256" y="173641"/>
                  </a:lnTo>
                  <a:lnTo>
                    <a:pt x="138062" y="199213"/>
                  </a:lnTo>
                  <a:lnTo>
                    <a:pt x="133979" y="208054"/>
                  </a:lnTo>
                  <a:lnTo>
                    <a:pt x="140245" y="226493"/>
                  </a:lnTo>
                  <a:lnTo>
                    <a:pt x="147937" y="234262"/>
                  </a:lnTo>
                  <a:lnTo>
                    <a:pt x="155818" y="238484"/>
                  </a:lnTo>
                  <a:lnTo>
                    <a:pt x="169491" y="236773"/>
                  </a:lnTo>
                  <a:lnTo>
                    <a:pt x="169966" y="247831"/>
                  </a:lnTo>
                  <a:lnTo>
                    <a:pt x="179271" y="246578"/>
                  </a:lnTo>
                  <a:lnTo>
                    <a:pt x="182404" y="240765"/>
                  </a:lnTo>
                  <a:lnTo>
                    <a:pt x="189051" y="244755"/>
                  </a:lnTo>
                  <a:lnTo>
                    <a:pt x="192565" y="257048"/>
                  </a:lnTo>
                  <a:lnTo>
                    <a:pt x="198167" y="260799"/>
                  </a:lnTo>
                  <a:lnTo>
                    <a:pt x="195318" y="264547"/>
                  </a:lnTo>
                  <a:lnTo>
                    <a:pt x="205763" y="2661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" name="oPE_MapPart_TUN_2_85" descr="Tunesien">
              <a:extLst>
                <a:ext uri="{FF2B5EF4-FFF2-40B4-BE49-F238E27FC236}">
                  <a16:creationId xmlns:a16="http://schemas.microsoft.com/office/drawing/2014/main" id="{88C4DF28-FA59-F67D-22EC-9CC2E2929E1F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5995635" y="1125788"/>
              <a:ext cx="8262" cy="7743"/>
            </a:xfrm>
            <a:custGeom>
              <a:avLst/>
              <a:gdLst/>
              <a:ahLst/>
              <a:cxnLst/>
              <a:rect l="0" t="0" r="0" b="0"/>
              <a:pathLst>
                <a:path w="8262" h="7743">
                  <a:moveTo>
                    <a:pt x="8166" y="3121"/>
                  </a:moveTo>
                  <a:lnTo>
                    <a:pt x="0" y="7742"/>
                  </a:lnTo>
                  <a:lnTo>
                    <a:pt x="1519" y="3699"/>
                  </a:lnTo>
                  <a:lnTo>
                    <a:pt x="826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" name="oPE_MapPart_TUN_3_86" descr="Tunesien">
              <a:extLst>
                <a:ext uri="{FF2B5EF4-FFF2-40B4-BE49-F238E27FC236}">
                  <a16:creationId xmlns:a16="http://schemas.microsoft.com/office/drawing/2014/main" id="{359E08F6-B748-674E-D00E-044CD3146056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5974461" y="1183868"/>
              <a:ext cx="16427" cy="13140"/>
            </a:xfrm>
            <a:custGeom>
              <a:avLst/>
              <a:gdLst/>
              <a:ahLst/>
              <a:cxnLst/>
              <a:rect l="0" t="0" r="0" b="0"/>
              <a:pathLst>
                <a:path w="16427" h="13140">
                  <a:moveTo>
                    <a:pt x="12438" y="10970"/>
                  </a:moveTo>
                  <a:lnTo>
                    <a:pt x="7121" y="13139"/>
                  </a:lnTo>
                  <a:lnTo>
                    <a:pt x="0" y="9829"/>
                  </a:lnTo>
                  <a:lnTo>
                    <a:pt x="1234" y="343"/>
                  </a:lnTo>
                  <a:lnTo>
                    <a:pt x="10540" y="0"/>
                  </a:lnTo>
                  <a:lnTo>
                    <a:pt x="16426" y="5602"/>
                  </a:lnTo>
                  <a:lnTo>
                    <a:pt x="14242" y="93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" name="oPE_MapPart_UGA_1_87" descr="Uganda">
              <a:extLst>
                <a:ext uri="{FF2B5EF4-FFF2-40B4-BE49-F238E27FC236}">
                  <a16:creationId xmlns:a16="http://schemas.microsoft.com/office/drawing/2014/main" id="{6EA21D5C-27C9-67C3-5C2A-F52B7D173760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6968330" y="2863408"/>
              <a:ext cx="285618" cy="300451"/>
            </a:xfrm>
            <a:custGeom>
              <a:avLst/>
              <a:gdLst/>
              <a:ahLst/>
              <a:cxnLst/>
              <a:rect l="0" t="0" r="0" b="0"/>
              <a:pathLst>
                <a:path w="285618" h="300451">
                  <a:moveTo>
                    <a:pt x="228931" y="275757"/>
                  </a:moveTo>
                  <a:lnTo>
                    <a:pt x="65707" y="275377"/>
                  </a:lnTo>
                  <a:lnTo>
                    <a:pt x="54598" y="279271"/>
                  </a:lnTo>
                  <a:lnTo>
                    <a:pt x="42064" y="279556"/>
                  </a:lnTo>
                  <a:lnTo>
                    <a:pt x="28390" y="295036"/>
                  </a:lnTo>
                  <a:lnTo>
                    <a:pt x="19370" y="300450"/>
                  </a:lnTo>
                  <a:lnTo>
                    <a:pt x="16806" y="299500"/>
                  </a:lnTo>
                  <a:lnTo>
                    <a:pt x="13862" y="293327"/>
                  </a:lnTo>
                  <a:lnTo>
                    <a:pt x="759" y="296081"/>
                  </a:lnTo>
                  <a:lnTo>
                    <a:pt x="0" y="282025"/>
                  </a:lnTo>
                  <a:lnTo>
                    <a:pt x="8166" y="217643"/>
                  </a:lnTo>
                  <a:lnTo>
                    <a:pt x="19560" y="196563"/>
                  </a:lnTo>
                  <a:lnTo>
                    <a:pt x="20035" y="179661"/>
                  </a:lnTo>
                  <a:lnTo>
                    <a:pt x="32664" y="171494"/>
                  </a:lnTo>
                  <a:lnTo>
                    <a:pt x="39975" y="160287"/>
                  </a:lnTo>
                  <a:lnTo>
                    <a:pt x="48236" y="157533"/>
                  </a:lnTo>
                  <a:lnTo>
                    <a:pt x="89160" y="114976"/>
                  </a:lnTo>
                  <a:lnTo>
                    <a:pt x="90205" y="109655"/>
                  </a:lnTo>
                  <a:lnTo>
                    <a:pt x="85077" y="103099"/>
                  </a:lnTo>
                  <a:lnTo>
                    <a:pt x="80140" y="102149"/>
                  </a:lnTo>
                  <a:lnTo>
                    <a:pt x="73778" y="96067"/>
                  </a:lnTo>
                  <a:lnTo>
                    <a:pt x="66847" y="96162"/>
                  </a:lnTo>
                  <a:lnTo>
                    <a:pt x="61434" y="93310"/>
                  </a:lnTo>
                  <a:lnTo>
                    <a:pt x="67891" y="70117"/>
                  </a:lnTo>
                  <a:lnTo>
                    <a:pt x="62858" y="62320"/>
                  </a:lnTo>
                  <a:lnTo>
                    <a:pt x="70834" y="42919"/>
                  </a:lnTo>
                  <a:lnTo>
                    <a:pt x="67321" y="38638"/>
                  </a:lnTo>
                  <a:lnTo>
                    <a:pt x="72069" y="31028"/>
                  </a:lnTo>
                  <a:lnTo>
                    <a:pt x="83843" y="23035"/>
                  </a:lnTo>
                  <a:lnTo>
                    <a:pt x="104637" y="28744"/>
                  </a:lnTo>
                  <a:lnTo>
                    <a:pt x="117930" y="22083"/>
                  </a:lnTo>
                  <a:lnTo>
                    <a:pt x="125432" y="32455"/>
                  </a:lnTo>
                  <a:lnTo>
                    <a:pt x="135688" y="37116"/>
                  </a:lnTo>
                  <a:lnTo>
                    <a:pt x="146226" y="27222"/>
                  </a:lnTo>
                  <a:lnTo>
                    <a:pt x="172719" y="22369"/>
                  </a:lnTo>
                  <a:lnTo>
                    <a:pt x="181169" y="17991"/>
                  </a:lnTo>
                  <a:lnTo>
                    <a:pt x="189430" y="23606"/>
                  </a:lnTo>
                  <a:lnTo>
                    <a:pt x="207091" y="24652"/>
                  </a:lnTo>
                  <a:lnTo>
                    <a:pt x="232823" y="0"/>
                  </a:lnTo>
                  <a:lnTo>
                    <a:pt x="240990" y="17515"/>
                  </a:lnTo>
                  <a:lnTo>
                    <a:pt x="243838" y="18562"/>
                  </a:lnTo>
                  <a:lnTo>
                    <a:pt x="242793" y="21607"/>
                  </a:lnTo>
                  <a:lnTo>
                    <a:pt x="257131" y="30171"/>
                  </a:lnTo>
                  <a:lnTo>
                    <a:pt x="255138" y="42729"/>
                  </a:lnTo>
                  <a:lnTo>
                    <a:pt x="257701" y="55949"/>
                  </a:lnTo>
                  <a:lnTo>
                    <a:pt x="261594" y="58231"/>
                  </a:lnTo>
                  <a:lnTo>
                    <a:pt x="265108" y="68500"/>
                  </a:lnTo>
                  <a:lnTo>
                    <a:pt x="273178" y="74110"/>
                  </a:lnTo>
                  <a:lnTo>
                    <a:pt x="281819" y="91980"/>
                  </a:lnTo>
                  <a:lnTo>
                    <a:pt x="280585" y="95306"/>
                  </a:lnTo>
                  <a:lnTo>
                    <a:pt x="284858" y="114026"/>
                  </a:lnTo>
                  <a:lnTo>
                    <a:pt x="285617" y="129322"/>
                  </a:lnTo>
                  <a:lnTo>
                    <a:pt x="284953" y="136162"/>
                  </a:lnTo>
                  <a:lnTo>
                    <a:pt x="275362" y="150030"/>
                  </a:lnTo>
                  <a:lnTo>
                    <a:pt x="276217" y="157248"/>
                  </a:lnTo>
                  <a:lnTo>
                    <a:pt x="265772" y="161902"/>
                  </a:lnTo>
                  <a:lnTo>
                    <a:pt x="259505" y="167885"/>
                  </a:lnTo>
                  <a:lnTo>
                    <a:pt x="255707" y="177097"/>
                  </a:lnTo>
                  <a:lnTo>
                    <a:pt x="242509" y="190961"/>
                  </a:lnTo>
                  <a:lnTo>
                    <a:pt x="236052" y="207293"/>
                  </a:lnTo>
                  <a:lnTo>
                    <a:pt x="231020" y="213655"/>
                  </a:lnTo>
                  <a:lnTo>
                    <a:pt x="228741" y="2667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" name="oPE_MapPart_SAH_1_88" descr="Westsahara">
              <a:extLst>
                <a:ext uri="{FF2B5EF4-FFF2-40B4-BE49-F238E27FC236}">
                  <a16:creationId xmlns:a16="http://schemas.microsoft.com/office/drawing/2014/main" id="{5CE1AF7B-32AF-94BB-893B-68949108E33D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4506873" y="1567128"/>
              <a:ext cx="443999" cy="396640"/>
            </a:xfrm>
            <a:custGeom>
              <a:avLst/>
              <a:gdLst/>
              <a:ahLst/>
              <a:cxnLst/>
              <a:rect l="0" t="0" r="0" b="0"/>
              <a:pathLst>
                <a:path w="443999" h="396640">
                  <a:moveTo>
                    <a:pt x="436782" y="107"/>
                  </a:moveTo>
                  <a:lnTo>
                    <a:pt x="443903" y="0"/>
                  </a:lnTo>
                  <a:lnTo>
                    <a:pt x="443998" y="98216"/>
                  </a:lnTo>
                  <a:lnTo>
                    <a:pt x="268051" y="98216"/>
                  </a:lnTo>
                  <a:lnTo>
                    <a:pt x="267671" y="245009"/>
                  </a:lnTo>
                  <a:lnTo>
                    <a:pt x="249251" y="253700"/>
                  </a:lnTo>
                  <a:lnTo>
                    <a:pt x="236242" y="256284"/>
                  </a:lnTo>
                  <a:lnTo>
                    <a:pt x="214498" y="271876"/>
                  </a:lnTo>
                  <a:lnTo>
                    <a:pt x="208136" y="282185"/>
                  </a:lnTo>
                  <a:lnTo>
                    <a:pt x="211175" y="300706"/>
                  </a:lnTo>
                  <a:lnTo>
                    <a:pt x="215352" y="366824"/>
                  </a:lnTo>
                  <a:lnTo>
                    <a:pt x="7026" y="367028"/>
                  </a:lnTo>
                  <a:lnTo>
                    <a:pt x="1804" y="391457"/>
                  </a:lnTo>
                  <a:lnTo>
                    <a:pt x="2659" y="396639"/>
                  </a:lnTo>
                  <a:lnTo>
                    <a:pt x="0" y="393794"/>
                  </a:lnTo>
                  <a:lnTo>
                    <a:pt x="5032" y="361930"/>
                  </a:lnTo>
                  <a:lnTo>
                    <a:pt x="19370" y="359073"/>
                  </a:lnTo>
                  <a:lnTo>
                    <a:pt x="55737" y="357339"/>
                  </a:lnTo>
                  <a:lnTo>
                    <a:pt x="112234" y="360706"/>
                  </a:lnTo>
                  <a:lnTo>
                    <a:pt x="123818" y="357339"/>
                  </a:lnTo>
                  <a:lnTo>
                    <a:pt x="131225" y="343141"/>
                  </a:lnTo>
                  <a:lnTo>
                    <a:pt x="130180" y="336902"/>
                  </a:lnTo>
                  <a:lnTo>
                    <a:pt x="151734" y="311284"/>
                  </a:lnTo>
                  <a:lnTo>
                    <a:pt x="158096" y="266201"/>
                  </a:lnTo>
                  <a:lnTo>
                    <a:pt x="162369" y="248321"/>
                  </a:lnTo>
                  <a:lnTo>
                    <a:pt x="169206" y="232163"/>
                  </a:lnTo>
                  <a:lnTo>
                    <a:pt x="175472" y="226457"/>
                  </a:lnTo>
                  <a:lnTo>
                    <a:pt x="199780" y="215450"/>
                  </a:lnTo>
                  <a:lnTo>
                    <a:pt x="216682" y="187128"/>
                  </a:lnTo>
                  <a:lnTo>
                    <a:pt x="246212" y="166234"/>
                  </a:lnTo>
                  <a:lnTo>
                    <a:pt x="252574" y="149894"/>
                  </a:lnTo>
                  <a:lnTo>
                    <a:pt x="265677" y="98533"/>
                  </a:lnTo>
                  <a:lnTo>
                    <a:pt x="267291" y="96103"/>
                  </a:lnTo>
                  <a:lnTo>
                    <a:pt x="283813" y="91875"/>
                  </a:lnTo>
                  <a:lnTo>
                    <a:pt x="288086" y="80551"/>
                  </a:lnTo>
                  <a:lnTo>
                    <a:pt x="303848" y="60717"/>
                  </a:lnTo>
                  <a:lnTo>
                    <a:pt x="304988" y="54128"/>
                  </a:lnTo>
                  <a:lnTo>
                    <a:pt x="300999" y="45936"/>
                  </a:lnTo>
                  <a:lnTo>
                    <a:pt x="334423" y="37840"/>
                  </a:lnTo>
                  <a:lnTo>
                    <a:pt x="345342" y="39545"/>
                  </a:lnTo>
                  <a:lnTo>
                    <a:pt x="361200" y="47213"/>
                  </a:lnTo>
                  <a:lnTo>
                    <a:pt x="372689" y="44338"/>
                  </a:lnTo>
                  <a:lnTo>
                    <a:pt x="384083" y="47851"/>
                  </a:lnTo>
                  <a:lnTo>
                    <a:pt x="388356" y="47213"/>
                  </a:lnTo>
                  <a:lnTo>
                    <a:pt x="405447" y="33788"/>
                  </a:lnTo>
                  <a:lnTo>
                    <a:pt x="438016" y="31868"/>
                  </a:lnTo>
                  <a:lnTo>
                    <a:pt x="440200" y="27706"/>
                  </a:lnTo>
                  <a:lnTo>
                    <a:pt x="436972" y="25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9" name="oPE_MapPart_ZMB_1_89" descr="Sambia">
              <a:extLst>
                <a:ext uri="{FF2B5EF4-FFF2-40B4-BE49-F238E27FC236}">
                  <a16:creationId xmlns:a16="http://schemas.microsoft.com/office/drawing/2014/main" id="{392734E6-26D1-D850-7DAE-6F55A502A3A4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6568294" y="3519979"/>
              <a:ext cx="616244" cy="534134"/>
            </a:xfrm>
            <a:custGeom>
              <a:avLst/>
              <a:gdLst/>
              <a:ahLst/>
              <a:cxnLst/>
              <a:rect l="0" t="0" r="0" b="0"/>
              <a:pathLst>
                <a:path w="616244" h="534134">
                  <a:moveTo>
                    <a:pt x="443999" y="401976"/>
                  </a:moveTo>
                  <a:lnTo>
                    <a:pt x="408772" y="401976"/>
                  </a:lnTo>
                  <a:lnTo>
                    <a:pt x="396048" y="404836"/>
                  </a:lnTo>
                  <a:lnTo>
                    <a:pt x="365758" y="420826"/>
                  </a:lnTo>
                  <a:lnTo>
                    <a:pt x="363763" y="423493"/>
                  </a:lnTo>
                  <a:lnTo>
                    <a:pt x="361485" y="444854"/>
                  </a:lnTo>
                  <a:lnTo>
                    <a:pt x="357686" y="450796"/>
                  </a:lnTo>
                  <a:lnTo>
                    <a:pt x="314008" y="470822"/>
                  </a:lnTo>
                  <a:lnTo>
                    <a:pt x="304704" y="479857"/>
                  </a:lnTo>
                  <a:lnTo>
                    <a:pt x="287897" y="504817"/>
                  </a:lnTo>
                  <a:lnTo>
                    <a:pt x="265962" y="529540"/>
                  </a:lnTo>
                  <a:lnTo>
                    <a:pt x="253238" y="534133"/>
                  </a:lnTo>
                  <a:lnTo>
                    <a:pt x="242509" y="533134"/>
                  </a:lnTo>
                  <a:lnTo>
                    <a:pt x="229691" y="527944"/>
                  </a:lnTo>
                  <a:lnTo>
                    <a:pt x="204814" y="529141"/>
                  </a:lnTo>
                  <a:lnTo>
                    <a:pt x="193039" y="522057"/>
                  </a:lnTo>
                  <a:lnTo>
                    <a:pt x="183164" y="523254"/>
                  </a:lnTo>
                  <a:lnTo>
                    <a:pt x="173004" y="520362"/>
                  </a:lnTo>
                  <a:lnTo>
                    <a:pt x="159426" y="507904"/>
                  </a:lnTo>
                  <a:lnTo>
                    <a:pt x="145278" y="505116"/>
                  </a:lnTo>
                  <a:lnTo>
                    <a:pt x="121065" y="503125"/>
                  </a:lnTo>
                  <a:lnTo>
                    <a:pt x="73873" y="511889"/>
                  </a:lnTo>
                  <a:lnTo>
                    <a:pt x="25258" y="466358"/>
                  </a:lnTo>
                  <a:lnTo>
                    <a:pt x="9021" y="454362"/>
                  </a:lnTo>
                  <a:lnTo>
                    <a:pt x="0" y="419048"/>
                  </a:lnTo>
                  <a:lnTo>
                    <a:pt x="0" y="258100"/>
                  </a:lnTo>
                  <a:lnTo>
                    <a:pt x="104638" y="257418"/>
                  </a:lnTo>
                  <a:lnTo>
                    <a:pt x="100366" y="247190"/>
                  </a:lnTo>
                  <a:lnTo>
                    <a:pt x="106158" y="226757"/>
                  </a:lnTo>
                  <a:lnTo>
                    <a:pt x="105018" y="184331"/>
                  </a:lnTo>
                  <a:lnTo>
                    <a:pt x="109005" y="171927"/>
                  </a:lnTo>
                  <a:lnTo>
                    <a:pt x="104828" y="143281"/>
                  </a:lnTo>
                  <a:lnTo>
                    <a:pt x="110715" y="144345"/>
                  </a:lnTo>
                  <a:lnTo>
                    <a:pt x="113754" y="151599"/>
                  </a:lnTo>
                  <a:lnTo>
                    <a:pt x="123439" y="154018"/>
                  </a:lnTo>
                  <a:lnTo>
                    <a:pt x="125907" y="157114"/>
                  </a:lnTo>
                  <a:lnTo>
                    <a:pt x="127427" y="163889"/>
                  </a:lnTo>
                  <a:lnTo>
                    <a:pt x="124293" y="170086"/>
                  </a:lnTo>
                  <a:lnTo>
                    <a:pt x="126477" y="172605"/>
                  </a:lnTo>
                  <a:lnTo>
                    <a:pt x="133884" y="173768"/>
                  </a:lnTo>
                  <a:lnTo>
                    <a:pt x="141859" y="169118"/>
                  </a:lnTo>
                  <a:lnTo>
                    <a:pt x="174523" y="161566"/>
                  </a:lnTo>
                  <a:lnTo>
                    <a:pt x="176138" y="162921"/>
                  </a:lnTo>
                  <a:lnTo>
                    <a:pt x="174239" y="171927"/>
                  </a:lnTo>
                  <a:lnTo>
                    <a:pt x="177752" y="183652"/>
                  </a:lnTo>
                  <a:lnTo>
                    <a:pt x="186297" y="190731"/>
                  </a:lnTo>
                  <a:lnTo>
                    <a:pt x="191994" y="190246"/>
                  </a:lnTo>
                  <a:lnTo>
                    <a:pt x="213453" y="198103"/>
                  </a:lnTo>
                  <a:lnTo>
                    <a:pt x="243554" y="202471"/>
                  </a:lnTo>
                  <a:lnTo>
                    <a:pt x="255517" y="202082"/>
                  </a:lnTo>
                  <a:lnTo>
                    <a:pt x="262164" y="198492"/>
                  </a:lnTo>
                  <a:lnTo>
                    <a:pt x="267292" y="183264"/>
                  </a:lnTo>
                  <a:lnTo>
                    <a:pt x="273179" y="181326"/>
                  </a:lnTo>
                  <a:lnTo>
                    <a:pt x="277356" y="192282"/>
                  </a:lnTo>
                  <a:lnTo>
                    <a:pt x="287137" y="201015"/>
                  </a:lnTo>
                  <a:lnTo>
                    <a:pt x="295113" y="216260"/>
                  </a:lnTo>
                  <a:lnTo>
                    <a:pt x="310021" y="219369"/>
                  </a:lnTo>
                  <a:lnTo>
                    <a:pt x="339361" y="231911"/>
                  </a:lnTo>
                  <a:lnTo>
                    <a:pt x="346672" y="249137"/>
                  </a:lnTo>
                  <a:lnTo>
                    <a:pt x="353034" y="250501"/>
                  </a:lnTo>
                  <a:lnTo>
                    <a:pt x="356072" y="254008"/>
                  </a:lnTo>
                  <a:lnTo>
                    <a:pt x="366232" y="269604"/>
                  </a:lnTo>
                  <a:lnTo>
                    <a:pt x="367277" y="274677"/>
                  </a:lnTo>
                  <a:lnTo>
                    <a:pt x="371075" y="277995"/>
                  </a:lnTo>
                  <a:lnTo>
                    <a:pt x="380950" y="279654"/>
                  </a:lnTo>
                  <a:lnTo>
                    <a:pt x="399561" y="271555"/>
                  </a:lnTo>
                  <a:lnTo>
                    <a:pt x="403549" y="274189"/>
                  </a:lnTo>
                  <a:lnTo>
                    <a:pt x="404688" y="280435"/>
                  </a:lnTo>
                  <a:lnTo>
                    <a:pt x="411240" y="281802"/>
                  </a:lnTo>
                  <a:lnTo>
                    <a:pt x="412285" y="212374"/>
                  </a:lnTo>
                  <a:lnTo>
                    <a:pt x="397092" y="216260"/>
                  </a:lnTo>
                  <a:lnTo>
                    <a:pt x="395952" y="226562"/>
                  </a:lnTo>
                  <a:lnTo>
                    <a:pt x="373733" y="222771"/>
                  </a:lnTo>
                  <a:lnTo>
                    <a:pt x="346103" y="197521"/>
                  </a:lnTo>
                  <a:lnTo>
                    <a:pt x="337842" y="180647"/>
                  </a:lnTo>
                  <a:lnTo>
                    <a:pt x="336418" y="176093"/>
                  </a:lnTo>
                  <a:lnTo>
                    <a:pt x="346292" y="139511"/>
                  </a:lnTo>
                  <a:lnTo>
                    <a:pt x="351230" y="132359"/>
                  </a:lnTo>
                  <a:lnTo>
                    <a:pt x="351610" y="125983"/>
                  </a:lnTo>
                  <a:lnTo>
                    <a:pt x="349616" y="117776"/>
                  </a:lnTo>
                  <a:lnTo>
                    <a:pt x="349426" y="79301"/>
                  </a:lnTo>
                  <a:lnTo>
                    <a:pt x="338696" y="55043"/>
                  </a:lnTo>
                  <a:lnTo>
                    <a:pt x="353509" y="43791"/>
                  </a:lnTo>
                  <a:lnTo>
                    <a:pt x="363479" y="31585"/>
                  </a:lnTo>
                  <a:lnTo>
                    <a:pt x="366897" y="21115"/>
                  </a:lnTo>
                  <a:lnTo>
                    <a:pt x="364998" y="15546"/>
                  </a:lnTo>
                  <a:lnTo>
                    <a:pt x="462705" y="0"/>
                  </a:lnTo>
                  <a:lnTo>
                    <a:pt x="470110" y="14970"/>
                  </a:lnTo>
                  <a:lnTo>
                    <a:pt x="477612" y="21499"/>
                  </a:lnTo>
                  <a:lnTo>
                    <a:pt x="494324" y="22075"/>
                  </a:lnTo>
                  <a:lnTo>
                    <a:pt x="499546" y="24573"/>
                  </a:lnTo>
                  <a:lnTo>
                    <a:pt x="511320" y="38120"/>
                  </a:lnTo>
                  <a:lnTo>
                    <a:pt x="522619" y="38889"/>
                  </a:lnTo>
                  <a:lnTo>
                    <a:pt x="525563" y="45906"/>
                  </a:lnTo>
                  <a:lnTo>
                    <a:pt x="551390" y="51388"/>
                  </a:lnTo>
                  <a:lnTo>
                    <a:pt x="577123" y="64761"/>
                  </a:lnTo>
                  <a:lnTo>
                    <a:pt x="581110" y="76315"/>
                  </a:lnTo>
                  <a:lnTo>
                    <a:pt x="591650" y="76507"/>
                  </a:lnTo>
                  <a:lnTo>
                    <a:pt x="594499" y="83636"/>
                  </a:lnTo>
                  <a:lnTo>
                    <a:pt x="599816" y="89128"/>
                  </a:lnTo>
                  <a:lnTo>
                    <a:pt x="597728" y="98575"/>
                  </a:lnTo>
                  <a:lnTo>
                    <a:pt x="609217" y="109089"/>
                  </a:lnTo>
                  <a:lnTo>
                    <a:pt x="610545" y="117486"/>
                  </a:lnTo>
                  <a:lnTo>
                    <a:pt x="616243" y="126177"/>
                  </a:lnTo>
                  <a:lnTo>
                    <a:pt x="605893" y="138544"/>
                  </a:lnTo>
                  <a:lnTo>
                    <a:pt x="599531" y="140091"/>
                  </a:lnTo>
                  <a:lnTo>
                    <a:pt x="595163" y="144442"/>
                  </a:lnTo>
                  <a:lnTo>
                    <a:pt x="601335" y="158662"/>
                  </a:lnTo>
                  <a:lnTo>
                    <a:pt x="593644" y="172605"/>
                  </a:lnTo>
                  <a:lnTo>
                    <a:pt x="593264" y="178903"/>
                  </a:lnTo>
                  <a:lnTo>
                    <a:pt x="597348" y="187337"/>
                  </a:lnTo>
                  <a:lnTo>
                    <a:pt x="594689" y="210043"/>
                  </a:lnTo>
                  <a:lnTo>
                    <a:pt x="599247" y="220633"/>
                  </a:lnTo>
                  <a:lnTo>
                    <a:pt x="608362" y="222771"/>
                  </a:lnTo>
                  <a:lnTo>
                    <a:pt x="602285" y="230452"/>
                  </a:lnTo>
                  <a:lnTo>
                    <a:pt x="582439" y="238040"/>
                  </a:lnTo>
                  <a:lnTo>
                    <a:pt x="578452" y="247482"/>
                  </a:lnTo>
                  <a:lnTo>
                    <a:pt x="581301" y="252547"/>
                  </a:lnTo>
                  <a:lnTo>
                    <a:pt x="579591" y="270190"/>
                  </a:lnTo>
                  <a:lnTo>
                    <a:pt x="571520" y="285317"/>
                  </a:lnTo>
                  <a:lnTo>
                    <a:pt x="563923" y="290005"/>
                  </a:lnTo>
                  <a:lnTo>
                    <a:pt x="570666" y="295379"/>
                  </a:lnTo>
                  <a:lnTo>
                    <a:pt x="568956" y="299289"/>
                  </a:lnTo>
                  <a:lnTo>
                    <a:pt x="574368" y="302319"/>
                  </a:lnTo>
                  <a:lnTo>
                    <a:pt x="580921" y="313472"/>
                  </a:lnTo>
                  <a:lnTo>
                    <a:pt x="589182" y="309068"/>
                  </a:lnTo>
                  <a:lnTo>
                    <a:pt x="591935" y="312982"/>
                  </a:lnTo>
                  <a:lnTo>
                    <a:pt x="435263" y="366239"/>
                  </a:lnTo>
                  <a:lnTo>
                    <a:pt x="436402" y="376761"/>
                  </a:lnTo>
                  <a:lnTo>
                    <a:pt x="441530" y="385915"/>
                  </a:lnTo>
                  <a:lnTo>
                    <a:pt x="443144" y="3943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0" name="oPE_MapPart_ZWE_1_90" descr="Simbabwe">
              <a:extLst>
                <a:ext uri="{FF2B5EF4-FFF2-40B4-BE49-F238E27FC236}">
                  <a16:creationId xmlns:a16="http://schemas.microsoft.com/office/drawing/2014/main" id="{3C686822-3243-89B1-A780-BB12684D1B58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6740348" y="3921955"/>
              <a:ext cx="409627" cy="377417"/>
            </a:xfrm>
            <a:custGeom>
              <a:avLst/>
              <a:gdLst/>
              <a:ahLst/>
              <a:cxnLst/>
              <a:rect l="0" t="0" r="0" b="0"/>
              <a:pathLst>
                <a:path w="409627" h="377417">
                  <a:moveTo>
                    <a:pt x="318947" y="377416"/>
                  </a:moveTo>
                  <a:lnTo>
                    <a:pt x="307647" y="371974"/>
                  </a:lnTo>
                  <a:lnTo>
                    <a:pt x="299386" y="371050"/>
                  </a:lnTo>
                  <a:lnTo>
                    <a:pt x="275268" y="373206"/>
                  </a:lnTo>
                  <a:lnTo>
                    <a:pt x="261025" y="371050"/>
                  </a:lnTo>
                  <a:lnTo>
                    <a:pt x="233205" y="362742"/>
                  </a:lnTo>
                  <a:lnTo>
                    <a:pt x="217537" y="365511"/>
                  </a:lnTo>
                  <a:lnTo>
                    <a:pt x="210795" y="358950"/>
                  </a:lnTo>
                  <a:lnTo>
                    <a:pt x="203864" y="358233"/>
                  </a:lnTo>
                  <a:lnTo>
                    <a:pt x="200540" y="355468"/>
                  </a:lnTo>
                  <a:lnTo>
                    <a:pt x="199591" y="342879"/>
                  </a:lnTo>
                  <a:lnTo>
                    <a:pt x="173574" y="334600"/>
                  </a:lnTo>
                  <a:lnTo>
                    <a:pt x="146227" y="329187"/>
                  </a:lnTo>
                  <a:lnTo>
                    <a:pt x="137302" y="312563"/>
                  </a:lnTo>
                  <a:lnTo>
                    <a:pt x="128092" y="301363"/>
                  </a:lnTo>
                  <a:lnTo>
                    <a:pt x="129706" y="271298"/>
                  </a:lnTo>
                  <a:lnTo>
                    <a:pt x="125718" y="268662"/>
                  </a:lnTo>
                  <a:lnTo>
                    <a:pt x="107582" y="268358"/>
                  </a:lnTo>
                  <a:lnTo>
                    <a:pt x="106347" y="254483"/>
                  </a:lnTo>
                  <a:lnTo>
                    <a:pt x="102169" y="247099"/>
                  </a:lnTo>
                  <a:lnTo>
                    <a:pt x="75772" y="235479"/>
                  </a:lnTo>
                  <a:lnTo>
                    <a:pt x="48901" y="215608"/>
                  </a:lnTo>
                  <a:lnTo>
                    <a:pt x="37412" y="190052"/>
                  </a:lnTo>
                  <a:lnTo>
                    <a:pt x="36842" y="182018"/>
                  </a:lnTo>
                  <a:lnTo>
                    <a:pt x="0" y="128164"/>
                  </a:lnTo>
                  <a:lnTo>
                    <a:pt x="950" y="118386"/>
                  </a:lnTo>
                  <a:lnTo>
                    <a:pt x="11110" y="121278"/>
                  </a:lnTo>
                  <a:lnTo>
                    <a:pt x="20985" y="120081"/>
                  </a:lnTo>
                  <a:lnTo>
                    <a:pt x="32760" y="127165"/>
                  </a:lnTo>
                  <a:lnTo>
                    <a:pt x="39785" y="128164"/>
                  </a:lnTo>
                  <a:lnTo>
                    <a:pt x="47382" y="124970"/>
                  </a:lnTo>
                  <a:lnTo>
                    <a:pt x="81184" y="132157"/>
                  </a:lnTo>
                  <a:lnTo>
                    <a:pt x="93908" y="127564"/>
                  </a:lnTo>
                  <a:lnTo>
                    <a:pt x="115843" y="102841"/>
                  </a:lnTo>
                  <a:lnTo>
                    <a:pt x="132650" y="77881"/>
                  </a:lnTo>
                  <a:lnTo>
                    <a:pt x="141954" y="68846"/>
                  </a:lnTo>
                  <a:lnTo>
                    <a:pt x="185632" y="48820"/>
                  </a:lnTo>
                  <a:lnTo>
                    <a:pt x="189431" y="42878"/>
                  </a:lnTo>
                  <a:lnTo>
                    <a:pt x="191709" y="21517"/>
                  </a:lnTo>
                  <a:lnTo>
                    <a:pt x="193704" y="18850"/>
                  </a:lnTo>
                  <a:lnTo>
                    <a:pt x="213454" y="7300"/>
                  </a:lnTo>
                  <a:lnTo>
                    <a:pt x="236718" y="0"/>
                  </a:lnTo>
                  <a:lnTo>
                    <a:pt x="271945" y="0"/>
                  </a:lnTo>
                  <a:lnTo>
                    <a:pt x="274128" y="19245"/>
                  </a:lnTo>
                  <a:lnTo>
                    <a:pt x="316193" y="20826"/>
                  </a:lnTo>
                  <a:lnTo>
                    <a:pt x="329581" y="29424"/>
                  </a:lnTo>
                  <a:lnTo>
                    <a:pt x="340026" y="31303"/>
                  </a:lnTo>
                  <a:lnTo>
                    <a:pt x="353319" y="43076"/>
                  </a:lnTo>
                  <a:lnTo>
                    <a:pt x="369366" y="44165"/>
                  </a:lnTo>
                  <a:lnTo>
                    <a:pt x="390066" y="51890"/>
                  </a:lnTo>
                  <a:lnTo>
                    <a:pt x="395668" y="56746"/>
                  </a:lnTo>
                  <a:lnTo>
                    <a:pt x="406493" y="58729"/>
                  </a:lnTo>
                  <a:lnTo>
                    <a:pt x="402790" y="68151"/>
                  </a:lnTo>
                  <a:lnTo>
                    <a:pt x="403169" y="76590"/>
                  </a:lnTo>
                  <a:lnTo>
                    <a:pt x="407632" y="88414"/>
                  </a:lnTo>
                  <a:lnTo>
                    <a:pt x="406968" y="134454"/>
                  </a:lnTo>
                  <a:lnTo>
                    <a:pt x="408867" y="149849"/>
                  </a:lnTo>
                  <a:lnTo>
                    <a:pt x="403169" y="170380"/>
                  </a:lnTo>
                  <a:lnTo>
                    <a:pt x="393389" y="178104"/>
                  </a:lnTo>
                  <a:lnTo>
                    <a:pt x="394339" y="185633"/>
                  </a:lnTo>
                  <a:lnTo>
                    <a:pt x="401365" y="191358"/>
                  </a:lnTo>
                  <a:lnTo>
                    <a:pt x="397567" y="207249"/>
                  </a:lnTo>
                  <a:lnTo>
                    <a:pt x="409626" y="234368"/>
                  </a:lnTo>
                  <a:lnTo>
                    <a:pt x="408867" y="240630"/>
                  </a:lnTo>
                  <a:lnTo>
                    <a:pt x="391965" y="270487"/>
                  </a:lnTo>
                  <a:lnTo>
                    <a:pt x="382470" y="278601"/>
                  </a:lnTo>
                  <a:lnTo>
                    <a:pt x="381615" y="294955"/>
                  </a:lnTo>
                  <a:lnTo>
                    <a:pt x="375158" y="305536"/>
                  </a:lnTo>
                  <a:lnTo>
                    <a:pt x="379241" y="314601"/>
                  </a:lnTo>
                  <a:lnTo>
                    <a:pt x="326448" y="37146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091069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oPE_Map_CONTINENT_ASIA_221" descr="Asia – Countries and Territories">
            <a:extLst>
              <a:ext uri="{FF2B5EF4-FFF2-40B4-BE49-F238E27FC236}">
                <a16:creationId xmlns:a16="http://schemas.microsoft.com/office/drawing/2014/main" id="{D5387648-6895-F1A9-1C07-058DFB44CB1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345895" y="960120"/>
            <a:ext cx="7500211" cy="4937761"/>
            <a:chOff x="2345895" y="960120"/>
            <a:chExt cx="7500211" cy="4937761"/>
          </a:xfrm>
        </p:grpSpPr>
        <p:sp>
          <p:nvSpPr>
            <p:cNvPr id="2" name="oPE_MapPart_AFG_1_2" descr="Afghanistan">
              <a:extLst>
                <a:ext uri="{FF2B5EF4-FFF2-40B4-BE49-F238E27FC236}">
                  <a16:creationId xmlns:a16="http://schemas.microsoft.com/office/drawing/2014/main" id="{6E83EC9B-24DB-93DD-1572-3E06A9A9E15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518986" y="2526535"/>
              <a:ext cx="899146" cy="683233"/>
            </a:xfrm>
            <a:custGeom>
              <a:avLst/>
              <a:gdLst/>
              <a:ahLst/>
              <a:cxnLst/>
              <a:rect l="0" t="0" r="0" b="0"/>
              <a:pathLst>
                <a:path w="899146" h="683233">
                  <a:moveTo>
                    <a:pt x="376825" y="87713"/>
                  </a:moveTo>
                  <a:lnTo>
                    <a:pt x="395925" y="85875"/>
                  </a:lnTo>
                  <a:lnTo>
                    <a:pt x="410867" y="88702"/>
                  </a:lnTo>
                  <a:lnTo>
                    <a:pt x="418844" y="96610"/>
                  </a:lnTo>
                  <a:lnTo>
                    <a:pt x="426597" y="98585"/>
                  </a:lnTo>
                  <a:lnTo>
                    <a:pt x="438956" y="94069"/>
                  </a:lnTo>
                  <a:lnTo>
                    <a:pt x="450303" y="97174"/>
                  </a:lnTo>
                  <a:lnTo>
                    <a:pt x="458729" y="110001"/>
                  </a:lnTo>
                  <a:lnTo>
                    <a:pt x="466369" y="117177"/>
                  </a:lnTo>
                  <a:lnTo>
                    <a:pt x="473222" y="118864"/>
                  </a:lnTo>
                  <a:lnTo>
                    <a:pt x="485356" y="113942"/>
                  </a:lnTo>
                  <a:lnTo>
                    <a:pt x="487715" y="108029"/>
                  </a:lnTo>
                  <a:lnTo>
                    <a:pt x="493221" y="104225"/>
                  </a:lnTo>
                  <a:lnTo>
                    <a:pt x="510860" y="94775"/>
                  </a:lnTo>
                  <a:lnTo>
                    <a:pt x="520410" y="93787"/>
                  </a:lnTo>
                  <a:lnTo>
                    <a:pt x="525915" y="88843"/>
                  </a:lnTo>
                  <a:lnTo>
                    <a:pt x="550408" y="105775"/>
                  </a:lnTo>
                  <a:lnTo>
                    <a:pt x="557373" y="98726"/>
                  </a:lnTo>
                  <a:lnTo>
                    <a:pt x="556362" y="83755"/>
                  </a:lnTo>
                  <a:lnTo>
                    <a:pt x="557710" y="76821"/>
                  </a:lnTo>
                  <a:lnTo>
                    <a:pt x="562204" y="71579"/>
                  </a:lnTo>
                  <a:lnTo>
                    <a:pt x="582652" y="67185"/>
                  </a:lnTo>
                  <a:lnTo>
                    <a:pt x="596696" y="72005"/>
                  </a:lnTo>
                  <a:lnTo>
                    <a:pt x="605684" y="69312"/>
                  </a:lnTo>
                  <a:lnTo>
                    <a:pt x="609616" y="62786"/>
                  </a:lnTo>
                  <a:lnTo>
                    <a:pt x="607257" y="42313"/>
                  </a:lnTo>
                  <a:lnTo>
                    <a:pt x="619953" y="30336"/>
                  </a:lnTo>
                  <a:lnTo>
                    <a:pt x="632311" y="9748"/>
                  </a:lnTo>
                  <a:lnTo>
                    <a:pt x="639839" y="2725"/>
                  </a:lnTo>
                  <a:lnTo>
                    <a:pt x="648714" y="0"/>
                  </a:lnTo>
                  <a:lnTo>
                    <a:pt x="672308" y="11896"/>
                  </a:lnTo>
                  <a:lnTo>
                    <a:pt x="677027" y="22767"/>
                  </a:lnTo>
                  <a:lnTo>
                    <a:pt x="673656" y="42740"/>
                  </a:lnTo>
                  <a:lnTo>
                    <a:pt x="692644" y="43452"/>
                  </a:lnTo>
                  <a:lnTo>
                    <a:pt x="683319" y="105071"/>
                  </a:lnTo>
                  <a:lnTo>
                    <a:pt x="689385" y="127013"/>
                  </a:lnTo>
                  <a:lnTo>
                    <a:pt x="697812" y="138654"/>
                  </a:lnTo>
                  <a:lnTo>
                    <a:pt x="706350" y="138794"/>
                  </a:lnTo>
                  <a:lnTo>
                    <a:pt x="741067" y="116333"/>
                  </a:lnTo>
                  <a:lnTo>
                    <a:pt x="759717" y="112675"/>
                  </a:lnTo>
                  <a:lnTo>
                    <a:pt x="766008" y="101406"/>
                  </a:lnTo>
                  <a:lnTo>
                    <a:pt x="774660" y="94069"/>
                  </a:lnTo>
                  <a:lnTo>
                    <a:pt x="804994" y="78802"/>
                  </a:lnTo>
                  <a:lnTo>
                    <a:pt x="826116" y="82199"/>
                  </a:lnTo>
                  <a:lnTo>
                    <a:pt x="825892" y="89126"/>
                  </a:lnTo>
                  <a:lnTo>
                    <a:pt x="820274" y="94493"/>
                  </a:lnTo>
                  <a:lnTo>
                    <a:pt x="821959" y="96187"/>
                  </a:lnTo>
                  <a:lnTo>
                    <a:pt x="853980" y="89126"/>
                  </a:lnTo>
                  <a:lnTo>
                    <a:pt x="859709" y="82482"/>
                  </a:lnTo>
                  <a:lnTo>
                    <a:pt x="865327" y="82199"/>
                  </a:lnTo>
                  <a:lnTo>
                    <a:pt x="884651" y="84037"/>
                  </a:lnTo>
                  <a:lnTo>
                    <a:pt x="899145" y="96892"/>
                  </a:lnTo>
                  <a:lnTo>
                    <a:pt x="888921" y="92234"/>
                  </a:lnTo>
                  <a:lnTo>
                    <a:pt x="866788" y="102675"/>
                  </a:lnTo>
                  <a:lnTo>
                    <a:pt x="877349" y="113238"/>
                  </a:lnTo>
                  <a:lnTo>
                    <a:pt x="846003" y="128557"/>
                  </a:lnTo>
                  <a:lnTo>
                    <a:pt x="829150" y="123642"/>
                  </a:lnTo>
                  <a:lnTo>
                    <a:pt x="757583" y="128276"/>
                  </a:lnTo>
                  <a:lnTo>
                    <a:pt x="728484" y="138374"/>
                  </a:lnTo>
                  <a:lnTo>
                    <a:pt x="704553" y="159217"/>
                  </a:lnTo>
                  <a:lnTo>
                    <a:pt x="695003" y="158938"/>
                  </a:lnTo>
                  <a:lnTo>
                    <a:pt x="670848" y="183188"/>
                  </a:lnTo>
                  <a:lnTo>
                    <a:pt x="667814" y="189443"/>
                  </a:lnTo>
                  <a:lnTo>
                    <a:pt x="682981" y="205401"/>
                  </a:lnTo>
                  <a:lnTo>
                    <a:pt x="691970" y="227534"/>
                  </a:lnTo>
                  <a:lnTo>
                    <a:pt x="693767" y="238158"/>
                  </a:lnTo>
                  <a:lnTo>
                    <a:pt x="690397" y="247249"/>
                  </a:lnTo>
                  <a:lnTo>
                    <a:pt x="695003" y="255365"/>
                  </a:lnTo>
                  <a:lnTo>
                    <a:pt x="684667" y="271838"/>
                  </a:lnTo>
                  <a:lnTo>
                    <a:pt x="674668" y="279374"/>
                  </a:lnTo>
                  <a:lnTo>
                    <a:pt x="654107" y="304929"/>
                  </a:lnTo>
                  <a:lnTo>
                    <a:pt x="662309" y="317191"/>
                  </a:lnTo>
                  <a:lnTo>
                    <a:pt x="661972" y="335947"/>
                  </a:lnTo>
                  <a:lnTo>
                    <a:pt x="659500" y="341237"/>
                  </a:lnTo>
                  <a:lnTo>
                    <a:pt x="634671" y="348691"/>
                  </a:lnTo>
                  <a:lnTo>
                    <a:pt x="614223" y="348014"/>
                  </a:lnTo>
                  <a:lnTo>
                    <a:pt x="593550" y="341102"/>
                  </a:lnTo>
                  <a:lnTo>
                    <a:pt x="587034" y="344491"/>
                  </a:lnTo>
                  <a:lnTo>
                    <a:pt x="585685" y="352753"/>
                  </a:lnTo>
                  <a:lnTo>
                    <a:pt x="602201" y="373564"/>
                  </a:lnTo>
                  <a:lnTo>
                    <a:pt x="611639" y="392426"/>
                  </a:lnTo>
                  <a:lnTo>
                    <a:pt x="610178" y="398342"/>
                  </a:lnTo>
                  <a:lnTo>
                    <a:pt x="588944" y="411501"/>
                  </a:lnTo>
                  <a:lnTo>
                    <a:pt x="575349" y="412842"/>
                  </a:lnTo>
                  <a:lnTo>
                    <a:pt x="562766" y="418472"/>
                  </a:lnTo>
                  <a:lnTo>
                    <a:pt x="556811" y="443481"/>
                  </a:lnTo>
                  <a:lnTo>
                    <a:pt x="546475" y="461876"/>
                  </a:lnTo>
                  <a:lnTo>
                    <a:pt x="548834" y="498516"/>
                  </a:lnTo>
                  <a:lnTo>
                    <a:pt x="536701" y="513195"/>
                  </a:lnTo>
                  <a:lnTo>
                    <a:pt x="523331" y="520721"/>
                  </a:lnTo>
                  <a:lnTo>
                    <a:pt x="517826" y="519929"/>
                  </a:lnTo>
                  <a:lnTo>
                    <a:pt x="506366" y="508438"/>
                  </a:lnTo>
                  <a:lnTo>
                    <a:pt x="496704" y="512006"/>
                  </a:lnTo>
                  <a:lnTo>
                    <a:pt x="479065" y="508438"/>
                  </a:lnTo>
                  <a:lnTo>
                    <a:pt x="470076" y="517554"/>
                  </a:lnTo>
                  <a:lnTo>
                    <a:pt x="442663" y="530084"/>
                  </a:lnTo>
                  <a:lnTo>
                    <a:pt x="452662" y="542065"/>
                  </a:lnTo>
                  <a:lnTo>
                    <a:pt x="443899" y="546931"/>
                  </a:lnTo>
                  <a:lnTo>
                    <a:pt x="424574" y="551268"/>
                  </a:lnTo>
                  <a:lnTo>
                    <a:pt x="413901" y="549428"/>
                  </a:lnTo>
                  <a:lnTo>
                    <a:pt x="408396" y="545222"/>
                  </a:lnTo>
                  <a:lnTo>
                    <a:pt x="395925" y="547851"/>
                  </a:lnTo>
                  <a:lnTo>
                    <a:pt x="381432" y="565704"/>
                  </a:lnTo>
                  <a:lnTo>
                    <a:pt x="368961" y="573565"/>
                  </a:lnTo>
                  <a:lnTo>
                    <a:pt x="365815" y="581418"/>
                  </a:lnTo>
                  <a:lnTo>
                    <a:pt x="362107" y="595661"/>
                  </a:lnTo>
                  <a:lnTo>
                    <a:pt x="363231" y="616386"/>
                  </a:lnTo>
                  <a:lnTo>
                    <a:pt x="359074" y="631597"/>
                  </a:lnTo>
                  <a:lnTo>
                    <a:pt x="363793" y="641850"/>
                  </a:lnTo>
                  <a:lnTo>
                    <a:pt x="358624" y="649239"/>
                  </a:lnTo>
                  <a:lnTo>
                    <a:pt x="287731" y="671230"/>
                  </a:lnTo>
                  <a:lnTo>
                    <a:pt x="243914" y="672263"/>
                  </a:lnTo>
                  <a:lnTo>
                    <a:pt x="225489" y="683232"/>
                  </a:lnTo>
                  <a:lnTo>
                    <a:pt x="192345" y="675620"/>
                  </a:lnTo>
                  <a:lnTo>
                    <a:pt x="124260" y="682071"/>
                  </a:lnTo>
                  <a:lnTo>
                    <a:pt x="22358" y="649757"/>
                  </a:lnTo>
                  <a:lnTo>
                    <a:pt x="81118" y="579324"/>
                  </a:lnTo>
                  <a:lnTo>
                    <a:pt x="82915" y="561770"/>
                  </a:lnTo>
                  <a:lnTo>
                    <a:pt x="79208" y="546274"/>
                  </a:lnTo>
                  <a:lnTo>
                    <a:pt x="73365" y="539171"/>
                  </a:lnTo>
                  <a:lnTo>
                    <a:pt x="20897" y="531006"/>
                  </a:lnTo>
                  <a:lnTo>
                    <a:pt x="18875" y="502883"/>
                  </a:lnTo>
                  <a:lnTo>
                    <a:pt x="21459" y="475573"/>
                  </a:lnTo>
                  <a:lnTo>
                    <a:pt x="4719" y="409623"/>
                  </a:lnTo>
                  <a:lnTo>
                    <a:pt x="26964" y="382193"/>
                  </a:lnTo>
                  <a:lnTo>
                    <a:pt x="26290" y="379633"/>
                  </a:lnTo>
                  <a:lnTo>
                    <a:pt x="10561" y="378015"/>
                  </a:lnTo>
                  <a:lnTo>
                    <a:pt x="1573" y="372215"/>
                  </a:lnTo>
                  <a:lnTo>
                    <a:pt x="0" y="366680"/>
                  </a:lnTo>
                  <a:lnTo>
                    <a:pt x="2585" y="356948"/>
                  </a:lnTo>
                  <a:lnTo>
                    <a:pt x="0" y="337847"/>
                  </a:lnTo>
                  <a:lnTo>
                    <a:pt x="9775" y="321817"/>
                  </a:lnTo>
                  <a:lnTo>
                    <a:pt x="25167" y="321001"/>
                  </a:lnTo>
                  <a:lnTo>
                    <a:pt x="15055" y="305883"/>
                  </a:lnTo>
                  <a:lnTo>
                    <a:pt x="29099" y="295648"/>
                  </a:lnTo>
                  <a:lnTo>
                    <a:pt x="37076" y="280333"/>
                  </a:lnTo>
                  <a:lnTo>
                    <a:pt x="36514" y="275265"/>
                  </a:lnTo>
                  <a:lnTo>
                    <a:pt x="41458" y="262097"/>
                  </a:lnTo>
                  <a:lnTo>
                    <a:pt x="38312" y="248487"/>
                  </a:lnTo>
                  <a:lnTo>
                    <a:pt x="43929" y="245459"/>
                  </a:lnTo>
                  <a:lnTo>
                    <a:pt x="49547" y="230020"/>
                  </a:lnTo>
                  <a:lnTo>
                    <a:pt x="48424" y="221870"/>
                  </a:lnTo>
                  <a:lnTo>
                    <a:pt x="53591" y="221179"/>
                  </a:lnTo>
                  <a:lnTo>
                    <a:pt x="70894" y="236228"/>
                  </a:lnTo>
                  <a:lnTo>
                    <a:pt x="93476" y="235400"/>
                  </a:lnTo>
                  <a:lnTo>
                    <a:pt x="107857" y="247111"/>
                  </a:lnTo>
                  <a:lnTo>
                    <a:pt x="113699" y="256327"/>
                  </a:lnTo>
                  <a:lnTo>
                    <a:pt x="123474" y="250139"/>
                  </a:lnTo>
                  <a:lnTo>
                    <a:pt x="137518" y="249864"/>
                  </a:lnTo>
                  <a:lnTo>
                    <a:pt x="160437" y="235262"/>
                  </a:lnTo>
                  <a:lnTo>
                    <a:pt x="164370" y="220488"/>
                  </a:lnTo>
                  <a:lnTo>
                    <a:pt x="167516" y="217446"/>
                  </a:lnTo>
                  <a:lnTo>
                    <a:pt x="163696" y="206648"/>
                  </a:lnTo>
                  <a:lnTo>
                    <a:pt x="165044" y="204431"/>
                  </a:lnTo>
                  <a:lnTo>
                    <a:pt x="175829" y="203600"/>
                  </a:lnTo>
                  <a:lnTo>
                    <a:pt x="210771" y="191666"/>
                  </a:lnTo>
                  <a:lnTo>
                    <a:pt x="219983" y="191666"/>
                  </a:lnTo>
                  <a:lnTo>
                    <a:pt x="225152" y="183883"/>
                  </a:lnTo>
                  <a:lnTo>
                    <a:pt x="251217" y="166334"/>
                  </a:lnTo>
                  <a:lnTo>
                    <a:pt x="270317" y="104648"/>
                  </a:lnTo>
                  <a:lnTo>
                    <a:pt x="287394" y="96328"/>
                  </a:lnTo>
                  <a:lnTo>
                    <a:pt x="316380" y="95340"/>
                  </a:lnTo>
                  <a:lnTo>
                    <a:pt x="321773" y="78378"/>
                  </a:lnTo>
                  <a:lnTo>
                    <a:pt x="329525" y="70304"/>
                  </a:lnTo>
                  <a:lnTo>
                    <a:pt x="350984" y="82482"/>
                  </a:lnTo>
                  <a:lnTo>
                    <a:pt x="373679" y="879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oPE_MapPart_ARM_1_3" descr="Armenien">
              <a:extLst>
                <a:ext uri="{FF2B5EF4-FFF2-40B4-BE49-F238E27FC236}">
                  <a16:creationId xmlns:a16="http://schemas.microsoft.com/office/drawing/2014/main" id="{8A0C75A6-B2DD-F645-DDF7-2A9AE53B7E1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455023" y="2296056"/>
              <a:ext cx="196278" cy="196808"/>
            </a:xfrm>
            <a:custGeom>
              <a:avLst/>
              <a:gdLst/>
              <a:ahLst/>
              <a:cxnLst/>
              <a:rect l="0" t="0" r="0" b="0"/>
              <a:pathLst>
                <a:path w="196278" h="196808">
                  <a:moveTo>
                    <a:pt x="82915" y="130174"/>
                  </a:moveTo>
                  <a:lnTo>
                    <a:pt x="69995" y="115258"/>
                  </a:lnTo>
                  <a:lnTo>
                    <a:pt x="53030" y="102798"/>
                  </a:lnTo>
                  <a:lnTo>
                    <a:pt x="35278" y="104999"/>
                  </a:lnTo>
                  <a:lnTo>
                    <a:pt x="14156" y="95897"/>
                  </a:lnTo>
                  <a:lnTo>
                    <a:pt x="16853" y="92516"/>
                  </a:lnTo>
                  <a:lnTo>
                    <a:pt x="8089" y="66727"/>
                  </a:lnTo>
                  <a:lnTo>
                    <a:pt x="14269" y="59189"/>
                  </a:lnTo>
                  <a:lnTo>
                    <a:pt x="17639" y="47195"/>
                  </a:lnTo>
                  <a:lnTo>
                    <a:pt x="12022" y="29972"/>
                  </a:lnTo>
                  <a:lnTo>
                    <a:pt x="1011" y="18659"/>
                  </a:lnTo>
                  <a:lnTo>
                    <a:pt x="0" y="15230"/>
                  </a:lnTo>
                  <a:lnTo>
                    <a:pt x="3258" y="14485"/>
                  </a:lnTo>
                  <a:lnTo>
                    <a:pt x="49210" y="6426"/>
                  </a:lnTo>
                  <a:lnTo>
                    <a:pt x="87521" y="6575"/>
                  </a:lnTo>
                  <a:lnTo>
                    <a:pt x="85611" y="2541"/>
                  </a:lnTo>
                  <a:lnTo>
                    <a:pt x="97521" y="0"/>
                  </a:lnTo>
                  <a:lnTo>
                    <a:pt x="109205" y="11800"/>
                  </a:lnTo>
                  <a:lnTo>
                    <a:pt x="101790" y="17764"/>
                  </a:lnTo>
                  <a:lnTo>
                    <a:pt x="123586" y="25211"/>
                  </a:lnTo>
                  <a:lnTo>
                    <a:pt x="134035" y="36660"/>
                  </a:lnTo>
                  <a:lnTo>
                    <a:pt x="133585" y="40223"/>
                  </a:lnTo>
                  <a:lnTo>
                    <a:pt x="122463" y="48232"/>
                  </a:lnTo>
                  <a:lnTo>
                    <a:pt x="120890" y="53861"/>
                  </a:lnTo>
                  <a:lnTo>
                    <a:pt x="132911" y="72042"/>
                  </a:lnTo>
                  <a:lnTo>
                    <a:pt x="157629" y="87074"/>
                  </a:lnTo>
                  <a:lnTo>
                    <a:pt x="157853" y="91928"/>
                  </a:lnTo>
                  <a:lnTo>
                    <a:pt x="151000" y="105293"/>
                  </a:lnTo>
                  <a:lnTo>
                    <a:pt x="136731" y="104999"/>
                  </a:lnTo>
                  <a:lnTo>
                    <a:pt x="133585" y="107932"/>
                  </a:lnTo>
                  <a:lnTo>
                    <a:pt x="146730" y="115844"/>
                  </a:lnTo>
                  <a:lnTo>
                    <a:pt x="172459" y="139075"/>
                  </a:lnTo>
                  <a:lnTo>
                    <a:pt x="179874" y="137179"/>
                  </a:lnTo>
                  <a:lnTo>
                    <a:pt x="189873" y="142281"/>
                  </a:lnTo>
                  <a:lnTo>
                    <a:pt x="189648" y="148689"/>
                  </a:lnTo>
                  <a:lnTo>
                    <a:pt x="182570" y="154654"/>
                  </a:lnTo>
                  <a:lnTo>
                    <a:pt x="196277" y="169030"/>
                  </a:lnTo>
                  <a:lnTo>
                    <a:pt x="184817" y="171640"/>
                  </a:lnTo>
                  <a:lnTo>
                    <a:pt x="190435" y="181489"/>
                  </a:lnTo>
                  <a:lnTo>
                    <a:pt x="190435" y="194498"/>
                  </a:lnTo>
                  <a:lnTo>
                    <a:pt x="166954" y="196807"/>
                  </a:lnTo>
                  <a:lnTo>
                    <a:pt x="156842" y="172655"/>
                  </a:lnTo>
                  <a:lnTo>
                    <a:pt x="158415" y="167434"/>
                  </a:lnTo>
                  <a:lnTo>
                    <a:pt x="145270" y="156544"/>
                  </a:lnTo>
                  <a:lnTo>
                    <a:pt x="146393" y="143010"/>
                  </a:lnTo>
                  <a:lnTo>
                    <a:pt x="140327" y="141553"/>
                  </a:lnTo>
                  <a:lnTo>
                    <a:pt x="125945" y="147234"/>
                  </a:lnTo>
                  <a:lnTo>
                    <a:pt x="113137" y="139075"/>
                  </a:lnTo>
                  <a:lnTo>
                    <a:pt x="106958" y="140095"/>
                  </a:lnTo>
                  <a:lnTo>
                    <a:pt x="105160" y="130758"/>
                  </a:lnTo>
                  <a:lnTo>
                    <a:pt x="99431" y="125206"/>
                  </a:lnTo>
                  <a:lnTo>
                    <a:pt x="89094" y="12900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oPE_MapPart_ARM_2_4" descr="Armenien">
              <a:extLst>
                <a:ext uri="{FF2B5EF4-FFF2-40B4-BE49-F238E27FC236}">
                  <a16:creationId xmlns:a16="http://schemas.microsoft.com/office/drawing/2014/main" id="{9BEB1CCE-DBEF-0DD5-FDB2-BAAC85C1E9AD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582317" y="2349029"/>
              <a:ext cx="5169" cy="3554"/>
            </a:xfrm>
            <a:custGeom>
              <a:avLst/>
              <a:gdLst/>
              <a:ahLst/>
              <a:cxnLst/>
              <a:rect l="0" t="0" r="0" b="0"/>
              <a:pathLst>
                <a:path w="5169" h="3554">
                  <a:moveTo>
                    <a:pt x="4606" y="2813"/>
                  </a:moveTo>
                  <a:lnTo>
                    <a:pt x="0" y="3553"/>
                  </a:lnTo>
                  <a:lnTo>
                    <a:pt x="0" y="148"/>
                  </a:lnTo>
                  <a:lnTo>
                    <a:pt x="516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oPE_MapPart_IOA_1_5" descr="Australische Territorien im Indischen Ozean">
              <a:extLst>
                <a:ext uri="{FF2B5EF4-FFF2-40B4-BE49-F238E27FC236}">
                  <a16:creationId xmlns:a16="http://schemas.microsoft.com/office/drawing/2014/main" id="{D66AF8AD-ADCB-05B9-7E00-74E947F4A097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333938" y="5785245"/>
              <a:ext cx="8765" cy="8457"/>
            </a:xfrm>
            <a:custGeom>
              <a:avLst/>
              <a:gdLst/>
              <a:ahLst/>
              <a:cxnLst/>
              <a:rect l="0" t="0" r="0" b="0"/>
              <a:pathLst>
                <a:path w="8765" h="8457">
                  <a:moveTo>
                    <a:pt x="8764" y="3885"/>
                  </a:moveTo>
                  <a:lnTo>
                    <a:pt x="6966" y="8456"/>
                  </a:lnTo>
                  <a:lnTo>
                    <a:pt x="0" y="5141"/>
                  </a:lnTo>
                  <a:lnTo>
                    <a:pt x="675" y="1828"/>
                  </a:lnTo>
                  <a:lnTo>
                    <a:pt x="752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PE_MapPart_IOA_2_6" descr="Australische Territorien im Indischen Ozean">
              <a:extLst>
                <a:ext uri="{FF2B5EF4-FFF2-40B4-BE49-F238E27FC236}">
                  <a16:creationId xmlns:a16="http://schemas.microsoft.com/office/drawing/2014/main" id="{8A620CBC-05FE-E22F-58D7-1C26BEC9188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787688" y="5893168"/>
              <a:ext cx="2585" cy="3909"/>
            </a:xfrm>
            <a:custGeom>
              <a:avLst/>
              <a:gdLst/>
              <a:ahLst/>
              <a:cxnLst/>
              <a:rect l="0" t="0" r="0" b="0"/>
              <a:pathLst>
                <a:path w="2585" h="3909">
                  <a:moveTo>
                    <a:pt x="450" y="3563"/>
                  </a:moveTo>
                  <a:lnTo>
                    <a:pt x="2584" y="3908"/>
                  </a:lnTo>
                  <a:lnTo>
                    <a:pt x="112" y="3333"/>
                  </a:lnTo>
                  <a:lnTo>
                    <a:pt x="0" y="0"/>
                  </a:lnTo>
                  <a:lnTo>
                    <a:pt x="225" y="287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PE_MapPart_IOA_3_7" descr="Australische Territorien im Indischen Ozean">
              <a:extLst>
                <a:ext uri="{FF2B5EF4-FFF2-40B4-BE49-F238E27FC236}">
                  <a16:creationId xmlns:a16="http://schemas.microsoft.com/office/drawing/2014/main" id="{B2535769-63A9-739A-8557-FA6390B93CA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791733" y="5897535"/>
              <a:ext cx="1236" cy="346"/>
            </a:xfrm>
            <a:custGeom>
              <a:avLst/>
              <a:gdLst/>
              <a:ahLst/>
              <a:cxnLst/>
              <a:rect l="0" t="0" r="0" b="0"/>
              <a:pathLst>
                <a:path w="1236" h="346">
                  <a:moveTo>
                    <a:pt x="1235" y="0"/>
                  </a:moveTo>
                  <a:lnTo>
                    <a:pt x="562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PE_MapPart_AZE_1_8" descr="Aserbaidschan">
              <a:extLst>
                <a:ext uri="{FF2B5EF4-FFF2-40B4-BE49-F238E27FC236}">
                  <a16:creationId xmlns:a16="http://schemas.microsoft.com/office/drawing/2014/main" id="{363445BA-50A9-FD41-071B-0B4875CA541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537938" y="2421262"/>
              <a:ext cx="84040" cy="71602"/>
            </a:xfrm>
            <a:custGeom>
              <a:avLst/>
              <a:gdLst/>
              <a:ahLst/>
              <a:cxnLst/>
              <a:rect l="0" t="0" r="0" b="0"/>
              <a:pathLst>
                <a:path w="84040" h="71602">
                  <a:moveTo>
                    <a:pt x="3033" y="9347"/>
                  </a:moveTo>
                  <a:lnTo>
                    <a:pt x="0" y="4968"/>
                  </a:lnTo>
                  <a:lnTo>
                    <a:pt x="16516" y="0"/>
                  </a:lnTo>
                  <a:lnTo>
                    <a:pt x="22245" y="5552"/>
                  </a:lnTo>
                  <a:lnTo>
                    <a:pt x="25279" y="15764"/>
                  </a:lnTo>
                  <a:lnTo>
                    <a:pt x="30222" y="13869"/>
                  </a:lnTo>
                  <a:lnTo>
                    <a:pt x="43030" y="22028"/>
                  </a:lnTo>
                  <a:lnTo>
                    <a:pt x="57412" y="16347"/>
                  </a:lnTo>
                  <a:lnTo>
                    <a:pt x="63478" y="17804"/>
                  </a:lnTo>
                  <a:lnTo>
                    <a:pt x="62355" y="31338"/>
                  </a:lnTo>
                  <a:lnTo>
                    <a:pt x="75500" y="42228"/>
                  </a:lnTo>
                  <a:lnTo>
                    <a:pt x="73927" y="47449"/>
                  </a:lnTo>
                  <a:lnTo>
                    <a:pt x="84039" y="71601"/>
                  </a:lnTo>
                  <a:lnTo>
                    <a:pt x="44379" y="61345"/>
                  </a:lnTo>
                  <a:lnTo>
                    <a:pt x="23257" y="41358"/>
                  </a:lnTo>
                  <a:lnTo>
                    <a:pt x="4382" y="110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PE_MapPart_AZE_2_9" descr="Aserbaidschan">
              <a:extLst>
                <a:ext uri="{FF2B5EF4-FFF2-40B4-BE49-F238E27FC236}">
                  <a16:creationId xmlns:a16="http://schemas.microsoft.com/office/drawing/2014/main" id="{81AF2A4F-D995-B569-13AC-6F08FD0C9A3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3552544" y="2245882"/>
              <a:ext cx="334807" cy="284383"/>
            </a:xfrm>
            <a:custGeom>
              <a:avLst/>
              <a:gdLst/>
              <a:ahLst/>
              <a:cxnLst/>
              <a:rect l="0" t="0" r="0" b="0"/>
              <a:pathLst>
                <a:path w="334807" h="284383">
                  <a:moveTo>
                    <a:pt x="241329" y="282374"/>
                  </a:moveTo>
                  <a:lnTo>
                    <a:pt x="224140" y="284382"/>
                  </a:lnTo>
                  <a:lnTo>
                    <a:pt x="213242" y="270313"/>
                  </a:lnTo>
                  <a:lnTo>
                    <a:pt x="206164" y="268157"/>
                  </a:lnTo>
                  <a:lnTo>
                    <a:pt x="186952" y="249001"/>
                  </a:lnTo>
                  <a:lnTo>
                    <a:pt x="190210" y="242361"/>
                  </a:lnTo>
                  <a:lnTo>
                    <a:pt x="205377" y="235713"/>
                  </a:lnTo>
                  <a:lnTo>
                    <a:pt x="204254" y="229202"/>
                  </a:lnTo>
                  <a:lnTo>
                    <a:pt x="194928" y="223408"/>
                  </a:lnTo>
                  <a:lnTo>
                    <a:pt x="193692" y="217753"/>
                  </a:lnTo>
                  <a:lnTo>
                    <a:pt x="195602" y="212093"/>
                  </a:lnTo>
                  <a:lnTo>
                    <a:pt x="207287" y="205119"/>
                  </a:lnTo>
                  <a:lnTo>
                    <a:pt x="186839" y="181954"/>
                  </a:lnTo>
                  <a:lnTo>
                    <a:pt x="172908" y="184873"/>
                  </a:lnTo>
                  <a:lnTo>
                    <a:pt x="154482" y="196971"/>
                  </a:lnTo>
                  <a:lnTo>
                    <a:pt x="124035" y="222684"/>
                  </a:lnTo>
                  <a:lnTo>
                    <a:pt x="115496" y="225292"/>
                  </a:lnTo>
                  <a:lnTo>
                    <a:pt x="96958" y="244816"/>
                  </a:lnTo>
                  <a:lnTo>
                    <a:pt x="92914" y="244672"/>
                  </a:lnTo>
                  <a:lnTo>
                    <a:pt x="92914" y="231663"/>
                  </a:lnTo>
                  <a:lnTo>
                    <a:pt x="87296" y="221814"/>
                  </a:lnTo>
                  <a:lnTo>
                    <a:pt x="98756" y="219204"/>
                  </a:lnTo>
                  <a:lnTo>
                    <a:pt x="85049" y="204828"/>
                  </a:lnTo>
                  <a:lnTo>
                    <a:pt x="92127" y="198863"/>
                  </a:lnTo>
                  <a:lnTo>
                    <a:pt x="92352" y="192455"/>
                  </a:lnTo>
                  <a:lnTo>
                    <a:pt x="82353" y="187353"/>
                  </a:lnTo>
                  <a:lnTo>
                    <a:pt x="74938" y="189249"/>
                  </a:lnTo>
                  <a:lnTo>
                    <a:pt x="49209" y="166018"/>
                  </a:lnTo>
                  <a:lnTo>
                    <a:pt x="36064" y="158106"/>
                  </a:lnTo>
                  <a:lnTo>
                    <a:pt x="39210" y="155173"/>
                  </a:lnTo>
                  <a:lnTo>
                    <a:pt x="55164" y="154293"/>
                  </a:lnTo>
                  <a:lnTo>
                    <a:pt x="60108" y="137248"/>
                  </a:lnTo>
                  <a:lnTo>
                    <a:pt x="35390" y="122216"/>
                  </a:lnTo>
                  <a:lnTo>
                    <a:pt x="28199" y="112764"/>
                  </a:lnTo>
                  <a:lnTo>
                    <a:pt x="23594" y="101221"/>
                  </a:lnTo>
                  <a:lnTo>
                    <a:pt x="36064" y="90397"/>
                  </a:lnTo>
                  <a:lnTo>
                    <a:pt x="36514" y="86834"/>
                  </a:lnTo>
                  <a:lnTo>
                    <a:pt x="26065" y="75385"/>
                  </a:lnTo>
                  <a:lnTo>
                    <a:pt x="4269" y="67938"/>
                  </a:lnTo>
                  <a:lnTo>
                    <a:pt x="11684" y="61974"/>
                  </a:lnTo>
                  <a:lnTo>
                    <a:pt x="0" y="50174"/>
                  </a:lnTo>
                  <a:lnTo>
                    <a:pt x="17414" y="36850"/>
                  </a:lnTo>
                  <a:lnTo>
                    <a:pt x="44603" y="46285"/>
                  </a:lnTo>
                  <a:lnTo>
                    <a:pt x="43367" y="50323"/>
                  </a:lnTo>
                  <a:lnTo>
                    <a:pt x="49322" y="55703"/>
                  </a:lnTo>
                  <a:lnTo>
                    <a:pt x="64264" y="60332"/>
                  </a:lnTo>
                  <a:lnTo>
                    <a:pt x="72915" y="57794"/>
                  </a:lnTo>
                  <a:lnTo>
                    <a:pt x="89206" y="67790"/>
                  </a:lnTo>
                  <a:lnTo>
                    <a:pt x="95610" y="66895"/>
                  </a:lnTo>
                  <a:lnTo>
                    <a:pt x="101452" y="61078"/>
                  </a:lnTo>
                  <a:lnTo>
                    <a:pt x="104261" y="50473"/>
                  </a:lnTo>
                  <a:lnTo>
                    <a:pt x="81342" y="32051"/>
                  </a:lnTo>
                  <a:lnTo>
                    <a:pt x="73702" y="19584"/>
                  </a:lnTo>
                  <a:lnTo>
                    <a:pt x="74938" y="12963"/>
                  </a:lnTo>
                  <a:lnTo>
                    <a:pt x="81230" y="11307"/>
                  </a:lnTo>
                  <a:lnTo>
                    <a:pt x="89094" y="0"/>
                  </a:lnTo>
                  <a:lnTo>
                    <a:pt x="95835" y="1810"/>
                  </a:lnTo>
                  <a:lnTo>
                    <a:pt x="97970" y="7691"/>
                  </a:lnTo>
                  <a:lnTo>
                    <a:pt x="109092" y="6636"/>
                  </a:lnTo>
                  <a:lnTo>
                    <a:pt x="133585" y="31451"/>
                  </a:lnTo>
                  <a:lnTo>
                    <a:pt x="144595" y="50772"/>
                  </a:lnTo>
                  <a:lnTo>
                    <a:pt x="174144" y="57794"/>
                  </a:lnTo>
                  <a:lnTo>
                    <a:pt x="178525" y="56600"/>
                  </a:lnTo>
                  <a:lnTo>
                    <a:pt x="190659" y="36100"/>
                  </a:lnTo>
                  <a:lnTo>
                    <a:pt x="211556" y="24244"/>
                  </a:lnTo>
                  <a:lnTo>
                    <a:pt x="222904" y="3922"/>
                  </a:lnTo>
                  <a:lnTo>
                    <a:pt x="228634" y="8746"/>
                  </a:lnTo>
                  <a:lnTo>
                    <a:pt x="252677" y="43142"/>
                  </a:lnTo>
                  <a:lnTo>
                    <a:pt x="263687" y="72110"/>
                  </a:lnTo>
                  <a:lnTo>
                    <a:pt x="278068" y="90694"/>
                  </a:lnTo>
                  <a:lnTo>
                    <a:pt x="294359" y="106552"/>
                  </a:lnTo>
                  <a:lnTo>
                    <a:pt x="311436" y="109067"/>
                  </a:lnTo>
                  <a:lnTo>
                    <a:pt x="323346" y="114980"/>
                  </a:lnTo>
                  <a:lnTo>
                    <a:pt x="331098" y="122659"/>
                  </a:lnTo>
                  <a:lnTo>
                    <a:pt x="334806" y="133567"/>
                  </a:lnTo>
                  <a:lnTo>
                    <a:pt x="306942" y="130474"/>
                  </a:lnTo>
                  <a:lnTo>
                    <a:pt x="283910" y="140485"/>
                  </a:lnTo>
                  <a:lnTo>
                    <a:pt x="279304" y="149156"/>
                  </a:lnTo>
                  <a:lnTo>
                    <a:pt x="269754" y="188082"/>
                  </a:lnTo>
                  <a:lnTo>
                    <a:pt x="272226" y="209043"/>
                  </a:lnTo>
                  <a:lnTo>
                    <a:pt x="266384" y="214271"/>
                  </a:lnTo>
                  <a:lnTo>
                    <a:pt x="259867" y="234845"/>
                  </a:lnTo>
                  <a:lnTo>
                    <a:pt x="257058" y="236870"/>
                  </a:lnTo>
                  <a:lnTo>
                    <a:pt x="256497" y="230360"/>
                  </a:lnTo>
                  <a:lnTo>
                    <a:pt x="250430" y="226451"/>
                  </a:lnTo>
                  <a:lnTo>
                    <a:pt x="240206" y="2520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oPE_MapPart_AZE_3_10" descr="Aserbaidschan">
              <a:extLst>
                <a:ext uri="{FF2B5EF4-FFF2-40B4-BE49-F238E27FC236}">
                  <a16:creationId xmlns:a16="http://schemas.microsoft.com/office/drawing/2014/main" id="{7F5EB597-A632-CBAC-9D9A-F8F7332243CB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3550072" y="2313522"/>
              <a:ext cx="4158" cy="4322"/>
            </a:xfrm>
            <a:custGeom>
              <a:avLst/>
              <a:gdLst/>
              <a:ahLst/>
              <a:cxnLst/>
              <a:rect l="0" t="0" r="0" b="0"/>
              <a:pathLst>
                <a:path w="4158" h="4322">
                  <a:moveTo>
                    <a:pt x="3820" y="4321"/>
                  </a:moveTo>
                  <a:lnTo>
                    <a:pt x="449" y="4321"/>
                  </a:lnTo>
                  <a:lnTo>
                    <a:pt x="0" y="0"/>
                  </a:lnTo>
                  <a:lnTo>
                    <a:pt x="4157" y="20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oPE_MapPart_BHR_1_11" descr="Bahrain">
              <a:extLst>
                <a:ext uri="{FF2B5EF4-FFF2-40B4-BE49-F238E27FC236}">
                  <a16:creationId xmlns:a16="http://schemas.microsoft.com/office/drawing/2014/main" id="{6DE14FFD-452C-7C43-70AA-E2C7D392DC2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3864205" y="3409661"/>
              <a:ext cx="67412" cy="75019"/>
            </a:xfrm>
            <a:custGeom>
              <a:avLst/>
              <a:gdLst/>
              <a:ahLst/>
              <a:cxnLst/>
              <a:rect l="0" t="0" r="0" b="0"/>
              <a:pathLst>
                <a:path w="67412" h="75019">
                  <a:moveTo>
                    <a:pt x="0" y="0"/>
                  </a:moveTo>
                  <a:lnTo>
                    <a:pt x="67411" y="0"/>
                  </a:lnTo>
                  <a:lnTo>
                    <a:pt x="67411" y="75018"/>
                  </a:lnTo>
                  <a:lnTo>
                    <a:pt x="0" y="750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oPE_MapPart_BGD_1_12" descr="Bangladesch">
              <a:extLst>
                <a:ext uri="{FF2B5EF4-FFF2-40B4-BE49-F238E27FC236}">
                  <a16:creationId xmlns:a16="http://schemas.microsoft.com/office/drawing/2014/main" id="{FA3DC927-9AE2-31C8-8A30-EEC04D8B6901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237843" y="3409159"/>
              <a:ext cx="287619" cy="394163"/>
            </a:xfrm>
            <a:custGeom>
              <a:avLst/>
              <a:gdLst/>
              <a:ahLst/>
              <a:cxnLst/>
              <a:rect l="0" t="0" r="0" b="0"/>
              <a:pathLst>
                <a:path w="287619" h="394163">
                  <a:moveTo>
                    <a:pt x="64153" y="306889"/>
                  </a:moveTo>
                  <a:lnTo>
                    <a:pt x="64040" y="294635"/>
                  </a:lnTo>
                  <a:lnTo>
                    <a:pt x="55951" y="270565"/>
                  </a:lnTo>
                  <a:lnTo>
                    <a:pt x="51569" y="242893"/>
                  </a:lnTo>
                  <a:lnTo>
                    <a:pt x="56513" y="232998"/>
                  </a:lnTo>
                  <a:lnTo>
                    <a:pt x="43705" y="228352"/>
                  </a:lnTo>
                  <a:lnTo>
                    <a:pt x="44715" y="215993"/>
                  </a:lnTo>
                  <a:lnTo>
                    <a:pt x="33930" y="199815"/>
                  </a:lnTo>
                  <a:lnTo>
                    <a:pt x="42244" y="177337"/>
                  </a:lnTo>
                  <a:lnTo>
                    <a:pt x="43705" y="158746"/>
                  </a:lnTo>
                  <a:lnTo>
                    <a:pt x="23256" y="150854"/>
                  </a:lnTo>
                  <a:lnTo>
                    <a:pt x="16403" y="144684"/>
                  </a:lnTo>
                  <a:lnTo>
                    <a:pt x="7640" y="144314"/>
                  </a:lnTo>
                  <a:lnTo>
                    <a:pt x="0" y="134556"/>
                  </a:lnTo>
                  <a:lnTo>
                    <a:pt x="7865" y="114882"/>
                  </a:lnTo>
                  <a:lnTo>
                    <a:pt x="18088" y="117111"/>
                  </a:lnTo>
                  <a:lnTo>
                    <a:pt x="26964" y="95907"/>
                  </a:lnTo>
                  <a:lnTo>
                    <a:pt x="49547" y="96776"/>
                  </a:lnTo>
                  <a:lnTo>
                    <a:pt x="57973" y="91063"/>
                  </a:lnTo>
                  <a:lnTo>
                    <a:pt x="49771" y="83731"/>
                  </a:lnTo>
                  <a:lnTo>
                    <a:pt x="46513" y="75147"/>
                  </a:lnTo>
                  <a:lnTo>
                    <a:pt x="29885" y="71910"/>
                  </a:lnTo>
                  <a:lnTo>
                    <a:pt x="21234" y="60696"/>
                  </a:lnTo>
                  <a:lnTo>
                    <a:pt x="14268" y="54335"/>
                  </a:lnTo>
                  <a:lnTo>
                    <a:pt x="7752" y="52837"/>
                  </a:lnTo>
                  <a:lnTo>
                    <a:pt x="3820" y="47594"/>
                  </a:lnTo>
                  <a:lnTo>
                    <a:pt x="7977" y="33720"/>
                  </a:lnTo>
                  <a:lnTo>
                    <a:pt x="26065" y="14056"/>
                  </a:lnTo>
                  <a:lnTo>
                    <a:pt x="25841" y="9415"/>
                  </a:lnTo>
                  <a:lnTo>
                    <a:pt x="20448" y="6153"/>
                  </a:lnTo>
                  <a:lnTo>
                    <a:pt x="21571" y="502"/>
                  </a:lnTo>
                  <a:lnTo>
                    <a:pt x="24605" y="0"/>
                  </a:lnTo>
                  <a:lnTo>
                    <a:pt x="37188" y="9792"/>
                  </a:lnTo>
                  <a:lnTo>
                    <a:pt x="41120" y="19572"/>
                  </a:lnTo>
                  <a:lnTo>
                    <a:pt x="50221" y="22203"/>
                  </a:lnTo>
                  <a:lnTo>
                    <a:pt x="59096" y="22328"/>
                  </a:lnTo>
                  <a:lnTo>
                    <a:pt x="56176" y="13680"/>
                  </a:lnTo>
                  <a:lnTo>
                    <a:pt x="62130" y="11297"/>
                  </a:lnTo>
                  <a:lnTo>
                    <a:pt x="72578" y="32469"/>
                  </a:lnTo>
                  <a:lnTo>
                    <a:pt x="84039" y="39348"/>
                  </a:lnTo>
                  <a:lnTo>
                    <a:pt x="95274" y="39472"/>
                  </a:lnTo>
                  <a:lnTo>
                    <a:pt x="97857" y="34721"/>
                  </a:lnTo>
                  <a:lnTo>
                    <a:pt x="97520" y="26837"/>
                  </a:lnTo>
                  <a:lnTo>
                    <a:pt x="102801" y="24959"/>
                  </a:lnTo>
                  <a:lnTo>
                    <a:pt x="112351" y="43847"/>
                  </a:lnTo>
                  <a:lnTo>
                    <a:pt x="110666" y="82984"/>
                  </a:lnTo>
                  <a:lnTo>
                    <a:pt x="112913" y="88703"/>
                  </a:lnTo>
                  <a:lnTo>
                    <a:pt x="150775" y="98017"/>
                  </a:lnTo>
                  <a:lnTo>
                    <a:pt x="251329" y="97272"/>
                  </a:lnTo>
                  <a:lnTo>
                    <a:pt x="271552" y="107941"/>
                  </a:lnTo>
                  <a:lnTo>
                    <a:pt x="278517" y="115625"/>
                  </a:lnTo>
                  <a:lnTo>
                    <a:pt x="275821" y="119340"/>
                  </a:lnTo>
                  <a:lnTo>
                    <a:pt x="262452" y="117111"/>
                  </a:lnTo>
                  <a:lnTo>
                    <a:pt x="254587" y="149621"/>
                  </a:lnTo>
                  <a:lnTo>
                    <a:pt x="245149" y="153075"/>
                  </a:lnTo>
                  <a:lnTo>
                    <a:pt x="240543" y="164167"/>
                  </a:lnTo>
                  <a:lnTo>
                    <a:pt x="231106" y="163551"/>
                  </a:lnTo>
                  <a:lnTo>
                    <a:pt x="218635" y="171308"/>
                  </a:lnTo>
                  <a:lnTo>
                    <a:pt x="208636" y="171185"/>
                  </a:lnTo>
                  <a:lnTo>
                    <a:pt x="200209" y="182992"/>
                  </a:lnTo>
                  <a:lnTo>
                    <a:pt x="195828" y="200673"/>
                  </a:lnTo>
                  <a:lnTo>
                    <a:pt x="205490" y="238496"/>
                  </a:lnTo>
                  <a:lnTo>
                    <a:pt x="208748" y="240572"/>
                  </a:lnTo>
                  <a:lnTo>
                    <a:pt x="208860" y="232142"/>
                  </a:lnTo>
                  <a:lnTo>
                    <a:pt x="213018" y="232020"/>
                  </a:lnTo>
                  <a:lnTo>
                    <a:pt x="217736" y="243381"/>
                  </a:lnTo>
                  <a:lnTo>
                    <a:pt x="224477" y="247042"/>
                  </a:lnTo>
                  <a:lnTo>
                    <a:pt x="232679" y="241915"/>
                  </a:lnTo>
                  <a:lnTo>
                    <a:pt x="232904" y="226151"/>
                  </a:lnTo>
                  <a:lnTo>
                    <a:pt x="244363" y="211339"/>
                  </a:lnTo>
                  <a:lnTo>
                    <a:pt x="243801" y="198956"/>
                  </a:lnTo>
                  <a:lnTo>
                    <a:pt x="250992" y="199569"/>
                  </a:lnTo>
                  <a:lnTo>
                    <a:pt x="257733" y="196502"/>
                  </a:lnTo>
                  <a:lnTo>
                    <a:pt x="259868" y="199692"/>
                  </a:lnTo>
                  <a:lnTo>
                    <a:pt x="263575" y="199078"/>
                  </a:lnTo>
                  <a:lnTo>
                    <a:pt x="269081" y="223581"/>
                  </a:lnTo>
                  <a:lnTo>
                    <a:pt x="270766" y="250459"/>
                  </a:lnTo>
                  <a:lnTo>
                    <a:pt x="278855" y="266912"/>
                  </a:lnTo>
                  <a:lnTo>
                    <a:pt x="287618" y="359732"/>
                  </a:lnTo>
                  <a:lnTo>
                    <a:pt x="283686" y="362626"/>
                  </a:lnTo>
                  <a:lnTo>
                    <a:pt x="281888" y="358888"/>
                  </a:lnTo>
                  <a:lnTo>
                    <a:pt x="268856" y="350805"/>
                  </a:lnTo>
                  <a:lnTo>
                    <a:pt x="261216" y="356355"/>
                  </a:lnTo>
                  <a:lnTo>
                    <a:pt x="260205" y="366724"/>
                  </a:lnTo>
                  <a:lnTo>
                    <a:pt x="268406" y="394162"/>
                  </a:lnTo>
                  <a:lnTo>
                    <a:pt x="251666" y="368532"/>
                  </a:lnTo>
                  <a:lnTo>
                    <a:pt x="248745" y="334375"/>
                  </a:lnTo>
                  <a:lnTo>
                    <a:pt x="242790" y="321066"/>
                  </a:lnTo>
                  <a:lnTo>
                    <a:pt x="237285" y="297791"/>
                  </a:lnTo>
                  <a:lnTo>
                    <a:pt x="239645" y="289535"/>
                  </a:lnTo>
                  <a:lnTo>
                    <a:pt x="235487" y="293178"/>
                  </a:lnTo>
                  <a:lnTo>
                    <a:pt x="215826" y="259360"/>
                  </a:lnTo>
                  <a:lnTo>
                    <a:pt x="215714" y="253386"/>
                  </a:lnTo>
                  <a:lnTo>
                    <a:pt x="199310" y="269834"/>
                  </a:lnTo>
                  <a:lnTo>
                    <a:pt x="182345" y="272877"/>
                  </a:lnTo>
                  <a:lnTo>
                    <a:pt x="174930" y="264476"/>
                  </a:lnTo>
                  <a:lnTo>
                    <a:pt x="164369" y="243869"/>
                  </a:lnTo>
                  <a:lnTo>
                    <a:pt x="161111" y="205455"/>
                  </a:lnTo>
                  <a:lnTo>
                    <a:pt x="158078" y="216972"/>
                  </a:lnTo>
                  <a:lnTo>
                    <a:pt x="140214" y="214645"/>
                  </a:lnTo>
                  <a:lnTo>
                    <a:pt x="147854" y="220645"/>
                  </a:lnTo>
                  <a:lnTo>
                    <a:pt x="155943" y="222113"/>
                  </a:lnTo>
                  <a:lnTo>
                    <a:pt x="160212" y="227496"/>
                  </a:lnTo>
                  <a:lnTo>
                    <a:pt x="160549" y="236541"/>
                  </a:lnTo>
                  <a:lnTo>
                    <a:pt x="152460" y="241915"/>
                  </a:lnTo>
                  <a:lnTo>
                    <a:pt x="157853" y="252045"/>
                  </a:lnTo>
                  <a:lnTo>
                    <a:pt x="152123" y="253630"/>
                  </a:lnTo>
                  <a:lnTo>
                    <a:pt x="150550" y="262406"/>
                  </a:lnTo>
                  <a:lnTo>
                    <a:pt x="161785" y="288806"/>
                  </a:lnTo>
                  <a:lnTo>
                    <a:pt x="160100" y="295728"/>
                  </a:lnTo>
                  <a:lnTo>
                    <a:pt x="145607" y="309921"/>
                  </a:lnTo>
                  <a:lnTo>
                    <a:pt x="137742" y="324577"/>
                  </a:lnTo>
                  <a:lnTo>
                    <a:pt x="133248" y="325545"/>
                  </a:lnTo>
                  <a:lnTo>
                    <a:pt x="127855" y="320702"/>
                  </a:lnTo>
                  <a:lnTo>
                    <a:pt x="128866" y="311981"/>
                  </a:lnTo>
                  <a:lnTo>
                    <a:pt x="136394" y="302645"/>
                  </a:lnTo>
                  <a:lnTo>
                    <a:pt x="120553" y="311618"/>
                  </a:lnTo>
                  <a:lnTo>
                    <a:pt x="118193" y="305313"/>
                  </a:lnTo>
                  <a:lnTo>
                    <a:pt x="116732" y="292328"/>
                  </a:lnTo>
                  <a:lnTo>
                    <a:pt x="122463" y="281757"/>
                  </a:lnTo>
                  <a:lnTo>
                    <a:pt x="115946" y="286983"/>
                  </a:lnTo>
                  <a:lnTo>
                    <a:pt x="111677" y="314283"/>
                  </a:lnTo>
                  <a:lnTo>
                    <a:pt x="96397" y="328812"/>
                  </a:lnTo>
                  <a:lnTo>
                    <a:pt x="91116" y="294635"/>
                  </a:lnTo>
                  <a:lnTo>
                    <a:pt x="92240" y="318886"/>
                  </a:lnTo>
                  <a:lnTo>
                    <a:pt x="83027" y="331956"/>
                  </a:lnTo>
                  <a:lnTo>
                    <a:pt x="78308" y="332924"/>
                  </a:lnTo>
                  <a:lnTo>
                    <a:pt x="71342" y="327723"/>
                  </a:lnTo>
                  <a:lnTo>
                    <a:pt x="66849" y="321671"/>
                  </a:lnTo>
                  <a:lnTo>
                    <a:pt x="66062" y="31210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oPE_MapPart_BGD_2_13" descr="Bangladesch">
              <a:extLst>
                <a:ext uri="{FF2B5EF4-FFF2-40B4-BE49-F238E27FC236}">
                  <a16:creationId xmlns:a16="http://schemas.microsoft.com/office/drawing/2014/main" id="{8F1C0EC7-556C-3589-BC80-F2ACE2B19C6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426368" y="3687268"/>
              <a:ext cx="8427" cy="27933"/>
            </a:xfrm>
            <a:custGeom>
              <a:avLst/>
              <a:gdLst/>
              <a:ahLst/>
              <a:cxnLst/>
              <a:rect l="0" t="0" r="0" b="0"/>
              <a:pathLst>
                <a:path w="8427" h="27933">
                  <a:moveTo>
                    <a:pt x="6628" y="23202"/>
                  </a:moveTo>
                  <a:lnTo>
                    <a:pt x="0" y="27932"/>
                  </a:lnTo>
                  <a:lnTo>
                    <a:pt x="2247" y="0"/>
                  </a:lnTo>
                  <a:lnTo>
                    <a:pt x="8426" y="160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oPE_MapPart_BGD_3_14" descr="Bangladesch">
              <a:extLst>
                <a:ext uri="{FF2B5EF4-FFF2-40B4-BE49-F238E27FC236}">
                  <a16:creationId xmlns:a16="http://schemas.microsoft.com/office/drawing/2014/main" id="{34FEFA68-1268-94E7-E9B1-64639F3EE54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449287" y="3680698"/>
              <a:ext cx="9102" cy="17875"/>
            </a:xfrm>
            <a:custGeom>
              <a:avLst/>
              <a:gdLst/>
              <a:ahLst/>
              <a:cxnLst/>
              <a:rect l="0" t="0" r="0" b="0"/>
              <a:pathLst>
                <a:path w="9102" h="17875">
                  <a:moveTo>
                    <a:pt x="9101" y="15809"/>
                  </a:moveTo>
                  <a:lnTo>
                    <a:pt x="6179" y="17874"/>
                  </a:lnTo>
                  <a:lnTo>
                    <a:pt x="3483" y="16173"/>
                  </a:lnTo>
                  <a:lnTo>
                    <a:pt x="0" y="9610"/>
                  </a:lnTo>
                  <a:lnTo>
                    <a:pt x="2809" y="0"/>
                  </a:lnTo>
                  <a:lnTo>
                    <a:pt x="8539" y="128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oPE_MapPart_BGD_4_15" descr="Bangladesch">
              <a:extLst>
                <a:ext uri="{FF2B5EF4-FFF2-40B4-BE49-F238E27FC236}">
                  <a16:creationId xmlns:a16="http://schemas.microsoft.com/office/drawing/2014/main" id="{61022CEB-CD8A-6806-E95B-F00EBDB7C33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392550" y="3664008"/>
              <a:ext cx="22808" cy="53982"/>
            </a:xfrm>
            <a:custGeom>
              <a:avLst/>
              <a:gdLst/>
              <a:ahLst/>
              <a:cxnLst/>
              <a:rect l="0" t="0" r="0" b="0"/>
              <a:pathLst>
                <a:path w="22808" h="53982">
                  <a:moveTo>
                    <a:pt x="17190" y="52283"/>
                  </a:moveTo>
                  <a:lnTo>
                    <a:pt x="787" y="53981"/>
                  </a:lnTo>
                  <a:lnTo>
                    <a:pt x="11123" y="36265"/>
                  </a:lnTo>
                  <a:lnTo>
                    <a:pt x="9213" y="21800"/>
                  </a:lnTo>
                  <a:lnTo>
                    <a:pt x="3932" y="16690"/>
                  </a:lnTo>
                  <a:lnTo>
                    <a:pt x="0" y="1951"/>
                  </a:lnTo>
                  <a:lnTo>
                    <a:pt x="5842" y="0"/>
                  </a:lnTo>
                  <a:lnTo>
                    <a:pt x="10561" y="3414"/>
                  </a:lnTo>
                  <a:lnTo>
                    <a:pt x="14606" y="15229"/>
                  </a:lnTo>
                  <a:lnTo>
                    <a:pt x="22807" y="25570"/>
                  </a:lnTo>
                  <a:lnTo>
                    <a:pt x="20448" y="475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oPE_MapPart_BGD_5_16" descr="Bangladesch">
              <a:extLst>
                <a:ext uri="{FF2B5EF4-FFF2-40B4-BE49-F238E27FC236}">
                  <a16:creationId xmlns:a16="http://schemas.microsoft.com/office/drawing/2014/main" id="{FAA96D91-F02C-15E0-4CCF-B589D4C6015F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474791" y="3727197"/>
              <a:ext cx="3934" cy="11984"/>
            </a:xfrm>
            <a:custGeom>
              <a:avLst/>
              <a:gdLst/>
              <a:ahLst/>
              <a:cxnLst/>
              <a:rect l="0" t="0" r="0" b="0"/>
              <a:pathLst>
                <a:path w="3934" h="11984">
                  <a:moveTo>
                    <a:pt x="3371" y="6417"/>
                  </a:moveTo>
                  <a:lnTo>
                    <a:pt x="1123" y="11983"/>
                  </a:lnTo>
                  <a:lnTo>
                    <a:pt x="0" y="7870"/>
                  </a:lnTo>
                  <a:lnTo>
                    <a:pt x="1910" y="0"/>
                  </a:lnTo>
                  <a:lnTo>
                    <a:pt x="3933" y="29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oPE_MapPart_BGD_6_17" descr="Bangladesch">
              <a:extLst>
                <a:ext uri="{FF2B5EF4-FFF2-40B4-BE49-F238E27FC236}">
                  <a16:creationId xmlns:a16="http://schemas.microsoft.com/office/drawing/2014/main" id="{01FEC84D-46C2-D8B5-3134-0733253DD324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6477150" y="3740995"/>
              <a:ext cx="6518" cy="14381"/>
            </a:xfrm>
            <a:custGeom>
              <a:avLst/>
              <a:gdLst/>
              <a:ahLst/>
              <a:cxnLst/>
              <a:rect l="0" t="0" r="0" b="0"/>
              <a:pathLst>
                <a:path w="6518" h="14381">
                  <a:moveTo>
                    <a:pt x="5730" y="14380"/>
                  </a:moveTo>
                  <a:lnTo>
                    <a:pt x="113" y="12690"/>
                  </a:lnTo>
                  <a:lnTo>
                    <a:pt x="0" y="967"/>
                  </a:lnTo>
                  <a:lnTo>
                    <a:pt x="4719" y="0"/>
                  </a:lnTo>
                  <a:lnTo>
                    <a:pt x="6517" y="761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oPE_MapPart_BGD_7_18" descr="Bangladesch">
              <a:extLst>
                <a:ext uri="{FF2B5EF4-FFF2-40B4-BE49-F238E27FC236}">
                  <a16:creationId xmlns:a16="http://schemas.microsoft.com/office/drawing/2014/main" id="{1C9B7EF3-5E1D-C611-7FFD-64367E4F0393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394685" y="3652417"/>
              <a:ext cx="7641" cy="7812"/>
            </a:xfrm>
            <a:custGeom>
              <a:avLst/>
              <a:gdLst/>
              <a:ahLst/>
              <a:cxnLst/>
              <a:rect l="0" t="0" r="0" b="0"/>
              <a:pathLst>
                <a:path w="7641" h="7812">
                  <a:moveTo>
                    <a:pt x="6629" y="4883"/>
                  </a:moveTo>
                  <a:lnTo>
                    <a:pt x="7640" y="7811"/>
                  </a:lnTo>
                  <a:lnTo>
                    <a:pt x="1573" y="4028"/>
                  </a:lnTo>
                  <a:lnTo>
                    <a:pt x="0" y="1343"/>
                  </a:lnTo>
                  <a:lnTo>
                    <a:pt x="269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oPE_MapPart_BTN_1_19" descr="Bhutan">
              <a:extLst>
                <a:ext uri="{FF2B5EF4-FFF2-40B4-BE49-F238E27FC236}">
                  <a16:creationId xmlns:a16="http://schemas.microsoft.com/office/drawing/2014/main" id="{3080E073-F846-424D-2F12-118E4C7B16A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6282446" y="3287499"/>
              <a:ext cx="208749" cy="112611"/>
            </a:xfrm>
            <a:custGeom>
              <a:avLst/>
              <a:gdLst/>
              <a:ahLst/>
              <a:cxnLst/>
              <a:rect l="0" t="0" r="0" b="0"/>
              <a:pathLst>
                <a:path w="208749" h="112611">
                  <a:moveTo>
                    <a:pt x="180660" y="38312"/>
                  </a:moveTo>
                  <a:lnTo>
                    <a:pt x="178301" y="52518"/>
                  </a:lnTo>
                  <a:lnTo>
                    <a:pt x="187514" y="60625"/>
                  </a:lnTo>
                  <a:lnTo>
                    <a:pt x="203018" y="60118"/>
                  </a:lnTo>
                  <a:lnTo>
                    <a:pt x="208748" y="71378"/>
                  </a:lnTo>
                  <a:lnTo>
                    <a:pt x="203131" y="84641"/>
                  </a:lnTo>
                  <a:lnTo>
                    <a:pt x="208187" y="97630"/>
                  </a:lnTo>
                  <a:lnTo>
                    <a:pt x="203468" y="101913"/>
                  </a:lnTo>
                  <a:lnTo>
                    <a:pt x="183132" y="105564"/>
                  </a:lnTo>
                  <a:lnTo>
                    <a:pt x="173470" y="105186"/>
                  </a:lnTo>
                  <a:lnTo>
                    <a:pt x="167853" y="101031"/>
                  </a:lnTo>
                  <a:lnTo>
                    <a:pt x="159089" y="106445"/>
                  </a:lnTo>
                  <a:lnTo>
                    <a:pt x="124934" y="107703"/>
                  </a:lnTo>
                  <a:lnTo>
                    <a:pt x="113700" y="105942"/>
                  </a:lnTo>
                  <a:lnTo>
                    <a:pt x="100330" y="99393"/>
                  </a:lnTo>
                  <a:lnTo>
                    <a:pt x="91566" y="102417"/>
                  </a:lnTo>
                  <a:lnTo>
                    <a:pt x="86398" y="108836"/>
                  </a:lnTo>
                  <a:lnTo>
                    <a:pt x="64040" y="112610"/>
                  </a:lnTo>
                  <a:lnTo>
                    <a:pt x="54378" y="111352"/>
                  </a:lnTo>
                  <a:lnTo>
                    <a:pt x="52917" y="107200"/>
                  </a:lnTo>
                  <a:lnTo>
                    <a:pt x="37076" y="102291"/>
                  </a:lnTo>
                  <a:lnTo>
                    <a:pt x="25616" y="104557"/>
                  </a:lnTo>
                  <a:lnTo>
                    <a:pt x="18875" y="101157"/>
                  </a:lnTo>
                  <a:lnTo>
                    <a:pt x="7415" y="94353"/>
                  </a:lnTo>
                  <a:lnTo>
                    <a:pt x="6067" y="87165"/>
                  </a:lnTo>
                  <a:lnTo>
                    <a:pt x="0" y="79339"/>
                  </a:lnTo>
                  <a:lnTo>
                    <a:pt x="8988" y="70872"/>
                  </a:lnTo>
                  <a:lnTo>
                    <a:pt x="13033" y="59106"/>
                  </a:lnTo>
                  <a:lnTo>
                    <a:pt x="22695" y="50110"/>
                  </a:lnTo>
                  <a:lnTo>
                    <a:pt x="26403" y="41739"/>
                  </a:lnTo>
                  <a:lnTo>
                    <a:pt x="46289" y="17080"/>
                  </a:lnTo>
                  <a:lnTo>
                    <a:pt x="72354" y="510"/>
                  </a:lnTo>
                  <a:lnTo>
                    <a:pt x="85275" y="0"/>
                  </a:lnTo>
                  <a:lnTo>
                    <a:pt x="100442" y="4082"/>
                  </a:lnTo>
                  <a:lnTo>
                    <a:pt x="100779" y="15679"/>
                  </a:lnTo>
                  <a:lnTo>
                    <a:pt x="123474" y="16316"/>
                  </a:lnTo>
                  <a:lnTo>
                    <a:pt x="142461" y="23443"/>
                  </a:lnTo>
                  <a:lnTo>
                    <a:pt x="158190" y="15806"/>
                  </a:lnTo>
                  <a:lnTo>
                    <a:pt x="178975" y="24715"/>
                  </a:lnTo>
                  <a:lnTo>
                    <a:pt x="181222" y="26749"/>
                  </a:lnTo>
                  <a:lnTo>
                    <a:pt x="180436" y="353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oPE_MapPart_BRN_1_20" descr="Brunei">
              <a:extLst>
                <a:ext uri="{FF2B5EF4-FFF2-40B4-BE49-F238E27FC236}">
                  <a16:creationId xmlns:a16="http://schemas.microsoft.com/office/drawing/2014/main" id="{7DDA540F-F60B-5A38-5CBA-8D677B3968CA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923332" y="4824352"/>
              <a:ext cx="18651" cy="34606"/>
            </a:xfrm>
            <a:custGeom>
              <a:avLst/>
              <a:gdLst/>
              <a:ahLst/>
              <a:cxnLst/>
              <a:rect l="0" t="0" r="0" b="0"/>
              <a:pathLst>
                <a:path w="18651" h="34606">
                  <a:moveTo>
                    <a:pt x="7077" y="0"/>
                  </a:moveTo>
                  <a:lnTo>
                    <a:pt x="12583" y="9358"/>
                  </a:lnTo>
                  <a:lnTo>
                    <a:pt x="18650" y="32464"/>
                  </a:lnTo>
                  <a:lnTo>
                    <a:pt x="13706" y="34605"/>
                  </a:lnTo>
                  <a:lnTo>
                    <a:pt x="4943" y="31900"/>
                  </a:lnTo>
                  <a:lnTo>
                    <a:pt x="0" y="13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oPE_MapPart_BRN_2_21" descr="Brunei">
              <a:extLst>
                <a:ext uri="{FF2B5EF4-FFF2-40B4-BE49-F238E27FC236}">
                  <a16:creationId xmlns:a16="http://schemas.microsoft.com/office/drawing/2014/main" id="{8564343A-C0C2-F519-E03D-BB5CED69CEB2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863224" y="4816684"/>
              <a:ext cx="61344" cy="61650"/>
            </a:xfrm>
            <a:custGeom>
              <a:avLst/>
              <a:gdLst/>
              <a:ahLst/>
              <a:cxnLst/>
              <a:rect l="0" t="0" r="0" b="0"/>
              <a:pathLst>
                <a:path w="61344" h="61650">
                  <a:moveTo>
                    <a:pt x="60108" y="7668"/>
                  </a:moveTo>
                  <a:lnTo>
                    <a:pt x="42580" y="19056"/>
                  </a:lnTo>
                  <a:lnTo>
                    <a:pt x="45277" y="34948"/>
                  </a:lnTo>
                  <a:lnTo>
                    <a:pt x="48423" y="39343"/>
                  </a:lnTo>
                  <a:lnTo>
                    <a:pt x="44490" y="53426"/>
                  </a:lnTo>
                  <a:lnTo>
                    <a:pt x="36850" y="61649"/>
                  </a:lnTo>
                  <a:lnTo>
                    <a:pt x="31682" y="60973"/>
                  </a:lnTo>
                  <a:lnTo>
                    <a:pt x="22020" y="48018"/>
                  </a:lnTo>
                  <a:lnTo>
                    <a:pt x="16179" y="47568"/>
                  </a:lnTo>
                  <a:lnTo>
                    <a:pt x="9999" y="34047"/>
                  </a:lnTo>
                  <a:lnTo>
                    <a:pt x="0" y="26947"/>
                  </a:lnTo>
                  <a:lnTo>
                    <a:pt x="14718" y="25932"/>
                  </a:lnTo>
                  <a:lnTo>
                    <a:pt x="22470" y="22663"/>
                  </a:lnTo>
                  <a:lnTo>
                    <a:pt x="58085" y="0"/>
                  </a:lnTo>
                  <a:lnTo>
                    <a:pt x="61343" y="338"/>
                  </a:lnTo>
                  <a:lnTo>
                    <a:pt x="61343" y="37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oPE_MapPart_KHM_1_22" descr="Kambodscha">
              <a:extLst>
                <a:ext uri="{FF2B5EF4-FFF2-40B4-BE49-F238E27FC236}">
                  <a16:creationId xmlns:a16="http://schemas.microsoft.com/office/drawing/2014/main" id="{B11FF987-8827-2B80-F3B9-387484F8B77D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172266" y="4414858"/>
              <a:ext cx="3147" cy="6762"/>
            </a:xfrm>
            <a:custGeom>
              <a:avLst/>
              <a:gdLst/>
              <a:ahLst/>
              <a:cxnLst/>
              <a:rect l="0" t="0" r="0" b="0"/>
              <a:pathLst>
                <a:path w="3147" h="6762">
                  <a:moveTo>
                    <a:pt x="3146" y="6761"/>
                  </a:moveTo>
                  <a:lnTo>
                    <a:pt x="0" y="6417"/>
                  </a:lnTo>
                  <a:lnTo>
                    <a:pt x="269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oPE_MapPart_KHM_2_23" descr="Kambodscha">
              <a:extLst>
                <a:ext uri="{FF2B5EF4-FFF2-40B4-BE49-F238E27FC236}">
                  <a16:creationId xmlns:a16="http://schemas.microsoft.com/office/drawing/2014/main" id="{358D04BD-8A7C-D07E-562C-A06F545065B2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186534" y="4453555"/>
              <a:ext cx="5956" cy="6519"/>
            </a:xfrm>
            <a:custGeom>
              <a:avLst/>
              <a:gdLst/>
              <a:ahLst/>
              <a:cxnLst/>
              <a:rect l="0" t="0" r="0" b="0"/>
              <a:pathLst>
                <a:path w="5956" h="6519">
                  <a:moveTo>
                    <a:pt x="5955" y="4003"/>
                  </a:moveTo>
                  <a:lnTo>
                    <a:pt x="3595" y="65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oPE_MapPart_KHM_3_24" descr="Kambodscha">
              <a:extLst>
                <a:ext uri="{FF2B5EF4-FFF2-40B4-BE49-F238E27FC236}">
                  <a16:creationId xmlns:a16="http://schemas.microsoft.com/office/drawing/2014/main" id="{110878CB-D689-18BC-2C0D-E7BAFE169932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130134" y="4202506"/>
              <a:ext cx="329976" cy="274596"/>
            </a:xfrm>
            <a:custGeom>
              <a:avLst/>
              <a:gdLst/>
              <a:ahLst/>
              <a:cxnLst/>
              <a:rect l="0" t="0" r="0" b="0"/>
              <a:pathLst>
                <a:path w="329976" h="274596">
                  <a:moveTo>
                    <a:pt x="324582" y="0"/>
                  </a:moveTo>
                  <a:lnTo>
                    <a:pt x="325592" y="3485"/>
                  </a:lnTo>
                  <a:lnTo>
                    <a:pt x="320200" y="16368"/>
                  </a:lnTo>
                  <a:lnTo>
                    <a:pt x="314920" y="21589"/>
                  </a:lnTo>
                  <a:lnTo>
                    <a:pt x="312897" y="37238"/>
                  </a:lnTo>
                  <a:lnTo>
                    <a:pt x="329975" y="81543"/>
                  </a:lnTo>
                  <a:lnTo>
                    <a:pt x="321886" y="107628"/>
                  </a:lnTo>
                  <a:lnTo>
                    <a:pt x="326042" y="128372"/>
                  </a:lnTo>
                  <a:lnTo>
                    <a:pt x="325705" y="145869"/>
                  </a:lnTo>
                  <a:lnTo>
                    <a:pt x="316717" y="156909"/>
                  </a:lnTo>
                  <a:lnTo>
                    <a:pt x="312785" y="153115"/>
                  </a:lnTo>
                  <a:lnTo>
                    <a:pt x="305370" y="154035"/>
                  </a:lnTo>
                  <a:lnTo>
                    <a:pt x="287843" y="168518"/>
                  </a:lnTo>
                  <a:lnTo>
                    <a:pt x="277507" y="170126"/>
                  </a:lnTo>
                  <a:lnTo>
                    <a:pt x="273462" y="174836"/>
                  </a:lnTo>
                  <a:lnTo>
                    <a:pt x="255598" y="176788"/>
                  </a:lnTo>
                  <a:lnTo>
                    <a:pt x="254699" y="193432"/>
                  </a:lnTo>
                  <a:lnTo>
                    <a:pt x="230094" y="188957"/>
                  </a:lnTo>
                  <a:lnTo>
                    <a:pt x="225151" y="195612"/>
                  </a:lnTo>
                  <a:lnTo>
                    <a:pt x="220433" y="196759"/>
                  </a:lnTo>
                  <a:lnTo>
                    <a:pt x="220769" y="218426"/>
                  </a:lnTo>
                  <a:lnTo>
                    <a:pt x="239756" y="234802"/>
                  </a:lnTo>
                  <a:lnTo>
                    <a:pt x="237959" y="242127"/>
                  </a:lnTo>
                  <a:lnTo>
                    <a:pt x="239981" y="250249"/>
                  </a:lnTo>
                  <a:lnTo>
                    <a:pt x="225938" y="244529"/>
                  </a:lnTo>
                  <a:lnTo>
                    <a:pt x="220544" y="245902"/>
                  </a:lnTo>
                  <a:lnTo>
                    <a:pt x="214478" y="237778"/>
                  </a:lnTo>
                  <a:lnTo>
                    <a:pt x="210882" y="237549"/>
                  </a:lnTo>
                  <a:lnTo>
                    <a:pt x="192682" y="240296"/>
                  </a:lnTo>
                  <a:lnTo>
                    <a:pt x="186952" y="247046"/>
                  </a:lnTo>
                  <a:lnTo>
                    <a:pt x="170211" y="242813"/>
                  </a:lnTo>
                  <a:lnTo>
                    <a:pt x="170211" y="256195"/>
                  </a:lnTo>
                  <a:lnTo>
                    <a:pt x="157965" y="266826"/>
                  </a:lnTo>
                  <a:lnTo>
                    <a:pt x="140101" y="267968"/>
                  </a:lnTo>
                  <a:lnTo>
                    <a:pt x="131562" y="274595"/>
                  </a:lnTo>
                  <a:lnTo>
                    <a:pt x="121339" y="266369"/>
                  </a:lnTo>
                  <a:lnTo>
                    <a:pt x="101003" y="263511"/>
                  </a:lnTo>
                  <a:lnTo>
                    <a:pt x="96847" y="259053"/>
                  </a:lnTo>
                  <a:lnTo>
                    <a:pt x="94937" y="263855"/>
                  </a:lnTo>
                  <a:lnTo>
                    <a:pt x="83813" y="268426"/>
                  </a:lnTo>
                  <a:lnTo>
                    <a:pt x="79095" y="265683"/>
                  </a:lnTo>
                  <a:lnTo>
                    <a:pt x="75725" y="262369"/>
                  </a:lnTo>
                  <a:lnTo>
                    <a:pt x="76173" y="258254"/>
                  </a:lnTo>
                  <a:lnTo>
                    <a:pt x="84937" y="252536"/>
                  </a:lnTo>
                  <a:lnTo>
                    <a:pt x="87522" y="244186"/>
                  </a:lnTo>
                  <a:lnTo>
                    <a:pt x="83364" y="233428"/>
                  </a:lnTo>
                  <a:lnTo>
                    <a:pt x="75725" y="227818"/>
                  </a:lnTo>
                  <a:lnTo>
                    <a:pt x="64602" y="242127"/>
                  </a:lnTo>
                  <a:lnTo>
                    <a:pt x="52018" y="242699"/>
                  </a:lnTo>
                  <a:lnTo>
                    <a:pt x="48198" y="223810"/>
                  </a:lnTo>
                  <a:lnTo>
                    <a:pt x="50333" y="207882"/>
                  </a:lnTo>
                  <a:lnTo>
                    <a:pt x="43143" y="199741"/>
                  </a:lnTo>
                  <a:lnTo>
                    <a:pt x="42806" y="191940"/>
                  </a:lnTo>
                  <a:lnTo>
                    <a:pt x="39323" y="187924"/>
                  </a:lnTo>
                  <a:lnTo>
                    <a:pt x="38311" y="192170"/>
                  </a:lnTo>
                  <a:lnTo>
                    <a:pt x="26065" y="167713"/>
                  </a:lnTo>
                  <a:lnTo>
                    <a:pt x="24155" y="157140"/>
                  </a:lnTo>
                  <a:lnTo>
                    <a:pt x="27189" y="146329"/>
                  </a:lnTo>
                  <a:lnTo>
                    <a:pt x="11235" y="130675"/>
                  </a:lnTo>
                  <a:lnTo>
                    <a:pt x="8875" y="108550"/>
                  </a:lnTo>
                  <a:lnTo>
                    <a:pt x="674" y="91128"/>
                  </a:lnTo>
                  <a:lnTo>
                    <a:pt x="0" y="74958"/>
                  </a:lnTo>
                  <a:lnTo>
                    <a:pt x="14156" y="71953"/>
                  </a:lnTo>
                  <a:lnTo>
                    <a:pt x="14044" y="67213"/>
                  </a:lnTo>
                  <a:lnTo>
                    <a:pt x="25616" y="55531"/>
                  </a:lnTo>
                  <a:lnTo>
                    <a:pt x="36851" y="36542"/>
                  </a:lnTo>
                  <a:lnTo>
                    <a:pt x="44378" y="29126"/>
                  </a:lnTo>
                  <a:lnTo>
                    <a:pt x="76623" y="18457"/>
                  </a:lnTo>
                  <a:lnTo>
                    <a:pt x="103812" y="22284"/>
                  </a:lnTo>
                  <a:lnTo>
                    <a:pt x="153584" y="17877"/>
                  </a:lnTo>
                  <a:lnTo>
                    <a:pt x="165493" y="21821"/>
                  </a:lnTo>
                  <a:lnTo>
                    <a:pt x="169425" y="30748"/>
                  </a:lnTo>
                  <a:lnTo>
                    <a:pt x="178750" y="23097"/>
                  </a:lnTo>
                  <a:lnTo>
                    <a:pt x="182682" y="32487"/>
                  </a:lnTo>
                  <a:lnTo>
                    <a:pt x="189199" y="38280"/>
                  </a:lnTo>
                  <a:lnTo>
                    <a:pt x="200546" y="35268"/>
                  </a:lnTo>
                  <a:lnTo>
                    <a:pt x="213467" y="39902"/>
                  </a:lnTo>
                  <a:lnTo>
                    <a:pt x="223803" y="50207"/>
                  </a:lnTo>
                  <a:lnTo>
                    <a:pt x="233914" y="50439"/>
                  </a:lnTo>
                  <a:lnTo>
                    <a:pt x="237509" y="42219"/>
                  </a:lnTo>
                  <a:lnTo>
                    <a:pt x="228409" y="23328"/>
                  </a:lnTo>
                  <a:lnTo>
                    <a:pt x="240094" y="21356"/>
                  </a:lnTo>
                  <a:lnTo>
                    <a:pt x="243802" y="14744"/>
                  </a:lnTo>
                  <a:lnTo>
                    <a:pt x="251891" y="16136"/>
                  </a:lnTo>
                  <a:lnTo>
                    <a:pt x="260991" y="8129"/>
                  </a:lnTo>
                  <a:lnTo>
                    <a:pt x="278631" y="23792"/>
                  </a:lnTo>
                  <a:lnTo>
                    <a:pt x="288292" y="24256"/>
                  </a:lnTo>
                  <a:lnTo>
                    <a:pt x="294022" y="17993"/>
                  </a:lnTo>
                  <a:lnTo>
                    <a:pt x="298966" y="18573"/>
                  </a:lnTo>
                  <a:lnTo>
                    <a:pt x="310426" y="7200"/>
                  </a:lnTo>
                  <a:lnTo>
                    <a:pt x="318066" y="9173"/>
                  </a:lnTo>
                  <a:lnTo>
                    <a:pt x="321211" y="25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oPE_MapPart_CYP_1_25" descr="Republik Zypern">
              <a:extLst>
                <a:ext uri="{FF2B5EF4-FFF2-40B4-BE49-F238E27FC236}">
                  <a16:creationId xmlns:a16="http://schemas.microsoft.com/office/drawing/2014/main" id="{0FD2A66F-6C14-80C2-9C93-4F766F82B6A3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2759795" y="2781900"/>
              <a:ext cx="109207" cy="46700"/>
            </a:xfrm>
            <a:custGeom>
              <a:avLst/>
              <a:gdLst/>
              <a:ahLst/>
              <a:cxnLst/>
              <a:rect l="0" t="0" r="0" b="0"/>
              <a:pathLst>
                <a:path w="109207" h="46700">
                  <a:moveTo>
                    <a:pt x="25729" y="962"/>
                  </a:moveTo>
                  <a:lnTo>
                    <a:pt x="38649" y="7281"/>
                  </a:lnTo>
                  <a:lnTo>
                    <a:pt x="55502" y="687"/>
                  </a:lnTo>
                  <a:lnTo>
                    <a:pt x="67636" y="1511"/>
                  </a:lnTo>
                  <a:lnTo>
                    <a:pt x="72130" y="6182"/>
                  </a:lnTo>
                  <a:lnTo>
                    <a:pt x="73366" y="13868"/>
                  </a:lnTo>
                  <a:lnTo>
                    <a:pt x="76399" y="10987"/>
                  </a:lnTo>
                  <a:lnTo>
                    <a:pt x="85837" y="12633"/>
                  </a:lnTo>
                  <a:lnTo>
                    <a:pt x="97746" y="6869"/>
                  </a:lnTo>
                  <a:lnTo>
                    <a:pt x="106285" y="8928"/>
                  </a:lnTo>
                  <a:lnTo>
                    <a:pt x="109206" y="14828"/>
                  </a:lnTo>
                  <a:lnTo>
                    <a:pt x="87297" y="16199"/>
                  </a:lnTo>
                  <a:lnTo>
                    <a:pt x="69546" y="32904"/>
                  </a:lnTo>
                  <a:lnTo>
                    <a:pt x="47525" y="38644"/>
                  </a:lnTo>
                  <a:lnTo>
                    <a:pt x="44154" y="46699"/>
                  </a:lnTo>
                  <a:lnTo>
                    <a:pt x="39997" y="46153"/>
                  </a:lnTo>
                  <a:lnTo>
                    <a:pt x="35391" y="39737"/>
                  </a:lnTo>
                  <a:lnTo>
                    <a:pt x="24493" y="40556"/>
                  </a:lnTo>
                  <a:lnTo>
                    <a:pt x="9213" y="34544"/>
                  </a:lnTo>
                  <a:lnTo>
                    <a:pt x="1012" y="17433"/>
                  </a:lnTo>
                  <a:lnTo>
                    <a:pt x="0" y="7555"/>
                  </a:lnTo>
                  <a:lnTo>
                    <a:pt x="5618" y="10163"/>
                  </a:lnTo>
                  <a:lnTo>
                    <a:pt x="2190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oPE_MapPart_TLS_1_26" descr="Osttimor">
              <a:extLst>
                <a:ext uri="{FF2B5EF4-FFF2-40B4-BE49-F238E27FC236}">
                  <a16:creationId xmlns:a16="http://schemas.microsoft.com/office/drawing/2014/main" id="{BBAE27AC-B7B7-E31C-3595-EA0272FEDABF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8577438" y="5640313"/>
              <a:ext cx="8652" cy="10899"/>
            </a:xfrm>
            <a:custGeom>
              <a:avLst/>
              <a:gdLst/>
              <a:ahLst/>
              <a:cxnLst/>
              <a:rect l="0" t="0" r="0" b="0"/>
              <a:pathLst>
                <a:path w="8652" h="10899">
                  <a:moveTo>
                    <a:pt x="8651" y="0"/>
                  </a:moveTo>
                  <a:lnTo>
                    <a:pt x="4495" y="10898"/>
                  </a:lnTo>
                  <a:lnTo>
                    <a:pt x="0" y="8514"/>
                  </a:lnTo>
                  <a:lnTo>
                    <a:pt x="7078" y="6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oPE_MapPart_TLS_2_27" descr="Osttimor">
              <a:extLst>
                <a:ext uri="{FF2B5EF4-FFF2-40B4-BE49-F238E27FC236}">
                  <a16:creationId xmlns:a16="http://schemas.microsoft.com/office/drawing/2014/main" id="{1AFF4067-5F5F-FA49-2E83-6E6F787D5A29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8540924" y="5651438"/>
              <a:ext cx="148192" cy="75516"/>
            </a:xfrm>
            <a:custGeom>
              <a:avLst/>
              <a:gdLst/>
              <a:ahLst/>
              <a:cxnLst/>
              <a:rect l="0" t="0" r="0" b="0"/>
              <a:pathLst>
                <a:path w="148192" h="75516">
                  <a:moveTo>
                    <a:pt x="9101" y="75515"/>
                  </a:moveTo>
                  <a:lnTo>
                    <a:pt x="2359" y="56727"/>
                  </a:lnTo>
                  <a:lnTo>
                    <a:pt x="11123" y="55133"/>
                  </a:lnTo>
                  <a:lnTo>
                    <a:pt x="14157" y="45916"/>
                  </a:lnTo>
                  <a:lnTo>
                    <a:pt x="11123" y="43413"/>
                  </a:lnTo>
                  <a:lnTo>
                    <a:pt x="899" y="46599"/>
                  </a:lnTo>
                  <a:lnTo>
                    <a:pt x="0" y="39546"/>
                  </a:lnTo>
                  <a:lnTo>
                    <a:pt x="15954" y="20902"/>
                  </a:lnTo>
                  <a:lnTo>
                    <a:pt x="55052" y="11130"/>
                  </a:lnTo>
                  <a:lnTo>
                    <a:pt x="105947" y="9085"/>
                  </a:lnTo>
                  <a:lnTo>
                    <a:pt x="127631" y="0"/>
                  </a:lnTo>
                  <a:lnTo>
                    <a:pt x="148191" y="6814"/>
                  </a:lnTo>
                  <a:lnTo>
                    <a:pt x="124373" y="25220"/>
                  </a:lnTo>
                  <a:lnTo>
                    <a:pt x="108868" y="29426"/>
                  </a:lnTo>
                  <a:lnTo>
                    <a:pt x="97746" y="37612"/>
                  </a:lnTo>
                  <a:lnTo>
                    <a:pt x="77523" y="42959"/>
                  </a:lnTo>
                  <a:lnTo>
                    <a:pt x="63928" y="51036"/>
                  </a:lnTo>
                  <a:lnTo>
                    <a:pt x="30335" y="60596"/>
                  </a:lnTo>
                  <a:lnTo>
                    <a:pt x="17976" y="686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oPE_MapPart_TLS_3_28" descr="Osttimor">
              <a:extLst>
                <a:ext uri="{FF2B5EF4-FFF2-40B4-BE49-F238E27FC236}">
                  <a16:creationId xmlns:a16="http://schemas.microsoft.com/office/drawing/2014/main" id="{48F4074D-C393-7672-5907-42F94CED7301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485648" y="5706685"/>
              <a:ext cx="25504" cy="14687"/>
            </a:xfrm>
            <a:custGeom>
              <a:avLst/>
              <a:gdLst/>
              <a:ahLst/>
              <a:cxnLst/>
              <a:rect l="0" t="0" r="0" b="0"/>
              <a:pathLst>
                <a:path w="25504" h="14687">
                  <a:moveTo>
                    <a:pt x="0" y="9562"/>
                  </a:moveTo>
                  <a:lnTo>
                    <a:pt x="25503" y="0"/>
                  </a:lnTo>
                  <a:lnTo>
                    <a:pt x="23481" y="7854"/>
                  </a:lnTo>
                  <a:lnTo>
                    <a:pt x="17639" y="14117"/>
                  </a:lnTo>
                  <a:lnTo>
                    <a:pt x="4943" y="14686"/>
                  </a:lnTo>
                  <a:lnTo>
                    <a:pt x="1011" y="117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oPE_MapPart_GEO_1_29" descr="Georgien">
              <a:extLst>
                <a:ext uri="{FF2B5EF4-FFF2-40B4-BE49-F238E27FC236}">
                  <a16:creationId xmlns:a16="http://schemas.microsoft.com/office/drawing/2014/main" id="{C81732F7-822B-4F82-8B24-6B969BFD902D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3238972" y="2103318"/>
              <a:ext cx="417834" cy="210355"/>
            </a:xfrm>
            <a:custGeom>
              <a:avLst/>
              <a:gdLst/>
              <a:ahLst/>
              <a:cxnLst/>
              <a:rect l="0" t="0" r="0" b="0"/>
              <a:pathLst>
                <a:path w="417834" h="210355">
                  <a:moveTo>
                    <a:pt x="216051" y="207968"/>
                  </a:moveTo>
                  <a:lnTo>
                    <a:pt x="213692" y="202150"/>
                  </a:lnTo>
                  <a:lnTo>
                    <a:pt x="201446" y="200358"/>
                  </a:lnTo>
                  <a:lnTo>
                    <a:pt x="197401" y="194831"/>
                  </a:lnTo>
                  <a:lnTo>
                    <a:pt x="199311" y="192887"/>
                  </a:lnTo>
                  <a:lnTo>
                    <a:pt x="177515" y="175965"/>
                  </a:lnTo>
                  <a:lnTo>
                    <a:pt x="173245" y="168761"/>
                  </a:lnTo>
                  <a:lnTo>
                    <a:pt x="163022" y="169361"/>
                  </a:lnTo>
                  <a:lnTo>
                    <a:pt x="155269" y="180313"/>
                  </a:lnTo>
                  <a:lnTo>
                    <a:pt x="121564" y="175665"/>
                  </a:lnTo>
                  <a:lnTo>
                    <a:pt x="115160" y="180912"/>
                  </a:lnTo>
                  <a:lnTo>
                    <a:pt x="95611" y="173865"/>
                  </a:lnTo>
                  <a:lnTo>
                    <a:pt x="107632" y="158086"/>
                  </a:lnTo>
                  <a:lnTo>
                    <a:pt x="111115" y="148748"/>
                  </a:lnTo>
                  <a:lnTo>
                    <a:pt x="111452" y="135919"/>
                  </a:lnTo>
                  <a:lnTo>
                    <a:pt x="105161" y="121089"/>
                  </a:lnTo>
                  <a:lnTo>
                    <a:pt x="94263" y="77725"/>
                  </a:lnTo>
                  <a:lnTo>
                    <a:pt x="89993" y="71152"/>
                  </a:lnTo>
                  <a:lnTo>
                    <a:pt x="71793" y="63498"/>
                  </a:lnTo>
                  <a:lnTo>
                    <a:pt x="67635" y="54759"/>
                  </a:lnTo>
                  <a:lnTo>
                    <a:pt x="53592" y="43391"/>
                  </a:lnTo>
                  <a:lnTo>
                    <a:pt x="30223" y="36313"/>
                  </a:lnTo>
                  <a:lnTo>
                    <a:pt x="0" y="12854"/>
                  </a:lnTo>
                  <a:lnTo>
                    <a:pt x="6629" y="1395"/>
                  </a:lnTo>
                  <a:lnTo>
                    <a:pt x="10786" y="0"/>
                  </a:lnTo>
                  <a:lnTo>
                    <a:pt x="33818" y="4960"/>
                  </a:lnTo>
                  <a:lnTo>
                    <a:pt x="41795" y="3100"/>
                  </a:lnTo>
                  <a:lnTo>
                    <a:pt x="68984" y="16720"/>
                  </a:lnTo>
                  <a:lnTo>
                    <a:pt x="86173" y="20274"/>
                  </a:lnTo>
                  <a:lnTo>
                    <a:pt x="99992" y="29996"/>
                  </a:lnTo>
                  <a:lnTo>
                    <a:pt x="129316" y="32462"/>
                  </a:lnTo>
                  <a:lnTo>
                    <a:pt x="152348" y="29687"/>
                  </a:lnTo>
                  <a:lnTo>
                    <a:pt x="161561" y="35543"/>
                  </a:lnTo>
                  <a:lnTo>
                    <a:pt x="173695" y="34311"/>
                  </a:lnTo>
                  <a:lnTo>
                    <a:pt x="188076" y="40931"/>
                  </a:lnTo>
                  <a:lnTo>
                    <a:pt x="194142" y="49692"/>
                  </a:lnTo>
                  <a:lnTo>
                    <a:pt x="237510" y="70387"/>
                  </a:lnTo>
                  <a:lnTo>
                    <a:pt x="234701" y="81391"/>
                  </a:lnTo>
                  <a:lnTo>
                    <a:pt x="240206" y="85206"/>
                  </a:lnTo>
                  <a:lnTo>
                    <a:pt x="248408" y="85664"/>
                  </a:lnTo>
                  <a:lnTo>
                    <a:pt x="282563" y="70234"/>
                  </a:lnTo>
                  <a:lnTo>
                    <a:pt x="291214" y="71305"/>
                  </a:lnTo>
                  <a:lnTo>
                    <a:pt x="299191" y="81391"/>
                  </a:lnTo>
                  <a:lnTo>
                    <a:pt x="305370" y="69469"/>
                  </a:lnTo>
                  <a:lnTo>
                    <a:pt x="323459" y="76503"/>
                  </a:lnTo>
                  <a:lnTo>
                    <a:pt x="334918" y="88714"/>
                  </a:lnTo>
                  <a:lnTo>
                    <a:pt x="357501" y="91458"/>
                  </a:lnTo>
                  <a:lnTo>
                    <a:pt x="353344" y="116238"/>
                  </a:lnTo>
                  <a:lnTo>
                    <a:pt x="373005" y="130476"/>
                  </a:lnTo>
                  <a:lnTo>
                    <a:pt x="389184" y="134256"/>
                  </a:lnTo>
                  <a:lnTo>
                    <a:pt x="402666" y="142564"/>
                  </a:lnTo>
                  <a:lnTo>
                    <a:pt x="394802" y="153871"/>
                  </a:lnTo>
                  <a:lnTo>
                    <a:pt x="388510" y="155527"/>
                  </a:lnTo>
                  <a:lnTo>
                    <a:pt x="387274" y="162148"/>
                  </a:lnTo>
                  <a:lnTo>
                    <a:pt x="394914" y="174615"/>
                  </a:lnTo>
                  <a:lnTo>
                    <a:pt x="417833" y="193037"/>
                  </a:lnTo>
                  <a:lnTo>
                    <a:pt x="415024" y="203642"/>
                  </a:lnTo>
                  <a:lnTo>
                    <a:pt x="409182" y="209459"/>
                  </a:lnTo>
                  <a:lnTo>
                    <a:pt x="402778" y="210354"/>
                  </a:lnTo>
                  <a:lnTo>
                    <a:pt x="386487" y="200358"/>
                  </a:lnTo>
                  <a:lnTo>
                    <a:pt x="377836" y="202896"/>
                  </a:lnTo>
                  <a:lnTo>
                    <a:pt x="362894" y="198267"/>
                  </a:lnTo>
                  <a:lnTo>
                    <a:pt x="356939" y="192887"/>
                  </a:lnTo>
                  <a:lnTo>
                    <a:pt x="358175" y="188849"/>
                  </a:lnTo>
                  <a:lnTo>
                    <a:pt x="330986" y="179414"/>
                  </a:lnTo>
                  <a:lnTo>
                    <a:pt x="311999" y="193784"/>
                  </a:lnTo>
                  <a:lnTo>
                    <a:pt x="301662" y="195279"/>
                  </a:lnTo>
                  <a:lnTo>
                    <a:pt x="303572" y="199313"/>
                  </a:lnTo>
                  <a:lnTo>
                    <a:pt x="265261" y="199164"/>
                  </a:lnTo>
                  <a:lnTo>
                    <a:pt x="219309" y="2072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oPE_MapPart_HKG_1_30" descr="Hongkong">
              <a:extLst>
                <a:ext uri="{FF2B5EF4-FFF2-40B4-BE49-F238E27FC236}">
                  <a16:creationId xmlns:a16="http://schemas.microsoft.com/office/drawing/2014/main" id="{235BE016-03C5-3A80-FC38-A367F2799E72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7830979" y="3660228"/>
              <a:ext cx="67411" cy="72903"/>
            </a:xfrm>
            <a:custGeom>
              <a:avLst/>
              <a:gdLst/>
              <a:ahLst/>
              <a:cxnLst/>
              <a:rect l="0" t="0" r="0" b="0"/>
              <a:pathLst>
                <a:path w="67411" h="72903">
                  <a:moveTo>
                    <a:pt x="0" y="0"/>
                  </a:moveTo>
                  <a:lnTo>
                    <a:pt x="67410" y="0"/>
                  </a:lnTo>
                  <a:lnTo>
                    <a:pt x="67410" y="72902"/>
                  </a:lnTo>
                  <a:lnTo>
                    <a:pt x="0" y="7290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oPE_MapPart_IND_1_31" descr="Indien">
              <a:extLst>
                <a:ext uri="{FF2B5EF4-FFF2-40B4-BE49-F238E27FC236}">
                  <a16:creationId xmlns:a16="http://schemas.microsoft.com/office/drawing/2014/main" id="{2290A28B-CB2F-9D22-B8E2-1E6EEE578B69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4998276" y="2757935"/>
              <a:ext cx="1820760" cy="1866701"/>
            </a:xfrm>
            <a:custGeom>
              <a:avLst/>
              <a:gdLst/>
              <a:ahLst/>
              <a:cxnLst/>
              <a:rect l="0" t="0" r="0" b="0"/>
              <a:pathLst>
                <a:path w="1820760" h="1866701">
                  <a:moveTo>
                    <a:pt x="0" y="838517"/>
                  </a:moveTo>
                  <a:lnTo>
                    <a:pt x="13594" y="832126"/>
                  </a:lnTo>
                  <a:lnTo>
                    <a:pt x="34940" y="831143"/>
                  </a:lnTo>
                  <a:lnTo>
                    <a:pt x="35165" y="810586"/>
                  </a:lnTo>
                  <a:lnTo>
                    <a:pt x="38536" y="807258"/>
                  </a:lnTo>
                  <a:lnTo>
                    <a:pt x="41457" y="810709"/>
                  </a:lnTo>
                  <a:lnTo>
                    <a:pt x="45951" y="808737"/>
                  </a:lnTo>
                  <a:lnTo>
                    <a:pt x="87071" y="810093"/>
                  </a:lnTo>
                  <a:lnTo>
                    <a:pt x="96846" y="816993"/>
                  </a:lnTo>
                  <a:lnTo>
                    <a:pt x="102463" y="817485"/>
                  </a:lnTo>
                  <a:lnTo>
                    <a:pt x="115945" y="815638"/>
                  </a:lnTo>
                  <a:lnTo>
                    <a:pt x="120664" y="809107"/>
                  </a:lnTo>
                  <a:lnTo>
                    <a:pt x="145157" y="800598"/>
                  </a:lnTo>
                  <a:lnTo>
                    <a:pt x="148752" y="800104"/>
                  </a:lnTo>
                  <a:lnTo>
                    <a:pt x="150774" y="809723"/>
                  </a:lnTo>
                  <a:lnTo>
                    <a:pt x="159313" y="812435"/>
                  </a:lnTo>
                  <a:lnTo>
                    <a:pt x="179761" y="801338"/>
                  </a:lnTo>
                  <a:lnTo>
                    <a:pt x="175379" y="795414"/>
                  </a:lnTo>
                  <a:lnTo>
                    <a:pt x="175154" y="789610"/>
                  </a:lnTo>
                  <a:lnTo>
                    <a:pt x="179985" y="781700"/>
                  </a:lnTo>
                  <a:lnTo>
                    <a:pt x="169424" y="755817"/>
                  </a:lnTo>
                  <a:lnTo>
                    <a:pt x="155268" y="730975"/>
                  </a:lnTo>
                  <a:lnTo>
                    <a:pt x="155044" y="714164"/>
                  </a:lnTo>
                  <a:lnTo>
                    <a:pt x="150100" y="711421"/>
                  </a:lnTo>
                  <a:lnTo>
                    <a:pt x="131113" y="711421"/>
                  </a:lnTo>
                  <a:lnTo>
                    <a:pt x="120889" y="697319"/>
                  </a:lnTo>
                  <a:lnTo>
                    <a:pt x="119428" y="686070"/>
                  </a:lnTo>
                  <a:lnTo>
                    <a:pt x="122911" y="676058"/>
                  </a:lnTo>
                  <a:lnTo>
                    <a:pt x="123810" y="655744"/>
                  </a:lnTo>
                  <a:lnTo>
                    <a:pt x="118305" y="650721"/>
                  </a:lnTo>
                  <a:lnTo>
                    <a:pt x="98082" y="647328"/>
                  </a:lnTo>
                  <a:lnTo>
                    <a:pt x="83813" y="639281"/>
                  </a:lnTo>
                  <a:lnTo>
                    <a:pt x="81453" y="635002"/>
                  </a:lnTo>
                  <a:lnTo>
                    <a:pt x="85723" y="612691"/>
                  </a:lnTo>
                  <a:lnTo>
                    <a:pt x="108081" y="588036"/>
                  </a:lnTo>
                  <a:lnTo>
                    <a:pt x="123585" y="561525"/>
                  </a:lnTo>
                  <a:lnTo>
                    <a:pt x="139764" y="549189"/>
                  </a:lnTo>
                  <a:lnTo>
                    <a:pt x="145044" y="549317"/>
                  </a:lnTo>
                  <a:lnTo>
                    <a:pt x="153808" y="555296"/>
                  </a:lnTo>
                  <a:lnTo>
                    <a:pt x="157740" y="567241"/>
                  </a:lnTo>
                  <a:lnTo>
                    <a:pt x="164369" y="571430"/>
                  </a:lnTo>
                  <a:lnTo>
                    <a:pt x="188524" y="562796"/>
                  </a:lnTo>
                  <a:lnTo>
                    <a:pt x="210882" y="560127"/>
                  </a:lnTo>
                  <a:lnTo>
                    <a:pt x="231330" y="553516"/>
                  </a:lnTo>
                  <a:lnTo>
                    <a:pt x="236161" y="538363"/>
                  </a:lnTo>
                  <a:lnTo>
                    <a:pt x="250654" y="521009"/>
                  </a:lnTo>
                  <a:lnTo>
                    <a:pt x="260766" y="497595"/>
                  </a:lnTo>
                  <a:lnTo>
                    <a:pt x="295819" y="477833"/>
                  </a:lnTo>
                  <a:lnTo>
                    <a:pt x="316267" y="440476"/>
                  </a:lnTo>
                  <a:lnTo>
                    <a:pt x="325704" y="412914"/>
                  </a:lnTo>
                  <a:lnTo>
                    <a:pt x="352332" y="401366"/>
                  </a:lnTo>
                  <a:lnTo>
                    <a:pt x="360084" y="392141"/>
                  </a:lnTo>
                  <a:lnTo>
                    <a:pt x="356938" y="382773"/>
                  </a:lnTo>
                  <a:lnTo>
                    <a:pt x="357949" y="376651"/>
                  </a:lnTo>
                  <a:lnTo>
                    <a:pt x="385475" y="343474"/>
                  </a:lnTo>
                  <a:lnTo>
                    <a:pt x="403789" y="333255"/>
                  </a:lnTo>
                  <a:lnTo>
                    <a:pt x="402328" y="327483"/>
                  </a:lnTo>
                  <a:lnTo>
                    <a:pt x="397946" y="326039"/>
                  </a:lnTo>
                  <a:lnTo>
                    <a:pt x="396598" y="322232"/>
                  </a:lnTo>
                  <a:lnTo>
                    <a:pt x="401317" y="301714"/>
                  </a:lnTo>
                  <a:lnTo>
                    <a:pt x="396036" y="283645"/>
                  </a:lnTo>
                  <a:lnTo>
                    <a:pt x="398957" y="275848"/>
                  </a:lnTo>
                  <a:lnTo>
                    <a:pt x="410417" y="266321"/>
                  </a:lnTo>
                  <a:lnTo>
                    <a:pt x="442549" y="252139"/>
                  </a:lnTo>
                  <a:lnTo>
                    <a:pt x="446931" y="246697"/>
                  </a:lnTo>
                  <a:lnTo>
                    <a:pt x="447493" y="241914"/>
                  </a:lnTo>
                  <a:lnTo>
                    <a:pt x="441201" y="235001"/>
                  </a:lnTo>
                  <a:lnTo>
                    <a:pt x="425922" y="228346"/>
                  </a:lnTo>
                  <a:lnTo>
                    <a:pt x="407047" y="226082"/>
                  </a:lnTo>
                  <a:lnTo>
                    <a:pt x="404462" y="217685"/>
                  </a:lnTo>
                  <a:lnTo>
                    <a:pt x="405698" y="206472"/>
                  </a:lnTo>
                  <a:lnTo>
                    <a:pt x="386374" y="205671"/>
                  </a:lnTo>
                  <a:lnTo>
                    <a:pt x="383340" y="202597"/>
                  </a:lnTo>
                  <a:lnTo>
                    <a:pt x="383228" y="189081"/>
                  </a:lnTo>
                  <a:lnTo>
                    <a:pt x="372106" y="182917"/>
                  </a:lnTo>
                  <a:lnTo>
                    <a:pt x="364466" y="174330"/>
                  </a:lnTo>
                  <a:lnTo>
                    <a:pt x="363904" y="170436"/>
                  </a:lnTo>
                  <a:lnTo>
                    <a:pt x="371656" y="159815"/>
                  </a:lnTo>
                  <a:lnTo>
                    <a:pt x="373566" y="150659"/>
                  </a:lnTo>
                  <a:lnTo>
                    <a:pt x="364466" y="141220"/>
                  </a:lnTo>
                  <a:lnTo>
                    <a:pt x="362780" y="134605"/>
                  </a:lnTo>
                  <a:lnTo>
                    <a:pt x="364353" y="129605"/>
                  </a:lnTo>
                  <a:lnTo>
                    <a:pt x="377723" y="122165"/>
                  </a:lnTo>
                  <a:lnTo>
                    <a:pt x="379858" y="117697"/>
                  </a:lnTo>
                  <a:lnTo>
                    <a:pt x="377273" y="113362"/>
                  </a:lnTo>
                  <a:lnTo>
                    <a:pt x="361095" y="112278"/>
                  </a:lnTo>
                  <a:lnTo>
                    <a:pt x="358286" y="107939"/>
                  </a:lnTo>
                  <a:lnTo>
                    <a:pt x="362556" y="95855"/>
                  </a:lnTo>
                  <a:lnTo>
                    <a:pt x="352444" y="89057"/>
                  </a:lnTo>
                  <a:lnTo>
                    <a:pt x="351433" y="85110"/>
                  </a:lnTo>
                  <a:lnTo>
                    <a:pt x="361882" y="64248"/>
                  </a:lnTo>
                  <a:lnTo>
                    <a:pt x="383003" y="55774"/>
                  </a:lnTo>
                  <a:lnTo>
                    <a:pt x="438393" y="65341"/>
                  </a:lnTo>
                  <a:lnTo>
                    <a:pt x="454908" y="73120"/>
                  </a:lnTo>
                  <a:lnTo>
                    <a:pt x="470974" y="75710"/>
                  </a:lnTo>
                  <a:lnTo>
                    <a:pt x="491647" y="63019"/>
                  </a:lnTo>
                  <a:lnTo>
                    <a:pt x="499848" y="63155"/>
                  </a:lnTo>
                  <a:lnTo>
                    <a:pt x="517600" y="56458"/>
                  </a:lnTo>
                  <a:lnTo>
                    <a:pt x="526139" y="57962"/>
                  </a:lnTo>
                  <a:lnTo>
                    <a:pt x="532542" y="54133"/>
                  </a:lnTo>
                  <a:lnTo>
                    <a:pt x="537936" y="45509"/>
                  </a:lnTo>
                  <a:lnTo>
                    <a:pt x="551530" y="38519"/>
                  </a:lnTo>
                  <a:lnTo>
                    <a:pt x="554563" y="29461"/>
                  </a:lnTo>
                  <a:lnTo>
                    <a:pt x="601414" y="0"/>
                  </a:lnTo>
                  <a:lnTo>
                    <a:pt x="607368" y="3587"/>
                  </a:lnTo>
                  <a:lnTo>
                    <a:pt x="616581" y="1242"/>
                  </a:lnTo>
                  <a:lnTo>
                    <a:pt x="614671" y="18739"/>
                  </a:lnTo>
                  <a:lnTo>
                    <a:pt x="634333" y="67798"/>
                  </a:lnTo>
                  <a:lnTo>
                    <a:pt x="655792" y="74483"/>
                  </a:lnTo>
                  <a:lnTo>
                    <a:pt x="674442" y="90825"/>
                  </a:lnTo>
                  <a:lnTo>
                    <a:pt x="674554" y="96399"/>
                  </a:lnTo>
                  <a:lnTo>
                    <a:pt x="660960" y="106989"/>
                  </a:lnTo>
                  <a:lnTo>
                    <a:pt x="659274" y="112684"/>
                  </a:lnTo>
                  <a:lnTo>
                    <a:pt x="662870" y="127982"/>
                  </a:lnTo>
                  <a:lnTo>
                    <a:pt x="663993" y="151198"/>
                  </a:lnTo>
                  <a:lnTo>
                    <a:pt x="684778" y="175673"/>
                  </a:lnTo>
                  <a:lnTo>
                    <a:pt x="682756" y="184526"/>
                  </a:lnTo>
                  <a:lnTo>
                    <a:pt x="688935" y="192563"/>
                  </a:lnTo>
                  <a:lnTo>
                    <a:pt x="690059" y="225549"/>
                  </a:lnTo>
                  <a:lnTo>
                    <a:pt x="684329" y="227414"/>
                  </a:lnTo>
                  <a:lnTo>
                    <a:pt x="680509" y="233936"/>
                  </a:lnTo>
                  <a:lnTo>
                    <a:pt x="671296" y="236065"/>
                  </a:lnTo>
                  <a:lnTo>
                    <a:pt x="662083" y="227947"/>
                  </a:lnTo>
                  <a:lnTo>
                    <a:pt x="657702" y="218485"/>
                  </a:lnTo>
                  <a:lnTo>
                    <a:pt x="639726" y="221285"/>
                  </a:lnTo>
                  <a:lnTo>
                    <a:pt x="638265" y="224084"/>
                  </a:lnTo>
                  <a:lnTo>
                    <a:pt x="644894" y="246564"/>
                  </a:lnTo>
                  <a:lnTo>
                    <a:pt x="659836" y="265660"/>
                  </a:lnTo>
                  <a:lnTo>
                    <a:pt x="657252" y="281531"/>
                  </a:lnTo>
                  <a:lnTo>
                    <a:pt x="663993" y="290509"/>
                  </a:lnTo>
                  <a:lnTo>
                    <a:pt x="659274" y="301319"/>
                  </a:lnTo>
                  <a:lnTo>
                    <a:pt x="661297" y="303822"/>
                  </a:lnTo>
                  <a:lnTo>
                    <a:pt x="660286" y="312112"/>
                  </a:lnTo>
                  <a:lnTo>
                    <a:pt x="663319" y="314348"/>
                  </a:lnTo>
                  <a:lnTo>
                    <a:pt x="674666" y="311718"/>
                  </a:lnTo>
                  <a:lnTo>
                    <a:pt x="677026" y="305533"/>
                  </a:lnTo>
                  <a:lnTo>
                    <a:pt x="682980" y="306323"/>
                  </a:lnTo>
                  <a:lnTo>
                    <a:pt x="697474" y="328008"/>
                  </a:lnTo>
                  <a:lnTo>
                    <a:pt x="707136" y="336139"/>
                  </a:lnTo>
                  <a:lnTo>
                    <a:pt x="711630" y="339415"/>
                  </a:lnTo>
                  <a:lnTo>
                    <a:pt x="725899" y="337973"/>
                  </a:lnTo>
                  <a:lnTo>
                    <a:pt x="743875" y="351587"/>
                  </a:lnTo>
                  <a:lnTo>
                    <a:pt x="748031" y="351064"/>
                  </a:lnTo>
                  <a:lnTo>
                    <a:pt x="751739" y="358645"/>
                  </a:lnTo>
                  <a:lnTo>
                    <a:pt x="750728" y="367132"/>
                  </a:lnTo>
                  <a:lnTo>
                    <a:pt x="781288" y="378214"/>
                  </a:lnTo>
                  <a:lnTo>
                    <a:pt x="800275" y="391100"/>
                  </a:lnTo>
                  <a:lnTo>
                    <a:pt x="801848" y="396300"/>
                  </a:lnTo>
                  <a:lnTo>
                    <a:pt x="795444" y="395780"/>
                  </a:lnTo>
                  <a:lnTo>
                    <a:pt x="789939" y="399548"/>
                  </a:lnTo>
                  <a:lnTo>
                    <a:pt x="763873" y="427549"/>
                  </a:lnTo>
                  <a:lnTo>
                    <a:pt x="754660" y="449640"/>
                  </a:lnTo>
                  <a:lnTo>
                    <a:pt x="753312" y="466003"/>
                  </a:lnTo>
                  <a:lnTo>
                    <a:pt x="743987" y="480275"/>
                  </a:lnTo>
                  <a:lnTo>
                    <a:pt x="743201" y="491954"/>
                  </a:lnTo>
                  <a:lnTo>
                    <a:pt x="764884" y="507456"/>
                  </a:lnTo>
                  <a:lnTo>
                    <a:pt x="768705" y="507968"/>
                  </a:lnTo>
                  <a:lnTo>
                    <a:pt x="771064" y="503743"/>
                  </a:lnTo>
                  <a:lnTo>
                    <a:pt x="775445" y="504896"/>
                  </a:lnTo>
                  <a:lnTo>
                    <a:pt x="811734" y="527139"/>
                  </a:lnTo>
                  <a:lnTo>
                    <a:pt x="820610" y="538363"/>
                  </a:lnTo>
                  <a:lnTo>
                    <a:pt x="854428" y="560254"/>
                  </a:lnTo>
                  <a:lnTo>
                    <a:pt x="862854" y="556949"/>
                  </a:lnTo>
                  <a:lnTo>
                    <a:pt x="891728" y="574094"/>
                  </a:lnTo>
                  <a:lnTo>
                    <a:pt x="905885" y="573968"/>
                  </a:lnTo>
                  <a:lnTo>
                    <a:pt x="909368" y="584870"/>
                  </a:lnTo>
                  <a:lnTo>
                    <a:pt x="944084" y="595251"/>
                  </a:lnTo>
                  <a:lnTo>
                    <a:pt x="953971" y="588543"/>
                  </a:lnTo>
                  <a:lnTo>
                    <a:pt x="977789" y="594745"/>
                  </a:lnTo>
                  <a:lnTo>
                    <a:pt x="994080" y="586770"/>
                  </a:lnTo>
                  <a:lnTo>
                    <a:pt x="1026550" y="600310"/>
                  </a:lnTo>
                  <a:lnTo>
                    <a:pt x="1031156" y="618369"/>
                  </a:lnTo>
                  <a:lnTo>
                    <a:pt x="1058682" y="630973"/>
                  </a:lnTo>
                  <a:lnTo>
                    <a:pt x="1065872" y="638777"/>
                  </a:lnTo>
                  <a:lnTo>
                    <a:pt x="1086320" y="632484"/>
                  </a:lnTo>
                  <a:lnTo>
                    <a:pt x="1094522" y="636512"/>
                  </a:lnTo>
                  <a:lnTo>
                    <a:pt x="1096881" y="646449"/>
                  </a:lnTo>
                  <a:lnTo>
                    <a:pt x="1100477" y="648962"/>
                  </a:lnTo>
                  <a:lnTo>
                    <a:pt x="1113734" y="645820"/>
                  </a:lnTo>
                  <a:lnTo>
                    <a:pt x="1136091" y="650972"/>
                  </a:lnTo>
                  <a:lnTo>
                    <a:pt x="1156989" y="660765"/>
                  </a:lnTo>
                  <a:lnTo>
                    <a:pt x="1176651" y="652354"/>
                  </a:lnTo>
                  <a:lnTo>
                    <a:pt x="1181257" y="660890"/>
                  </a:lnTo>
                  <a:lnTo>
                    <a:pt x="1193615" y="665907"/>
                  </a:lnTo>
                  <a:lnTo>
                    <a:pt x="1201480" y="661643"/>
                  </a:lnTo>
                  <a:lnTo>
                    <a:pt x="1215187" y="663274"/>
                  </a:lnTo>
                  <a:lnTo>
                    <a:pt x="1228669" y="660639"/>
                  </a:lnTo>
                  <a:lnTo>
                    <a:pt x="1237769" y="664403"/>
                  </a:lnTo>
                  <a:lnTo>
                    <a:pt x="1241477" y="661141"/>
                  </a:lnTo>
                  <a:lnTo>
                    <a:pt x="1248218" y="640539"/>
                  </a:lnTo>
                  <a:lnTo>
                    <a:pt x="1245072" y="626312"/>
                  </a:lnTo>
                  <a:lnTo>
                    <a:pt x="1237095" y="611933"/>
                  </a:lnTo>
                  <a:lnTo>
                    <a:pt x="1239567" y="592594"/>
                  </a:lnTo>
                  <a:lnTo>
                    <a:pt x="1247319" y="568638"/>
                  </a:lnTo>
                  <a:lnTo>
                    <a:pt x="1247432" y="561906"/>
                  </a:lnTo>
                  <a:lnTo>
                    <a:pt x="1244286" y="557585"/>
                  </a:lnTo>
                  <a:lnTo>
                    <a:pt x="1246870" y="554533"/>
                  </a:lnTo>
                  <a:lnTo>
                    <a:pt x="1264734" y="550080"/>
                  </a:lnTo>
                  <a:lnTo>
                    <a:pt x="1274171" y="544351"/>
                  </a:lnTo>
                  <a:lnTo>
                    <a:pt x="1288215" y="550462"/>
                  </a:lnTo>
                  <a:lnTo>
                    <a:pt x="1291023" y="560127"/>
                  </a:lnTo>
                  <a:lnTo>
                    <a:pt x="1284844" y="584617"/>
                  </a:lnTo>
                  <a:lnTo>
                    <a:pt x="1285856" y="591075"/>
                  </a:lnTo>
                  <a:lnTo>
                    <a:pt x="1293720" y="599046"/>
                  </a:lnTo>
                  <a:lnTo>
                    <a:pt x="1284170" y="608903"/>
                  </a:lnTo>
                  <a:lnTo>
                    <a:pt x="1290237" y="616729"/>
                  </a:lnTo>
                  <a:lnTo>
                    <a:pt x="1291585" y="623917"/>
                  </a:lnTo>
                  <a:lnTo>
                    <a:pt x="1309786" y="634121"/>
                  </a:lnTo>
                  <a:lnTo>
                    <a:pt x="1321246" y="631855"/>
                  </a:lnTo>
                  <a:lnTo>
                    <a:pt x="1337087" y="636764"/>
                  </a:lnTo>
                  <a:lnTo>
                    <a:pt x="1338548" y="640916"/>
                  </a:lnTo>
                  <a:lnTo>
                    <a:pt x="1348210" y="642174"/>
                  </a:lnTo>
                  <a:lnTo>
                    <a:pt x="1370568" y="638400"/>
                  </a:lnTo>
                  <a:lnTo>
                    <a:pt x="1375736" y="631981"/>
                  </a:lnTo>
                  <a:lnTo>
                    <a:pt x="1384500" y="628957"/>
                  </a:lnTo>
                  <a:lnTo>
                    <a:pt x="1397870" y="635506"/>
                  </a:lnTo>
                  <a:lnTo>
                    <a:pt x="1409104" y="637267"/>
                  </a:lnTo>
                  <a:lnTo>
                    <a:pt x="1443259" y="636009"/>
                  </a:lnTo>
                  <a:lnTo>
                    <a:pt x="1452023" y="630595"/>
                  </a:lnTo>
                  <a:lnTo>
                    <a:pt x="1457640" y="634750"/>
                  </a:lnTo>
                  <a:lnTo>
                    <a:pt x="1467302" y="635128"/>
                  </a:lnTo>
                  <a:lnTo>
                    <a:pt x="1487638" y="631477"/>
                  </a:lnTo>
                  <a:lnTo>
                    <a:pt x="1492357" y="627194"/>
                  </a:lnTo>
                  <a:lnTo>
                    <a:pt x="1487301" y="614205"/>
                  </a:lnTo>
                  <a:lnTo>
                    <a:pt x="1492918" y="600942"/>
                  </a:lnTo>
                  <a:lnTo>
                    <a:pt x="1487188" y="589682"/>
                  </a:lnTo>
                  <a:lnTo>
                    <a:pt x="1471684" y="590189"/>
                  </a:lnTo>
                  <a:lnTo>
                    <a:pt x="1462471" y="582082"/>
                  </a:lnTo>
                  <a:lnTo>
                    <a:pt x="1464830" y="567876"/>
                  </a:lnTo>
                  <a:lnTo>
                    <a:pt x="1486402" y="569907"/>
                  </a:lnTo>
                  <a:lnTo>
                    <a:pt x="1494042" y="564447"/>
                  </a:lnTo>
                  <a:lnTo>
                    <a:pt x="1513703" y="563304"/>
                  </a:lnTo>
                  <a:lnTo>
                    <a:pt x="1521905" y="559492"/>
                  </a:lnTo>
                  <a:lnTo>
                    <a:pt x="1530668" y="551734"/>
                  </a:lnTo>
                  <a:lnTo>
                    <a:pt x="1527972" y="546516"/>
                  </a:lnTo>
                  <a:lnTo>
                    <a:pt x="1531567" y="540530"/>
                  </a:lnTo>
                  <a:lnTo>
                    <a:pt x="1557632" y="522414"/>
                  </a:lnTo>
                  <a:lnTo>
                    <a:pt x="1565947" y="506304"/>
                  </a:lnTo>
                  <a:lnTo>
                    <a:pt x="1597630" y="499132"/>
                  </a:lnTo>
                  <a:lnTo>
                    <a:pt x="1610999" y="489774"/>
                  </a:lnTo>
                  <a:lnTo>
                    <a:pt x="1613696" y="482714"/>
                  </a:lnTo>
                  <a:lnTo>
                    <a:pt x="1619538" y="481559"/>
                  </a:lnTo>
                  <a:lnTo>
                    <a:pt x="1630885" y="469605"/>
                  </a:lnTo>
                  <a:lnTo>
                    <a:pt x="1651445" y="457504"/>
                  </a:lnTo>
                  <a:lnTo>
                    <a:pt x="1658411" y="461883"/>
                  </a:lnTo>
                  <a:lnTo>
                    <a:pt x="1660659" y="467289"/>
                  </a:lnTo>
                  <a:lnTo>
                    <a:pt x="1699307" y="477191"/>
                  </a:lnTo>
                  <a:lnTo>
                    <a:pt x="1707284" y="469091"/>
                  </a:lnTo>
                  <a:lnTo>
                    <a:pt x="1707171" y="465102"/>
                  </a:lnTo>
                  <a:lnTo>
                    <a:pt x="1739641" y="447833"/>
                  </a:lnTo>
                  <a:lnTo>
                    <a:pt x="1752112" y="462269"/>
                  </a:lnTo>
                  <a:lnTo>
                    <a:pt x="1759639" y="462141"/>
                  </a:lnTo>
                  <a:lnTo>
                    <a:pt x="1745033" y="473978"/>
                  </a:lnTo>
                  <a:lnTo>
                    <a:pt x="1746045" y="485411"/>
                  </a:lnTo>
                  <a:lnTo>
                    <a:pt x="1764583" y="476291"/>
                  </a:lnTo>
                  <a:lnTo>
                    <a:pt x="1773683" y="496698"/>
                  </a:lnTo>
                  <a:lnTo>
                    <a:pt x="1762111" y="507840"/>
                  </a:lnTo>
                  <a:lnTo>
                    <a:pt x="1755033" y="521776"/>
                  </a:lnTo>
                  <a:lnTo>
                    <a:pt x="1761662" y="524841"/>
                  </a:lnTo>
                  <a:lnTo>
                    <a:pt x="1775031" y="518326"/>
                  </a:lnTo>
                  <a:lnTo>
                    <a:pt x="1785817" y="524968"/>
                  </a:lnTo>
                  <a:lnTo>
                    <a:pt x="1798625" y="527011"/>
                  </a:lnTo>
                  <a:lnTo>
                    <a:pt x="1804580" y="524713"/>
                  </a:lnTo>
                  <a:lnTo>
                    <a:pt x="1819971" y="535431"/>
                  </a:lnTo>
                  <a:lnTo>
                    <a:pt x="1820759" y="555296"/>
                  </a:lnTo>
                  <a:lnTo>
                    <a:pt x="1797501" y="572191"/>
                  </a:lnTo>
                  <a:lnTo>
                    <a:pt x="1792109" y="580054"/>
                  </a:lnTo>
                  <a:lnTo>
                    <a:pt x="1793682" y="590442"/>
                  </a:lnTo>
                  <a:lnTo>
                    <a:pt x="1806377" y="609787"/>
                  </a:lnTo>
                  <a:lnTo>
                    <a:pt x="1806265" y="613196"/>
                  </a:lnTo>
                  <a:lnTo>
                    <a:pt x="1796940" y="611933"/>
                  </a:lnTo>
                  <a:lnTo>
                    <a:pt x="1783121" y="598034"/>
                  </a:lnTo>
                  <a:lnTo>
                    <a:pt x="1749303" y="602965"/>
                  </a:lnTo>
                  <a:lnTo>
                    <a:pt x="1741213" y="605998"/>
                  </a:lnTo>
                  <a:lnTo>
                    <a:pt x="1731552" y="617991"/>
                  </a:lnTo>
                  <a:lnTo>
                    <a:pt x="1703913" y="638400"/>
                  </a:lnTo>
                  <a:lnTo>
                    <a:pt x="1683015" y="649465"/>
                  </a:lnTo>
                  <a:lnTo>
                    <a:pt x="1678747" y="658004"/>
                  </a:lnTo>
                  <a:lnTo>
                    <a:pt x="1678185" y="666910"/>
                  </a:lnTo>
                  <a:lnTo>
                    <a:pt x="1683240" y="688196"/>
                  </a:lnTo>
                  <a:lnTo>
                    <a:pt x="1675938" y="697070"/>
                  </a:lnTo>
                  <a:lnTo>
                    <a:pt x="1671669" y="711795"/>
                  </a:lnTo>
                  <a:lnTo>
                    <a:pt x="1661669" y="724379"/>
                  </a:lnTo>
                  <a:lnTo>
                    <a:pt x="1654254" y="728486"/>
                  </a:lnTo>
                  <a:lnTo>
                    <a:pt x="1648749" y="738062"/>
                  </a:lnTo>
                  <a:lnTo>
                    <a:pt x="1647064" y="745268"/>
                  </a:lnTo>
                  <a:lnTo>
                    <a:pt x="1654704" y="750607"/>
                  </a:lnTo>
                  <a:lnTo>
                    <a:pt x="1656726" y="756809"/>
                  </a:lnTo>
                  <a:lnTo>
                    <a:pt x="1649086" y="776134"/>
                  </a:lnTo>
                  <a:lnTo>
                    <a:pt x="1630885" y="806765"/>
                  </a:lnTo>
                  <a:lnTo>
                    <a:pt x="1620549" y="837165"/>
                  </a:lnTo>
                  <a:lnTo>
                    <a:pt x="1592798" y="828314"/>
                  </a:lnTo>
                  <a:lnTo>
                    <a:pt x="1581001" y="830651"/>
                  </a:lnTo>
                  <a:lnTo>
                    <a:pt x="1570553" y="824378"/>
                  </a:lnTo>
                  <a:lnTo>
                    <a:pt x="1569317" y="827331"/>
                  </a:lnTo>
                  <a:lnTo>
                    <a:pt x="1576058" y="850425"/>
                  </a:lnTo>
                  <a:lnTo>
                    <a:pt x="1573024" y="887887"/>
                  </a:lnTo>
                  <a:lnTo>
                    <a:pt x="1569429" y="894727"/>
                  </a:lnTo>
                  <a:lnTo>
                    <a:pt x="1560441" y="894605"/>
                  </a:lnTo>
                  <a:lnTo>
                    <a:pt x="1560328" y="903024"/>
                  </a:lnTo>
                  <a:lnTo>
                    <a:pt x="1555048" y="915944"/>
                  </a:lnTo>
                  <a:lnTo>
                    <a:pt x="1560328" y="940151"/>
                  </a:lnTo>
                  <a:lnTo>
                    <a:pt x="1559655" y="948894"/>
                  </a:lnTo>
                  <a:lnTo>
                    <a:pt x="1554598" y="950229"/>
                  </a:lnTo>
                  <a:lnTo>
                    <a:pt x="1547970" y="964174"/>
                  </a:lnTo>
                  <a:lnTo>
                    <a:pt x="1544487" y="965144"/>
                  </a:lnTo>
                  <a:lnTo>
                    <a:pt x="1532803" y="955446"/>
                  </a:lnTo>
                  <a:lnTo>
                    <a:pt x="1523703" y="965871"/>
                  </a:lnTo>
                  <a:lnTo>
                    <a:pt x="1518422" y="918136"/>
                  </a:lnTo>
                  <a:lnTo>
                    <a:pt x="1510333" y="901683"/>
                  </a:lnTo>
                  <a:lnTo>
                    <a:pt x="1508648" y="874805"/>
                  </a:lnTo>
                  <a:lnTo>
                    <a:pt x="1503142" y="850302"/>
                  </a:lnTo>
                  <a:lnTo>
                    <a:pt x="1499435" y="850916"/>
                  </a:lnTo>
                  <a:lnTo>
                    <a:pt x="1497300" y="847726"/>
                  </a:lnTo>
                  <a:lnTo>
                    <a:pt x="1490559" y="850793"/>
                  </a:lnTo>
                  <a:lnTo>
                    <a:pt x="1483368" y="850180"/>
                  </a:lnTo>
                  <a:lnTo>
                    <a:pt x="1483930" y="862563"/>
                  </a:lnTo>
                  <a:lnTo>
                    <a:pt x="1472471" y="877375"/>
                  </a:lnTo>
                  <a:lnTo>
                    <a:pt x="1472246" y="893139"/>
                  </a:lnTo>
                  <a:lnTo>
                    <a:pt x="1464044" y="898266"/>
                  </a:lnTo>
                  <a:lnTo>
                    <a:pt x="1457303" y="894605"/>
                  </a:lnTo>
                  <a:lnTo>
                    <a:pt x="1452585" y="883244"/>
                  </a:lnTo>
                  <a:lnTo>
                    <a:pt x="1448427" y="883366"/>
                  </a:lnTo>
                  <a:lnTo>
                    <a:pt x="1448315" y="891796"/>
                  </a:lnTo>
                  <a:lnTo>
                    <a:pt x="1445057" y="889720"/>
                  </a:lnTo>
                  <a:lnTo>
                    <a:pt x="1435732" y="857292"/>
                  </a:lnTo>
                  <a:lnTo>
                    <a:pt x="1439776" y="834216"/>
                  </a:lnTo>
                  <a:lnTo>
                    <a:pt x="1448203" y="822409"/>
                  </a:lnTo>
                  <a:lnTo>
                    <a:pt x="1458202" y="822532"/>
                  </a:lnTo>
                  <a:lnTo>
                    <a:pt x="1470673" y="814775"/>
                  </a:lnTo>
                  <a:lnTo>
                    <a:pt x="1480110" y="815391"/>
                  </a:lnTo>
                  <a:lnTo>
                    <a:pt x="1484716" y="804299"/>
                  </a:lnTo>
                  <a:lnTo>
                    <a:pt x="1494154" y="800845"/>
                  </a:lnTo>
                  <a:lnTo>
                    <a:pt x="1502019" y="768335"/>
                  </a:lnTo>
                  <a:lnTo>
                    <a:pt x="1515388" y="770564"/>
                  </a:lnTo>
                  <a:lnTo>
                    <a:pt x="1518084" y="766849"/>
                  </a:lnTo>
                  <a:lnTo>
                    <a:pt x="1516962" y="763999"/>
                  </a:lnTo>
                  <a:lnTo>
                    <a:pt x="1490896" y="748496"/>
                  </a:lnTo>
                  <a:lnTo>
                    <a:pt x="1390342" y="749241"/>
                  </a:lnTo>
                  <a:lnTo>
                    <a:pt x="1352480" y="739927"/>
                  </a:lnTo>
                  <a:lnTo>
                    <a:pt x="1350233" y="734208"/>
                  </a:lnTo>
                  <a:lnTo>
                    <a:pt x="1351918" y="695071"/>
                  </a:lnTo>
                  <a:lnTo>
                    <a:pt x="1342368" y="676183"/>
                  </a:lnTo>
                  <a:lnTo>
                    <a:pt x="1337087" y="678061"/>
                  </a:lnTo>
                  <a:lnTo>
                    <a:pt x="1337424" y="685945"/>
                  </a:lnTo>
                  <a:lnTo>
                    <a:pt x="1334841" y="690696"/>
                  </a:lnTo>
                  <a:lnTo>
                    <a:pt x="1323606" y="690572"/>
                  </a:lnTo>
                  <a:lnTo>
                    <a:pt x="1312145" y="683693"/>
                  </a:lnTo>
                  <a:lnTo>
                    <a:pt x="1301697" y="662521"/>
                  </a:lnTo>
                  <a:lnTo>
                    <a:pt x="1295743" y="664904"/>
                  </a:lnTo>
                  <a:lnTo>
                    <a:pt x="1298663" y="673552"/>
                  </a:lnTo>
                  <a:lnTo>
                    <a:pt x="1289788" y="673427"/>
                  </a:lnTo>
                  <a:lnTo>
                    <a:pt x="1280687" y="670796"/>
                  </a:lnTo>
                  <a:lnTo>
                    <a:pt x="1276755" y="661016"/>
                  </a:lnTo>
                  <a:lnTo>
                    <a:pt x="1264172" y="651224"/>
                  </a:lnTo>
                  <a:lnTo>
                    <a:pt x="1261138" y="651726"/>
                  </a:lnTo>
                  <a:lnTo>
                    <a:pt x="1260015" y="657377"/>
                  </a:lnTo>
                  <a:lnTo>
                    <a:pt x="1265408" y="660639"/>
                  </a:lnTo>
                  <a:lnTo>
                    <a:pt x="1265632" y="665280"/>
                  </a:lnTo>
                  <a:lnTo>
                    <a:pt x="1247544" y="684944"/>
                  </a:lnTo>
                  <a:lnTo>
                    <a:pt x="1243387" y="698818"/>
                  </a:lnTo>
                  <a:lnTo>
                    <a:pt x="1247319" y="704061"/>
                  </a:lnTo>
                  <a:lnTo>
                    <a:pt x="1253835" y="705559"/>
                  </a:lnTo>
                  <a:lnTo>
                    <a:pt x="1260801" y="711920"/>
                  </a:lnTo>
                  <a:lnTo>
                    <a:pt x="1269452" y="723134"/>
                  </a:lnTo>
                  <a:lnTo>
                    <a:pt x="1286080" y="726371"/>
                  </a:lnTo>
                  <a:lnTo>
                    <a:pt x="1289338" y="734955"/>
                  </a:lnTo>
                  <a:lnTo>
                    <a:pt x="1297540" y="742287"/>
                  </a:lnTo>
                  <a:lnTo>
                    <a:pt x="1289114" y="748000"/>
                  </a:lnTo>
                  <a:lnTo>
                    <a:pt x="1266531" y="747131"/>
                  </a:lnTo>
                  <a:lnTo>
                    <a:pt x="1257655" y="768335"/>
                  </a:lnTo>
                  <a:lnTo>
                    <a:pt x="1247432" y="766106"/>
                  </a:lnTo>
                  <a:lnTo>
                    <a:pt x="1239567" y="785780"/>
                  </a:lnTo>
                  <a:lnTo>
                    <a:pt x="1247207" y="795538"/>
                  </a:lnTo>
                  <a:lnTo>
                    <a:pt x="1255970" y="795908"/>
                  </a:lnTo>
                  <a:lnTo>
                    <a:pt x="1262823" y="802078"/>
                  </a:lnTo>
                  <a:lnTo>
                    <a:pt x="1283272" y="809970"/>
                  </a:lnTo>
                  <a:lnTo>
                    <a:pt x="1281811" y="828561"/>
                  </a:lnTo>
                  <a:lnTo>
                    <a:pt x="1273497" y="851039"/>
                  </a:lnTo>
                  <a:lnTo>
                    <a:pt x="1284282" y="867217"/>
                  </a:lnTo>
                  <a:lnTo>
                    <a:pt x="1283272" y="879576"/>
                  </a:lnTo>
                  <a:lnTo>
                    <a:pt x="1296080" y="884222"/>
                  </a:lnTo>
                  <a:lnTo>
                    <a:pt x="1291136" y="894117"/>
                  </a:lnTo>
                  <a:lnTo>
                    <a:pt x="1295518" y="921789"/>
                  </a:lnTo>
                  <a:lnTo>
                    <a:pt x="1303607" y="945859"/>
                  </a:lnTo>
                  <a:lnTo>
                    <a:pt x="1302259" y="968657"/>
                  </a:lnTo>
                  <a:lnTo>
                    <a:pt x="1297315" y="968536"/>
                  </a:lnTo>
                  <a:lnTo>
                    <a:pt x="1301697" y="975558"/>
                  </a:lnTo>
                  <a:lnTo>
                    <a:pt x="1303720" y="987654"/>
                  </a:lnTo>
                  <a:lnTo>
                    <a:pt x="1294731" y="987775"/>
                  </a:lnTo>
                  <a:lnTo>
                    <a:pt x="1291585" y="981608"/>
                  </a:lnTo>
                  <a:lnTo>
                    <a:pt x="1290125" y="987171"/>
                  </a:lnTo>
                  <a:lnTo>
                    <a:pt x="1284620" y="992367"/>
                  </a:lnTo>
                  <a:lnTo>
                    <a:pt x="1281249" y="982334"/>
                  </a:lnTo>
                  <a:lnTo>
                    <a:pt x="1284282" y="964053"/>
                  </a:lnTo>
                  <a:lnTo>
                    <a:pt x="1278103" y="956174"/>
                  </a:lnTo>
                  <a:lnTo>
                    <a:pt x="1273497" y="975679"/>
                  </a:lnTo>
                  <a:lnTo>
                    <a:pt x="1274621" y="987291"/>
                  </a:lnTo>
                  <a:lnTo>
                    <a:pt x="1265970" y="990313"/>
                  </a:lnTo>
                  <a:lnTo>
                    <a:pt x="1256083" y="980641"/>
                  </a:lnTo>
                  <a:lnTo>
                    <a:pt x="1253948" y="989830"/>
                  </a:lnTo>
                  <a:lnTo>
                    <a:pt x="1245746" y="988863"/>
                  </a:lnTo>
                  <a:lnTo>
                    <a:pt x="1241589" y="984994"/>
                  </a:lnTo>
                  <a:lnTo>
                    <a:pt x="1250353" y="954960"/>
                  </a:lnTo>
                  <a:lnTo>
                    <a:pt x="1237769" y="946466"/>
                  </a:lnTo>
                  <a:lnTo>
                    <a:pt x="1234399" y="939179"/>
                  </a:lnTo>
                  <a:lnTo>
                    <a:pt x="1235747" y="947195"/>
                  </a:lnTo>
                  <a:lnTo>
                    <a:pt x="1247994" y="956174"/>
                  </a:lnTo>
                  <a:lnTo>
                    <a:pt x="1234848" y="976163"/>
                  </a:lnTo>
                  <a:lnTo>
                    <a:pt x="1217995" y="987654"/>
                  </a:lnTo>
                  <a:lnTo>
                    <a:pt x="1181931" y="997924"/>
                  </a:lnTo>
                  <a:lnTo>
                    <a:pt x="1166876" y="1015659"/>
                  </a:lnTo>
                  <a:lnTo>
                    <a:pt x="1165865" y="1024333"/>
                  </a:lnTo>
                  <a:lnTo>
                    <a:pt x="1174179" y="1051514"/>
                  </a:lnTo>
                  <a:lnTo>
                    <a:pt x="1160809" y="1070232"/>
                  </a:lnTo>
                  <a:lnTo>
                    <a:pt x="1160135" y="1077303"/>
                  </a:lnTo>
                  <a:lnTo>
                    <a:pt x="1144406" y="1086763"/>
                  </a:lnTo>
                  <a:lnTo>
                    <a:pt x="1136766" y="1097649"/>
                  </a:lnTo>
                  <a:lnTo>
                    <a:pt x="1128564" y="1094540"/>
                  </a:lnTo>
                  <a:lnTo>
                    <a:pt x="1132721" y="1098964"/>
                  </a:lnTo>
                  <a:lnTo>
                    <a:pt x="1126766" y="1105060"/>
                  </a:lnTo>
                  <a:lnTo>
                    <a:pt x="1086770" y="1118433"/>
                  </a:lnTo>
                  <a:lnTo>
                    <a:pt x="1081827" y="1118195"/>
                  </a:lnTo>
                  <a:lnTo>
                    <a:pt x="1085759" y="1114495"/>
                  </a:lnTo>
                  <a:lnTo>
                    <a:pt x="1085534" y="1106972"/>
                  </a:lnTo>
                  <a:lnTo>
                    <a:pt x="1082276" y="1105538"/>
                  </a:lnTo>
                  <a:lnTo>
                    <a:pt x="1066322" y="1114256"/>
                  </a:lnTo>
                  <a:lnTo>
                    <a:pt x="1062165" y="1124995"/>
                  </a:lnTo>
                  <a:lnTo>
                    <a:pt x="1073961" y="1119388"/>
                  </a:lnTo>
                  <a:lnTo>
                    <a:pt x="1078456" y="1122848"/>
                  </a:lnTo>
                  <a:lnTo>
                    <a:pt x="1064974" y="1130718"/>
                  </a:lnTo>
                  <a:lnTo>
                    <a:pt x="1036549" y="1156076"/>
                  </a:lnTo>
                  <a:lnTo>
                    <a:pt x="1031493" y="1166654"/>
                  </a:lnTo>
                  <a:lnTo>
                    <a:pt x="994979" y="1210878"/>
                  </a:lnTo>
                  <a:lnTo>
                    <a:pt x="966891" y="1225542"/>
                  </a:lnTo>
                  <a:lnTo>
                    <a:pt x="938354" y="1255756"/>
                  </a:lnTo>
                  <a:lnTo>
                    <a:pt x="900604" y="1277661"/>
                  </a:lnTo>
                  <a:lnTo>
                    <a:pt x="885999" y="1289304"/>
                  </a:lnTo>
                  <a:lnTo>
                    <a:pt x="881167" y="1299761"/>
                  </a:lnTo>
                  <a:lnTo>
                    <a:pt x="885999" y="1309740"/>
                  </a:lnTo>
                  <a:lnTo>
                    <a:pt x="879707" y="1324282"/>
                  </a:lnTo>
                  <a:lnTo>
                    <a:pt x="848698" y="1339277"/>
                  </a:lnTo>
                  <a:lnTo>
                    <a:pt x="826228" y="1336935"/>
                  </a:lnTo>
                  <a:lnTo>
                    <a:pt x="819037" y="1338808"/>
                  </a:lnTo>
                  <a:lnTo>
                    <a:pt x="809375" y="1363137"/>
                  </a:lnTo>
                  <a:lnTo>
                    <a:pt x="803083" y="1368395"/>
                  </a:lnTo>
                  <a:lnTo>
                    <a:pt x="799826" y="1376336"/>
                  </a:lnTo>
                  <a:lnTo>
                    <a:pt x="790276" y="1375868"/>
                  </a:lnTo>
                  <a:lnTo>
                    <a:pt x="787579" y="1369329"/>
                  </a:lnTo>
                  <a:lnTo>
                    <a:pt x="779153" y="1367460"/>
                  </a:lnTo>
                  <a:lnTo>
                    <a:pt x="762750" y="1374117"/>
                  </a:lnTo>
                  <a:lnTo>
                    <a:pt x="757020" y="1379487"/>
                  </a:lnTo>
                  <a:lnTo>
                    <a:pt x="745111" y="1404556"/>
                  </a:lnTo>
                  <a:lnTo>
                    <a:pt x="742077" y="1420739"/>
                  </a:lnTo>
                  <a:lnTo>
                    <a:pt x="749942" y="1459084"/>
                  </a:lnTo>
                  <a:lnTo>
                    <a:pt x="745785" y="1476247"/>
                  </a:lnTo>
                  <a:lnTo>
                    <a:pt x="757918" y="1522996"/>
                  </a:lnTo>
                  <a:lnTo>
                    <a:pt x="748481" y="1508315"/>
                  </a:lnTo>
                  <a:lnTo>
                    <a:pt x="742639" y="1515253"/>
                  </a:lnTo>
                  <a:lnTo>
                    <a:pt x="760166" y="1530965"/>
                  </a:lnTo>
                  <a:lnTo>
                    <a:pt x="753088" y="1573980"/>
                  </a:lnTo>
                  <a:lnTo>
                    <a:pt x="747695" y="1589174"/>
                  </a:lnTo>
                  <a:lnTo>
                    <a:pt x="729943" y="1618833"/>
                  </a:lnTo>
                  <a:lnTo>
                    <a:pt x="723427" y="1645115"/>
                  </a:lnTo>
                  <a:lnTo>
                    <a:pt x="725899" y="1653370"/>
                  </a:lnTo>
                  <a:lnTo>
                    <a:pt x="719607" y="1661851"/>
                  </a:lnTo>
                  <a:lnTo>
                    <a:pt x="726236" y="1660246"/>
                  </a:lnTo>
                  <a:lnTo>
                    <a:pt x="729269" y="1669297"/>
                  </a:lnTo>
                  <a:lnTo>
                    <a:pt x="728707" y="1724763"/>
                  </a:lnTo>
                  <a:lnTo>
                    <a:pt x="718034" y="1726247"/>
                  </a:lnTo>
                  <a:lnTo>
                    <a:pt x="709495" y="1724306"/>
                  </a:lnTo>
                  <a:lnTo>
                    <a:pt x="696013" y="1728987"/>
                  </a:lnTo>
                  <a:lnTo>
                    <a:pt x="692193" y="1734125"/>
                  </a:lnTo>
                  <a:lnTo>
                    <a:pt x="692418" y="1743027"/>
                  </a:lnTo>
                  <a:lnTo>
                    <a:pt x="672644" y="1772785"/>
                  </a:lnTo>
                  <a:lnTo>
                    <a:pt x="671296" y="1779847"/>
                  </a:lnTo>
                  <a:lnTo>
                    <a:pt x="677588" y="1787477"/>
                  </a:lnTo>
                  <a:lnTo>
                    <a:pt x="693541" y="1790551"/>
                  </a:lnTo>
                  <a:lnTo>
                    <a:pt x="701968" y="1796356"/>
                  </a:lnTo>
                  <a:lnTo>
                    <a:pt x="689609" y="1792373"/>
                  </a:lnTo>
                  <a:lnTo>
                    <a:pt x="675116" y="1791576"/>
                  </a:lnTo>
                  <a:lnTo>
                    <a:pt x="640175" y="1801932"/>
                  </a:lnTo>
                  <a:lnTo>
                    <a:pt x="625906" y="1815469"/>
                  </a:lnTo>
                  <a:lnTo>
                    <a:pt x="621862" y="1839337"/>
                  </a:lnTo>
                  <a:lnTo>
                    <a:pt x="617704" y="1847401"/>
                  </a:lnTo>
                  <a:lnTo>
                    <a:pt x="599616" y="1859664"/>
                  </a:lnTo>
                  <a:lnTo>
                    <a:pt x="583775" y="1866700"/>
                  </a:lnTo>
                  <a:lnTo>
                    <a:pt x="570293" y="1862501"/>
                  </a:lnTo>
                  <a:lnTo>
                    <a:pt x="555575" y="1851716"/>
                  </a:lnTo>
                  <a:lnTo>
                    <a:pt x="523667" y="1814673"/>
                  </a:lnTo>
                  <a:lnTo>
                    <a:pt x="509398" y="1779961"/>
                  </a:lnTo>
                  <a:lnTo>
                    <a:pt x="504230" y="1749871"/>
                  </a:lnTo>
                  <a:lnTo>
                    <a:pt x="510522" y="1756143"/>
                  </a:lnTo>
                  <a:lnTo>
                    <a:pt x="512544" y="1774379"/>
                  </a:lnTo>
                  <a:lnTo>
                    <a:pt x="517713" y="1774607"/>
                  </a:lnTo>
                  <a:lnTo>
                    <a:pt x="510747" y="1750213"/>
                  </a:lnTo>
                  <a:lnTo>
                    <a:pt x="501309" y="1739832"/>
                  </a:lnTo>
                  <a:lnTo>
                    <a:pt x="501646" y="1732527"/>
                  </a:lnTo>
                  <a:lnTo>
                    <a:pt x="484232" y="1695506"/>
                  </a:lnTo>
                  <a:lnTo>
                    <a:pt x="471873" y="1658757"/>
                  </a:lnTo>
                  <a:lnTo>
                    <a:pt x="459402" y="1636970"/>
                  </a:lnTo>
                  <a:lnTo>
                    <a:pt x="438954" y="1614353"/>
                  </a:lnTo>
                  <a:lnTo>
                    <a:pt x="423225" y="1582039"/>
                  </a:lnTo>
                  <a:lnTo>
                    <a:pt x="412327" y="1549200"/>
                  </a:lnTo>
                  <a:lnTo>
                    <a:pt x="406148" y="1511321"/>
                  </a:lnTo>
                  <a:lnTo>
                    <a:pt x="395362" y="1486905"/>
                  </a:lnTo>
                  <a:lnTo>
                    <a:pt x="388059" y="1458039"/>
                  </a:lnTo>
                  <a:lnTo>
                    <a:pt x="361095" y="1420623"/>
                  </a:lnTo>
                  <a:lnTo>
                    <a:pt x="357051" y="1405605"/>
                  </a:lnTo>
                  <a:lnTo>
                    <a:pt x="351770" y="1399779"/>
                  </a:lnTo>
                  <a:lnTo>
                    <a:pt x="359971" y="1399779"/>
                  </a:lnTo>
                  <a:lnTo>
                    <a:pt x="349972" y="1388354"/>
                  </a:lnTo>
                  <a:lnTo>
                    <a:pt x="353792" y="1382755"/>
                  </a:lnTo>
                  <a:lnTo>
                    <a:pt x="347613" y="1382988"/>
                  </a:lnTo>
                  <a:lnTo>
                    <a:pt x="344242" y="1379604"/>
                  </a:lnTo>
                  <a:lnTo>
                    <a:pt x="331547" y="1357176"/>
                  </a:lnTo>
                  <a:lnTo>
                    <a:pt x="322896" y="1330844"/>
                  </a:lnTo>
                  <a:lnTo>
                    <a:pt x="311549" y="1254932"/>
                  </a:lnTo>
                  <a:lnTo>
                    <a:pt x="301437" y="1223769"/>
                  </a:lnTo>
                  <a:lnTo>
                    <a:pt x="296718" y="1192285"/>
                  </a:lnTo>
                  <a:lnTo>
                    <a:pt x="294022" y="1187899"/>
                  </a:lnTo>
                  <a:lnTo>
                    <a:pt x="302223" y="1162971"/>
                  </a:lnTo>
                  <a:lnTo>
                    <a:pt x="300089" y="1154173"/>
                  </a:lnTo>
                  <a:lnTo>
                    <a:pt x="295595" y="1163327"/>
                  </a:lnTo>
                  <a:lnTo>
                    <a:pt x="291550" y="1165941"/>
                  </a:lnTo>
                  <a:lnTo>
                    <a:pt x="289528" y="1159048"/>
                  </a:lnTo>
                  <a:lnTo>
                    <a:pt x="290090" y="1144535"/>
                  </a:lnTo>
                  <a:lnTo>
                    <a:pt x="300987" y="1145963"/>
                  </a:lnTo>
                  <a:lnTo>
                    <a:pt x="288629" y="1140368"/>
                  </a:lnTo>
                  <a:lnTo>
                    <a:pt x="286606" y="1134531"/>
                  </a:lnTo>
                  <a:lnTo>
                    <a:pt x="289303" y="1130002"/>
                  </a:lnTo>
                  <a:lnTo>
                    <a:pt x="284809" y="1126068"/>
                  </a:lnTo>
                  <a:lnTo>
                    <a:pt x="281101" y="1109361"/>
                  </a:lnTo>
                  <a:lnTo>
                    <a:pt x="295257" y="1053315"/>
                  </a:lnTo>
                  <a:lnTo>
                    <a:pt x="290202" y="1023611"/>
                  </a:lnTo>
                  <a:lnTo>
                    <a:pt x="282674" y="1019635"/>
                  </a:lnTo>
                  <a:lnTo>
                    <a:pt x="278405" y="1006614"/>
                  </a:lnTo>
                  <a:lnTo>
                    <a:pt x="285258" y="999976"/>
                  </a:lnTo>
                  <a:lnTo>
                    <a:pt x="277731" y="1000580"/>
                  </a:lnTo>
                  <a:lnTo>
                    <a:pt x="289977" y="989951"/>
                  </a:lnTo>
                  <a:lnTo>
                    <a:pt x="308852" y="981124"/>
                  </a:lnTo>
                  <a:lnTo>
                    <a:pt x="291887" y="985478"/>
                  </a:lnTo>
                  <a:lnTo>
                    <a:pt x="273349" y="984753"/>
                  </a:lnTo>
                  <a:lnTo>
                    <a:pt x="276383" y="972653"/>
                  </a:lnTo>
                  <a:lnTo>
                    <a:pt x="283123" y="966235"/>
                  </a:lnTo>
                  <a:lnTo>
                    <a:pt x="272001" y="965992"/>
                  </a:lnTo>
                  <a:lnTo>
                    <a:pt x="273911" y="953626"/>
                  </a:lnTo>
                  <a:lnTo>
                    <a:pt x="289977" y="948651"/>
                  </a:lnTo>
                  <a:lnTo>
                    <a:pt x="276270" y="945616"/>
                  </a:lnTo>
                  <a:lnTo>
                    <a:pt x="267844" y="947680"/>
                  </a:lnTo>
                  <a:lnTo>
                    <a:pt x="250879" y="946223"/>
                  </a:lnTo>
                  <a:lnTo>
                    <a:pt x="258519" y="951685"/>
                  </a:lnTo>
                  <a:lnTo>
                    <a:pt x="254699" y="962478"/>
                  </a:lnTo>
                  <a:lnTo>
                    <a:pt x="245261" y="969747"/>
                  </a:lnTo>
                  <a:lnTo>
                    <a:pt x="241779" y="976284"/>
                  </a:lnTo>
                  <a:lnTo>
                    <a:pt x="252564" y="982697"/>
                  </a:lnTo>
                  <a:lnTo>
                    <a:pt x="255485" y="987171"/>
                  </a:lnTo>
                  <a:lnTo>
                    <a:pt x="255261" y="995871"/>
                  </a:lnTo>
                  <a:lnTo>
                    <a:pt x="240318" y="1021081"/>
                  </a:lnTo>
                  <a:lnTo>
                    <a:pt x="178525" y="1048871"/>
                  </a:lnTo>
                  <a:lnTo>
                    <a:pt x="159537" y="1048871"/>
                  </a:lnTo>
                  <a:lnTo>
                    <a:pt x="144819" y="1042141"/>
                  </a:lnTo>
                  <a:lnTo>
                    <a:pt x="122574" y="1025176"/>
                  </a:lnTo>
                  <a:lnTo>
                    <a:pt x="98868" y="997561"/>
                  </a:lnTo>
                  <a:lnTo>
                    <a:pt x="64151" y="964901"/>
                  </a:lnTo>
                  <a:lnTo>
                    <a:pt x="50333" y="944888"/>
                  </a:lnTo>
                  <a:lnTo>
                    <a:pt x="51119" y="938450"/>
                  </a:lnTo>
                  <a:lnTo>
                    <a:pt x="55388" y="934926"/>
                  </a:lnTo>
                  <a:lnTo>
                    <a:pt x="69432" y="945130"/>
                  </a:lnTo>
                  <a:lnTo>
                    <a:pt x="86397" y="936870"/>
                  </a:lnTo>
                  <a:lnTo>
                    <a:pt x="93026" y="937235"/>
                  </a:lnTo>
                  <a:lnTo>
                    <a:pt x="97632" y="932981"/>
                  </a:lnTo>
                  <a:lnTo>
                    <a:pt x="103250" y="933954"/>
                  </a:lnTo>
                  <a:lnTo>
                    <a:pt x="114934" y="927387"/>
                  </a:lnTo>
                  <a:lnTo>
                    <a:pt x="125607" y="925805"/>
                  </a:lnTo>
                  <a:lnTo>
                    <a:pt x="142123" y="898877"/>
                  </a:lnTo>
                  <a:lnTo>
                    <a:pt x="146617" y="896680"/>
                  </a:lnTo>
                  <a:lnTo>
                    <a:pt x="145157" y="890697"/>
                  </a:lnTo>
                  <a:lnTo>
                    <a:pt x="141674" y="891552"/>
                  </a:lnTo>
                  <a:lnTo>
                    <a:pt x="135719" y="900951"/>
                  </a:lnTo>
                  <a:lnTo>
                    <a:pt x="126507" y="899120"/>
                  </a:lnTo>
                  <a:lnTo>
                    <a:pt x="93700" y="913142"/>
                  </a:lnTo>
                  <a:lnTo>
                    <a:pt x="66848" y="907049"/>
                  </a:lnTo>
                  <a:lnTo>
                    <a:pt x="40783" y="893139"/>
                  </a:lnTo>
                  <a:lnTo>
                    <a:pt x="29772" y="883977"/>
                  </a:lnTo>
                  <a:lnTo>
                    <a:pt x="15840" y="858028"/>
                  </a:lnTo>
                  <a:lnTo>
                    <a:pt x="38199" y="838885"/>
                  </a:lnTo>
                  <a:lnTo>
                    <a:pt x="20784" y="846007"/>
                  </a:lnTo>
                  <a:lnTo>
                    <a:pt x="11235" y="854963"/>
                  </a:lnTo>
                  <a:lnTo>
                    <a:pt x="4381" y="856312"/>
                  </a:lnTo>
                  <a:lnTo>
                    <a:pt x="1685" y="8472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oPE_MapPart_IND_2_32" descr="Indien">
              <a:extLst>
                <a:ext uri="{FF2B5EF4-FFF2-40B4-BE49-F238E27FC236}">
                  <a16:creationId xmlns:a16="http://schemas.microsoft.com/office/drawing/2014/main" id="{77EE1486-2353-674B-844C-8679E32A360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6589388" y="4677689"/>
              <a:ext cx="17080" cy="30676"/>
            </a:xfrm>
            <a:custGeom>
              <a:avLst/>
              <a:gdLst/>
              <a:ahLst/>
              <a:cxnLst/>
              <a:rect l="0" t="0" r="0" b="0"/>
              <a:pathLst>
                <a:path w="17080" h="30676">
                  <a:moveTo>
                    <a:pt x="14607" y="25470"/>
                  </a:moveTo>
                  <a:lnTo>
                    <a:pt x="10787" y="30675"/>
                  </a:lnTo>
                  <a:lnTo>
                    <a:pt x="3371" y="14832"/>
                  </a:lnTo>
                  <a:lnTo>
                    <a:pt x="114" y="13813"/>
                  </a:lnTo>
                  <a:lnTo>
                    <a:pt x="0" y="6228"/>
                  </a:lnTo>
                  <a:lnTo>
                    <a:pt x="10449" y="0"/>
                  </a:lnTo>
                  <a:lnTo>
                    <a:pt x="17079" y="165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oPE_MapPart_IND_3_33" descr="Indien">
              <a:extLst>
                <a:ext uri="{FF2B5EF4-FFF2-40B4-BE49-F238E27FC236}">
                  <a16:creationId xmlns:a16="http://schemas.microsoft.com/office/drawing/2014/main" id="{8961807E-5787-5106-38B4-9A4880BF8A13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6585682" y="4666701"/>
              <a:ext cx="8539" cy="9403"/>
            </a:xfrm>
            <a:custGeom>
              <a:avLst/>
              <a:gdLst/>
              <a:ahLst/>
              <a:cxnLst/>
              <a:rect l="0" t="0" r="0" b="0"/>
              <a:pathLst>
                <a:path w="8539" h="9403">
                  <a:moveTo>
                    <a:pt x="8538" y="3398"/>
                  </a:moveTo>
                  <a:lnTo>
                    <a:pt x="2584" y="9402"/>
                  </a:lnTo>
                  <a:lnTo>
                    <a:pt x="0" y="5777"/>
                  </a:lnTo>
                  <a:lnTo>
                    <a:pt x="595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oPE_MapPart_IND_4_34" descr="Indien">
              <a:extLst>
                <a:ext uri="{FF2B5EF4-FFF2-40B4-BE49-F238E27FC236}">
                  <a16:creationId xmlns:a16="http://schemas.microsoft.com/office/drawing/2014/main" id="{D97ED10A-7244-59B4-6D06-934EC681CB80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6552426" y="4607494"/>
              <a:ext cx="6629" cy="8743"/>
            </a:xfrm>
            <a:custGeom>
              <a:avLst/>
              <a:gdLst/>
              <a:ahLst/>
              <a:cxnLst/>
              <a:rect l="0" t="0" r="0" b="0"/>
              <a:pathLst>
                <a:path w="6629" h="8743">
                  <a:moveTo>
                    <a:pt x="4830" y="6358"/>
                  </a:moveTo>
                  <a:lnTo>
                    <a:pt x="6628" y="8742"/>
                  </a:lnTo>
                  <a:lnTo>
                    <a:pt x="3258" y="8288"/>
                  </a:lnTo>
                  <a:lnTo>
                    <a:pt x="0" y="47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oPE_MapPart_IND_5_35" descr="Indien">
              <a:extLst>
                <a:ext uri="{FF2B5EF4-FFF2-40B4-BE49-F238E27FC236}">
                  <a16:creationId xmlns:a16="http://schemas.microsoft.com/office/drawing/2014/main" id="{4C6B35D1-C761-5C47-4F91-415F529E6BC5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6567818" y="4628493"/>
              <a:ext cx="8540" cy="8849"/>
            </a:xfrm>
            <a:custGeom>
              <a:avLst/>
              <a:gdLst/>
              <a:ahLst/>
              <a:cxnLst/>
              <a:rect l="0" t="0" r="0" b="0"/>
              <a:pathLst>
                <a:path w="8540" h="8849">
                  <a:moveTo>
                    <a:pt x="8314" y="8735"/>
                  </a:moveTo>
                  <a:lnTo>
                    <a:pt x="3370" y="8848"/>
                  </a:lnTo>
                  <a:lnTo>
                    <a:pt x="0" y="3403"/>
                  </a:lnTo>
                  <a:lnTo>
                    <a:pt x="4044" y="0"/>
                  </a:lnTo>
                  <a:lnTo>
                    <a:pt x="8539" y="74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oPE_MapPart_IND_6_36" descr="Indien">
              <a:extLst>
                <a:ext uri="{FF2B5EF4-FFF2-40B4-BE49-F238E27FC236}">
                  <a16:creationId xmlns:a16="http://schemas.microsoft.com/office/drawing/2014/main" id="{02B91F6E-DC61-068C-F373-907E7CA2ABDD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6576918" y="4615442"/>
              <a:ext cx="5056" cy="12597"/>
            </a:xfrm>
            <a:custGeom>
              <a:avLst/>
              <a:gdLst/>
              <a:ahLst/>
              <a:cxnLst/>
              <a:rect l="0" t="0" r="0" b="0"/>
              <a:pathLst>
                <a:path w="5056" h="12597">
                  <a:moveTo>
                    <a:pt x="5055" y="10555"/>
                  </a:moveTo>
                  <a:lnTo>
                    <a:pt x="1349" y="12596"/>
                  </a:lnTo>
                  <a:lnTo>
                    <a:pt x="0" y="3292"/>
                  </a:lnTo>
                  <a:lnTo>
                    <a:pt x="2359" y="0"/>
                  </a:lnTo>
                  <a:lnTo>
                    <a:pt x="4719" y="681"/>
                  </a:lnTo>
                  <a:lnTo>
                    <a:pt x="3483" y="40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oPE_MapPart_IND_7_37" descr="Indien">
              <a:extLst>
                <a:ext uri="{FF2B5EF4-FFF2-40B4-BE49-F238E27FC236}">
                  <a16:creationId xmlns:a16="http://schemas.microsoft.com/office/drawing/2014/main" id="{BEE217A7-25C0-0027-0190-C2197A1DBB4B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6530518" y="4551218"/>
              <a:ext cx="6067" cy="6944"/>
            </a:xfrm>
            <a:custGeom>
              <a:avLst/>
              <a:gdLst/>
              <a:ahLst/>
              <a:cxnLst/>
              <a:rect l="0" t="0" r="0" b="0"/>
              <a:pathLst>
                <a:path w="6067" h="6944">
                  <a:moveTo>
                    <a:pt x="4718" y="6601"/>
                  </a:moveTo>
                  <a:lnTo>
                    <a:pt x="1909" y="6943"/>
                  </a:lnTo>
                  <a:lnTo>
                    <a:pt x="0" y="2276"/>
                  </a:lnTo>
                  <a:lnTo>
                    <a:pt x="4606" y="0"/>
                  </a:lnTo>
                  <a:lnTo>
                    <a:pt x="6066" y="43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oPE_MapPart_IND_8_38" descr="Indien">
              <a:extLst>
                <a:ext uri="{FF2B5EF4-FFF2-40B4-BE49-F238E27FC236}">
                  <a16:creationId xmlns:a16="http://schemas.microsoft.com/office/drawing/2014/main" id="{E81614BE-CEED-1F02-786F-9EC6401B0CB7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6509059" y="4446234"/>
              <a:ext cx="12808" cy="23899"/>
            </a:xfrm>
            <a:custGeom>
              <a:avLst/>
              <a:gdLst/>
              <a:ahLst/>
              <a:cxnLst/>
              <a:rect l="0" t="0" r="0" b="0"/>
              <a:pathLst>
                <a:path w="12808" h="23899">
                  <a:moveTo>
                    <a:pt x="8313" y="21727"/>
                  </a:moveTo>
                  <a:lnTo>
                    <a:pt x="6515" y="23898"/>
                  </a:lnTo>
                  <a:lnTo>
                    <a:pt x="0" y="22184"/>
                  </a:lnTo>
                  <a:lnTo>
                    <a:pt x="111" y="6635"/>
                  </a:lnTo>
                  <a:lnTo>
                    <a:pt x="8875" y="0"/>
                  </a:lnTo>
                  <a:lnTo>
                    <a:pt x="12807" y="122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oPE_MapPart_IND_9_39" descr="Indien">
              <a:extLst>
                <a:ext uri="{FF2B5EF4-FFF2-40B4-BE49-F238E27FC236}">
                  <a16:creationId xmlns:a16="http://schemas.microsoft.com/office/drawing/2014/main" id="{ADAB0DA6-75BA-1752-B81F-F08A5928A180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6523214" y="4407292"/>
              <a:ext cx="6068" cy="8140"/>
            </a:xfrm>
            <a:custGeom>
              <a:avLst/>
              <a:gdLst/>
              <a:ahLst/>
              <a:cxnLst/>
              <a:rect l="0" t="0" r="0" b="0"/>
              <a:pathLst>
                <a:path w="6068" h="8140">
                  <a:moveTo>
                    <a:pt x="6067" y="8139"/>
                  </a:moveTo>
                  <a:lnTo>
                    <a:pt x="0" y="7795"/>
                  </a:lnTo>
                  <a:lnTo>
                    <a:pt x="2809" y="0"/>
                  </a:lnTo>
                  <a:lnTo>
                    <a:pt x="5730" y="61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oPE_MapPart_IND_10_40" descr="Indien">
              <a:extLst>
                <a:ext uri="{FF2B5EF4-FFF2-40B4-BE49-F238E27FC236}">
                  <a16:creationId xmlns:a16="http://schemas.microsoft.com/office/drawing/2014/main" id="{394212D2-AD19-4C61-0B1B-45E73A0781EF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6519394" y="4277117"/>
              <a:ext cx="33819" cy="128456"/>
            </a:xfrm>
            <a:custGeom>
              <a:avLst/>
              <a:gdLst/>
              <a:ahLst/>
              <a:cxnLst/>
              <a:rect l="0" t="0" r="0" b="0"/>
              <a:pathLst>
                <a:path w="33819" h="128456">
                  <a:moveTo>
                    <a:pt x="11797" y="128455"/>
                  </a:moveTo>
                  <a:lnTo>
                    <a:pt x="8315" y="128341"/>
                  </a:lnTo>
                  <a:lnTo>
                    <a:pt x="0" y="107000"/>
                  </a:lnTo>
                  <a:lnTo>
                    <a:pt x="4606" y="102062"/>
                  </a:lnTo>
                  <a:lnTo>
                    <a:pt x="8876" y="86552"/>
                  </a:lnTo>
                  <a:lnTo>
                    <a:pt x="15842" y="84483"/>
                  </a:lnTo>
                  <a:lnTo>
                    <a:pt x="11572" y="76089"/>
                  </a:lnTo>
                  <a:lnTo>
                    <a:pt x="11685" y="64354"/>
                  </a:lnTo>
                  <a:lnTo>
                    <a:pt x="14044" y="56180"/>
                  </a:lnTo>
                  <a:lnTo>
                    <a:pt x="12809" y="49038"/>
                  </a:lnTo>
                  <a:lnTo>
                    <a:pt x="18539" y="34746"/>
                  </a:lnTo>
                  <a:lnTo>
                    <a:pt x="20111" y="12014"/>
                  </a:lnTo>
                  <a:lnTo>
                    <a:pt x="24380" y="3814"/>
                  </a:lnTo>
                  <a:lnTo>
                    <a:pt x="32919" y="0"/>
                  </a:lnTo>
                  <a:lnTo>
                    <a:pt x="33818" y="9242"/>
                  </a:lnTo>
                  <a:lnTo>
                    <a:pt x="30110" y="13400"/>
                  </a:lnTo>
                  <a:lnTo>
                    <a:pt x="33705" y="18826"/>
                  </a:lnTo>
                  <a:lnTo>
                    <a:pt x="21909" y="38666"/>
                  </a:lnTo>
                  <a:lnTo>
                    <a:pt x="26852" y="44545"/>
                  </a:lnTo>
                  <a:lnTo>
                    <a:pt x="28425" y="64468"/>
                  </a:lnTo>
                  <a:lnTo>
                    <a:pt x="24830" y="69992"/>
                  </a:lnTo>
                  <a:lnTo>
                    <a:pt x="20560" y="71028"/>
                  </a:lnTo>
                  <a:lnTo>
                    <a:pt x="21571" y="84368"/>
                  </a:lnTo>
                  <a:lnTo>
                    <a:pt x="13258" y="99306"/>
                  </a:lnTo>
                  <a:lnTo>
                    <a:pt x="16404" y="104130"/>
                  </a:lnTo>
                  <a:lnTo>
                    <a:pt x="14381" y="1219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oPE_MapPart_IND_11_41" descr="Indien">
              <a:extLst>
                <a:ext uri="{FF2B5EF4-FFF2-40B4-BE49-F238E27FC236}">
                  <a16:creationId xmlns:a16="http://schemas.microsoft.com/office/drawing/2014/main" id="{64C9DD25-FDD6-C6DE-9FFB-8B0D7921936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6545684" y="4373666"/>
              <a:ext cx="6630" cy="8730"/>
            </a:xfrm>
            <a:custGeom>
              <a:avLst/>
              <a:gdLst/>
              <a:ahLst/>
              <a:cxnLst/>
              <a:rect l="0" t="0" r="0" b="0"/>
              <a:pathLst>
                <a:path w="6630" h="8730">
                  <a:moveTo>
                    <a:pt x="3820" y="0"/>
                  </a:moveTo>
                  <a:lnTo>
                    <a:pt x="6629" y="8729"/>
                  </a:lnTo>
                  <a:lnTo>
                    <a:pt x="0" y="2183"/>
                  </a:lnTo>
                  <a:lnTo>
                    <a:pt x="2472" y="3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oPE_MapPart_IND_12_42" descr="Indien">
              <a:extLst>
                <a:ext uri="{FF2B5EF4-FFF2-40B4-BE49-F238E27FC236}">
                  <a16:creationId xmlns:a16="http://schemas.microsoft.com/office/drawing/2014/main" id="{9C763268-A5BF-5F91-2A5F-416AD67896BF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6528495" y="4315323"/>
              <a:ext cx="3146" cy="9566"/>
            </a:xfrm>
            <a:custGeom>
              <a:avLst/>
              <a:gdLst/>
              <a:ahLst/>
              <a:cxnLst/>
              <a:rect l="0" t="0" r="0" b="0"/>
              <a:pathLst>
                <a:path w="3146" h="9566">
                  <a:moveTo>
                    <a:pt x="2359" y="5416"/>
                  </a:moveTo>
                  <a:lnTo>
                    <a:pt x="337" y="9565"/>
                  </a:lnTo>
                  <a:lnTo>
                    <a:pt x="0" y="691"/>
                  </a:lnTo>
                  <a:lnTo>
                    <a:pt x="314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oPE_MapPart_IND_13_43" descr="Indien">
              <a:extLst>
                <a:ext uri="{FF2B5EF4-FFF2-40B4-BE49-F238E27FC236}">
                  <a16:creationId xmlns:a16="http://schemas.microsoft.com/office/drawing/2014/main" id="{1DDA7593-A747-58D8-65F2-B2C79CD87C9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5285894" y="4426086"/>
              <a:ext cx="562" cy="1147"/>
            </a:xfrm>
            <a:custGeom>
              <a:avLst/>
              <a:gdLst/>
              <a:ahLst/>
              <a:cxnLst/>
              <a:rect l="0" t="0" r="0" b="0"/>
              <a:pathLst>
                <a:path w="562" h="1147">
                  <a:moveTo>
                    <a:pt x="561" y="688"/>
                  </a:moveTo>
                  <a:lnTo>
                    <a:pt x="0" y="1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oPE_MapPart_IND_14_44" descr="Indien">
              <a:extLst>
                <a:ext uri="{FF2B5EF4-FFF2-40B4-BE49-F238E27FC236}">
                  <a16:creationId xmlns:a16="http://schemas.microsoft.com/office/drawing/2014/main" id="{F5D18D65-A47B-4556-D40C-4F07377A811E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5301735" y="4611127"/>
              <a:ext cx="3372" cy="1478"/>
            </a:xfrm>
            <a:custGeom>
              <a:avLst/>
              <a:gdLst/>
              <a:ahLst/>
              <a:cxnLst/>
              <a:rect l="0" t="0" r="0" b="0"/>
              <a:pathLst>
                <a:path w="3372" h="1478">
                  <a:moveTo>
                    <a:pt x="2584" y="1477"/>
                  </a:moveTo>
                  <a:lnTo>
                    <a:pt x="0" y="1136"/>
                  </a:lnTo>
                  <a:lnTo>
                    <a:pt x="337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oPE_MapPart_IDN_1_45" descr="Indonesien">
              <a:extLst>
                <a:ext uri="{FF2B5EF4-FFF2-40B4-BE49-F238E27FC236}">
                  <a16:creationId xmlns:a16="http://schemas.microsoft.com/office/drawing/2014/main" id="{010BA6BA-238A-88FA-6570-EB3EB4A1800E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541226" y="4857492"/>
              <a:ext cx="629166" cy="533601"/>
            </a:xfrm>
            <a:custGeom>
              <a:avLst/>
              <a:gdLst/>
              <a:ahLst/>
              <a:cxnLst/>
              <a:rect l="0" t="0" r="0" b="0"/>
              <a:pathLst>
                <a:path w="629166" h="533601">
                  <a:moveTo>
                    <a:pt x="45165" y="146519"/>
                  </a:moveTo>
                  <a:lnTo>
                    <a:pt x="39547" y="154726"/>
                  </a:lnTo>
                  <a:lnTo>
                    <a:pt x="41570" y="160347"/>
                  </a:lnTo>
                  <a:lnTo>
                    <a:pt x="45615" y="162145"/>
                  </a:lnTo>
                  <a:lnTo>
                    <a:pt x="46738" y="172261"/>
                  </a:lnTo>
                  <a:lnTo>
                    <a:pt x="99880" y="219235"/>
                  </a:lnTo>
                  <a:lnTo>
                    <a:pt x="137068" y="207436"/>
                  </a:lnTo>
                  <a:lnTo>
                    <a:pt x="160887" y="210920"/>
                  </a:lnTo>
                  <a:lnTo>
                    <a:pt x="181222" y="209908"/>
                  </a:lnTo>
                  <a:lnTo>
                    <a:pt x="188412" y="203615"/>
                  </a:lnTo>
                  <a:lnTo>
                    <a:pt x="198074" y="201705"/>
                  </a:lnTo>
                  <a:lnTo>
                    <a:pt x="204703" y="183275"/>
                  </a:lnTo>
                  <a:lnTo>
                    <a:pt x="222904" y="175745"/>
                  </a:lnTo>
                  <a:lnTo>
                    <a:pt x="252003" y="175183"/>
                  </a:lnTo>
                  <a:lnTo>
                    <a:pt x="254811" y="176419"/>
                  </a:lnTo>
                  <a:lnTo>
                    <a:pt x="255935" y="183500"/>
                  </a:lnTo>
                  <a:lnTo>
                    <a:pt x="287619" y="191366"/>
                  </a:lnTo>
                  <a:lnTo>
                    <a:pt x="294359" y="195862"/>
                  </a:lnTo>
                  <a:lnTo>
                    <a:pt x="311885" y="183500"/>
                  </a:lnTo>
                  <a:lnTo>
                    <a:pt x="342108" y="179454"/>
                  </a:lnTo>
                  <a:lnTo>
                    <a:pt x="349973" y="182376"/>
                  </a:lnTo>
                  <a:lnTo>
                    <a:pt x="357500" y="172148"/>
                  </a:lnTo>
                  <a:lnTo>
                    <a:pt x="361882" y="157536"/>
                  </a:lnTo>
                  <a:lnTo>
                    <a:pt x="367949" y="154838"/>
                  </a:lnTo>
                  <a:lnTo>
                    <a:pt x="369859" y="149442"/>
                  </a:lnTo>
                  <a:lnTo>
                    <a:pt x="365366" y="138088"/>
                  </a:lnTo>
                  <a:lnTo>
                    <a:pt x="367051" y="132578"/>
                  </a:lnTo>
                  <a:lnTo>
                    <a:pt x="391543" y="115486"/>
                  </a:lnTo>
                  <a:lnTo>
                    <a:pt x="391656" y="112787"/>
                  </a:lnTo>
                  <a:lnTo>
                    <a:pt x="385476" y="108626"/>
                  </a:lnTo>
                  <a:lnTo>
                    <a:pt x="387723" y="92315"/>
                  </a:lnTo>
                  <a:lnTo>
                    <a:pt x="395812" y="84103"/>
                  </a:lnTo>
                  <a:lnTo>
                    <a:pt x="399744" y="86128"/>
                  </a:lnTo>
                  <a:lnTo>
                    <a:pt x="408732" y="83541"/>
                  </a:lnTo>
                  <a:lnTo>
                    <a:pt x="415698" y="57883"/>
                  </a:lnTo>
                  <a:lnTo>
                    <a:pt x="415923" y="27035"/>
                  </a:lnTo>
                  <a:lnTo>
                    <a:pt x="422776" y="11153"/>
                  </a:lnTo>
                  <a:lnTo>
                    <a:pt x="434124" y="1352"/>
                  </a:lnTo>
                  <a:lnTo>
                    <a:pt x="444124" y="4958"/>
                  </a:lnTo>
                  <a:lnTo>
                    <a:pt x="457605" y="450"/>
                  </a:lnTo>
                  <a:lnTo>
                    <a:pt x="468728" y="3943"/>
                  </a:lnTo>
                  <a:lnTo>
                    <a:pt x="474907" y="0"/>
                  </a:lnTo>
                  <a:lnTo>
                    <a:pt x="479626" y="2028"/>
                  </a:lnTo>
                  <a:lnTo>
                    <a:pt x="511534" y="2141"/>
                  </a:lnTo>
                  <a:lnTo>
                    <a:pt x="541082" y="12505"/>
                  </a:lnTo>
                  <a:lnTo>
                    <a:pt x="534342" y="18475"/>
                  </a:lnTo>
                  <a:lnTo>
                    <a:pt x="540183" y="23882"/>
                  </a:lnTo>
                  <a:lnTo>
                    <a:pt x="540520" y="27598"/>
                  </a:lnTo>
                  <a:lnTo>
                    <a:pt x="550744" y="35931"/>
                  </a:lnTo>
                  <a:lnTo>
                    <a:pt x="553778" y="42574"/>
                  </a:lnTo>
                  <a:lnTo>
                    <a:pt x="544565" y="45951"/>
                  </a:lnTo>
                  <a:lnTo>
                    <a:pt x="537038" y="40097"/>
                  </a:lnTo>
                  <a:lnTo>
                    <a:pt x="533330" y="46402"/>
                  </a:lnTo>
                  <a:lnTo>
                    <a:pt x="508725" y="46740"/>
                  </a:lnTo>
                  <a:lnTo>
                    <a:pt x="515578" y="48653"/>
                  </a:lnTo>
                  <a:lnTo>
                    <a:pt x="526813" y="59009"/>
                  </a:lnTo>
                  <a:lnTo>
                    <a:pt x="529285" y="62836"/>
                  </a:lnTo>
                  <a:lnTo>
                    <a:pt x="525353" y="70488"/>
                  </a:lnTo>
                  <a:lnTo>
                    <a:pt x="527263" y="73639"/>
                  </a:lnTo>
                  <a:lnTo>
                    <a:pt x="543329" y="81740"/>
                  </a:lnTo>
                  <a:lnTo>
                    <a:pt x="545014" y="88829"/>
                  </a:lnTo>
                  <a:lnTo>
                    <a:pt x="540745" y="90178"/>
                  </a:lnTo>
                  <a:lnTo>
                    <a:pt x="548834" y="92766"/>
                  </a:lnTo>
                  <a:lnTo>
                    <a:pt x="545127" y="96590"/>
                  </a:lnTo>
                  <a:lnTo>
                    <a:pt x="554339" y="101539"/>
                  </a:lnTo>
                  <a:lnTo>
                    <a:pt x="560519" y="114361"/>
                  </a:lnTo>
                  <a:lnTo>
                    <a:pt x="571866" y="128305"/>
                  </a:lnTo>
                  <a:lnTo>
                    <a:pt x="570293" y="134714"/>
                  </a:lnTo>
                  <a:lnTo>
                    <a:pt x="560182" y="144383"/>
                  </a:lnTo>
                  <a:lnTo>
                    <a:pt x="554452" y="146519"/>
                  </a:lnTo>
                  <a:lnTo>
                    <a:pt x="572652" y="166866"/>
                  </a:lnTo>
                  <a:lnTo>
                    <a:pt x="607594" y="190692"/>
                  </a:lnTo>
                  <a:lnTo>
                    <a:pt x="620851" y="204627"/>
                  </a:lnTo>
                  <a:lnTo>
                    <a:pt x="627816" y="207886"/>
                  </a:lnTo>
                  <a:lnTo>
                    <a:pt x="629165" y="211706"/>
                  </a:lnTo>
                  <a:lnTo>
                    <a:pt x="623322" y="217662"/>
                  </a:lnTo>
                  <a:lnTo>
                    <a:pt x="601077" y="222268"/>
                  </a:lnTo>
                  <a:lnTo>
                    <a:pt x="579843" y="218448"/>
                  </a:lnTo>
                  <a:lnTo>
                    <a:pt x="562092" y="204515"/>
                  </a:lnTo>
                  <a:lnTo>
                    <a:pt x="566248" y="212943"/>
                  </a:lnTo>
                  <a:lnTo>
                    <a:pt x="565462" y="217549"/>
                  </a:lnTo>
                  <a:lnTo>
                    <a:pt x="551755" y="227550"/>
                  </a:lnTo>
                  <a:lnTo>
                    <a:pt x="537823" y="258334"/>
                  </a:lnTo>
                  <a:lnTo>
                    <a:pt x="534116" y="293276"/>
                  </a:lnTo>
                  <a:lnTo>
                    <a:pt x="539509" y="307657"/>
                  </a:lnTo>
                  <a:lnTo>
                    <a:pt x="540296" y="321140"/>
                  </a:lnTo>
                  <a:lnTo>
                    <a:pt x="520297" y="330804"/>
                  </a:lnTo>
                  <a:lnTo>
                    <a:pt x="505467" y="347210"/>
                  </a:lnTo>
                  <a:lnTo>
                    <a:pt x="499849" y="349458"/>
                  </a:lnTo>
                  <a:lnTo>
                    <a:pt x="492546" y="346985"/>
                  </a:lnTo>
                  <a:lnTo>
                    <a:pt x="488951" y="338220"/>
                  </a:lnTo>
                  <a:lnTo>
                    <a:pt x="489850" y="355863"/>
                  </a:lnTo>
                  <a:lnTo>
                    <a:pt x="477379" y="365078"/>
                  </a:lnTo>
                  <a:lnTo>
                    <a:pt x="475132" y="372833"/>
                  </a:lnTo>
                  <a:lnTo>
                    <a:pt x="459965" y="384523"/>
                  </a:lnTo>
                  <a:lnTo>
                    <a:pt x="469290" y="384523"/>
                  </a:lnTo>
                  <a:lnTo>
                    <a:pt x="471087" y="393066"/>
                  </a:lnTo>
                  <a:lnTo>
                    <a:pt x="469290" y="401161"/>
                  </a:lnTo>
                  <a:lnTo>
                    <a:pt x="462436" y="406669"/>
                  </a:lnTo>
                  <a:lnTo>
                    <a:pt x="475806" y="410941"/>
                  </a:lnTo>
                  <a:lnTo>
                    <a:pt x="478166" y="416676"/>
                  </a:lnTo>
                  <a:lnTo>
                    <a:pt x="475806" y="429833"/>
                  </a:lnTo>
                  <a:lnTo>
                    <a:pt x="462549" y="432419"/>
                  </a:lnTo>
                  <a:lnTo>
                    <a:pt x="461986" y="435568"/>
                  </a:lnTo>
                  <a:lnTo>
                    <a:pt x="466257" y="433994"/>
                  </a:lnTo>
                  <a:lnTo>
                    <a:pt x="463447" y="454240"/>
                  </a:lnTo>
                  <a:lnTo>
                    <a:pt x="456932" y="458965"/>
                  </a:lnTo>
                  <a:lnTo>
                    <a:pt x="453224" y="456265"/>
                  </a:lnTo>
                  <a:lnTo>
                    <a:pt x="453560" y="462003"/>
                  </a:lnTo>
                  <a:lnTo>
                    <a:pt x="458841" y="468303"/>
                  </a:lnTo>
                  <a:lnTo>
                    <a:pt x="453224" y="471791"/>
                  </a:lnTo>
                  <a:lnTo>
                    <a:pt x="446370" y="482144"/>
                  </a:lnTo>
                  <a:lnTo>
                    <a:pt x="440079" y="497565"/>
                  </a:lnTo>
                  <a:lnTo>
                    <a:pt x="361320" y="533600"/>
                  </a:lnTo>
                  <a:lnTo>
                    <a:pt x="357052" y="529883"/>
                  </a:lnTo>
                  <a:lnTo>
                    <a:pt x="355815" y="504319"/>
                  </a:lnTo>
                  <a:lnTo>
                    <a:pt x="350760" y="483946"/>
                  </a:lnTo>
                  <a:lnTo>
                    <a:pt x="345817" y="490473"/>
                  </a:lnTo>
                  <a:lnTo>
                    <a:pt x="339524" y="488222"/>
                  </a:lnTo>
                  <a:lnTo>
                    <a:pt x="336828" y="483157"/>
                  </a:lnTo>
                  <a:lnTo>
                    <a:pt x="339524" y="475055"/>
                  </a:lnTo>
                  <a:lnTo>
                    <a:pt x="332783" y="482932"/>
                  </a:lnTo>
                  <a:lnTo>
                    <a:pt x="323121" y="477868"/>
                  </a:lnTo>
                  <a:lnTo>
                    <a:pt x="315369" y="485070"/>
                  </a:lnTo>
                  <a:lnTo>
                    <a:pt x="299528" y="488897"/>
                  </a:lnTo>
                  <a:lnTo>
                    <a:pt x="295145" y="486646"/>
                  </a:lnTo>
                  <a:lnTo>
                    <a:pt x="293685" y="472579"/>
                  </a:lnTo>
                  <a:lnTo>
                    <a:pt x="276945" y="475842"/>
                  </a:lnTo>
                  <a:lnTo>
                    <a:pt x="257733" y="456265"/>
                  </a:lnTo>
                  <a:lnTo>
                    <a:pt x="253801" y="472129"/>
                  </a:lnTo>
                  <a:lnTo>
                    <a:pt x="240431" y="480569"/>
                  </a:lnTo>
                  <a:lnTo>
                    <a:pt x="230656" y="485408"/>
                  </a:lnTo>
                  <a:lnTo>
                    <a:pt x="210995" y="480457"/>
                  </a:lnTo>
                  <a:lnTo>
                    <a:pt x="201108" y="484283"/>
                  </a:lnTo>
                  <a:lnTo>
                    <a:pt x="190322" y="493512"/>
                  </a:lnTo>
                  <a:lnTo>
                    <a:pt x="184256" y="494863"/>
                  </a:lnTo>
                  <a:lnTo>
                    <a:pt x="182008" y="493738"/>
                  </a:lnTo>
                  <a:lnTo>
                    <a:pt x="182121" y="463915"/>
                  </a:lnTo>
                  <a:lnTo>
                    <a:pt x="174143" y="453452"/>
                  </a:lnTo>
                  <a:lnTo>
                    <a:pt x="169762" y="458852"/>
                  </a:lnTo>
                  <a:lnTo>
                    <a:pt x="153696" y="456265"/>
                  </a:lnTo>
                  <a:lnTo>
                    <a:pt x="126394" y="464815"/>
                  </a:lnTo>
                  <a:lnTo>
                    <a:pt x="120103" y="460090"/>
                  </a:lnTo>
                  <a:lnTo>
                    <a:pt x="124484" y="454690"/>
                  </a:lnTo>
                  <a:lnTo>
                    <a:pt x="112239" y="461665"/>
                  </a:lnTo>
                  <a:lnTo>
                    <a:pt x="104149" y="453565"/>
                  </a:lnTo>
                  <a:lnTo>
                    <a:pt x="87184" y="459527"/>
                  </a:lnTo>
                  <a:lnTo>
                    <a:pt x="84264" y="458290"/>
                  </a:lnTo>
                  <a:lnTo>
                    <a:pt x="74376" y="398012"/>
                  </a:lnTo>
                  <a:lnTo>
                    <a:pt x="65838" y="389357"/>
                  </a:lnTo>
                  <a:lnTo>
                    <a:pt x="70556" y="368337"/>
                  </a:lnTo>
                  <a:lnTo>
                    <a:pt x="67298" y="352604"/>
                  </a:lnTo>
                  <a:lnTo>
                    <a:pt x="55051" y="336197"/>
                  </a:lnTo>
                  <a:lnTo>
                    <a:pt x="34267" y="327320"/>
                  </a:lnTo>
                  <a:lnTo>
                    <a:pt x="26740" y="327657"/>
                  </a:lnTo>
                  <a:lnTo>
                    <a:pt x="22021" y="323500"/>
                  </a:lnTo>
                  <a:lnTo>
                    <a:pt x="22807" y="318780"/>
                  </a:lnTo>
                  <a:lnTo>
                    <a:pt x="29211" y="312938"/>
                  </a:lnTo>
                  <a:lnTo>
                    <a:pt x="15954" y="303950"/>
                  </a:lnTo>
                  <a:lnTo>
                    <a:pt x="13482" y="289568"/>
                  </a:lnTo>
                  <a:lnTo>
                    <a:pt x="18089" y="273614"/>
                  </a:lnTo>
                  <a:lnTo>
                    <a:pt x="22021" y="271143"/>
                  </a:lnTo>
                  <a:lnTo>
                    <a:pt x="2472" y="250807"/>
                  </a:lnTo>
                  <a:lnTo>
                    <a:pt x="0" y="223504"/>
                  </a:lnTo>
                  <a:lnTo>
                    <a:pt x="3371" y="202267"/>
                  </a:lnTo>
                  <a:lnTo>
                    <a:pt x="14156" y="194738"/>
                  </a:lnTo>
                  <a:lnTo>
                    <a:pt x="6516" y="195637"/>
                  </a:lnTo>
                  <a:lnTo>
                    <a:pt x="9326" y="183275"/>
                  </a:lnTo>
                  <a:lnTo>
                    <a:pt x="22919" y="166641"/>
                  </a:lnTo>
                  <a:lnTo>
                    <a:pt x="29548" y="1530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oPE_MapPart_IDN_2_46" descr="Indonesien">
              <a:extLst>
                <a:ext uri="{FF2B5EF4-FFF2-40B4-BE49-F238E27FC236}">
                  <a16:creationId xmlns:a16="http://schemas.microsoft.com/office/drawing/2014/main" id="{F0CC8F40-0669-FA54-09E9-0C49643371E9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6686235" y="4778657"/>
              <a:ext cx="677141" cy="721053"/>
            </a:xfrm>
            <a:custGeom>
              <a:avLst/>
              <a:gdLst/>
              <a:ahLst/>
              <a:cxnLst/>
              <a:rect l="0" t="0" r="0" b="0"/>
              <a:pathLst>
                <a:path w="677141" h="721053">
                  <a:moveTo>
                    <a:pt x="80219" y="25054"/>
                  </a:moveTo>
                  <a:lnTo>
                    <a:pt x="102015" y="22234"/>
                  </a:lnTo>
                  <a:lnTo>
                    <a:pt x="123811" y="26408"/>
                  </a:lnTo>
                  <a:lnTo>
                    <a:pt x="140102" y="24603"/>
                  </a:lnTo>
                  <a:lnTo>
                    <a:pt x="146056" y="26521"/>
                  </a:lnTo>
                  <a:lnTo>
                    <a:pt x="168640" y="46935"/>
                  </a:lnTo>
                  <a:lnTo>
                    <a:pt x="174256" y="60577"/>
                  </a:lnTo>
                  <a:lnTo>
                    <a:pt x="189761" y="76018"/>
                  </a:lnTo>
                  <a:lnTo>
                    <a:pt x="191334" y="81877"/>
                  </a:lnTo>
                  <a:lnTo>
                    <a:pt x="189311" y="89876"/>
                  </a:lnTo>
                  <a:lnTo>
                    <a:pt x="193469" y="96184"/>
                  </a:lnTo>
                  <a:lnTo>
                    <a:pt x="215378" y="106546"/>
                  </a:lnTo>
                  <a:lnTo>
                    <a:pt x="222905" y="117018"/>
                  </a:lnTo>
                  <a:lnTo>
                    <a:pt x="246161" y="128164"/>
                  </a:lnTo>
                  <a:lnTo>
                    <a:pt x="282451" y="153149"/>
                  </a:lnTo>
                  <a:lnTo>
                    <a:pt x="331885" y="215236"/>
                  </a:lnTo>
                  <a:lnTo>
                    <a:pt x="341885" y="219508"/>
                  </a:lnTo>
                  <a:lnTo>
                    <a:pt x="354580" y="230301"/>
                  </a:lnTo>
                  <a:lnTo>
                    <a:pt x="350086" y="218271"/>
                  </a:lnTo>
                  <a:lnTo>
                    <a:pt x="350872" y="211862"/>
                  </a:lnTo>
                  <a:lnTo>
                    <a:pt x="357613" y="208602"/>
                  </a:lnTo>
                  <a:lnTo>
                    <a:pt x="364466" y="210963"/>
                  </a:lnTo>
                  <a:lnTo>
                    <a:pt x="380309" y="226254"/>
                  </a:lnTo>
                  <a:lnTo>
                    <a:pt x="386825" y="242216"/>
                  </a:lnTo>
                  <a:lnTo>
                    <a:pt x="391319" y="246150"/>
                  </a:lnTo>
                  <a:lnTo>
                    <a:pt x="410530" y="250646"/>
                  </a:lnTo>
                  <a:lnTo>
                    <a:pt x="425249" y="261885"/>
                  </a:lnTo>
                  <a:lnTo>
                    <a:pt x="433788" y="273349"/>
                  </a:lnTo>
                  <a:lnTo>
                    <a:pt x="438843" y="290092"/>
                  </a:lnTo>
                  <a:lnTo>
                    <a:pt x="448281" y="299306"/>
                  </a:lnTo>
                  <a:lnTo>
                    <a:pt x="453224" y="303238"/>
                  </a:lnTo>
                  <a:lnTo>
                    <a:pt x="483222" y="310429"/>
                  </a:lnTo>
                  <a:lnTo>
                    <a:pt x="490525" y="321215"/>
                  </a:lnTo>
                  <a:lnTo>
                    <a:pt x="486817" y="325935"/>
                  </a:lnTo>
                  <a:lnTo>
                    <a:pt x="458279" y="338406"/>
                  </a:lnTo>
                  <a:lnTo>
                    <a:pt x="479852" y="334474"/>
                  </a:lnTo>
                  <a:lnTo>
                    <a:pt x="507602" y="319867"/>
                  </a:lnTo>
                  <a:lnTo>
                    <a:pt x="516253" y="321890"/>
                  </a:lnTo>
                  <a:lnTo>
                    <a:pt x="528387" y="333799"/>
                  </a:lnTo>
                  <a:lnTo>
                    <a:pt x="535465" y="348966"/>
                  </a:lnTo>
                  <a:lnTo>
                    <a:pt x="513107" y="363909"/>
                  </a:lnTo>
                  <a:lnTo>
                    <a:pt x="511647" y="374470"/>
                  </a:lnTo>
                  <a:lnTo>
                    <a:pt x="518162" y="380987"/>
                  </a:lnTo>
                  <a:lnTo>
                    <a:pt x="513332" y="385144"/>
                  </a:lnTo>
                  <a:lnTo>
                    <a:pt x="513781" y="387841"/>
                  </a:lnTo>
                  <a:lnTo>
                    <a:pt x="519624" y="398964"/>
                  </a:lnTo>
                  <a:lnTo>
                    <a:pt x="531421" y="407279"/>
                  </a:lnTo>
                  <a:lnTo>
                    <a:pt x="552655" y="415594"/>
                  </a:lnTo>
                  <a:lnTo>
                    <a:pt x="571305" y="416718"/>
                  </a:lnTo>
                  <a:lnTo>
                    <a:pt x="572654" y="418965"/>
                  </a:lnTo>
                  <a:lnTo>
                    <a:pt x="580967" y="465493"/>
                  </a:lnTo>
                  <a:lnTo>
                    <a:pt x="584337" y="471901"/>
                  </a:lnTo>
                  <a:lnTo>
                    <a:pt x="601527" y="482581"/>
                  </a:lnTo>
                  <a:lnTo>
                    <a:pt x="600404" y="491351"/>
                  </a:lnTo>
                  <a:lnTo>
                    <a:pt x="589169" y="503607"/>
                  </a:lnTo>
                  <a:lnTo>
                    <a:pt x="589394" y="513953"/>
                  </a:lnTo>
                  <a:lnTo>
                    <a:pt x="592426" y="514066"/>
                  </a:lnTo>
                  <a:lnTo>
                    <a:pt x="609392" y="499896"/>
                  </a:lnTo>
                  <a:lnTo>
                    <a:pt x="636019" y="500458"/>
                  </a:lnTo>
                  <a:lnTo>
                    <a:pt x="647592" y="507430"/>
                  </a:lnTo>
                  <a:lnTo>
                    <a:pt x="667364" y="532175"/>
                  </a:lnTo>
                  <a:lnTo>
                    <a:pt x="677140" y="549276"/>
                  </a:lnTo>
                  <a:lnTo>
                    <a:pt x="675792" y="555578"/>
                  </a:lnTo>
                  <a:lnTo>
                    <a:pt x="667477" y="564806"/>
                  </a:lnTo>
                  <a:lnTo>
                    <a:pt x="663882" y="577638"/>
                  </a:lnTo>
                  <a:lnTo>
                    <a:pt x="664332" y="584956"/>
                  </a:lnTo>
                  <a:lnTo>
                    <a:pt x="669275" y="591261"/>
                  </a:lnTo>
                  <a:lnTo>
                    <a:pt x="663095" y="611985"/>
                  </a:lnTo>
                  <a:lnTo>
                    <a:pt x="666578" y="636436"/>
                  </a:lnTo>
                  <a:lnTo>
                    <a:pt x="666578" y="664960"/>
                  </a:lnTo>
                  <a:lnTo>
                    <a:pt x="661298" y="709308"/>
                  </a:lnTo>
                  <a:lnTo>
                    <a:pt x="657928" y="715632"/>
                  </a:lnTo>
                  <a:lnTo>
                    <a:pt x="649838" y="714502"/>
                  </a:lnTo>
                  <a:lnTo>
                    <a:pt x="643883" y="706598"/>
                  </a:lnTo>
                  <a:lnTo>
                    <a:pt x="632986" y="698809"/>
                  </a:lnTo>
                  <a:lnTo>
                    <a:pt x="616358" y="711114"/>
                  </a:lnTo>
                  <a:lnTo>
                    <a:pt x="588719" y="697003"/>
                  </a:lnTo>
                  <a:lnTo>
                    <a:pt x="587371" y="704566"/>
                  </a:lnTo>
                  <a:lnTo>
                    <a:pt x="591529" y="720375"/>
                  </a:lnTo>
                  <a:lnTo>
                    <a:pt x="586360" y="721052"/>
                  </a:lnTo>
                  <a:lnTo>
                    <a:pt x="552991" y="688538"/>
                  </a:lnTo>
                  <a:lnTo>
                    <a:pt x="538274" y="669359"/>
                  </a:lnTo>
                  <a:lnTo>
                    <a:pt x="481312" y="631252"/>
                  </a:lnTo>
                  <a:lnTo>
                    <a:pt x="457493" y="611309"/>
                  </a:lnTo>
                  <a:lnTo>
                    <a:pt x="431989" y="576738"/>
                  </a:lnTo>
                  <a:lnTo>
                    <a:pt x="397723" y="549614"/>
                  </a:lnTo>
                  <a:lnTo>
                    <a:pt x="384465" y="527225"/>
                  </a:lnTo>
                  <a:lnTo>
                    <a:pt x="368961" y="513504"/>
                  </a:lnTo>
                  <a:lnTo>
                    <a:pt x="354693" y="492250"/>
                  </a:lnTo>
                  <a:lnTo>
                    <a:pt x="352108" y="485729"/>
                  </a:lnTo>
                  <a:lnTo>
                    <a:pt x="352557" y="472688"/>
                  </a:lnTo>
                  <a:lnTo>
                    <a:pt x="329526" y="433012"/>
                  </a:lnTo>
                  <a:lnTo>
                    <a:pt x="318403" y="403458"/>
                  </a:lnTo>
                  <a:lnTo>
                    <a:pt x="290428" y="371437"/>
                  </a:lnTo>
                  <a:lnTo>
                    <a:pt x="278518" y="349079"/>
                  </a:lnTo>
                  <a:lnTo>
                    <a:pt x="257621" y="338855"/>
                  </a:lnTo>
                  <a:lnTo>
                    <a:pt x="246611" y="329979"/>
                  </a:lnTo>
                  <a:lnTo>
                    <a:pt x="224028" y="258626"/>
                  </a:lnTo>
                  <a:lnTo>
                    <a:pt x="211445" y="235472"/>
                  </a:lnTo>
                  <a:lnTo>
                    <a:pt x="179761" y="214899"/>
                  </a:lnTo>
                  <a:lnTo>
                    <a:pt x="161561" y="209389"/>
                  </a:lnTo>
                  <a:lnTo>
                    <a:pt x="155606" y="204667"/>
                  </a:lnTo>
                  <a:lnTo>
                    <a:pt x="148753" y="174188"/>
                  </a:lnTo>
                  <a:lnTo>
                    <a:pt x="136282" y="166088"/>
                  </a:lnTo>
                  <a:lnTo>
                    <a:pt x="109992" y="128614"/>
                  </a:lnTo>
                  <a:lnTo>
                    <a:pt x="99431" y="120284"/>
                  </a:lnTo>
                  <a:lnTo>
                    <a:pt x="77186" y="113527"/>
                  </a:lnTo>
                  <a:lnTo>
                    <a:pt x="63816" y="97423"/>
                  </a:lnTo>
                  <a:lnTo>
                    <a:pt x="17976" y="54377"/>
                  </a:lnTo>
                  <a:lnTo>
                    <a:pt x="0" y="21557"/>
                  </a:lnTo>
                  <a:lnTo>
                    <a:pt x="2472" y="13657"/>
                  </a:lnTo>
                  <a:lnTo>
                    <a:pt x="1236" y="3951"/>
                  </a:lnTo>
                  <a:lnTo>
                    <a:pt x="11797" y="0"/>
                  </a:lnTo>
                  <a:lnTo>
                    <a:pt x="33032" y="3048"/>
                  </a:lnTo>
                  <a:lnTo>
                    <a:pt x="51233" y="17382"/>
                  </a:lnTo>
                  <a:lnTo>
                    <a:pt x="65164" y="226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oPE_MapPart_IDN_3_47" descr="Indonesien">
              <a:extLst>
                <a:ext uri="{FF2B5EF4-FFF2-40B4-BE49-F238E27FC236}">
                  <a16:creationId xmlns:a16="http://schemas.microsoft.com/office/drawing/2014/main" id="{76023531-A328-667F-0B3F-5BCC09234DD5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919997" y="5152678"/>
              <a:ext cx="622987" cy="549456"/>
            </a:xfrm>
            <a:custGeom>
              <a:avLst/>
              <a:gdLst/>
              <a:ahLst/>
              <a:cxnLst/>
              <a:rect l="0" t="0" r="0" b="0"/>
              <a:pathLst>
                <a:path w="622987" h="549456">
                  <a:moveTo>
                    <a:pt x="622873" y="140832"/>
                  </a:moveTo>
                  <a:lnTo>
                    <a:pt x="622873" y="374829"/>
                  </a:lnTo>
                  <a:lnTo>
                    <a:pt x="615907" y="399482"/>
                  </a:lnTo>
                  <a:lnTo>
                    <a:pt x="622986" y="409892"/>
                  </a:lnTo>
                  <a:lnTo>
                    <a:pt x="622986" y="549455"/>
                  </a:lnTo>
                  <a:lnTo>
                    <a:pt x="603324" y="532279"/>
                  </a:lnTo>
                  <a:lnTo>
                    <a:pt x="592650" y="517956"/>
                  </a:lnTo>
                  <a:lnTo>
                    <a:pt x="562203" y="491153"/>
                  </a:lnTo>
                  <a:lnTo>
                    <a:pt x="561641" y="487635"/>
                  </a:lnTo>
                  <a:lnTo>
                    <a:pt x="569394" y="474020"/>
                  </a:lnTo>
                  <a:lnTo>
                    <a:pt x="558046" y="485252"/>
                  </a:lnTo>
                  <a:lnTo>
                    <a:pt x="523667" y="490700"/>
                  </a:lnTo>
                  <a:lnTo>
                    <a:pt x="517039" y="485593"/>
                  </a:lnTo>
                  <a:lnTo>
                    <a:pt x="515129" y="477764"/>
                  </a:lnTo>
                  <a:lnTo>
                    <a:pt x="511646" y="484231"/>
                  </a:lnTo>
                  <a:lnTo>
                    <a:pt x="495466" y="495354"/>
                  </a:lnTo>
                  <a:lnTo>
                    <a:pt x="492770" y="493878"/>
                  </a:lnTo>
                  <a:lnTo>
                    <a:pt x="490636" y="487975"/>
                  </a:lnTo>
                  <a:lnTo>
                    <a:pt x="505129" y="452816"/>
                  </a:lnTo>
                  <a:lnTo>
                    <a:pt x="483895" y="431742"/>
                  </a:lnTo>
                  <a:lnTo>
                    <a:pt x="491198" y="428571"/>
                  </a:lnTo>
                  <a:lnTo>
                    <a:pt x="503556" y="430156"/>
                  </a:lnTo>
                  <a:lnTo>
                    <a:pt x="510634" y="427891"/>
                  </a:lnTo>
                  <a:lnTo>
                    <a:pt x="502657" y="428458"/>
                  </a:lnTo>
                  <a:lnTo>
                    <a:pt x="490074" y="424495"/>
                  </a:lnTo>
                  <a:lnTo>
                    <a:pt x="482209" y="420305"/>
                  </a:lnTo>
                  <a:lnTo>
                    <a:pt x="474794" y="411929"/>
                  </a:lnTo>
                  <a:lnTo>
                    <a:pt x="491198" y="406949"/>
                  </a:lnTo>
                  <a:lnTo>
                    <a:pt x="464570" y="374602"/>
                  </a:lnTo>
                  <a:lnTo>
                    <a:pt x="455694" y="349855"/>
                  </a:lnTo>
                  <a:lnTo>
                    <a:pt x="460638" y="343192"/>
                  </a:lnTo>
                  <a:lnTo>
                    <a:pt x="449740" y="340933"/>
                  </a:lnTo>
                  <a:lnTo>
                    <a:pt x="452437" y="335738"/>
                  </a:lnTo>
                  <a:lnTo>
                    <a:pt x="458391" y="332690"/>
                  </a:lnTo>
                  <a:lnTo>
                    <a:pt x="442662" y="334835"/>
                  </a:lnTo>
                  <a:lnTo>
                    <a:pt x="440977" y="319483"/>
                  </a:lnTo>
                  <a:lnTo>
                    <a:pt x="393901" y="291277"/>
                  </a:lnTo>
                  <a:lnTo>
                    <a:pt x="392329" y="286878"/>
                  </a:lnTo>
                  <a:lnTo>
                    <a:pt x="387048" y="289698"/>
                  </a:lnTo>
                  <a:lnTo>
                    <a:pt x="380420" y="285638"/>
                  </a:lnTo>
                  <a:lnTo>
                    <a:pt x="350984" y="278985"/>
                  </a:lnTo>
                  <a:lnTo>
                    <a:pt x="311099" y="260949"/>
                  </a:lnTo>
                  <a:lnTo>
                    <a:pt x="278068" y="255428"/>
                  </a:lnTo>
                  <a:lnTo>
                    <a:pt x="262226" y="255990"/>
                  </a:lnTo>
                  <a:lnTo>
                    <a:pt x="234588" y="239991"/>
                  </a:lnTo>
                  <a:lnTo>
                    <a:pt x="229982" y="232669"/>
                  </a:lnTo>
                  <a:lnTo>
                    <a:pt x="231667" y="224898"/>
                  </a:lnTo>
                  <a:lnTo>
                    <a:pt x="242903" y="223885"/>
                  </a:lnTo>
                  <a:lnTo>
                    <a:pt x="235038" y="222871"/>
                  </a:lnTo>
                  <a:lnTo>
                    <a:pt x="221668" y="226474"/>
                  </a:lnTo>
                  <a:lnTo>
                    <a:pt x="212005" y="222082"/>
                  </a:lnTo>
                  <a:lnTo>
                    <a:pt x="204141" y="224335"/>
                  </a:lnTo>
                  <a:lnTo>
                    <a:pt x="196726" y="214988"/>
                  </a:lnTo>
                  <a:lnTo>
                    <a:pt x="185940" y="216339"/>
                  </a:lnTo>
                  <a:lnTo>
                    <a:pt x="170323" y="201366"/>
                  </a:lnTo>
                  <a:lnTo>
                    <a:pt x="167514" y="195175"/>
                  </a:lnTo>
                  <a:lnTo>
                    <a:pt x="168638" y="180769"/>
                  </a:lnTo>
                  <a:lnTo>
                    <a:pt x="177626" y="168617"/>
                  </a:lnTo>
                  <a:lnTo>
                    <a:pt x="173019" y="167941"/>
                  </a:lnTo>
                  <a:lnTo>
                    <a:pt x="168863" y="170642"/>
                  </a:lnTo>
                  <a:lnTo>
                    <a:pt x="165942" y="187971"/>
                  </a:lnTo>
                  <a:lnTo>
                    <a:pt x="162571" y="191235"/>
                  </a:lnTo>
                  <a:lnTo>
                    <a:pt x="157516" y="191011"/>
                  </a:lnTo>
                  <a:lnTo>
                    <a:pt x="158976" y="197539"/>
                  </a:lnTo>
                  <a:lnTo>
                    <a:pt x="151111" y="210935"/>
                  </a:lnTo>
                  <a:lnTo>
                    <a:pt x="150213" y="221407"/>
                  </a:lnTo>
                  <a:lnTo>
                    <a:pt x="140663" y="231655"/>
                  </a:lnTo>
                  <a:lnTo>
                    <a:pt x="123136" y="233683"/>
                  </a:lnTo>
                  <a:lnTo>
                    <a:pt x="119765" y="231317"/>
                  </a:lnTo>
                  <a:lnTo>
                    <a:pt x="109767" y="209246"/>
                  </a:lnTo>
                  <a:lnTo>
                    <a:pt x="117069" y="199677"/>
                  </a:lnTo>
                  <a:lnTo>
                    <a:pt x="109654" y="183582"/>
                  </a:lnTo>
                  <a:lnTo>
                    <a:pt x="84487" y="163666"/>
                  </a:lnTo>
                  <a:lnTo>
                    <a:pt x="66061" y="159841"/>
                  </a:lnTo>
                  <a:lnTo>
                    <a:pt x="60894" y="151967"/>
                  </a:lnTo>
                  <a:lnTo>
                    <a:pt x="77072" y="145218"/>
                  </a:lnTo>
                  <a:lnTo>
                    <a:pt x="98643" y="148143"/>
                  </a:lnTo>
                  <a:lnTo>
                    <a:pt x="107968" y="151967"/>
                  </a:lnTo>
                  <a:lnTo>
                    <a:pt x="118754" y="143868"/>
                  </a:lnTo>
                  <a:lnTo>
                    <a:pt x="127293" y="133185"/>
                  </a:lnTo>
                  <a:lnTo>
                    <a:pt x="137067" y="130036"/>
                  </a:lnTo>
                  <a:lnTo>
                    <a:pt x="163132" y="136896"/>
                  </a:lnTo>
                  <a:lnTo>
                    <a:pt x="168863" y="141731"/>
                  </a:lnTo>
                  <a:lnTo>
                    <a:pt x="172121" y="130823"/>
                  </a:lnTo>
                  <a:lnTo>
                    <a:pt x="181671" y="127112"/>
                  </a:lnTo>
                  <a:lnTo>
                    <a:pt x="181222" y="121715"/>
                  </a:lnTo>
                  <a:lnTo>
                    <a:pt x="174480" y="121040"/>
                  </a:lnTo>
                  <a:lnTo>
                    <a:pt x="181446" y="114181"/>
                  </a:lnTo>
                  <a:lnTo>
                    <a:pt x="182682" y="109122"/>
                  </a:lnTo>
                  <a:lnTo>
                    <a:pt x="169537" y="114518"/>
                  </a:lnTo>
                  <a:lnTo>
                    <a:pt x="139202" y="116093"/>
                  </a:lnTo>
                  <a:lnTo>
                    <a:pt x="122799" y="119803"/>
                  </a:lnTo>
                  <a:lnTo>
                    <a:pt x="94149" y="116317"/>
                  </a:lnTo>
                  <a:lnTo>
                    <a:pt x="81903" y="117892"/>
                  </a:lnTo>
                  <a:lnTo>
                    <a:pt x="64152" y="102152"/>
                  </a:lnTo>
                  <a:lnTo>
                    <a:pt x="58759" y="84953"/>
                  </a:lnTo>
                  <a:lnTo>
                    <a:pt x="58422" y="75174"/>
                  </a:lnTo>
                  <a:lnTo>
                    <a:pt x="45951" y="74051"/>
                  </a:lnTo>
                  <a:lnTo>
                    <a:pt x="18650" y="64835"/>
                  </a:lnTo>
                  <a:lnTo>
                    <a:pt x="11459" y="68319"/>
                  </a:lnTo>
                  <a:lnTo>
                    <a:pt x="0" y="66858"/>
                  </a:lnTo>
                  <a:lnTo>
                    <a:pt x="3145" y="57980"/>
                  </a:lnTo>
                  <a:lnTo>
                    <a:pt x="12245" y="50675"/>
                  </a:lnTo>
                  <a:lnTo>
                    <a:pt x="16178" y="40674"/>
                  </a:lnTo>
                  <a:lnTo>
                    <a:pt x="16402" y="31236"/>
                  </a:lnTo>
                  <a:lnTo>
                    <a:pt x="50558" y="21797"/>
                  </a:lnTo>
                  <a:lnTo>
                    <a:pt x="70781" y="6179"/>
                  </a:lnTo>
                  <a:lnTo>
                    <a:pt x="87296" y="0"/>
                  </a:lnTo>
                  <a:lnTo>
                    <a:pt x="101790" y="225"/>
                  </a:lnTo>
                  <a:lnTo>
                    <a:pt x="116171" y="3932"/>
                  </a:lnTo>
                  <a:lnTo>
                    <a:pt x="154595" y="23146"/>
                  </a:lnTo>
                  <a:lnTo>
                    <a:pt x="185940" y="24381"/>
                  </a:lnTo>
                  <a:lnTo>
                    <a:pt x="194479" y="30674"/>
                  </a:lnTo>
                  <a:lnTo>
                    <a:pt x="192007" y="40449"/>
                  </a:lnTo>
                  <a:lnTo>
                    <a:pt x="203804" y="62925"/>
                  </a:lnTo>
                  <a:lnTo>
                    <a:pt x="194141" y="85291"/>
                  </a:lnTo>
                  <a:lnTo>
                    <a:pt x="199760" y="122052"/>
                  </a:lnTo>
                  <a:lnTo>
                    <a:pt x="216275" y="154779"/>
                  </a:lnTo>
                  <a:lnTo>
                    <a:pt x="217736" y="139145"/>
                  </a:lnTo>
                  <a:lnTo>
                    <a:pt x="222904" y="134647"/>
                  </a:lnTo>
                  <a:lnTo>
                    <a:pt x="226723" y="136221"/>
                  </a:lnTo>
                  <a:lnTo>
                    <a:pt x="231442" y="161079"/>
                  </a:lnTo>
                  <a:lnTo>
                    <a:pt x="240206" y="159504"/>
                  </a:lnTo>
                  <a:lnTo>
                    <a:pt x="240767" y="171880"/>
                  </a:lnTo>
                  <a:lnTo>
                    <a:pt x="244813" y="180882"/>
                  </a:lnTo>
                  <a:lnTo>
                    <a:pt x="252339" y="186058"/>
                  </a:lnTo>
                  <a:lnTo>
                    <a:pt x="265709" y="188196"/>
                  </a:lnTo>
                  <a:lnTo>
                    <a:pt x="280315" y="186733"/>
                  </a:lnTo>
                  <a:lnTo>
                    <a:pt x="303572" y="164904"/>
                  </a:lnTo>
                  <a:lnTo>
                    <a:pt x="313234" y="148593"/>
                  </a:lnTo>
                  <a:lnTo>
                    <a:pt x="327615" y="139145"/>
                  </a:lnTo>
                  <a:lnTo>
                    <a:pt x="336715" y="119803"/>
                  </a:lnTo>
                  <a:lnTo>
                    <a:pt x="365028" y="115081"/>
                  </a:lnTo>
                  <a:lnTo>
                    <a:pt x="379296" y="109235"/>
                  </a:lnTo>
                  <a:lnTo>
                    <a:pt x="385475" y="104288"/>
                  </a:lnTo>
                  <a:lnTo>
                    <a:pt x="382554" y="92821"/>
                  </a:lnTo>
                  <a:lnTo>
                    <a:pt x="425135" y="70454"/>
                  </a:lnTo>
                  <a:lnTo>
                    <a:pt x="431652" y="70454"/>
                  </a:lnTo>
                  <a:lnTo>
                    <a:pt x="444123" y="78772"/>
                  </a:lnTo>
                  <a:lnTo>
                    <a:pt x="477828" y="89674"/>
                  </a:lnTo>
                  <a:lnTo>
                    <a:pt x="487827" y="97543"/>
                  </a:lnTo>
                  <a:lnTo>
                    <a:pt x="548946" y="124525"/>
                  </a:lnTo>
                  <a:lnTo>
                    <a:pt x="571753" y="124638"/>
                  </a:lnTo>
                  <a:lnTo>
                    <a:pt x="580405" y="129024"/>
                  </a:lnTo>
                  <a:lnTo>
                    <a:pt x="600964" y="130598"/>
                  </a:lnTo>
                  <a:lnTo>
                    <a:pt x="607032" y="134422"/>
                  </a:lnTo>
                  <a:lnTo>
                    <a:pt x="608717" y="1406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oPE_MapPart_IDN_4_48" descr="Indonesien">
              <a:extLst>
                <a:ext uri="{FF2B5EF4-FFF2-40B4-BE49-F238E27FC236}">
                  <a16:creationId xmlns:a16="http://schemas.microsoft.com/office/drawing/2014/main" id="{967CC3B1-37F4-515F-4D41-A519889E39EE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8157807" y="5024358"/>
              <a:ext cx="402555" cy="462140"/>
            </a:xfrm>
            <a:custGeom>
              <a:avLst/>
              <a:gdLst/>
              <a:ahLst/>
              <a:cxnLst/>
              <a:rect l="0" t="0" r="0" b="0"/>
              <a:pathLst>
                <a:path w="402555" h="462140">
                  <a:moveTo>
                    <a:pt x="381095" y="44054"/>
                  </a:moveTo>
                  <a:lnTo>
                    <a:pt x="369186" y="54616"/>
                  </a:lnTo>
                  <a:lnTo>
                    <a:pt x="352221" y="76863"/>
                  </a:lnTo>
                  <a:lnTo>
                    <a:pt x="339076" y="82481"/>
                  </a:lnTo>
                  <a:lnTo>
                    <a:pt x="310202" y="87087"/>
                  </a:lnTo>
                  <a:lnTo>
                    <a:pt x="279755" y="85851"/>
                  </a:lnTo>
                  <a:lnTo>
                    <a:pt x="268295" y="75852"/>
                  </a:lnTo>
                  <a:lnTo>
                    <a:pt x="263014" y="75402"/>
                  </a:lnTo>
                  <a:lnTo>
                    <a:pt x="190885" y="78886"/>
                  </a:lnTo>
                  <a:lnTo>
                    <a:pt x="170550" y="75065"/>
                  </a:lnTo>
                  <a:lnTo>
                    <a:pt x="139091" y="78661"/>
                  </a:lnTo>
                  <a:lnTo>
                    <a:pt x="112015" y="73155"/>
                  </a:lnTo>
                  <a:lnTo>
                    <a:pt x="97746" y="78099"/>
                  </a:lnTo>
                  <a:lnTo>
                    <a:pt x="87859" y="89446"/>
                  </a:lnTo>
                  <a:lnTo>
                    <a:pt x="76736" y="118434"/>
                  </a:lnTo>
                  <a:lnTo>
                    <a:pt x="79882" y="140903"/>
                  </a:lnTo>
                  <a:lnTo>
                    <a:pt x="90893" y="160342"/>
                  </a:lnTo>
                  <a:lnTo>
                    <a:pt x="108194" y="171017"/>
                  </a:lnTo>
                  <a:lnTo>
                    <a:pt x="117520" y="191694"/>
                  </a:lnTo>
                  <a:lnTo>
                    <a:pt x="140439" y="193942"/>
                  </a:lnTo>
                  <a:lnTo>
                    <a:pt x="147629" y="189783"/>
                  </a:lnTo>
                  <a:lnTo>
                    <a:pt x="155606" y="175961"/>
                  </a:lnTo>
                  <a:lnTo>
                    <a:pt x="174257" y="157870"/>
                  </a:lnTo>
                  <a:lnTo>
                    <a:pt x="184369" y="163938"/>
                  </a:lnTo>
                  <a:lnTo>
                    <a:pt x="198862" y="164500"/>
                  </a:lnTo>
                  <a:lnTo>
                    <a:pt x="218186" y="153488"/>
                  </a:lnTo>
                  <a:lnTo>
                    <a:pt x="256273" y="153376"/>
                  </a:lnTo>
                  <a:lnTo>
                    <a:pt x="252566" y="147308"/>
                  </a:lnTo>
                  <a:lnTo>
                    <a:pt x="273912" y="141803"/>
                  </a:lnTo>
                  <a:lnTo>
                    <a:pt x="286833" y="146634"/>
                  </a:lnTo>
                  <a:lnTo>
                    <a:pt x="290315" y="154724"/>
                  </a:lnTo>
                  <a:lnTo>
                    <a:pt x="286720" y="168882"/>
                  </a:lnTo>
                  <a:lnTo>
                    <a:pt x="277283" y="168769"/>
                  </a:lnTo>
                  <a:lnTo>
                    <a:pt x="272677" y="162814"/>
                  </a:lnTo>
                  <a:lnTo>
                    <a:pt x="266273" y="160679"/>
                  </a:lnTo>
                  <a:lnTo>
                    <a:pt x="257060" y="162477"/>
                  </a:lnTo>
                  <a:lnTo>
                    <a:pt x="251105" y="166522"/>
                  </a:lnTo>
                  <a:lnTo>
                    <a:pt x="232343" y="190345"/>
                  </a:lnTo>
                  <a:lnTo>
                    <a:pt x="216389" y="203270"/>
                  </a:lnTo>
                  <a:lnTo>
                    <a:pt x="191897" y="211924"/>
                  </a:lnTo>
                  <a:lnTo>
                    <a:pt x="178976" y="224514"/>
                  </a:lnTo>
                  <a:lnTo>
                    <a:pt x="174032" y="225188"/>
                  </a:lnTo>
                  <a:lnTo>
                    <a:pt x="163022" y="220692"/>
                  </a:lnTo>
                  <a:lnTo>
                    <a:pt x="160550" y="223390"/>
                  </a:lnTo>
                  <a:lnTo>
                    <a:pt x="160101" y="227661"/>
                  </a:lnTo>
                  <a:lnTo>
                    <a:pt x="169651" y="233844"/>
                  </a:lnTo>
                  <a:lnTo>
                    <a:pt x="174257" y="240478"/>
                  </a:lnTo>
                  <a:lnTo>
                    <a:pt x="186391" y="246099"/>
                  </a:lnTo>
                  <a:lnTo>
                    <a:pt x="205940" y="277925"/>
                  </a:lnTo>
                  <a:lnTo>
                    <a:pt x="218973" y="287712"/>
                  </a:lnTo>
                  <a:lnTo>
                    <a:pt x="219872" y="296712"/>
                  </a:lnTo>
                  <a:lnTo>
                    <a:pt x="225601" y="306051"/>
                  </a:lnTo>
                  <a:lnTo>
                    <a:pt x="220546" y="310664"/>
                  </a:lnTo>
                  <a:lnTo>
                    <a:pt x="216501" y="332275"/>
                  </a:lnTo>
                  <a:lnTo>
                    <a:pt x="236837" y="348713"/>
                  </a:lnTo>
                  <a:lnTo>
                    <a:pt x="243802" y="361327"/>
                  </a:lnTo>
                  <a:lnTo>
                    <a:pt x="253689" y="360088"/>
                  </a:lnTo>
                  <a:lnTo>
                    <a:pt x="256948" y="370451"/>
                  </a:lnTo>
                  <a:lnTo>
                    <a:pt x="255149" y="380592"/>
                  </a:lnTo>
                  <a:lnTo>
                    <a:pt x="245713" y="377437"/>
                  </a:lnTo>
                  <a:lnTo>
                    <a:pt x="245824" y="381719"/>
                  </a:lnTo>
                  <a:lnTo>
                    <a:pt x="230208" y="382507"/>
                  </a:lnTo>
                  <a:lnTo>
                    <a:pt x="207850" y="389832"/>
                  </a:lnTo>
                  <a:lnTo>
                    <a:pt x="204142" y="394905"/>
                  </a:lnTo>
                  <a:lnTo>
                    <a:pt x="205266" y="405614"/>
                  </a:lnTo>
                  <a:lnTo>
                    <a:pt x="203131" y="408207"/>
                  </a:lnTo>
                  <a:lnTo>
                    <a:pt x="195604" y="409110"/>
                  </a:lnTo>
                  <a:lnTo>
                    <a:pt x="175044" y="403584"/>
                  </a:lnTo>
                  <a:lnTo>
                    <a:pt x="168752" y="392425"/>
                  </a:lnTo>
                  <a:lnTo>
                    <a:pt x="176954" y="361891"/>
                  </a:lnTo>
                  <a:lnTo>
                    <a:pt x="171897" y="356934"/>
                  </a:lnTo>
                  <a:lnTo>
                    <a:pt x="157854" y="350966"/>
                  </a:lnTo>
                  <a:lnTo>
                    <a:pt x="131564" y="326084"/>
                  </a:lnTo>
                  <a:lnTo>
                    <a:pt x="132575" y="318767"/>
                  </a:lnTo>
                  <a:lnTo>
                    <a:pt x="141676" y="303913"/>
                  </a:lnTo>
                  <a:lnTo>
                    <a:pt x="141563" y="278038"/>
                  </a:lnTo>
                  <a:lnTo>
                    <a:pt x="137743" y="272976"/>
                  </a:lnTo>
                  <a:lnTo>
                    <a:pt x="130777" y="271402"/>
                  </a:lnTo>
                  <a:lnTo>
                    <a:pt x="116733" y="272751"/>
                  </a:lnTo>
                  <a:lnTo>
                    <a:pt x="92241" y="290411"/>
                  </a:lnTo>
                  <a:lnTo>
                    <a:pt x="91792" y="296824"/>
                  </a:lnTo>
                  <a:lnTo>
                    <a:pt x="100442" y="315278"/>
                  </a:lnTo>
                  <a:lnTo>
                    <a:pt x="103139" y="337791"/>
                  </a:lnTo>
                  <a:lnTo>
                    <a:pt x="98532" y="361440"/>
                  </a:lnTo>
                  <a:lnTo>
                    <a:pt x="102128" y="394679"/>
                  </a:lnTo>
                  <a:lnTo>
                    <a:pt x="93365" y="427831"/>
                  </a:lnTo>
                  <a:lnTo>
                    <a:pt x="102802" y="455704"/>
                  </a:lnTo>
                  <a:lnTo>
                    <a:pt x="95387" y="452656"/>
                  </a:lnTo>
                  <a:lnTo>
                    <a:pt x="72917" y="454914"/>
                  </a:lnTo>
                  <a:lnTo>
                    <a:pt x="58312" y="462139"/>
                  </a:lnTo>
                  <a:lnTo>
                    <a:pt x="42358" y="451415"/>
                  </a:lnTo>
                  <a:lnTo>
                    <a:pt x="36964" y="445320"/>
                  </a:lnTo>
                  <a:lnTo>
                    <a:pt x="35953" y="438323"/>
                  </a:lnTo>
                  <a:lnTo>
                    <a:pt x="45953" y="411027"/>
                  </a:lnTo>
                  <a:lnTo>
                    <a:pt x="45728" y="402457"/>
                  </a:lnTo>
                  <a:lnTo>
                    <a:pt x="51683" y="382620"/>
                  </a:lnTo>
                  <a:lnTo>
                    <a:pt x="52469" y="358173"/>
                  </a:lnTo>
                  <a:lnTo>
                    <a:pt x="43481" y="339143"/>
                  </a:lnTo>
                  <a:lnTo>
                    <a:pt x="44379" y="328222"/>
                  </a:lnTo>
                  <a:lnTo>
                    <a:pt x="36066" y="322257"/>
                  </a:lnTo>
                  <a:lnTo>
                    <a:pt x="13145" y="327097"/>
                  </a:lnTo>
                  <a:lnTo>
                    <a:pt x="8651" y="323720"/>
                  </a:lnTo>
                  <a:lnTo>
                    <a:pt x="3034" y="311002"/>
                  </a:lnTo>
                  <a:lnTo>
                    <a:pt x="1798" y="303350"/>
                  </a:lnTo>
                  <a:lnTo>
                    <a:pt x="4606" y="289061"/>
                  </a:lnTo>
                  <a:lnTo>
                    <a:pt x="0" y="276125"/>
                  </a:lnTo>
                  <a:lnTo>
                    <a:pt x="19213" y="261167"/>
                  </a:lnTo>
                  <a:lnTo>
                    <a:pt x="24269" y="239803"/>
                  </a:lnTo>
                  <a:lnTo>
                    <a:pt x="33594" y="226650"/>
                  </a:lnTo>
                  <a:lnTo>
                    <a:pt x="35279" y="220130"/>
                  </a:lnTo>
                  <a:lnTo>
                    <a:pt x="32807" y="194054"/>
                  </a:lnTo>
                  <a:lnTo>
                    <a:pt x="45165" y="162814"/>
                  </a:lnTo>
                  <a:lnTo>
                    <a:pt x="57861" y="148656"/>
                  </a:lnTo>
                  <a:lnTo>
                    <a:pt x="66176" y="160005"/>
                  </a:lnTo>
                  <a:lnTo>
                    <a:pt x="58536" y="111692"/>
                  </a:lnTo>
                  <a:lnTo>
                    <a:pt x="65838" y="107535"/>
                  </a:lnTo>
                  <a:lnTo>
                    <a:pt x="67523" y="103715"/>
                  </a:lnTo>
                  <a:lnTo>
                    <a:pt x="64041" y="91244"/>
                  </a:lnTo>
                  <a:lnTo>
                    <a:pt x="70444" y="78436"/>
                  </a:lnTo>
                  <a:lnTo>
                    <a:pt x="78084" y="70795"/>
                  </a:lnTo>
                  <a:lnTo>
                    <a:pt x="79433" y="62931"/>
                  </a:lnTo>
                  <a:lnTo>
                    <a:pt x="90218" y="52481"/>
                  </a:lnTo>
                  <a:lnTo>
                    <a:pt x="92690" y="45626"/>
                  </a:lnTo>
                  <a:lnTo>
                    <a:pt x="96061" y="44840"/>
                  </a:lnTo>
                  <a:lnTo>
                    <a:pt x="98757" y="50796"/>
                  </a:lnTo>
                  <a:lnTo>
                    <a:pt x="108194" y="55178"/>
                  </a:lnTo>
                  <a:lnTo>
                    <a:pt x="113476" y="52818"/>
                  </a:lnTo>
                  <a:lnTo>
                    <a:pt x="123025" y="41582"/>
                  </a:lnTo>
                  <a:lnTo>
                    <a:pt x="130103" y="27984"/>
                  </a:lnTo>
                  <a:lnTo>
                    <a:pt x="143473" y="23264"/>
                  </a:lnTo>
                  <a:lnTo>
                    <a:pt x="151337" y="27423"/>
                  </a:lnTo>
                  <a:lnTo>
                    <a:pt x="163584" y="28546"/>
                  </a:lnTo>
                  <a:lnTo>
                    <a:pt x="175268" y="39558"/>
                  </a:lnTo>
                  <a:lnTo>
                    <a:pt x="192459" y="38211"/>
                  </a:lnTo>
                  <a:lnTo>
                    <a:pt x="207513" y="41806"/>
                  </a:lnTo>
                  <a:lnTo>
                    <a:pt x="227961" y="42592"/>
                  </a:lnTo>
                  <a:lnTo>
                    <a:pt x="253015" y="53380"/>
                  </a:lnTo>
                  <a:lnTo>
                    <a:pt x="267283" y="47425"/>
                  </a:lnTo>
                  <a:lnTo>
                    <a:pt x="321212" y="53155"/>
                  </a:lnTo>
                  <a:lnTo>
                    <a:pt x="342671" y="42368"/>
                  </a:lnTo>
                  <a:lnTo>
                    <a:pt x="351210" y="32254"/>
                  </a:lnTo>
                  <a:lnTo>
                    <a:pt x="358850" y="29333"/>
                  </a:lnTo>
                  <a:lnTo>
                    <a:pt x="363006" y="19219"/>
                  </a:lnTo>
                  <a:lnTo>
                    <a:pt x="374691" y="14611"/>
                  </a:lnTo>
                  <a:lnTo>
                    <a:pt x="387275" y="0"/>
                  </a:lnTo>
                  <a:lnTo>
                    <a:pt x="398285" y="3596"/>
                  </a:lnTo>
                  <a:lnTo>
                    <a:pt x="402554" y="12363"/>
                  </a:lnTo>
                  <a:lnTo>
                    <a:pt x="395364" y="20118"/>
                  </a:lnTo>
                  <a:lnTo>
                    <a:pt x="385926" y="386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oPE_MapPart_IDN_5_49" descr="Indonesien">
              <a:extLst>
                <a:ext uri="{FF2B5EF4-FFF2-40B4-BE49-F238E27FC236}">
                  <a16:creationId xmlns:a16="http://schemas.microsoft.com/office/drawing/2014/main" id="{6D9B7EED-88DA-69BB-9E31-7DF926FB7D47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7312592" y="5499709"/>
              <a:ext cx="583777" cy="180360"/>
            </a:xfrm>
            <a:custGeom>
              <a:avLst/>
              <a:gdLst/>
              <a:ahLst/>
              <a:cxnLst/>
              <a:rect l="0" t="0" r="0" b="0"/>
              <a:pathLst>
                <a:path w="583777" h="180360">
                  <a:moveTo>
                    <a:pt x="133023" y="6553"/>
                  </a:moveTo>
                  <a:lnTo>
                    <a:pt x="139315" y="13670"/>
                  </a:lnTo>
                  <a:lnTo>
                    <a:pt x="151337" y="19546"/>
                  </a:lnTo>
                  <a:lnTo>
                    <a:pt x="180660" y="24633"/>
                  </a:lnTo>
                  <a:lnTo>
                    <a:pt x="190547" y="22711"/>
                  </a:lnTo>
                  <a:lnTo>
                    <a:pt x="204366" y="35599"/>
                  </a:lnTo>
                  <a:lnTo>
                    <a:pt x="209759" y="51772"/>
                  </a:lnTo>
                  <a:lnTo>
                    <a:pt x="220769" y="56750"/>
                  </a:lnTo>
                  <a:lnTo>
                    <a:pt x="252901" y="60484"/>
                  </a:lnTo>
                  <a:lnTo>
                    <a:pt x="265822" y="56863"/>
                  </a:lnTo>
                  <a:lnTo>
                    <a:pt x="285820" y="62748"/>
                  </a:lnTo>
                  <a:lnTo>
                    <a:pt x="309302" y="62295"/>
                  </a:lnTo>
                  <a:lnTo>
                    <a:pt x="323570" y="65577"/>
                  </a:lnTo>
                  <a:lnTo>
                    <a:pt x="333345" y="56637"/>
                  </a:lnTo>
                  <a:lnTo>
                    <a:pt x="343007" y="35712"/>
                  </a:lnTo>
                  <a:lnTo>
                    <a:pt x="349074" y="32659"/>
                  </a:lnTo>
                  <a:lnTo>
                    <a:pt x="357613" y="33337"/>
                  </a:lnTo>
                  <a:lnTo>
                    <a:pt x="370758" y="49170"/>
                  </a:lnTo>
                  <a:lnTo>
                    <a:pt x="380757" y="49962"/>
                  </a:lnTo>
                  <a:lnTo>
                    <a:pt x="393116" y="46682"/>
                  </a:lnTo>
                  <a:lnTo>
                    <a:pt x="405362" y="54601"/>
                  </a:lnTo>
                  <a:lnTo>
                    <a:pt x="421203" y="56637"/>
                  </a:lnTo>
                  <a:lnTo>
                    <a:pt x="427270" y="62182"/>
                  </a:lnTo>
                  <a:lnTo>
                    <a:pt x="455470" y="64219"/>
                  </a:lnTo>
                  <a:lnTo>
                    <a:pt x="462324" y="82786"/>
                  </a:lnTo>
                  <a:lnTo>
                    <a:pt x="471424" y="87996"/>
                  </a:lnTo>
                  <a:lnTo>
                    <a:pt x="471424" y="103632"/>
                  </a:lnTo>
                  <a:lnTo>
                    <a:pt x="485019" y="110206"/>
                  </a:lnTo>
                  <a:lnTo>
                    <a:pt x="499737" y="114060"/>
                  </a:lnTo>
                  <a:lnTo>
                    <a:pt x="515241" y="114400"/>
                  </a:lnTo>
                  <a:lnTo>
                    <a:pt x="551081" y="108732"/>
                  </a:lnTo>
                  <a:lnTo>
                    <a:pt x="570518" y="117348"/>
                  </a:lnTo>
                  <a:lnTo>
                    <a:pt x="574337" y="125174"/>
                  </a:lnTo>
                  <a:lnTo>
                    <a:pt x="570742" y="157407"/>
                  </a:lnTo>
                  <a:lnTo>
                    <a:pt x="576697" y="169903"/>
                  </a:lnTo>
                  <a:lnTo>
                    <a:pt x="583776" y="175017"/>
                  </a:lnTo>
                  <a:lnTo>
                    <a:pt x="583101" y="180359"/>
                  </a:lnTo>
                  <a:lnTo>
                    <a:pt x="570518" y="176267"/>
                  </a:lnTo>
                  <a:lnTo>
                    <a:pt x="563889" y="170585"/>
                  </a:lnTo>
                  <a:lnTo>
                    <a:pt x="542879" y="167630"/>
                  </a:lnTo>
                  <a:lnTo>
                    <a:pt x="500074" y="149912"/>
                  </a:lnTo>
                  <a:lnTo>
                    <a:pt x="464121" y="157634"/>
                  </a:lnTo>
                  <a:lnTo>
                    <a:pt x="428956" y="152183"/>
                  </a:lnTo>
                  <a:lnTo>
                    <a:pt x="391206" y="151048"/>
                  </a:lnTo>
                  <a:lnTo>
                    <a:pt x="334806" y="141171"/>
                  </a:lnTo>
                  <a:lnTo>
                    <a:pt x="287730" y="120977"/>
                  </a:lnTo>
                  <a:lnTo>
                    <a:pt x="252115" y="113153"/>
                  </a:lnTo>
                  <a:lnTo>
                    <a:pt x="218410" y="110773"/>
                  </a:lnTo>
                  <a:lnTo>
                    <a:pt x="207737" y="113380"/>
                  </a:lnTo>
                  <a:lnTo>
                    <a:pt x="200322" y="119050"/>
                  </a:lnTo>
                  <a:lnTo>
                    <a:pt x="185941" y="118142"/>
                  </a:lnTo>
                  <a:lnTo>
                    <a:pt x="159875" y="112133"/>
                  </a:lnTo>
                  <a:lnTo>
                    <a:pt x="143809" y="102951"/>
                  </a:lnTo>
                  <a:lnTo>
                    <a:pt x="127518" y="98531"/>
                  </a:lnTo>
                  <a:lnTo>
                    <a:pt x="80668" y="93660"/>
                  </a:lnTo>
                  <a:lnTo>
                    <a:pt x="72915" y="88449"/>
                  </a:lnTo>
                  <a:lnTo>
                    <a:pt x="79769" y="72256"/>
                  </a:lnTo>
                  <a:lnTo>
                    <a:pt x="43816" y="60031"/>
                  </a:lnTo>
                  <a:lnTo>
                    <a:pt x="3820" y="58900"/>
                  </a:lnTo>
                  <a:lnTo>
                    <a:pt x="786" y="58447"/>
                  </a:lnTo>
                  <a:lnTo>
                    <a:pt x="0" y="54940"/>
                  </a:lnTo>
                  <a:lnTo>
                    <a:pt x="7977" y="47700"/>
                  </a:lnTo>
                  <a:lnTo>
                    <a:pt x="8987" y="53130"/>
                  </a:lnTo>
                  <a:lnTo>
                    <a:pt x="15055" y="55166"/>
                  </a:lnTo>
                  <a:lnTo>
                    <a:pt x="21122" y="48152"/>
                  </a:lnTo>
                  <a:lnTo>
                    <a:pt x="25728" y="35486"/>
                  </a:lnTo>
                  <a:lnTo>
                    <a:pt x="28986" y="37295"/>
                  </a:lnTo>
                  <a:lnTo>
                    <a:pt x="34042" y="34694"/>
                  </a:lnTo>
                  <a:lnTo>
                    <a:pt x="39098" y="13331"/>
                  </a:lnTo>
                  <a:lnTo>
                    <a:pt x="52018" y="679"/>
                  </a:lnTo>
                  <a:lnTo>
                    <a:pt x="57636" y="3841"/>
                  </a:lnTo>
                  <a:lnTo>
                    <a:pt x="89431" y="8473"/>
                  </a:lnTo>
                  <a:lnTo>
                    <a:pt x="98756" y="12201"/>
                  </a:lnTo>
                  <a:lnTo>
                    <a:pt x="110441" y="6553"/>
                  </a:lnTo>
                  <a:lnTo>
                    <a:pt x="112575" y="0"/>
                  </a:lnTo>
                  <a:lnTo>
                    <a:pt x="130439" y="46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oPE_MapPart_IDN_6_50" descr="Indonesien">
              <a:extLst>
                <a:ext uri="{FF2B5EF4-FFF2-40B4-BE49-F238E27FC236}">
                  <a16:creationId xmlns:a16="http://schemas.microsoft.com/office/drawing/2014/main" id="{23E7BD60-16BC-2176-6556-CB538495B188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8696868" y="4993218"/>
              <a:ext cx="92353" cy="193056"/>
            </a:xfrm>
            <a:custGeom>
              <a:avLst/>
              <a:gdLst/>
              <a:ahLst/>
              <a:cxnLst/>
              <a:rect l="0" t="0" r="0" b="0"/>
              <a:pathLst>
                <a:path w="92353" h="193056">
                  <a:moveTo>
                    <a:pt x="19549" y="84408"/>
                  </a:moveTo>
                  <a:lnTo>
                    <a:pt x="28761" y="85419"/>
                  </a:lnTo>
                  <a:lnTo>
                    <a:pt x="34154" y="72272"/>
                  </a:lnTo>
                  <a:lnTo>
                    <a:pt x="46176" y="65080"/>
                  </a:lnTo>
                  <a:lnTo>
                    <a:pt x="46063" y="55191"/>
                  </a:lnTo>
                  <a:lnTo>
                    <a:pt x="50108" y="49909"/>
                  </a:lnTo>
                  <a:lnTo>
                    <a:pt x="62692" y="42604"/>
                  </a:lnTo>
                  <a:lnTo>
                    <a:pt x="79207" y="39120"/>
                  </a:lnTo>
                  <a:lnTo>
                    <a:pt x="79993" y="68227"/>
                  </a:lnTo>
                  <a:lnTo>
                    <a:pt x="54826" y="82610"/>
                  </a:lnTo>
                  <a:lnTo>
                    <a:pt x="52468" y="91486"/>
                  </a:lnTo>
                  <a:lnTo>
                    <a:pt x="74376" y="102947"/>
                  </a:lnTo>
                  <a:lnTo>
                    <a:pt x="79319" y="114856"/>
                  </a:lnTo>
                  <a:lnTo>
                    <a:pt x="92352" y="123845"/>
                  </a:lnTo>
                  <a:lnTo>
                    <a:pt x="64039" y="112834"/>
                  </a:lnTo>
                  <a:lnTo>
                    <a:pt x="35165" y="107891"/>
                  </a:lnTo>
                  <a:lnTo>
                    <a:pt x="31458" y="110026"/>
                  </a:lnTo>
                  <a:lnTo>
                    <a:pt x="29210" y="134181"/>
                  </a:lnTo>
                  <a:lnTo>
                    <a:pt x="34828" y="152831"/>
                  </a:lnTo>
                  <a:lnTo>
                    <a:pt x="52018" y="182943"/>
                  </a:lnTo>
                  <a:lnTo>
                    <a:pt x="62692" y="193055"/>
                  </a:lnTo>
                  <a:lnTo>
                    <a:pt x="53591" y="191594"/>
                  </a:lnTo>
                  <a:lnTo>
                    <a:pt x="50783" y="186538"/>
                  </a:lnTo>
                  <a:lnTo>
                    <a:pt x="39097" y="181369"/>
                  </a:lnTo>
                  <a:lnTo>
                    <a:pt x="29210" y="163729"/>
                  </a:lnTo>
                  <a:lnTo>
                    <a:pt x="16964" y="152382"/>
                  </a:lnTo>
                  <a:lnTo>
                    <a:pt x="17975" y="119351"/>
                  </a:lnTo>
                  <a:lnTo>
                    <a:pt x="8426" y="106767"/>
                  </a:lnTo>
                  <a:lnTo>
                    <a:pt x="7302" y="99239"/>
                  </a:lnTo>
                  <a:lnTo>
                    <a:pt x="11684" y="84408"/>
                  </a:lnTo>
                  <a:lnTo>
                    <a:pt x="6291" y="79688"/>
                  </a:lnTo>
                  <a:lnTo>
                    <a:pt x="0" y="59124"/>
                  </a:lnTo>
                  <a:lnTo>
                    <a:pt x="7302" y="45751"/>
                  </a:lnTo>
                  <a:lnTo>
                    <a:pt x="7190" y="39232"/>
                  </a:lnTo>
                  <a:lnTo>
                    <a:pt x="13257" y="22260"/>
                  </a:lnTo>
                  <a:lnTo>
                    <a:pt x="29998" y="3935"/>
                  </a:lnTo>
                  <a:lnTo>
                    <a:pt x="38424" y="0"/>
                  </a:lnTo>
                  <a:lnTo>
                    <a:pt x="29099" y="22934"/>
                  </a:lnTo>
                  <a:lnTo>
                    <a:pt x="36850" y="31140"/>
                  </a:lnTo>
                  <a:lnTo>
                    <a:pt x="36963" y="54179"/>
                  </a:lnTo>
                  <a:lnTo>
                    <a:pt x="28986" y="64743"/>
                  </a:lnTo>
                  <a:lnTo>
                    <a:pt x="14493" y="74070"/>
                  </a:lnTo>
                  <a:lnTo>
                    <a:pt x="13369" y="78902"/>
                  </a:lnTo>
                  <a:lnTo>
                    <a:pt x="16065" y="819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oPE_MapPart_IDN_7_51" descr="Indonesien">
              <a:extLst>
                <a:ext uri="{FF2B5EF4-FFF2-40B4-BE49-F238E27FC236}">
                  <a16:creationId xmlns:a16="http://schemas.microsoft.com/office/drawing/2014/main" id="{CEC2072B-7B58-FA1A-79DA-698C5F02BE62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8725405" y="5304758"/>
              <a:ext cx="186166" cy="66738"/>
            </a:xfrm>
            <a:custGeom>
              <a:avLst/>
              <a:gdLst/>
              <a:ahLst/>
              <a:cxnLst/>
              <a:rect l="0" t="0" r="0" b="0"/>
              <a:pathLst>
                <a:path w="186166" h="66738">
                  <a:moveTo>
                    <a:pt x="117182" y="4724"/>
                  </a:moveTo>
                  <a:lnTo>
                    <a:pt x="131562" y="11699"/>
                  </a:lnTo>
                  <a:lnTo>
                    <a:pt x="156168" y="12486"/>
                  </a:lnTo>
                  <a:lnTo>
                    <a:pt x="168077" y="21262"/>
                  </a:lnTo>
                  <a:lnTo>
                    <a:pt x="174368" y="37579"/>
                  </a:lnTo>
                  <a:lnTo>
                    <a:pt x="180772" y="39268"/>
                  </a:lnTo>
                  <a:lnTo>
                    <a:pt x="186165" y="48835"/>
                  </a:lnTo>
                  <a:lnTo>
                    <a:pt x="182682" y="66737"/>
                  </a:lnTo>
                  <a:lnTo>
                    <a:pt x="133698" y="42757"/>
                  </a:lnTo>
                  <a:lnTo>
                    <a:pt x="122799" y="33528"/>
                  </a:lnTo>
                  <a:lnTo>
                    <a:pt x="102014" y="33641"/>
                  </a:lnTo>
                  <a:lnTo>
                    <a:pt x="102576" y="40281"/>
                  </a:lnTo>
                  <a:lnTo>
                    <a:pt x="99205" y="41406"/>
                  </a:lnTo>
                  <a:lnTo>
                    <a:pt x="68085" y="33528"/>
                  </a:lnTo>
                  <a:lnTo>
                    <a:pt x="67410" y="28239"/>
                  </a:lnTo>
                  <a:lnTo>
                    <a:pt x="61456" y="27789"/>
                  </a:lnTo>
                  <a:lnTo>
                    <a:pt x="47524" y="40168"/>
                  </a:lnTo>
                  <a:lnTo>
                    <a:pt x="39885" y="41182"/>
                  </a:lnTo>
                  <a:lnTo>
                    <a:pt x="33817" y="39155"/>
                  </a:lnTo>
                  <a:lnTo>
                    <a:pt x="25166" y="28127"/>
                  </a:lnTo>
                  <a:lnTo>
                    <a:pt x="15841" y="22950"/>
                  </a:lnTo>
                  <a:lnTo>
                    <a:pt x="12807" y="24638"/>
                  </a:lnTo>
                  <a:lnTo>
                    <a:pt x="2696" y="44783"/>
                  </a:lnTo>
                  <a:lnTo>
                    <a:pt x="3145" y="34429"/>
                  </a:lnTo>
                  <a:lnTo>
                    <a:pt x="0" y="27001"/>
                  </a:lnTo>
                  <a:lnTo>
                    <a:pt x="19998" y="4724"/>
                  </a:lnTo>
                  <a:lnTo>
                    <a:pt x="69545" y="2361"/>
                  </a:lnTo>
                  <a:lnTo>
                    <a:pt x="73701" y="3037"/>
                  </a:lnTo>
                  <a:lnTo>
                    <a:pt x="77296" y="9224"/>
                  </a:lnTo>
                  <a:lnTo>
                    <a:pt x="96734" y="0"/>
                  </a:lnTo>
                  <a:lnTo>
                    <a:pt x="107519" y="101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oPE_MapPart_IDN_8_52" descr="Indonesien">
              <a:extLst>
                <a:ext uri="{FF2B5EF4-FFF2-40B4-BE49-F238E27FC236}">
                  <a16:creationId xmlns:a16="http://schemas.microsoft.com/office/drawing/2014/main" id="{A9EBDF7F-11CA-E316-B71D-7DC4075D2D52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8221735" y="5637363"/>
              <a:ext cx="199649" cy="53167"/>
            </a:xfrm>
            <a:custGeom>
              <a:avLst/>
              <a:gdLst/>
              <a:ahLst/>
              <a:cxnLst/>
              <a:rect l="0" t="0" r="0" b="0"/>
              <a:pathLst>
                <a:path w="199649" h="53167">
                  <a:moveTo>
                    <a:pt x="185717" y="32703"/>
                  </a:moveTo>
                  <a:lnTo>
                    <a:pt x="162910" y="40545"/>
                  </a:lnTo>
                  <a:lnTo>
                    <a:pt x="142686" y="41114"/>
                  </a:lnTo>
                  <a:lnTo>
                    <a:pt x="115048" y="50891"/>
                  </a:lnTo>
                  <a:lnTo>
                    <a:pt x="110890" y="45889"/>
                  </a:lnTo>
                  <a:lnTo>
                    <a:pt x="100330" y="45547"/>
                  </a:lnTo>
                  <a:lnTo>
                    <a:pt x="94937" y="52028"/>
                  </a:lnTo>
                  <a:lnTo>
                    <a:pt x="86286" y="50664"/>
                  </a:lnTo>
                  <a:lnTo>
                    <a:pt x="76624" y="53166"/>
                  </a:lnTo>
                  <a:lnTo>
                    <a:pt x="46289" y="44751"/>
                  </a:lnTo>
                  <a:lnTo>
                    <a:pt x="31908" y="45889"/>
                  </a:lnTo>
                  <a:lnTo>
                    <a:pt x="19550" y="43160"/>
                  </a:lnTo>
                  <a:lnTo>
                    <a:pt x="6291" y="48276"/>
                  </a:lnTo>
                  <a:lnTo>
                    <a:pt x="0" y="38158"/>
                  </a:lnTo>
                  <a:lnTo>
                    <a:pt x="4157" y="20661"/>
                  </a:lnTo>
                  <a:lnTo>
                    <a:pt x="9775" y="21570"/>
                  </a:lnTo>
                  <a:lnTo>
                    <a:pt x="34042" y="10442"/>
                  </a:lnTo>
                  <a:lnTo>
                    <a:pt x="50109" y="9306"/>
                  </a:lnTo>
                  <a:lnTo>
                    <a:pt x="58873" y="14416"/>
                  </a:lnTo>
                  <a:lnTo>
                    <a:pt x="74938" y="17255"/>
                  </a:lnTo>
                  <a:lnTo>
                    <a:pt x="102127" y="30545"/>
                  </a:lnTo>
                  <a:lnTo>
                    <a:pt x="134709" y="22819"/>
                  </a:lnTo>
                  <a:lnTo>
                    <a:pt x="156955" y="33840"/>
                  </a:lnTo>
                  <a:lnTo>
                    <a:pt x="163921" y="32022"/>
                  </a:lnTo>
                  <a:lnTo>
                    <a:pt x="174481" y="19526"/>
                  </a:lnTo>
                  <a:lnTo>
                    <a:pt x="189873" y="13394"/>
                  </a:lnTo>
                  <a:lnTo>
                    <a:pt x="194142" y="8171"/>
                  </a:lnTo>
                  <a:lnTo>
                    <a:pt x="184144" y="5901"/>
                  </a:lnTo>
                  <a:lnTo>
                    <a:pt x="189649" y="0"/>
                  </a:lnTo>
                  <a:lnTo>
                    <a:pt x="197850" y="3745"/>
                  </a:lnTo>
                  <a:lnTo>
                    <a:pt x="199648" y="14870"/>
                  </a:lnTo>
                  <a:lnTo>
                    <a:pt x="187401" y="24523"/>
                  </a:lnTo>
                  <a:lnTo>
                    <a:pt x="189649" y="29635"/>
                  </a:lnTo>
                  <a:lnTo>
                    <a:pt x="187963" y="316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oPE_MapPart_IDN_9_53" descr="Indonesien">
              <a:extLst>
                <a:ext uri="{FF2B5EF4-FFF2-40B4-BE49-F238E27FC236}">
                  <a16:creationId xmlns:a16="http://schemas.microsoft.com/office/drawing/2014/main" id="{9982014A-BF74-0EC0-D8D9-7BB8301A126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8032986" y="5637136"/>
              <a:ext cx="146394" cy="63746"/>
            </a:xfrm>
            <a:custGeom>
              <a:avLst/>
              <a:gdLst/>
              <a:ahLst/>
              <a:cxnLst/>
              <a:rect l="0" t="0" r="0" b="0"/>
              <a:pathLst>
                <a:path w="146394" h="63746">
                  <a:moveTo>
                    <a:pt x="91003" y="14416"/>
                  </a:moveTo>
                  <a:lnTo>
                    <a:pt x="96958" y="16686"/>
                  </a:lnTo>
                  <a:lnTo>
                    <a:pt x="106509" y="11463"/>
                  </a:lnTo>
                  <a:lnTo>
                    <a:pt x="114148" y="12032"/>
                  </a:lnTo>
                  <a:lnTo>
                    <a:pt x="120440" y="20548"/>
                  </a:lnTo>
                  <a:lnTo>
                    <a:pt x="122574" y="15210"/>
                  </a:lnTo>
                  <a:lnTo>
                    <a:pt x="133698" y="13167"/>
                  </a:lnTo>
                  <a:lnTo>
                    <a:pt x="137517" y="15665"/>
                  </a:lnTo>
                  <a:lnTo>
                    <a:pt x="140888" y="29749"/>
                  </a:lnTo>
                  <a:lnTo>
                    <a:pt x="146393" y="36567"/>
                  </a:lnTo>
                  <a:lnTo>
                    <a:pt x="143247" y="40431"/>
                  </a:lnTo>
                  <a:lnTo>
                    <a:pt x="127181" y="39295"/>
                  </a:lnTo>
                  <a:lnTo>
                    <a:pt x="122463" y="40772"/>
                  </a:lnTo>
                  <a:lnTo>
                    <a:pt x="127855" y="46912"/>
                  </a:lnTo>
                  <a:lnTo>
                    <a:pt x="121339" y="45206"/>
                  </a:lnTo>
                  <a:lnTo>
                    <a:pt x="102576" y="48389"/>
                  </a:lnTo>
                  <a:lnTo>
                    <a:pt x="99542" y="36908"/>
                  </a:lnTo>
                  <a:lnTo>
                    <a:pt x="87746" y="47366"/>
                  </a:lnTo>
                  <a:lnTo>
                    <a:pt x="67186" y="53166"/>
                  </a:lnTo>
                  <a:lnTo>
                    <a:pt x="59097" y="52483"/>
                  </a:lnTo>
                  <a:lnTo>
                    <a:pt x="45164" y="57943"/>
                  </a:lnTo>
                  <a:lnTo>
                    <a:pt x="26627" y="59649"/>
                  </a:lnTo>
                  <a:lnTo>
                    <a:pt x="17302" y="63745"/>
                  </a:lnTo>
                  <a:lnTo>
                    <a:pt x="224" y="57943"/>
                  </a:lnTo>
                  <a:lnTo>
                    <a:pt x="0" y="36340"/>
                  </a:lnTo>
                  <a:lnTo>
                    <a:pt x="3146" y="27931"/>
                  </a:lnTo>
                  <a:lnTo>
                    <a:pt x="10561" y="26114"/>
                  </a:lnTo>
                  <a:lnTo>
                    <a:pt x="23818" y="17482"/>
                  </a:lnTo>
                  <a:lnTo>
                    <a:pt x="35728" y="21457"/>
                  </a:lnTo>
                  <a:lnTo>
                    <a:pt x="48873" y="21229"/>
                  </a:lnTo>
                  <a:lnTo>
                    <a:pt x="63816" y="39295"/>
                  </a:lnTo>
                  <a:lnTo>
                    <a:pt x="74039" y="40317"/>
                  </a:lnTo>
                  <a:lnTo>
                    <a:pt x="82353" y="35430"/>
                  </a:lnTo>
                  <a:lnTo>
                    <a:pt x="88757" y="35544"/>
                  </a:lnTo>
                  <a:lnTo>
                    <a:pt x="90555" y="31681"/>
                  </a:lnTo>
                  <a:lnTo>
                    <a:pt x="82128" y="24296"/>
                  </a:lnTo>
                  <a:lnTo>
                    <a:pt x="74601" y="23274"/>
                  </a:lnTo>
                  <a:lnTo>
                    <a:pt x="64377" y="15892"/>
                  </a:lnTo>
                  <a:lnTo>
                    <a:pt x="59546" y="7264"/>
                  </a:lnTo>
                  <a:lnTo>
                    <a:pt x="60670" y="3858"/>
                  </a:lnTo>
                  <a:lnTo>
                    <a:pt x="71006" y="0"/>
                  </a:lnTo>
                  <a:lnTo>
                    <a:pt x="83252" y="2042"/>
                  </a:lnTo>
                  <a:lnTo>
                    <a:pt x="88532" y="112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oPE_MapPart_IDN_10_54" descr="Indonesien">
              <a:extLst>
                <a:ext uri="{FF2B5EF4-FFF2-40B4-BE49-F238E27FC236}">
                  <a16:creationId xmlns:a16="http://schemas.microsoft.com/office/drawing/2014/main" id="{64891D81-AC91-FD13-5A3F-73E6AE75B11D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8457785" y="5690984"/>
              <a:ext cx="97297" cy="88665"/>
            </a:xfrm>
            <a:custGeom>
              <a:avLst/>
              <a:gdLst/>
              <a:ahLst/>
              <a:cxnLst/>
              <a:rect l="0" t="0" r="0" b="0"/>
              <a:pathLst>
                <a:path w="97297" h="88665">
                  <a:moveTo>
                    <a:pt x="83139" y="0"/>
                  </a:moveTo>
                  <a:lnTo>
                    <a:pt x="84038" y="7053"/>
                  </a:lnTo>
                  <a:lnTo>
                    <a:pt x="94262" y="3867"/>
                  </a:lnTo>
                  <a:lnTo>
                    <a:pt x="97296" y="6370"/>
                  </a:lnTo>
                  <a:lnTo>
                    <a:pt x="94262" y="15587"/>
                  </a:lnTo>
                  <a:lnTo>
                    <a:pt x="85498" y="17181"/>
                  </a:lnTo>
                  <a:lnTo>
                    <a:pt x="92240" y="35969"/>
                  </a:lnTo>
                  <a:lnTo>
                    <a:pt x="87858" y="39386"/>
                  </a:lnTo>
                  <a:lnTo>
                    <a:pt x="85724" y="45767"/>
                  </a:lnTo>
                  <a:lnTo>
                    <a:pt x="52243" y="76334"/>
                  </a:lnTo>
                  <a:lnTo>
                    <a:pt x="36626" y="78502"/>
                  </a:lnTo>
                  <a:lnTo>
                    <a:pt x="16740" y="88664"/>
                  </a:lnTo>
                  <a:lnTo>
                    <a:pt x="3371" y="86608"/>
                  </a:lnTo>
                  <a:lnTo>
                    <a:pt x="1461" y="80557"/>
                  </a:lnTo>
                  <a:lnTo>
                    <a:pt x="7864" y="71883"/>
                  </a:lnTo>
                  <a:lnTo>
                    <a:pt x="561" y="67889"/>
                  </a:lnTo>
                  <a:lnTo>
                    <a:pt x="0" y="64809"/>
                  </a:lnTo>
                  <a:lnTo>
                    <a:pt x="4719" y="48275"/>
                  </a:lnTo>
                  <a:lnTo>
                    <a:pt x="7415" y="42577"/>
                  </a:lnTo>
                  <a:lnTo>
                    <a:pt x="24155" y="27199"/>
                  </a:lnTo>
                  <a:lnTo>
                    <a:pt x="27863" y="25263"/>
                  </a:lnTo>
                  <a:lnTo>
                    <a:pt x="32806" y="30387"/>
                  </a:lnTo>
                  <a:lnTo>
                    <a:pt x="45502" y="29818"/>
                  </a:lnTo>
                  <a:lnTo>
                    <a:pt x="51344" y="23555"/>
                  </a:lnTo>
                  <a:lnTo>
                    <a:pt x="53366" y="15701"/>
                  </a:lnTo>
                  <a:lnTo>
                    <a:pt x="81117" y="15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oPE_MapPart_IDN_11_55" descr="Indonesien">
              <a:extLst>
                <a:ext uri="{FF2B5EF4-FFF2-40B4-BE49-F238E27FC236}">
                  <a16:creationId xmlns:a16="http://schemas.microsoft.com/office/drawing/2014/main" id="{C20E969D-0282-59CD-1D1E-F087CA5CCFA7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305739" y="5224481"/>
              <a:ext cx="105273" cy="97940"/>
            </a:xfrm>
            <a:custGeom>
              <a:avLst/>
              <a:gdLst/>
              <a:ahLst/>
              <a:cxnLst/>
              <a:rect l="0" t="0" r="0" b="0"/>
              <a:pathLst>
                <a:path w="105273" h="97940">
                  <a:moveTo>
                    <a:pt x="56962" y="10228"/>
                  </a:moveTo>
                  <a:lnTo>
                    <a:pt x="64264" y="22593"/>
                  </a:lnTo>
                  <a:lnTo>
                    <a:pt x="67185" y="42715"/>
                  </a:lnTo>
                  <a:lnTo>
                    <a:pt x="76959" y="59920"/>
                  </a:lnTo>
                  <a:lnTo>
                    <a:pt x="105272" y="66780"/>
                  </a:lnTo>
                  <a:lnTo>
                    <a:pt x="98194" y="72065"/>
                  </a:lnTo>
                  <a:lnTo>
                    <a:pt x="92352" y="86913"/>
                  </a:lnTo>
                  <a:lnTo>
                    <a:pt x="95835" y="97939"/>
                  </a:lnTo>
                  <a:lnTo>
                    <a:pt x="54040" y="82414"/>
                  </a:lnTo>
                  <a:lnTo>
                    <a:pt x="48423" y="71053"/>
                  </a:lnTo>
                  <a:lnTo>
                    <a:pt x="50333" y="61719"/>
                  </a:lnTo>
                  <a:lnTo>
                    <a:pt x="42131" y="50137"/>
                  </a:lnTo>
                  <a:lnTo>
                    <a:pt x="40783" y="42266"/>
                  </a:lnTo>
                  <a:lnTo>
                    <a:pt x="26177" y="35858"/>
                  </a:lnTo>
                  <a:lnTo>
                    <a:pt x="13144" y="38781"/>
                  </a:lnTo>
                  <a:lnTo>
                    <a:pt x="0" y="33609"/>
                  </a:lnTo>
                  <a:lnTo>
                    <a:pt x="3595" y="25740"/>
                  </a:lnTo>
                  <a:lnTo>
                    <a:pt x="15167" y="19220"/>
                  </a:lnTo>
                  <a:lnTo>
                    <a:pt x="15054" y="9554"/>
                  </a:lnTo>
                  <a:lnTo>
                    <a:pt x="20448" y="4383"/>
                  </a:lnTo>
                  <a:lnTo>
                    <a:pt x="28312" y="1348"/>
                  </a:lnTo>
                  <a:lnTo>
                    <a:pt x="35503" y="14162"/>
                  </a:lnTo>
                  <a:lnTo>
                    <a:pt x="38760" y="9554"/>
                  </a:lnTo>
                  <a:lnTo>
                    <a:pt x="36738" y="1798"/>
                  </a:lnTo>
                  <a:lnTo>
                    <a:pt x="48535" y="0"/>
                  </a:lnTo>
                  <a:lnTo>
                    <a:pt x="55838" y="55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oPE_MapPart_IDN_12_56" descr="Indonesien">
              <a:extLst>
                <a:ext uri="{FF2B5EF4-FFF2-40B4-BE49-F238E27FC236}">
                  <a16:creationId xmlns:a16="http://schemas.microsoft.com/office/drawing/2014/main" id="{A48CC8A3-D60B-6165-38E3-88CC28DCDCA5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9335358" y="5592463"/>
              <a:ext cx="83590" cy="64654"/>
            </a:xfrm>
            <a:custGeom>
              <a:avLst/>
              <a:gdLst/>
              <a:ahLst/>
              <a:cxnLst/>
              <a:rect l="0" t="0" r="0" b="0"/>
              <a:pathLst>
                <a:path w="83590" h="64654">
                  <a:moveTo>
                    <a:pt x="55277" y="56250"/>
                  </a:moveTo>
                  <a:lnTo>
                    <a:pt x="40333" y="64653"/>
                  </a:lnTo>
                  <a:lnTo>
                    <a:pt x="0" y="63403"/>
                  </a:lnTo>
                  <a:lnTo>
                    <a:pt x="11460" y="34802"/>
                  </a:lnTo>
                  <a:lnTo>
                    <a:pt x="26964" y="11671"/>
                  </a:lnTo>
                  <a:lnTo>
                    <a:pt x="40333" y="3625"/>
                  </a:lnTo>
                  <a:lnTo>
                    <a:pt x="55839" y="0"/>
                  </a:lnTo>
                  <a:lnTo>
                    <a:pt x="69882" y="679"/>
                  </a:lnTo>
                  <a:lnTo>
                    <a:pt x="77971" y="8271"/>
                  </a:lnTo>
                  <a:lnTo>
                    <a:pt x="83589" y="19946"/>
                  </a:lnTo>
                  <a:lnTo>
                    <a:pt x="70893" y="42743"/>
                  </a:lnTo>
                  <a:lnTo>
                    <a:pt x="60107" y="515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oPE_MapPart_IDN_13_57" descr="Indonesien">
              <a:extLst>
                <a:ext uri="{FF2B5EF4-FFF2-40B4-BE49-F238E27FC236}">
                  <a16:creationId xmlns:a16="http://schemas.microsoft.com/office/drawing/2014/main" id="{FD0ABD98-0E36-8790-9C5E-FFBE4D4E3B43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8168706" y="5713628"/>
              <a:ext cx="116958" cy="62938"/>
            </a:xfrm>
            <a:custGeom>
              <a:avLst/>
              <a:gdLst/>
              <a:ahLst/>
              <a:cxnLst/>
              <a:rect l="0" t="0" r="0" b="0"/>
              <a:pathLst>
                <a:path w="116958" h="62938">
                  <a:moveTo>
                    <a:pt x="65837" y="4669"/>
                  </a:moveTo>
                  <a:lnTo>
                    <a:pt x="78758" y="12983"/>
                  </a:lnTo>
                  <a:lnTo>
                    <a:pt x="83139" y="21984"/>
                  </a:lnTo>
                  <a:lnTo>
                    <a:pt x="96509" y="23579"/>
                  </a:lnTo>
                  <a:lnTo>
                    <a:pt x="116957" y="46614"/>
                  </a:lnTo>
                  <a:lnTo>
                    <a:pt x="108531" y="57342"/>
                  </a:lnTo>
                  <a:lnTo>
                    <a:pt x="92464" y="62937"/>
                  </a:lnTo>
                  <a:lnTo>
                    <a:pt x="74039" y="57000"/>
                  </a:lnTo>
                  <a:lnTo>
                    <a:pt x="60669" y="42165"/>
                  </a:lnTo>
                  <a:lnTo>
                    <a:pt x="40109" y="29963"/>
                  </a:lnTo>
                  <a:lnTo>
                    <a:pt x="25278" y="29849"/>
                  </a:lnTo>
                  <a:lnTo>
                    <a:pt x="5280" y="23351"/>
                  </a:lnTo>
                  <a:lnTo>
                    <a:pt x="0" y="13894"/>
                  </a:lnTo>
                  <a:lnTo>
                    <a:pt x="4606" y="8882"/>
                  </a:lnTo>
                  <a:lnTo>
                    <a:pt x="21010" y="4213"/>
                  </a:lnTo>
                  <a:lnTo>
                    <a:pt x="52243" y="5011"/>
                  </a:lnTo>
                  <a:lnTo>
                    <a:pt x="61344" y="0"/>
                  </a:lnTo>
                  <a:lnTo>
                    <a:pt x="63365" y="13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oPE_MapPart_IDN_14_58" descr="Indonesien">
              <a:extLst>
                <a:ext uri="{FF2B5EF4-FFF2-40B4-BE49-F238E27FC236}">
                  <a16:creationId xmlns:a16="http://schemas.microsoft.com/office/drawing/2014/main" id="{5863D412-745F-8AE4-F72C-4654C0C84754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8609908" y="5321970"/>
              <a:ext cx="75051" cy="47386"/>
            </a:xfrm>
            <a:custGeom>
              <a:avLst/>
              <a:gdLst/>
              <a:ahLst/>
              <a:cxnLst/>
              <a:rect l="0" t="0" r="0" b="0"/>
              <a:pathLst>
                <a:path w="75051" h="47386">
                  <a:moveTo>
                    <a:pt x="52019" y="1350"/>
                  </a:moveTo>
                  <a:lnTo>
                    <a:pt x="62355" y="6301"/>
                  </a:lnTo>
                  <a:lnTo>
                    <a:pt x="74938" y="20367"/>
                  </a:lnTo>
                  <a:lnTo>
                    <a:pt x="75050" y="35451"/>
                  </a:lnTo>
                  <a:lnTo>
                    <a:pt x="57074" y="43670"/>
                  </a:lnTo>
                  <a:lnTo>
                    <a:pt x="41121" y="47385"/>
                  </a:lnTo>
                  <a:lnTo>
                    <a:pt x="9437" y="32186"/>
                  </a:lnTo>
                  <a:lnTo>
                    <a:pt x="1797" y="22281"/>
                  </a:lnTo>
                  <a:lnTo>
                    <a:pt x="0" y="6526"/>
                  </a:lnTo>
                  <a:lnTo>
                    <a:pt x="3820" y="2475"/>
                  </a:lnTo>
                  <a:lnTo>
                    <a:pt x="12022" y="5175"/>
                  </a:lnTo>
                  <a:lnTo>
                    <a:pt x="32918" y="0"/>
                  </a:lnTo>
                  <a:lnTo>
                    <a:pt x="48760" y="2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" name="oPE_MapPart_IDN_15_59" descr="Indonesien">
              <a:extLst>
                <a:ext uri="{FF2B5EF4-FFF2-40B4-BE49-F238E27FC236}">
                  <a16:creationId xmlns:a16="http://schemas.microsoft.com/office/drawing/2014/main" id="{184D0B38-9842-AADE-3BE2-643D87E9D9B1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7888839" y="5635661"/>
              <a:ext cx="76738" cy="49411"/>
            </a:xfrm>
            <a:custGeom>
              <a:avLst/>
              <a:gdLst/>
              <a:ahLst/>
              <a:cxnLst/>
              <a:rect l="0" t="0" r="0" b="0"/>
              <a:pathLst>
                <a:path w="76738" h="49411">
                  <a:moveTo>
                    <a:pt x="60783" y="5674"/>
                  </a:moveTo>
                  <a:lnTo>
                    <a:pt x="67074" y="8966"/>
                  </a:lnTo>
                  <a:lnTo>
                    <a:pt x="76737" y="21568"/>
                  </a:lnTo>
                  <a:lnTo>
                    <a:pt x="53592" y="34746"/>
                  </a:lnTo>
                  <a:lnTo>
                    <a:pt x="46514" y="47591"/>
                  </a:lnTo>
                  <a:lnTo>
                    <a:pt x="41795" y="49410"/>
                  </a:lnTo>
                  <a:lnTo>
                    <a:pt x="38537" y="48160"/>
                  </a:lnTo>
                  <a:lnTo>
                    <a:pt x="41570" y="44407"/>
                  </a:lnTo>
                  <a:lnTo>
                    <a:pt x="39436" y="35542"/>
                  </a:lnTo>
                  <a:lnTo>
                    <a:pt x="22920" y="22932"/>
                  </a:lnTo>
                  <a:lnTo>
                    <a:pt x="5955" y="17594"/>
                  </a:lnTo>
                  <a:lnTo>
                    <a:pt x="225" y="9419"/>
                  </a:lnTo>
                  <a:lnTo>
                    <a:pt x="0" y="3404"/>
                  </a:lnTo>
                  <a:lnTo>
                    <a:pt x="28987" y="7603"/>
                  </a:lnTo>
                  <a:lnTo>
                    <a:pt x="42358" y="0"/>
                  </a:lnTo>
                  <a:lnTo>
                    <a:pt x="54041" y="317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oPE_MapPart_IDN_16_60" descr="Indonesien">
              <a:extLst>
                <a:ext uri="{FF2B5EF4-FFF2-40B4-BE49-F238E27FC236}">
                  <a16:creationId xmlns:a16="http://schemas.microsoft.com/office/drawing/2014/main" id="{CF44718F-9F8E-D680-25D3-9A610043AF14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7975912" y="5644400"/>
              <a:ext cx="53929" cy="45789"/>
            </a:xfrm>
            <a:custGeom>
              <a:avLst/>
              <a:gdLst/>
              <a:ahLst/>
              <a:cxnLst/>
              <a:rect l="0" t="0" r="0" b="0"/>
              <a:pathLst>
                <a:path w="53929" h="45789">
                  <a:moveTo>
                    <a:pt x="48086" y="25780"/>
                  </a:moveTo>
                  <a:lnTo>
                    <a:pt x="40221" y="38965"/>
                  </a:lnTo>
                  <a:lnTo>
                    <a:pt x="44715" y="43059"/>
                  </a:lnTo>
                  <a:lnTo>
                    <a:pt x="31682" y="45788"/>
                  </a:lnTo>
                  <a:lnTo>
                    <a:pt x="337" y="39193"/>
                  </a:lnTo>
                  <a:lnTo>
                    <a:pt x="0" y="33963"/>
                  </a:lnTo>
                  <a:lnTo>
                    <a:pt x="12920" y="34077"/>
                  </a:lnTo>
                  <a:lnTo>
                    <a:pt x="11909" y="14647"/>
                  </a:lnTo>
                  <a:lnTo>
                    <a:pt x="27076" y="2156"/>
                  </a:lnTo>
                  <a:lnTo>
                    <a:pt x="33255" y="0"/>
                  </a:lnTo>
                  <a:lnTo>
                    <a:pt x="48535" y="4995"/>
                  </a:lnTo>
                  <a:lnTo>
                    <a:pt x="53928" y="1146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oPE_MapPart_IRN_1_61" descr="Iran">
              <a:extLst>
                <a:ext uri="{FF2B5EF4-FFF2-40B4-BE49-F238E27FC236}">
                  <a16:creationId xmlns:a16="http://schemas.microsoft.com/office/drawing/2014/main" id="{F5B3C340-DD4A-1AF5-91C7-AB95DB79434B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4195079" y="3378953"/>
              <a:ext cx="61344" cy="29201"/>
            </a:xfrm>
            <a:custGeom>
              <a:avLst/>
              <a:gdLst/>
              <a:ahLst/>
              <a:cxnLst/>
              <a:rect l="0" t="0" r="0" b="0"/>
              <a:pathLst>
                <a:path w="61344" h="29201">
                  <a:moveTo>
                    <a:pt x="55726" y="5798"/>
                  </a:moveTo>
                  <a:lnTo>
                    <a:pt x="41120" y="21156"/>
                  </a:lnTo>
                  <a:lnTo>
                    <a:pt x="34379" y="19143"/>
                  </a:lnTo>
                  <a:lnTo>
                    <a:pt x="2808" y="29200"/>
                  </a:lnTo>
                  <a:lnTo>
                    <a:pt x="0" y="24173"/>
                  </a:lnTo>
                  <a:lnTo>
                    <a:pt x="29098" y="13355"/>
                  </a:lnTo>
                  <a:lnTo>
                    <a:pt x="28762" y="3908"/>
                  </a:lnTo>
                  <a:lnTo>
                    <a:pt x="38199" y="6554"/>
                  </a:lnTo>
                  <a:lnTo>
                    <a:pt x="57299" y="0"/>
                  </a:lnTo>
                  <a:lnTo>
                    <a:pt x="61343" y="36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oPE_MapPart_IRN_2_62" descr="Iran">
              <a:extLst>
                <a:ext uri="{FF2B5EF4-FFF2-40B4-BE49-F238E27FC236}">
                  <a16:creationId xmlns:a16="http://schemas.microsoft.com/office/drawing/2014/main" id="{36389AA1-8170-D4A0-DF13-864D47B370FD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3491425" y="2420970"/>
              <a:ext cx="1203616" cy="1090054"/>
            </a:xfrm>
            <a:custGeom>
              <a:avLst/>
              <a:gdLst/>
              <a:ahLst/>
              <a:cxnLst/>
              <a:rect l="0" t="0" r="0" b="0"/>
              <a:pathLst>
                <a:path w="1203616" h="1090054">
                  <a:moveTo>
                    <a:pt x="617368" y="193702"/>
                  </a:moveTo>
                  <a:lnTo>
                    <a:pt x="634670" y="194550"/>
                  </a:lnTo>
                  <a:lnTo>
                    <a:pt x="666465" y="183660"/>
                  </a:lnTo>
                  <a:lnTo>
                    <a:pt x="678936" y="159403"/>
                  </a:lnTo>
                  <a:lnTo>
                    <a:pt x="708934" y="137757"/>
                  </a:lnTo>
                  <a:lnTo>
                    <a:pt x="721293" y="133903"/>
                  </a:lnTo>
                  <a:lnTo>
                    <a:pt x="764548" y="135473"/>
                  </a:lnTo>
                  <a:lnTo>
                    <a:pt x="767806" y="126760"/>
                  </a:lnTo>
                  <a:lnTo>
                    <a:pt x="775109" y="122041"/>
                  </a:lnTo>
                  <a:lnTo>
                    <a:pt x="822071" y="124758"/>
                  </a:lnTo>
                  <a:lnTo>
                    <a:pt x="829262" y="131475"/>
                  </a:lnTo>
                  <a:lnTo>
                    <a:pt x="832071" y="144031"/>
                  </a:lnTo>
                  <a:lnTo>
                    <a:pt x="871169" y="155279"/>
                  </a:lnTo>
                  <a:lnTo>
                    <a:pt x="888808" y="168351"/>
                  </a:lnTo>
                  <a:lnTo>
                    <a:pt x="896560" y="170622"/>
                  </a:lnTo>
                  <a:lnTo>
                    <a:pt x="906784" y="166506"/>
                  </a:lnTo>
                  <a:lnTo>
                    <a:pt x="912964" y="169345"/>
                  </a:lnTo>
                  <a:lnTo>
                    <a:pt x="923299" y="166932"/>
                  </a:lnTo>
                  <a:lnTo>
                    <a:pt x="951949" y="179411"/>
                  </a:lnTo>
                  <a:lnTo>
                    <a:pt x="956331" y="185641"/>
                  </a:lnTo>
                  <a:lnTo>
                    <a:pt x="957791" y="194408"/>
                  </a:lnTo>
                  <a:lnTo>
                    <a:pt x="963296" y="200764"/>
                  </a:lnTo>
                  <a:lnTo>
                    <a:pt x="994081" y="217255"/>
                  </a:lnTo>
                  <a:lnTo>
                    <a:pt x="1018573" y="248841"/>
                  </a:lnTo>
                  <a:lnTo>
                    <a:pt x="1067109" y="248421"/>
                  </a:lnTo>
                  <a:lnTo>
                    <a:pt x="1070255" y="253880"/>
                  </a:lnTo>
                  <a:lnTo>
                    <a:pt x="1072951" y="290560"/>
                  </a:lnTo>
                  <a:lnTo>
                    <a:pt x="1069243" y="300008"/>
                  </a:lnTo>
                  <a:lnTo>
                    <a:pt x="1075423" y="308471"/>
                  </a:lnTo>
                  <a:lnTo>
                    <a:pt x="1074411" y="320936"/>
                  </a:lnTo>
                  <a:lnTo>
                    <a:pt x="1077108" y="335585"/>
                  </a:lnTo>
                  <a:lnTo>
                    <a:pt x="1071490" y="351024"/>
                  </a:lnTo>
                  <a:lnTo>
                    <a:pt x="1065873" y="354052"/>
                  </a:lnTo>
                  <a:lnTo>
                    <a:pt x="1069019" y="367662"/>
                  </a:lnTo>
                  <a:lnTo>
                    <a:pt x="1064075" y="380830"/>
                  </a:lnTo>
                  <a:lnTo>
                    <a:pt x="1064637" y="385898"/>
                  </a:lnTo>
                  <a:lnTo>
                    <a:pt x="1056660" y="401213"/>
                  </a:lnTo>
                  <a:lnTo>
                    <a:pt x="1042616" y="411448"/>
                  </a:lnTo>
                  <a:lnTo>
                    <a:pt x="1052728" y="426566"/>
                  </a:lnTo>
                  <a:lnTo>
                    <a:pt x="1037336" y="427382"/>
                  </a:lnTo>
                  <a:lnTo>
                    <a:pt x="1027561" y="443412"/>
                  </a:lnTo>
                  <a:lnTo>
                    <a:pt x="1030146" y="462513"/>
                  </a:lnTo>
                  <a:lnTo>
                    <a:pt x="1027561" y="472245"/>
                  </a:lnTo>
                  <a:lnTo>
                    <a:pt x="1033066" y="481557"/>
                  </a:lnTo>
                  <a:lnTo>
                    <a:pt x="1053851" y="485198"/>
                  </a:lnTo>
                  <a:lnTo>
                    <a:pt x="1054525" y="487758"/>
                  </a:lnTo>
                  <a:lnTo>
                    <a:pt x="1032280" y="515188"/>
                  </a:lnTo>
                  <a:lnTo>
                    <a:pt x="1049020" y="581138"/>
                  </a:lnTo>
                  <a:lnTo>
                    <a:pt x="1046436" y="608448"/>
                  </a:lnTo>
                  <a:lnTo>
                    <a:pt x="1048458" y="636571"/>
                  </a:lnTo>
                  <a:lnTo>
                    <a:pt x="1100926" y="644736"/>
                  </a:lnTo>
                  <a:lnTo>
                    <a:pt x="1106769" y="651839"/>
                  </a:lnTo>
                  <a:lnTo>
                    <a:pt x="1110476" y="667335"/>
                  </a:lnTo>
                  <a:lnTo>
                    <a:pt x="1110251" y="678999"/>
                  </a:lnTo>
                  <a:lnTo>
                    <a:pt x="1108679" y="684889"/>
                  </a:lnTo>
                  <a:lnTo>
                    <a:pt x="1049919" y="755322"/>
                  </a:lnTo>
                  <a:lnTo>
                    <a:pt x="1079580" y="790215"/>
                  </a:lnTo>
                  <a:lnTo>
                    <a:pt x="1080815" y="797947"/>
                  </a:lnTo>
                  <a:lnTo>
                    <a:pt x="1098567" y="831740"/>
                  </a:lnTo>
                  <a:lnTo>
                    <a:pt x="1115195" y="849154"/>
                  </a:lnTo>
                  <a:lnTo>
                    <a:pt x="1144181" y="858486"/>
                  </a:lnTo>
                  <a:lnTo>
                    <a:pt x="1157327" y="871248"/>
                  </a:lnTo>
                  <a:lnTo>
                    <a:pt x="1169460" y="870611"/>
                  </a:lnTo>
                  <a:lnTo>
                    <a:pt x="1168225" y="887682"/>
                  </a:lnTo>
                  <a:lnTo>
                    <a:pt x="1172831" y="923355"/>
                  </a:lnTo>
                  <a:lnTo>
                    <a:pt x="1169123" y="939550"/>
                  </a:lnTo>
                  <a:lnTo>
                    <a:pt x="1179235" y="942963"/>
                  </a:lnTo>
                  <a:lnTo>
                    <a:pt x="1196762" y="941067"/>
                  </a:lnTo>
                  <a:lnTo>
                    <a:pt x="1203615" y="949529"/>
                  </a:lnTo>
                  <a:lnTo>
                    <a:pt x="1199570" y="952811"/>
                  </a:lnTo>
                  <a:lnTo>
                    <a:pt x="1200132" y="966678"/>
                  </a:lnTo>
                  <a:lnTo>
                    <a:pt x="1196087" y="969575"/>
                  </a:lnTo>
                  <a:lnTo>
                    <a:pt x="1194402" y="982785"/>
                  </a:lnTo>
                  <a:lnTo>
                    <a:pt x="1169011" y="983414"/>
                  </a:lnTo>
                  <a:lnTo>
                    <a:pt x="1149462" y="988942"/>
                  </a:lnTo>
                  <a:lnTo>
                    <a:pt x="1141598" y="993839"/>
                  </a:lnTo>
                  <a:lnTo>
                    <a:pt x="1136991" y="1003123"/>
                  </a:lnTo>
                  <a:lnTo>
                    <a:pt x="1129913" y="1002371"/>
                  </a:lnTo>
                  <a:lnTo>
                    <a:pt x="1127666" y="1005881"/>
                  </a:lnTo>
                  <a:lnTo>
                    <a:pt x="1112274" y="1012271"/>
                  </a:lnTo>
                  <a:lnTo>
                    <a:pt x="1106769" y="1038904"/>
                  </a:lnTo>
                  <a:lnTo>
                    <a:pt x="1101039" y="1045268"/>
                  </a:lnTo>
                  <a:lnTo>
                    <a:pt x="1096320" y="1083227"/>
                  </a:lnTo>
                  <a:lnTo>
                    <a:pt x="1085422" y="1090053"/>
                  </a:lnTo>
                  <a:lnTo>
                    <a:pt x="1038684" y="1077637"/>
                  </a:lnTo>
                  <a:lnTo>
                    <a:pt x="1033965" y="1068562"/>
                  </a:lnTo>
                  <a:lnTo>
                    <a:pt x="1029134" y="1066944"/>
                  </a:lnTo>
                  <a:lnTo>
                    <a:pt x="1022281" y="1075649"/>
                  </a:lnTo>
                  <a:lnTo>
                    <a:pt x="998799" y="1070676"/>
                  </a:lnTo>
                  <a:lnTo>
                    <a:pt x="990822" y="1072168"/>
                  </a:lnTo>
                  <a:lnTo>
                    <a:pt x="985879" y="1069432"/>
                  </a:lnTo>
                  <a:lnTo>
                    <a:pt x="973296" y="1069308"/>
                  </a:lnTo>
                  <a:lnTo>
                    <a:pt x="963296" y="1063958"/>
                  </a:lnTo>
                  <a:lnTo>
                    <a:pt x="937681" y="1068313"/>
                  </a:lnTo>
                  <a:lnTo>
                    <a:pt x="922176" y="1058854"/>
                  </a:lnTo>
                  <a:lnTo>
                    <a:pt x="885100" y="1056238"/>
                  </a:lnTo>
                  <a:lnTo>
                    <a:pt x="868472" y="1049384"/>
                  </a:lnTo>
                  <a:lnTo>
                    <a:pt x="859709" y="1052002"/>
                  </a:lnTo>
                  <a:lnTo>
                    <a:pt x="855777" y="1047014"/>
                  </a:lnTo>
                  <a:lnTo>
                    <a:pt x="830947" y="1042399"/>
                  </a:lnTo>
                  <a:lnTo>
                    <a:pt x="822858" y="1025411"/>
                  </a:lnTo>
                  <a:lnTo>
                    <a:pt x="822633" y="1016904"/>
                  </a:lnTo>
                  <a:lnTo>
                    <a:pt x="816566" y="1002120"/>
                  </a:lnTo>
                  <a:lnTo>
                    <a:pt x="812297" y="972219"/>
                  </a:lnTo>
                  <a:lnTo>
                    <a:pt x="804432" y="958613"/>
                  </a:lnTo>
                  <a:lnTo>
                    <a:pt x="793085" y="949277"/>
                  </a:lnTo>
                  <a:lnTo>
                    <a:pt x="769828" y="944226"/>
                  </a:lnTo>
                  <a:lnTo>
                    <a:pt x="754998" y="948141"/>
                  </a:lnTo>
                  <a:lnTo>
                    <a:pt x="743875" y="955586"/>
                  </a:lnTo>
                  <a:lnTo>
                    <a:pt x="725787" y="959748"/>
                  </a:lnTo>
                  <a:lnTo>
                    <a:pt x="711630" y="974232"/>
                  </a:lnTo>
                  <a:lnTo>
                    <a:pt x="703541" y="973226"/>
                  </a:lnTo>
                  <a:lnTo>
                    <a:pt x="670173" y="992835"/>
                  </a:lnTo>
                  <a:lnTo>
                    <a:pt x="662983" y="992584"/>
                  </a:lnTo>
                  <a:lnTo>
                    <a:pt x="638153" y="979516"/>
                  </a:lnTo>
                  <a:lnTo>
                    <a:pt x="604447" y="977378"/>
                  </a:lnTo>
                  <a:lnTo>
                    <a:pt x="591977" y="968567"/>
                  </a:lnTo>
                  <a:lnTo>
                    <a:pt x="588719" y="962268"/>
                  </a:lnTo>
                  <a:lnTo>
                    <a:pt x="559283" y="948267"/>
                  </a:lnTo>
                  <a:lnTo>
                    <a:pt x="541082" y="935505"/>
                  </a:lnTo>
                  <a:lnTo>
                    <a:pt x="535576" y="923608"/>
                  </a:lnTo>
                  <a:lnTo>
                    <a:pt x="527599" y="914864"/>
                  </a:lnTo>
                  <a:lnTo>
                    <a:pt x="509848" y="907887"/>
                  </a:lnTo>
                  <a:lnTo>
                    <a:pt x="499849" y="900269"/>
                  </a:lnTo>
                  <a:lnTo>
                    <a:pt x="472323" y="897473"/>
                  </a:lnTo>
                  <a:lnTo>
                    <a:pt x="452886" y="878514"/>
                  </a:lnTo>
                  <a:lnTo>
                    <a:pt x="452774" y="872396"/>
                  </a:lnTo>
                  <a:lnTo>
                    <a:pt x="441314" y="851585"/>
                  </a:lnTo>
                  <a:lnTo>
                    <a:pt x="439404" y="836354"/>
                  </a:lnTo>
                  <a:lnTo>
                    <a:pt x="427158" y="826097"/>
                  </a:lnTo>
                  <a:lnTo>
                    <a:pt x="427720" y="812357"/>
                  </a:lnTo>
                  <a:lnTo>
                    <a:pt x="415249" y="806313"/>
                  </a:lnTo>
                  <a:lnTo>
                    <a:pt x="413676" y="786862"/>
                  </a:lnTo>
                  <a:lnTo>
                    <a:pt x="383678" y="750786"/>
                  </a:lnTo>
                  <a:lnTo>
                    <a:pt x="377611" y="730796"/>
                  </a:lnTo>
                  <a:lnTo>
                    <a:pt x="371993" y="730016"/>
                  </a:lnTo>
                  <a:lnTo>
                    <a:pt x="345254" y="743005"/>
                  </a:lnTo>
                  <a:lnTo>
                    <a:pt x="312447" y="721039"/>
                  </a:lnTo>
                  <a:lnTo>
                    <a:pt x="310762" y="718175"/>
                  </a:lnTo>
                  <a:lnTo>
                    <a:pt x="313683" y="716482"/>
                  </a:lnTo>
                  <a:lnTo>
                    <a:pt x="322559" y="718045"/>
                  </a:lnTo>
                  <a:lnTo>
                    <a:pt x="326154" y="715310"/>
                  </a:lnTo>
                  <a:lnTo>
                    <a:pt x="324694" y="711009"/>
                  </a:lnTo>
                  <a:lnTo>
                    <a:pt x="310762" y="708532"/>
                  </a:lnTo>
                  <a:lnTo>
                    <a:pt x="313009" y="712573"/>
                  </a:lnTo>
                  <a:lnTo>
                    <a:pt x="305482" y="716482"/>
                  </a:lnTo>
                  <a:lnTo>
                    <a:pt x="303909" y="721430"/>
                  </a:lnTo>
                  <a:lnTo>
                    <a:pt x="305594" y="736383"/>
                  </a:lnTo>
                  <a:lnTo>
                    <a:pt x="302560" y="740668"/>
                  </a:lnTo>
                  <a:lnTo>
                    <a:pt x="282338" y="747804"/>
                  </a:lnTo>
                  <a:lnTo>
                    <a:pt x="278181" y="744821"/>
                  </a:lnTo>
                  <a:lnTo>
                    <a:pt x="268968" y="724553"/>
                  </a:lnTo>
                  <a:lnTo>
                    <a:pt x="249194" y="711531"/>
                  </a:lnTo>
                  <a:lnTo>
                    <a:pt x="248969" y="673366"/>
                  </a:lnTo>
                  <a:lnTo>
                    <a:pt x="228297" y="672448"/>
                  </a:lnTo>
                  <a:lnTo>
                    <a:pt x="228297" y="643420"/>
                  </a:lnTo>
                  <a:lnTo>
                    <a:pt x="237622" y="614532"/>
                  </a:lnTo>
                  <a:lnTo>
                    <a:pt x="217848" y="588308"/>
                  </a:lnTo>
                  <a:lnTo>
                    <a:pt x="208972" y="568240"/>
                  </a:lnTo>
                  <a:lnTo>
                    <a:pt x="203692" y="564512"/>
                  </a:lnTo>
                  <a:lnTo>
                    <a:pt x="193468" y="565045"/>
                  </a:lnTo>
                  <a:lnTo>
                    <a:pt x="146955" y="530733"/>
                  </a:lnTo>
                  <a:lnTo>
                    <a:pt x="130439" y="528591"/>
                  </a:lnTo>
                  <a:lnTo>
                    <a:pt x="128417" y="519077"/>
                  </a:lnTo>
                  <a:lnTo>
                    <a:pt x="132574" y="508341"/>
                  </a:lnTo>
                  <a:lnTo>
                    <a:pt x="124709" y="494492"/>
                  </a:lnTo>
                  <a:lnTo>
                    <a:pt x="122237" y="490318"/>
                  </a:lnTo>
                  <a:lnTo>
                    <a:pt x="115497" y="488702"/>
                  </a:lnTo>
                  <a:lnTo>
                    <a:pt x="115946" y="479939"/>
                  </a:lnTo>
                  <a:lnTo>
                    <a:pt x="107070" y="480478"/>
                  </a:lnTo>
                  <a:lnTo>
                    <a:pt x="85836" y="452766"/>
                  </a:lnTo>
                  <a:lnTo>
                    <a:pt x="94936" y="434315"/>
                  </a:lnTo>
                  <a:lnTo>
                    <a:pt x="88308" y="419216"/>
                  </a:lnTo>
                  <a:lnTo>
                    <a:pt x="92240" y="406674"/>
                  </a:lnTo>
                  <a:lnTo>
                    <a:pt x="100779" y="407220"/>
                  </a:lnTo>
                  <a:lnTo>
                    <a:pt x="103363" y="390277"/>
                  </a:lnTo>
                  <a:lnTo>
                    <a:pt x="118530" y="372740"/>
                  </a:lnTo>
                  <a:lnTo>
                    <a:pt x="131787" y="365189"/>
                  </a:lnTo>
                  <a:lnTo>
                    <a:pt x="133023" y="359830"/>
                  </a:lnTo>
                  <a:lnTo>
                    <a:pt x="130439" y="350336"/>
                  </a:lnTo>
                  <a:lnTo>
                    <a:pt x="121901" y="338482"/>
                  </a:lnTo>
                  <a:lnTo>
                    <a:pt x="123137" y="328403"/>
                  </a:lnTo>
                  <a:lnTo>
                    <a:pt x="125720" y="323426"/>
                  </a:lnTo>
                  <a:lnTo>
                    <a:pt x="140439" y="315676"/>
                  </a:lnTo>
                  <a:lnTo>
                    <a:pt x="133922" y="312075"/>
                  </a:lnTo>
                  <a:lnTo>
                    <a:pt x="109430" y="311936"/>
                  </a:lnTo>
                  <a:lnTo>
                    <a:pt x="96060" y="300008"/>
                  </a:lnTo>
                  <a:lnTo>
                    <a:pt x="83589" y="296953"/>
                  </a:lnTo>
                  <a:lnTo>
                    <a:pt x="76061" y="270644"/>
                  </a:lnTo>
                  <a:lnTo>
                    <a:pt x="66287" y="264921"/>
                  </a:lnTo>
                  <a:lnTo>
                    <a:pt x="62916" y="257516"/>
                  </a:lnTo>
                  <a:lnTo>
                    <a:pt x="62242" y="244079"/>
                  </a:lnTo>
                  <a:lnTo>
                    <a:pt x="53591" y="236227"/>
                  </a:lnTo>
                  <a:lnTo>
                    <a:pt x="46401" y="209931"/>
                  </a:lnTo>
                  <a:lnTo>
                    <a:pt x="48198" y="197799"/>
                  </a:lnTo>
                  <a:lnTo>
                    <a:pt x="34379" y="186490"/>
                  </a:lnTo>
                  <a:lnTo>
                    <a:pt x="32582" y="168919"/>
                  </a:lnTo>
                  <a:lnTo>
                    <a:pt x="35390" y="164802"/>
                  </a:lnTo>
                  <a:lnTo>
                    <a:pt x="11796" y="149160"/>
                  </a:lnTo>
                  <a:lnTo>
                    <a:pt x="26627" y="115313"/>
                  </a:lnTo>
                  <a:lnTo>
                    <a:pt x="17190" y="111158"/>
                  </a:lnTo>
                  <a:lnTo>
                    <a:pt x="15504" y="75212"/>
                  </a:lnTo>
                  <a:lnTo>
                    <a:pt x="9212" y="67418"/>
                  </a:lnTo>
                  <a:lnTo>
                    <a:pt x="7640" y="62505"/>
                  </a:lnTo>
                  <a:lnTo>
                    <a:pt x="9662" y="50493"/>
                  </a:lnTo>
                  <a:lnTo>
                    <a:pt x="3483" y="44551"/>
                  </a:lnTo>
                  <a:lnTo>
                    <a:pt x="0" y="31775"/>
                  </a:lnTo>
                  <a:lnTo>
                    <a:pt x="22919" y="28140"/>
                  </a:lnTo>
                  <a:lnTo>
                    <a:pt x="27077" y="8326"/>
                  </a:lnTo>
                  <a:lnTo>
                    <a:pt x="35278" y="0"/>
                  </a:lnTo>
                  <a:lnTo>
                    <a:pt x="49546" y="9639"/>
                  </a:lnTo>
                  <a:lnTo>
                    <a:pt x="69770" y="41650"/>
                  </a:lnTo>
                  <a:lnTo>
                    <a:pt x="90892" y="61637"/>
                  </a:lnTo>
                  <a:lnTo>
                    <a:pt x="134034" y="72615"/>
                  </a:lnTo>
                  <a:lnTo>
                    <a:pt x="143247" y="69150"/>
                  </a:lnTo>
                  <a:lnTo>
                    <a:pt x="158077" y="69728"/>
                  </a:lnTo>
                  <a:lnTo>
                    <a:pt x="176615" y="50204"/>
                  </a:lnTo>
                  <a:lnTo>
                    <a:pt x="185154" y="47596"/>
                  </a:lnTo>
                  <a:lnTo>
                    <a:pt x="215601" y="21883"/>
                  </a:lnTo>
                  <a:lnTo>
                    <a:pt x="234027" y="9785"/>
                  </a:lnTo>
                  <a:lnTo>
                    <a:pt x="247958" y="6866"/>
                  </a:lnTo>
                  <a:lnTo>
                    <a:pt x="268406" y="30031"/>
                  </a:lnTo>
                  <a:lnTo>
                    <a:pt x="256721" y="37005"/>
                  </a:lnTo>
                  <a:lnTo>
                    <a:pt x="254811" y="42665"/>
                  </a:lnTo>
                  <a:lnTo>
                    <a:pt x="256047" y="48320"/>
                  </a:lnTo>
                  <a:lnTo>
                    <a:pt x="265373" y="54114"/>
                  </a:lnTo>
                  <a:lnTo>
                    <a:pt x="266496" y="60625"/>
                  </a:lnTo>
                  <a:lnTo>
                    <a:pt x="251329" y="67273"/>
                  </a:lnTo>
                  <a:lnTo>
                    <a:pt x="248071" y="73913"/>
                  </a:lnTo>
                  <a:lnTo>
                    <a:pt x="267283" y="93069"/>
                  </a:lnTo>
                  <a:lnTo>
                    <a:pt x="274361" y="95225"/>
                  </a:lnTo>
                  <a:lnTo>
                    <a:pt x="285259" y="109294"/>
                  </a:lnTo>
                  <a:lnTo>
                    <a:pt x="302448" y="107286"/>
                  </a:lnTo>
                  <a:lnTo>
                    <a:pt x="308178" y="150583"/>
                  </a:lnTo>
                  <a:lnTo>
                    <a:pt x="315706" y="168210"/>
                  </a:lnTo>
                  <a:lnTo>
                    <a:pt x="333907" y="179836"/>
                  </a:lnTo>
                  <a:lnTo>
                    <a:pt x="381206" y="188612"/>
                  </a:lnTo>
                  <a:lnTo>
                    <a:pt x="394127" y="208945"/>
                  </a:lnTo>
                  <a:lnTo>
                    <a:pt x="430978" y="235385"/>
                  </a:lnTo>
                  <a:lnTo>
                    <a:pt x="483109" y="250661"/>
                  </a:lnTo>
                  <a:lnTo>
                    <a:pt x="509848" y="250101"/>
                  </a:lnTo>
                  <a:lnTo>
                    <a:pt x="608267" y="225976"/>
                  </a:lnTo>
                  <a:lnTo>
                    <a:pt x="617480" y="225976"/>
                  </a:lnTo>
                  <a:lnTo>
                    <a:pt x="602762" y="232016"/>
                  </a:lnTo>
                  <a:lnTo>
                    <a:pt x="620851" y="234683"/>
                  </a:lnTo>
                  <a:lnTo>
                    <a:pt x="624221" y="228224"/>
                  </a:lnTo>
                  <a:lnTo>
                    <a:pt x="619728" y="20626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" name="oPE_MapPart_IRQ_1_63" descr="Irak">
              <a:extLst>
                <a:ext uri="{FF2B5EF4-FFF2-40B4-BE49-F238E27FC236}">
                  <a16:creationId xmlns:a16="http://schemas.microsoft.com/office/drawing/2014/main" id="{F1CBB509-F8DD-79A0-4F51-CCA99638A757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3163810" y="2612410"/>
              <a:ext cx="609954" cy="620918"/>
            </a:xfrm>
            <a:custGeom>
              <a:avLst/>
              <a:gdLst/>
              <a:ahLst/>
              <a:cxnLst/>
              <a:rect l="0" t="0" r="0" b="0"/>
              <a:pathLst>
                <a:path w="609954" h="620918">
                  <a:moveTo>
                    <a:pt x="223803" y="20605"/>
                  </a:moveTo>
                  <a:lnTo>
                    <a:pt x="229869" y="19055"/>
                  </a:lnTo>
                  <a:lnTo>
                    <a:pt x="249756" y="0"/>
                  </a:lnTo>
                  <a:lnTo>
                    <a:pt x="259867" y="3675"/>
                  </a:lnTo>
                  <a:lnTo>
                    <a:pt x="269529" y="283"/>
                  </a:lnTo>
                  <a:lnTo>
                    <a:pt x="305931" y="11299"/>
                  </a:lnTo>
                  <a:lnTo>
                    <a:pt x="316043" y="11582"/>
                  </a:lnTo>
                  <a:lnTo>
                    <a:pt x="327053" y="4523"/>
                  </a:lnTo>
                  <a:lnTo>
                    <a:pt x="333345" y="5511"/>
                  </a:lnTo>
                  <a:lnTo>
                    <a:pt x="338176" y="9606"/>
                  </a:lnTo>
                  <a:lnTo>
                    <a:pt x="338737" y="25111"/>
                  </a:lnTo>
                  <a:lnTo>
                    <a:pt x="343793" y="30880"/>
                  </a:lnTo>
                  <a:lnTo>
                    <a:pt x="364017" y="15390"/>
                  </a:lnTo>
                  <a:lnTo>
                    <a:pt x="371881" y="16236"/>
                  </a:lnTo>
                  <a:lnTo>
                    <a:pt x="381206" y="44787"/>
                  </a:lnTo>
                  <a:lnTo>
                    <a:pt x="389857" y="52639"/>
                  </a:lnTo>
                  <a:lnTo>
                    <a:pt x="391992" y="70269"/>
                  </a:lnTo>
                  <a:lnTo>
                    <a:pt x="403676" y="79204"/>
                  </a:lnTo>
                  <a:lnTo>
                    <a:pt x="411204" y="105513"/>
                  </a:lnTo>
                  <a:lnTo>
                    <a:pt x="423675" y="108568"/>
                  </a:lnTo>
                  <a:lnTo>
                    <a:pt x="437045" y="120496"/>
                  </a:lnTo>
                  <a:lnTo>
                    <a:pt x="461537" y="120635"/>
                  </a:lnTo>
                  <a:lnTo>
                    <a:pt x="468054" y="124236"/>
                  </a:lnTo>
                  <a:lnTo>
                    <a:pt x="453335" y="131986"/>
                  </a:lnTo>
                  <a:lnTo>
                    <a:pt x="450752" y="136963"/>
                  </a:lnTo>
                  <a:lnTo>
                    <a:pt x="449516" y="147042"/>
                  </a:lnTo>
                  <a:lnTo>
                    <a:pt x="458054" y="158896"/>
                  </a:lnTo>
                  <a:lnTo>
                    <a:pt x="460638" y="168390"/>
                  </a:lnTo>
                  <a:lnTo>
                    <a:pt x="459402" y="173749"/>
                  </a:lnTo>
                  <a:lnTo>
                    <a:pt x="446145" y="181300"/>
                  </a:lnTo>
                  <a:lnTo>
                    <a:pt x="430978" y="198837"/>
                  </a:lnTo>
                  <a:lnTo>
                    <a:pt x="428394" y="215780"/>
                  </a:lnTo>
                  <a:lnTo>
                    <a:pt x="419855" y="215234"/>
                  </a:lnTo>
                  <a:lnTo>
                    <a:pt x="415923" y="227776"/>
                  </a:lnTo>
                  <a:lnTo>
                    <a:pt x="422551" y="242875"/>
                  </a:lnTo>
                  <a:lnTo>
                    <a:pt x="413451" y="261326"/>
                  </a:lnTo>
                  <a:lnTo>
                    <a:pt x="434685" y="289038"/>
                  </a:lnTo>
                  <a:lnTo>
                    <a:pt x="443561" y="288499"/>
                  </a:lnTo>
                  <a:lnTo>
                    <a:pt x="443112" y="297262"/>
                  </a:lnTo>
                  <a:lnTo>
                    <a:pt x="449852" y="298878"/>
                  </a:lnTo>
                  <a:lnTo>
                    <a:pt x="452324" y="303052"/>
                  </a:lnTo>
                  <a:lnTo>
                    <a:pt x="460189" y="316901"/>
                  </a:lnTo>
                  <a:lnTo>
                    <a:pt x="456032" y="327637"/>
                  </a:lnTo>
                  <a:lnTo>
                    <a:pt x="458054" y="337151"/>
                  </a:lnTo>
                  <a:lnTo>
                    <a:pt x="474570" y="339293"/>
                  </a:lnTo>
                  <a:lnTo>
                    <a:pt x="521083" y="373605"/>
                  </a:lnTo>
                  <a:lnTo>
                    <a:pt x="531307" y="373072"/>
                  </a:lnTo>
                  <a:lnTo>
                    <a:pt x="536587" y="376800"/>
                  </a:lnTo>
                  <a:lnTo>
                    <a:pt x="545463" y="396868"/>
                  </a:lnTo>
                  <a:lnTo>
                    <a:pt x="565237" y="423092"/>
                  </a:lnTo>
                  <a:lnTo>
                    <a:pt x="555912" y="451980"/>
                  </a:lnTo>
                  <a:lnTo>
                    <a:pt x="555912" y="481008"/>
                  </a:lnTo>
                  <a:lnTo>
                    <a:pt x="576584" y="481926"/>
                  </a:lnTo>
                  <a:lnTo>
                    <a:pt x="576809" y="520091"/>
                  </a:lnTo>
                  <a:lnTo>
                    <a:pt x="596583" y="533113"/>
                  </a:lnTo>
                  <a:lnTo>
                    <a:pt x="600964" y="540136"/>
                  </a:lnTo>
                  <a:lnTo>
                    <a:pt x="602987" y="550916"/>
                  </a:lnTo>
                  <a:lnTo>
                    <a:pt x="609953" y="556364"/>
                  </a:lnTo>
                  <a:lnTo>
                    <a:pt x="604223" y="558180"/>
                  </a:lnTo>
                  <a:lnTo>
                    <a:pt x="580404" y="550526"/>
                  </a:lnTo>
                  <a:lnTo>
                    <a:pt x="574562" y="554938"/>
                  </a:lnTo>
                  <a:lnTo>
                    <a:pt x="553665" y="546631"/>
                  </a:lnTo>
                  <a:lnTo>
                    <a:pt x="527375" y="550656"/>
                  </a:lnTo>
                  <a:lnTo>
                    <a:pt x="520634" y="556494"/>
                  </a:lnTo>
                  <a:lnTo>
                    <a:pt x="499062" y="600580"/>
                  </a:lnTo>
                  <a:lnTo>
                    <a:pt x="484232" y="618474"/>
                  </a:lnTo>
                  <a:lnTo>
                    <a:pt x="473334" y="620917"/>
                  </a:lnTo>
                  <a:lnTo>
                    <a:pt x="370982" y="611528"/>
                  </a:lnTo>
                  <a:lnTo>
                    <a:pt x="206051" y="475370"/>
                  </a:lnTo>
                  <a:lnTo>
                    <a:pt x="99542" y="412509"/>
                  </a:lnTo>
                  <a:lnTo>
                    <a:pt x="23144" y="398858"/>
                  </a:lnTo>
                  <a:lnTo>
                    <a:pt x="32357" y="390097"/>
                  </a:lnTo>
                  <a:lnTo>
                    <a:pt x="29548" y="382122"/>
                  </a:lnTo>
                  <a:lnTo>
                    <a:pt x="16740" y="385446"/>
                  </a:lnTo>
                  <a:lnTo>
                    <a:pt x="12920" y="373205"/>
                  </a:lnTo>
                  <a:lnTo>
                    <a:pt x="17751" y="371607"/>
                  </a:lnTo>
                  <a:lnTo>
                    <a:pt x="0" y="306282"/>
                  </a:lnTo>
                  <a:lnTo>
                    <a:pt x="119541" y="234174"/>
                  </a:lnTo>
                  <a:lnTo>
                    <a:pt x="138191" y="226823"/>
                  </a:lnTo>
                  <a:lnTo>
                    <a:pt x="151112" y="201026"/>
                  </a:lnTo>
                  <a:lnTo>
                    <a:pt x="152460" y="161374"/>
                  </a:lnTo>
                  <a:lnTo>
                    <a:pt x="161111" y="134475"/>
                  </a:lnTo>
                  <a:lnTo>
                    <a:pt x="160998" y="121466"/>
                  </a:lnTo>
                  <a:lnTo>
                    <a:pt x="154257" y="101067"/>
                  </a:lnTo>
                  <a:lnTo>
                    <a:pt x="157403" y="77111"/>
                  </a:lnTo>
                  <a:lnTo>
                    <a:pt x="164931" y="66915"/>
                  </a:lnTo>
                  <a:lnTo>
                    <a:pt x="188187" y="60481"/>
                  </a:lnTo>
                  <a:lnTo>
                    <a:pt x="223803" y="217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oPE_MapPart_ISR_1_64" descr="Israel">
              <a:extLst>
                <a:ext uri="{FF2B5EF4-FFF2-40B4-BE49-F238E27FC236}">
                  <a16:creationId xmlns:a16="http://schemas.microsoft.com/office/drawing/2014/main" id="{C78236FF-EF85-C324-1338-1C2AAB8FBFEC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2881135" y="2915462"/>
              <a:ext cx="102577" cy="288243"/>
            </a:xfrm>
            <a:custGeom>
              <a:avLst/>
              <a:gdLst/>
              <a:ahLst/>
              <a:cxnLst/>
              <a:rect l="0" t="0" r="0" b="0"/>
              <a:pathLst>
                <a:path w="102577" h="288243">
                  <a:moveTo>
                    <a:pt x="99655" y="0"/>
                  </a:moveTo>
                  <a:lnTo>
                    <a:pt x="96172" y="9281"/>
                  </a:lnTo>
                  <a:lnTo>
                    <a:pt x="102576" y="35170"/>
                  </a:lnTo>
                  <a:lnTo>
                    <a:pt x="96284" y="50682"/>
                  </a:lnTo>
                  <a:lnTo>
                    <a:pt x="82915" y="57623"/>
                  </a:lnTo>
                  <a:lnTo>
                    <a:pt x="81566" y="75744"/>
                  </a:lnTo>
                  <a:lnTo>
                    <a:pt x="72241" y="71751"/>
                  </a:lnTo>
                  <a:lnTo>
                    <a:pt x="69769" y="67489"/>
                  </a:lnTo>
                  <a:lnTo>
                    <a:pt x="59208" y="65491"/>
                  </a:lnTo>
                  <a:lnTo>
                    <a:pt x="51232" y="70952"/>
                  </a:lnTo>
                  <a:lnTo>
                    <a:pt x="44378" y="93152"/>
                  </a:lnTo>
                  <a:lnTo>
                    <a:pt x="46513" y="111310"/>
                  </a:lnTo>
                  <a:lnTo>
                    <a:pt x="44715" y="117925"/>
                  </a:lnTo>
                  <a:lnTo>
                    <a:pt x="55051" y="118453"/>
                  </a:lnTo>
                  <a:lnTo>
                    <a:pt x="59883" y="123344"/>
                  </a:lnTo>
                  <a:lnTo>
                    <a:pt x="44041" y="134169"/>
                  </a:lnTo>
                  <a:lnTo>
                    <a:pt x="39659" y="151296"/>
                  </a:lnTo>
                  <a:lnTo>
                    <a:pt x="53479" y="151428"/>
                  </a:lnTo>
                  <a:lnTo>
                    <a:pt x="75275" y="143265"/>
                  </a:lnTo>
                  <a:lnTo>
                    <a:pt x="72129" y="161421"/>
                  </a:lnTo>
                  <a:lnTo>
                    <a:pt x="74488" y="168512"/>
                  </a:lnTo>
                  <a:lnTo>
                    <a:pt x="57973" y="212736"/>
                  </a:lnTo>
                  <a:lnTo>
                    <a:pt x="55950" y="240462"/>
                  </a:lnTo>
                  <a:lnTo>
                    <a:pt x="45502" y="282690"/>
                  </a:lnTo>
                  <a:lnTo>
                    <a:pt x="41120" y="288242"/>
                  </a:lnTo>
                  <a:lnTo>
                    <a:pt x="0" y="162997"/>
                  </a:lnTo>
                  <a:lnTo>
                    <a:pt x="17526" y="139839"/>
                  </a:lnTo>
                  <a:lnTo>
                    <a:pt x="14493" y="135488"/>
                  </a:lnTo>
                  <a:lnTo>
                    <a:pt x="27076" y="112633"/>
                  </a:lnTo>
                  <a:lnTo>
                    <a:pt x="53928" y="24719"/>
                  </a:lnTo>
                  <a:lnTo>
                    <a:pt x="72803" y="25390"/>
                  </a:lnTo>
                  <a:lnTo>
                    <a:pt x="77859" y="22037"/>
                  </a:lnTo>
                  <a:lnTo>
                    <a:pt x="80331" y="12371"/>
                  </a:lnTo>
                  <a:lnTo>
                    <a:pt x="83251" y="10759"/>
                  </a:lnTo>
                  <a:lnTo>
                    <a:pt x="84712" y="13043"/>
                  </a:lnTo>
                  <a:lnTo>
                    <a:pt x="96284" y="33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" name="oPE_MapPart_JPN_1_65" descr="Japan">
              <a:extLst>
                <a:ext uri="{FF2B5EF4-FFF2-40B4-BE49-F238E27FC236}">
                  <a16:creationId xmlns:a16="http://schemas.microsoft.com/office/drawing/2014/main" id="{C82EC8A5-439D-DE6A-1144-514E6BD9D22A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8913368" y="2278083"/>
              <a:ext cx="692981" cy="631994"/>
            </a:xfrm>
            <a:custGeom>
              <a:avLst/>
              <a:gdLst/>
              <a:ahLst/>
              <a:cxnLst/>
              <a:rect l="0" t="0" r="0" b="0"/>
              <a:pathLst>
                <a:path w="692981" h="631994">
                  <a:moveTo>
                    <a:pt x="645456" y="11090"/>
                  </a:moveTo>
                  <a:lnTo>
                    <a:pt x="659500" y="8395"/>
                  </a:lnTo>
                  <a:lnTo>
                    <a:pt x="656129" y="34098"/>
                  </a:lnTo>
                  <a:lnTo>
                    <a:pt x="657926" y="64871"/>
                  </a:lnTo>
                  <a:lnTo>
                    <a:pt x="659948" y="74054"/>
                  </a:lnTo>
                  <a:lnTo>
                    <a:pt x="680846" y="100335"/>
                  </a:lnTo>
                  <a:lnTo>
                    <a:pt x="692980" y="140986"/>
                  </a:lnTo>
                  <a:lnTo>
                    <a:pt x="692081" y="170445"/>
                  </a:lnTo>
                  <a:lnTo>
                    <a:pt x="687363" y="195987"/>
                  </a:lnTo>
                  <a:lnTo>
                    <a:pt x="672195" y="206982"/>
                  </a:lnTo>
                  <a:lnTo>
                    <a:pt x="665230" y="224009"/>
                  </a:lnTo>
                  <a:lnTo>
                    <a:pt x="660286" y="252611"/>
                  </a:lnTo>
                  <a:lnTo>
                    <a:pt x="637928" y="257913"/>
                  </a:lnTo>
                  <a:lnTo>
                    <a:pt x="628715" y="272934"/>
                  </a:lnTo>
                  <a:lnTo>
                    <a:pt x="626581" y="288770"/>
                  </a:lnTo>
                  <a:lnTo>
                    <a:pt x="633434" y="326830"/>
                  </a:lnTo>
                  <a:lnTo>
                    <a:pt x="631187" y="354509"/>
                  </a:lnTo>
                  <a:lnTo>
                    <a:pt x="629165" y="363238"/>
                  </a:lnTo>
                  <a:lnTo>
                    <a:pt x="618154" y="375465"/>
                  </a:lnTo>
                  <a:lnTo>
                    <a:pt x="614222" y="384303"/>
                  </a:lnTo>
                  <a:lnTo>
                    <a:pt x="607818" y="402220"/>
                  </a:lnTo>
                  <a:lnTo>
                    <a:pt x="604448" y="423149"/>
                  </a:lnTo>
                  <a:lnTo>
                    <a:pt x="607481" y="436506"/>
                  </a:lnTo>
                  <a:lnTo>
                    <a:pt x="623210" y="462301"/>
                  </a:lnTo>
                  <a:lnTo>
                    <a:pt x="608604" y="467143"/>
                  </a:lnTo>
                  <a:lnTo>
                    <a:pt x="597257" y="478748"/>
                  </a:lnTo>
                  <a:lnTo>
                    <a:pt x="594673" y="497352"/>
                  </a:lnTo>
                  <a:lnTo>
                    <a:pt x="590853" y="503954"/>
                  </a:lnTo>
                  <a:lnTo>
                    <a:pt x="572427" y="514804"/>
                  </a:lnTo>
                  <a:lnTo>
                    <a:pt x="563776" y="525361"/>
                  </a:lnTo>
                  <a:lnTo>
                    <a:pt x="558945" y="524265"/>
                  </a:lnTo>
                  <a:lnTo>
                    <a:pt x="556137" y="520976"/>
                  </a:lnTo>
                  <a:lnTo>
                    <a:pt x="558945" y="516999"/>
                  </a:lnTo>
                  <a:lnTo>
                    <a:pt x="557821" y="495150"/>
                  </a:lnTo>
                  <a:lnTo>
                    <a:pt x="574787" y="472948"/>
                  </a:lnTo>
                  <a:lnTo>
                    <a:pt x="567934" y="466590"/>
                  </a:lnTo>
                  <a:lnTo>
                    <a:pt x="558383" y="467419"/>
                  </a:lnTo>
                  <a:lnTo>
                    <a:pt x="555350" y="470875"/>
                  </a:lnTo>
                  <a:lnTo>
                    <a:pt x="554227" y="479990"/>
                  </a:lnTo>
                  <a:lnTo>
                    <a:pt x="546812" y="486472"/>
                  </a:lnTo>
                  <a:lnTo>
                    <a:pt x="547823" y="493361"/>
                  </a:lnTo>
                  <a:lnTo>
                    <a:pt x="552767" y="498453"/>
                  </a:lnTo>
                  <a:lnTo>
                    <a:pt x="548385" y="506428"/>
                  </a:lnTo>
                  <a:lnTo>
                    <a:pt x="546025" y="506977"/>
                  </a:lnTo>
                  <a:lnTo>
                    <a:pt x="535913" y="495013"/>
                  </a:lnTo>
                  <a:lnTo>
                    <a:pt x="521869" y="496527"/>
                  </a:lnTo>
                  <a:lnTo>
                    <a:pt x="514679" y="506015"/>
                  </a:lnTo>
                  <a:lnTo>
                    <a:pt x="511646" y="530017"/>
                  </a:lnTo>
                  <a:lnTo>
                    <a:pt x="505242" y="540685"/>
                  </a:lnTo>
                  <a:lnTo>
                    <a:pt x="496141" y="546695"/>
                  </a:lnTo>
                  <a:lnTo>
                    <a:pt x="491310" y="540685"/>
                  </a:lnTo>
                  <a:lnTo>
                    <a:pt x="494007" y="519742"/>
                  </a:lnTo>
                  <a:lnTo>
                    <a:pt x="500298" y="515901"/>
                  </a:lnTo>
                  <a:lnTo>
                    <a:pt x="488726" y="508351"/>
                  </a:lnTo>
                  <a:lnTo>
                    <a:pt x="479851" y="511235"/>
                  </a:lnTo>
                  <a:lnTo>
                    <a:pt x="459627" y="538088"/>
                  </a:lnTo>
                  <a:lnTo>
                    <a:pt x="455695" y="548469"/>
                  </a:lnTo>
                  <a:lnTo>
                    <a:pt x="415361" y="543281"/>
                  </a:lnTo>
                  <a:lnTo>
                    <a:pt x="385250" y="549424"/>
                  </a:lnTo>
                  <a:lnTo>
                    <a:pt x="399408" y="540275"/>
                  </a:lnTo>
                  <a:lnTo>
                    <a:pt x="398620" y="535079"/>
                  </a:lnTo>
                  <a:lnTo>
                    <a:pt x="383454" y="535626"/>
                  </a:lnTo>
                  <a:lnTo>
                    <a:pt x="379184" y="530291"/>
                  </a:lnTo>
                  <a:lnTo>
                    <a:pt x="377948" y="538908"/>
                  </a:lnTo>
                  <a:lnTo>
                    <a:pt x="373454" y="538088"/>
                  </a:lnTo>
                  <a:lnTo>
                    <a:pt x="372219" y="519330"/>
                  </a:lnTo>
                  <a:lnTo>
                    <a:pt x="375027" y="515078"/>
                  </a:lnTo>
                  <a:lnTo>
                    <a:pt x="369185" y="513980"/>
                  </a:lnTo>
                  <a:lnTo>
                    <a:pt x="362106" y="518919"/>
                  </a:lnTo>
                  <a:lnTo>
                    <a:pt x="352332" y="542188"/>
                  </a:lnTo>
                  <a:lnTo>
                    <a:pt x="374015" y="560741"/>
                  </a:lnTo>
                  <a:lnTo>
                    <a:pt x="372331" y="569045"/>
                  </a:lnTo>
                  <a:lnTo>
                    <a:pt x="339637" y="580190"/>
                  </a:lnTo>
                  <a:lnTo>
                    <a:pt x="313796" y="626467"/>
                  </a:lnTo>
                  <a:lnTo>
                    <a:pt x="299977" y="631993"/>
                  </a:lnTo>
                  <a:lnTo>
                    <a:pt x="284922" y="627007"/>
                  </a:lnTo>
                  <a:lnTo>
                    <a:pt x="264586" y="592943"/>
                  </a:lnTo>
                  <a:lnTo>
                    <a:pt x="262901" y="571765"/>
                  </a:lnTo>
                  <a:lnTo>
                    <a:pt x="275934" y="562103"/>
                  </a:lnTo>
                  <a:lnTo>
                    <a:pt x="282337" y="552153"/>
                  </a:lnTo>
                  <a:lnTo>
                    <a:pt x="282562" y="546831"/>
                  </a:lnTo>
                  <a:lnTo>
                    <a:pt x="278742" y="544100"/>
                  </a:lnTo>
                  <a:lnTo>
                    <a:pt x="259193" y="545875"/>
                  </a:lnTo>
                  <a:lnTo>
                    <a:pt x="240431" y="535626"/>
                  </a:lnTo>
                  <a:lnTo>
                    <a:pt x="209646" y="539592"/>
                  </a:lnTo>
                  <a:lnTo>
                    <a:pt x="192232" y="553653"/>
                  </a:lnTo>
                  <a:lnTo>
                    <a:pt x="159538" y="560741"/>
                  </a:lnTo>
                  <a:lnTo>
                    <a:pt x="140663" y="570677"/>
                  </a:lnTo>
                  <a:lnTo>
                    <a:pt x="132911" y="568637"/>
                  </a:lnTo>
                  <a:lnTo>
                    <a:pt x="110328" y="574892"/>
                  </a:lnTo>
                  <a:lnTo>
                    <a:pt x="95611" y="566868"/>
                  </a:lnTo>
                  <a:lnTo>
                    <a:pt x="88869" y="569045"/>
                  </a:lnTo>
                  <a:lnTo>
                    <a:pt x="84263" y="576387"/>
                  </a:lnTo>
                  <a:lnTo>
                    <a:pt x="78533" y="605670"/>
                  </a:lnTo>
                  <a:lnTo>
                    <a:pt x="53142" y="589554"/>
                  </a:lnTo>
                  <a:lnTo>
                    <a:pt x="21459" y="597414"/>
                  </a:lnTo>
                  <a:lnTo>
                    <a:pt x="11459" y="591994"/>
                  </a:lnTo>
                  <a:lnTo>
                    <a:pt x="1910" y="595382"/>
                  </a:lnTo>
                  <a:lnTo>
                    <a:pt x="0" y="573804"/>
                  </a:lnTo>
                  <a:lnTo>
                    <a:pt x="7190" y="563873"/>
                  </a:lnTo>
                  <a:lnTo>
                    <a:pt x="29099" y="562375"/>
                  </a:lnTo>
                  <a:lnTo>
                    <a:pt x="85611" y="516039"/>
                  </a:lnTo>
                  <a:lnTo>
                    <a:pt x="107969" y="494324"/>
                  </a:lnTo>
                  <a:lnTo>
                    <a:pt x="112913" y="485783"/>
                  </a:lnTo>
                  <a:lnTo>
                    <a:pt x="126956" y="478748"/>
                  </a:lnTo>
                  <a:lnTo>
                    <a:pt x="148415" y="475158"/>
                  </a:lnTo>
                  <a:lnTo>
                    <a:pt x="155269" y="482749"/>
                  </a:lnTo>
                  <a:lnTo>
                    <a:pt x="170211" y="478610"/>
                  </a:lnTo>
                  <a:lnTo>
                    <a:pt x="193019" y="479024"/>
                  </a:lnTo>
                  <a:lnTo>
                    <a:pt x="267507" y="460640"/>
                  </a:lnTo>
                  <a:lnTo>
                    <a:pt x="273125" y="462578"/>
                  </a:lnTo>
                  <a:lnTo>
                    <a:pt x="271102" y="472533"/>
                  </a:lnTo>
                  <a:lnTo>
                    <a:pt x="277057" y="477643"/>
                  </a:lnTo>
                  <a:lnTo>
                    <a:pt x="299077" y="479300"/>
                  </a:lnTo>
                  <a:lnTo>
                    <a:pt x="313009" y="471290"/>
                  </a:lnTo>
                  <a:lnTo>
                    <a:pt x="325031" y="458979"/>
                  </a:lnTo>
                  <a:lnTo>
                    <a:pt x="320425" y="450804"/>
                  </a:lnTo>
                  <a:lnTo>
                    <a:pt x="319413" y="441785"/>
                  </a:lnTo>
                  <a:lnTo>
                    <a:pt x="323233" y="432057"/>
                  </a:lnTo>
                  <a:lnTo>
                    <a:pt x="341434" y="413112"/>
                  </a:lnTo>
                  <a:lnTo>
                    <a:pt x="362556" y="383602"/>
                  </a:lnTo>
                  <a:lnTo>
                    <a:pt x="365814" y="367316"/>
                  </a:lnTo>
                  <a:lnTo>
                    <a:pt x="363904" y="347884"/>
                  </a:lnTo>
                  <a:lnTo>
                    <a:pt x="371657" y="333479"/>
                  </a:lnTo>
                  <a:lnTo>
                    <a:pt x="401542" y="322440"/>
                  </a:lnTo>
                  <a:lnTo>
                    <a:pt x="402553" y="329094"/>
                  </a:lnTo>
                  <a:lnTo>
                    <a:pt x="390981" y="341251"/>
                  </a:lnTo>
                  <a:lnTo>
                    <a:pt x="376712" y="349999"/>
                  </a:lnTo>
                  <a:lnTo>
                    <a:pt x="375252" y="354227"/>
                  </a:lnTo>
                  <a:lnTo>
                    <a:pt x="381094" y="361409"/>
                  </a:lnTo>
                  <a:lnTo>
                    <a:pt x="382442" y="376167"/>
                  </a:lnTo>
                  <a:lnTo>
                    <a:pt x="396823" y="382761"/>
                  </a:lnTo>
                  <a:lnTo>
                    <a:pt x="402778" y="381359"/>
                  </a:lnTo>
                  <a:lnTo>
                    <a:pt x="413563" y="367176"/>
                  </a:lnTo>
                  <a:lnTo>
                    <a:pt x="463784" y="346332"/>
                  </a:lnTo>
                  <a:lnTo>
                    <a:pt x="483333" y="326405"/>
                  </a:lnTo>
                  <a:lnTo>
                    <a:pt x="499063" y="297171"/>
                  </a:lnTo>
                  <a:lnTo>
                    <a:pt x="528948" y="276933"/>
                  </a:lnTo>
                  <a:lnTo>
                    <a:pt x="538835" y="244864"/>
                  </a:lnTo>
                  <a:lnTo>
                    <a:pt x="556361" y="214492"/>
                  </a:lnTo>
                  <a:lnTo>
                    <a:pt x="563215" y="186568"/>
                  </a:lnTo>
                  <a:lnTo>
                    <a:pt x="570967" y="171900"/>
                  </a:lnTo>
                  <a:lnTo>
                    <a:pt x="572765" y="154569"/>
                  </a:lnTo>
                  <a:lnTo>
                    <a:pt x="568383" y="135867"/>
                  </a:lnTo>
                  <a:lnTo>
                    <a:pt x="552541" y="130595"/>
                  </a:lnTo>
                  <a:lnTo>
                    <a:pt x="562990" y="122386"/>
                  </a:lnTo>
                  <a:lnTo>
                    <a:pt x="569394" y="102839"/>
                  </a:lnTo>
                  <a:lnTo>
                    <a:pt x="564002" y="80415"/>
                  </a:lnTo>
                  <a:lnTo>
                    <a:pt x="566586" y="69020"/>
                  </a:lnTo>
                  <a:lnTo>
                    <a:pt x="586247" y="54781"/>
                  </a:lnTo>
                  <a:lnTo>
                    <a:pt x="590179" y="41547"/>
                  </a:lnTo>
                  <a:lnTo>
                    <a:pt x="588381" y="28728"/>
                  </a:lnTo>
                  <a:lnTo>
                    <a:pt x="592763" y="23054"/>
                  </a:lnTo>
                  <a:lnTo>
                    <a:pt x="607818" y="25892"/>
                  </a:lnTo>
                  <a:lnTo>
                    <a:pt x="611076" y="50918"/>
                  </a:lnTo>
                  <a:lnTo>
                    <a:pt x="615458" y="55969"/>
                  </a:lnTo>
                  <a:lnTo>
                    <a:pt x="618716" y="55672"/>
                  </a:lnTo>
                  <a:lnTo>
                    <a:pt x="623434" y="47796"/>
                  </a:lnTo>
                  <a:lnTo>
                    <a:pt x="638490" y="51810"/>
                  </a:lnTo>
                  <a:lnTo>
                    <a:pt x="642535" y="48242"/>
                  </a:lnTo>
                  <a:lnTo>
                    <a:pt x="647479" y="33501"/>
                  </a:lnTo>
                  <a:lnTo>
                    <a:pt x="643658" y="21859"/>
                  </a:lnTo>
                  <a:lnTo>
                    <a:pt x="618716" y="30519"/>
                  </a:lnTo>
                  <a:lnTo>
                    <a:pt x="618716" y="20963"/>
                  </a:lnTo>
                  <a:lnTo>
                    <a:pt x="624334" y="2250"/>
                  </a:lnTo>
                  <a:lnTo>
                    <a:pt x="627143" y="0"/>
                  </a:lnTo>
                  <a:lnTo>
                    <a:pt x="637703" y="4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oPE_MapPart_JPN_2_66" descr="Japan">
              <a:extLst>
                <a:ext uri="{FF2B5EF4-FFF2-40B4-BE49-F238E27FC236}">
                  <a16:creationId xmlns:a16="http://schemas.microsoft.com/office/drawing/2014/main" id="{0080DA8F-1C91-C70E-D679-C41288230405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471751" y="1933373"/>
              <a:ext cx="374355" cy="350709"/>
            </a:xfrm>
            <a:custGeom>
              <a:avLst/>
              <a:gdLst/>
              <a:ahLst/>
              <a:cxnLst/>
              <a:rect l="0" t="0" r="0" b="0"/>
              <a:pathLst>
                <a:path w="374355" h="350709">
                  <a:moveTo>
                    <a:pt x="248970" y="122589"/>
                  </a:moveTo>
                  <a:lnTo>
                    <a:pt x="266272" y="123841"/>
                  </a:lnTo>
                  <a:lnTo>
                    <a:pt x="290091" y="137122"/>
                  </a:lnTo>
                  <a:lnTo>
                    <a:pt x="304584" y="138995"/>
                  </a:lnTo>
                  <a:lnTo>
                    <a:pt x="314359" y="134313"/>
                  </a:lnTo>
                  <a:lnTo>
                    <a:pt x="345480" y="104247"/>
                  </a:lnTo>
                  <a:lnTo>
                    <a:pt x="344356" y="112721"/>
                  </a:lnTo>
                  <a:lnTo>
                    <a:pt x="330312" y="143984"/>
                  </a:lnTo>
                  <a:lnTo>
                    <a:pt x="328740" y="153015"/>
                  </a:lnTo>
                  <a:lnTo>
                    <a:pt x="331099" y="161875"/>
                  </a:lnTo>
                  <a:lnTo>
                    <a:pt x="343682" y="192844"/>
                  </a:lnTo>
                  <a:lnTo>
                    <a:pt x="352895" y="194850"/>
                  </a:lnTo>
                  <a:lnTo>
                    <a:pt x="364467" y="185428"/>
                  </a:lnTo>
                  <a:lnTo>
                    <a:pt x="374354" y="185737"/>
                  </a:lnTo>
                  <a:lnTo>
                    <a:pt x="361322" y="193770"/>
                  </a:lnTo>
                  <a:lnTo>
                    <a:pt x="353907" y="203793"/>
                  </a:lnTo>
                  <a:lnTo>
                    <a:pt x="344131" y="203639"/>
                  </a:lnTo>
                  <a:lnTo>
                    <a:pt x="317504" y="218716"/>
                  </a:lnTo>
                  <a:lnTo>
                    <a:pt x="299304" y="223322"/>
                  </a:lnTo>
                  <a:lnTo>
                    <a:pt x="272340" y="221020"/>
                  </a:lnTo>
                  <a:lnTo>
                    <a:pt x="258071" y="228845"/>
                  </a:lnTo>
                  <a:lnTo>
                    <a:pt x="233803" y="252862"/>
                  </a:lnTo>
                  <a:lnTo>
                    <a:pt x="224366" y="268103"/>
                  </a:lnTo>
                  <a:lnTo>
                    <a:pt x="218299" y="284818"/>
                  </a:lnTo>
                  <a:lnTo>
                    <a:pt x="217175" y="296335"/>
                  </a:lnTo>
                  <a:lnTo>
                    <a:pt x="212344" y="303445"/>
                  </a:lnTo>
                  <a:lnTo>
                    <a:pt x="166842" y="281631"/>
                  </a:lnTo>
                  <a:lnTo>
                    <a:pt x="125834" y="254541"/>
                  </a:lnTo>
                  <a:lnTo>
                    <a:pt x="98083" y="257287"/>
                  </a:lnTo>
                  <a:lnTo>
                    <a:pt x="71905" y="274643"/>
                  </a:lnTo>
                  <a:lnTo>
                    <a:pt x="54604" y="256524"/>
                  </a:lnTo>
                  <a:lnTo>
                    <a:pt x="40334" y="256219"/>
                  </a:lnTo>
                  <a:lnTo>
                    <a:pt x="32246" y="266733"/>
                  </a:lnTo>
                  <a:lnTo>
                    <a:pt x="30673" y="278746"/>
                  </a:lnTo>
                  <a:lnTo>
                    <a:pt x="43256" y="292246"/>
                  </a:lnTo>
                  <a:lnTo>
                    <a:pt x="56064" y="293609"/>
                  </a:lnTo>
                  <a:lnTo>
                    <a:pt x="82129" y="319748"/>
                  </a:lnTo>
                  <a:lnTo>
                    <a:pt x="72692" y="325472"/>
                  </a:lnTo>
                  <a:lnTo>
                    <a:pt x="51458" y="318844"/>
                  </a:lnTo>
                  <a:lnTo>
                    <a:pt x="34380" y="343660"/>
                  </a:lnTo>
                  <a:lnTo>
                    <a:pt x="27189" y="348909"/>
                  </a:lnTo>
                  <a:lnTo>
                    <a:pt x="15618" y="350708"/>
                  </a:lnTo>
                  <a:lnTo>
                    <a:pt x="10000" y="338856"/>
                  </a:lnTo>
                  <a:lnTo>
                    <a:pt x="17078" y="310697"/>
                  </a:lnTo>
                  <a:lnTo>
                    <a:pt x="13820" y="297697"/>
                  </a:lnTo>
                  <a:lnTo>
                    <a:pt x="0" y="279961"/>
                  </a:lnTo>
                  <a:lnTo>
                    <a:pt x="1574" y="254236"/>
                  </a:lnTo>
                  <a:lnTo>
                    <a:pt x="3484" y="248587"/>
                  </a:lnTo>
                  <a:lnTo>
                    <a:pt x="24269" y="236200"/>
                  </a:lnTo>
                  <a:lnTo>
                    <a:pt x="37301" y="222709"/>
                  </a:lnTo>
                  <a:lnTo>
                    <a:pt x="40672" y="214413"/>
                  </a:lnTo>
                  <a:lnTo>
                    <a:pt x="35166" y="204410"/>
                  </a:lnTo>
                  <a:lnTo>
                    <a:pt x="34830" y="192844"/>
                  </a:lnTo>
                  <a:lnTo>
                    <a:pt x="40672" y="189755"/>
                  </a:lnTo>
                  <a:lnTo>
                    <a:pt x="58985" y="200403"/>
                  </a:lnTo>
                  <a:lnTo>
                    <a:pt x="81343" y="203331"/>
                  </a:lnTo>
                  <a:lnTo>
                    <a:pt x="91230" y="201636"/>
                  </a:lnTo>
                  <a:lnTo>
                    <a:pt x="96060" y="194850"/>
                  </a:lnTo>
                  <a:lnTo>
                    <a:pt x="98421" y="186046"/>
                  </a:lnTo>
                  <a:lnTo>
                    <a:pt x="97521" y="163583"/>
                  </a:lnTo>
                  <a:lnTo>
                    <a:pt x="113026" y="131033"/>
                  </a:lnTo>
                  <a:lnTo>
                    <a:pt x="113924" y="109741"/>
                  </a:lnTo>
                  <a:lnTo>
                    <a:pt x="120216" y="90565"/>
                  </a:lnTo>
                  <a:lnTo>
                    <a:pt x="121565" y="70210"/>
                  </a:lnTo>
                  <a:lnTo>
                    <a:pt x="117633" y="50408"/>
                  </a:lnTo>
                  <a:lnTo>
                    <a:pt x="109094" y="31325"/>
                  </a:lnTo>
                  <a:lnTo>
                    <a:pt x="114374" y="9611"/>
                  </a:lnTo>
                  <a:lnTo>
                    <a:pt x="131226" y="0"/>
                  </a:lnTo>
                  <a:lnTo>
                    <a:pt x="133923" y="2245"/>
                  </a:lnTo>
                  <a:lnTo>
                    <a:pt x="190323" y="74161"/>
                  </a:lnTo>
                  <a:lnTo>
                    <a:pt x="244926" y="1211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" name="oPE_MapPart_JPN_3_67" descr="Japan">
              <a:extLst>
                <a:ext uri="{FF2B5EF4-FFF2-40B4-BE49-F238E27FC236}">
                  <a16:creationId xmlns:a16="http://schemas.microsoft.com/office/drawing/2014/main" id="{C8A4B9F8-F2D3-BB23-7A36-CF17E799BB06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8831689" y="2876987"/>
              <a:ext cx="151562" cy="215515"/>
            </a:xfrm>
            <a:custGeom>
              <a:avLst/>
              <a:gdLst/>
              <a:ahLst/>
              <a:cxnLst/>
              <a:rect l="0" t="0" r="0" b="0"/>
              <a:pathLst>
                <a:path w="151562" h="215515">
                  <a:moveTo>
                    <a:pt x="99543" y="24461"/>
                  </a:moveTo>
                  <a:lnTo>
                    <a:pt x="111451" y="26889"/>
                  </a:lnTo>
                  <a:lnTo>
                    <a:pt x="125046" y="20683"/>
                  </a:lnTo>
                  <a:lnTo>
                    <a:pt x="132124" y="24461"/>
                  </a:lnTo>
                  <a:lnTo>
                    <a:pt x="133023" y="32011"/>
                  </a:lnTo>
                  <a:lnTo>
                    <a:pt x="122125" y="48965"/>
                  </a:lnTo>
                  <a:lnTo>
                    <a:pt x="144595" y="50443"/>
                  </a:lnTo>
                  <a:lnTo>
                    <a:pt x="141562" y="60646"/>
                  </a:lnTo>
                  <a:lnTo>
                    <a:pt x="147853" y="66010"/>
                  </a:lnTo>
                  <a:lnTo>
                    <a:pt x="145494" y="71369"/>
                  </a:lnTo>
                  <a:lnTo>
                    <a:pt x="151561" y="75519"/>
                  </a:lnTo>
                  <a:lnTo>
                    <a:pt x="151224" y="78195"/>
                  </a:lnTo>
                  <a:lnTo>
                    <a:pt x="129877" y="109161"/>
                  </a:lnTo>
                  <a:lnTo>
                    <a:pt x="117293" y="152035"/>
                  </a:lnTo>
                  <a:lnTo>
                    <a:pt x="117293" y="167630"/>
                  </a:lnTo>
                  <a:lnTo>
                    <a:pt x="109654" y="187139"/>
                  </a:lnTo>
                  <a:lnTo>
                    <a:pt x="93027" y="184770"/>
                  </a:lnTo>
                  <a:lnTo>
                    <a:pt x="90779" y="189113"/>
                  </a:lnTo>
                  <a:lnTo>
                    <a:pt x="94711" y="197925"/>
                  </a:lnTo>
                  <a:lnTo>
                    <a:pt x="68982" y="215514"/>
                  </a:lnTo>
                  <a:lnTo>
                    <a:pt x="75499" y="197005"/>
                  </a:lnTo>
                  <a:lnTo>
                    <a:pt x="70106" y="174491"/>
                  </a:lnTo>
                  <a:lnTo>
                    <a:pt x="74825" y="172512"/>
                  </a:lnTo>
                  <a:lnTo>
                    <a:pt x="75949" y="167630"/>
                  </a:lnTo>
                  <a:lnTo>
                    <a:pt x="74601" y="164989"/>
                  </a:lnTo>
                  <a:lnTo>
                    <a:pt x="67073" y="164196"/>
                  </a:lnTo>
                  <a:lnTo>
                    <a:pt x="59209" y="183057"/>
                  </a:lnTo>
                  <a:lnTo>
                    <a:pt x="66399" y="197136"/>
                  </a:lnTo>
                  <a:lnTo>
                    <a:pt x="62916" y="203705"/>
                  </a:lnTo>
                  <a:lnTo>
                    <a:pt x="38761" y="195427"/>
                  </a:lnTo>
                  <a:lnTo>
                    <a:pt x="35390" y="186876"/>
                  </a:lnTo>
                  <a:lnTo>
                    <a:pt x="44603" y="183716"/>
                  </a:lnTo>
                  <a:lnTo>
                    <a:pt x="46288" y="172776"/>
                  </a:lnTo>
                  <a:lnTo>
                    <a:pt x="37974" y="160497"/>
                  </a:lnTo>
                  <a:lnTo>
                    <a:pt x="38311" y="136801"/>
                  </a:lnTo>
                  <a:lnTo>
                    <a:pt x="50894" y="127379"/>
                  </a:lnTo>
                  <a:lnTo>
                    <a:pt x="66174" y="97699"/>
                  </a:lnTo>
                  <a:lnTo>
                    <a:pt x="57299" y="94897"/>
                  </a:lnTo>
                  <a:lnTo>
                    <a:pt x="61793" y="89157"/>
                  </a:lnTo>
                  <a:lnTo>
                    <a:pt x="60332" y="81940"/>
                  </a:lnTo>
                  <a:lnTo>
                    <a:pt x="49996" y="62524"/>
                  </a:lnTo>
                  <a:lnTo>
                    <a:pt x="41007" y="56218"/>
                  </a:lnTo>
                  <a:lnTo>
                    <a:pt x="34154" y="61585"/>
                  </a:lnTo>
                  <a:lnTo>
                    <a:pt x="36963" y="68422"/>
                  </a:lnTo>
                  <a:lnTo>
                    <a:pt x="37075" y="80469"/>
                  </a:lnTo>
                  <a:lnTo>
                    <a:pt x="46626" y="80469"/>
                  </a:lnTo>
                  <a:lnTo>
                    <a:pt x="47412" y="91560"/>
                  </a:lnTo>
                  <a:lnTo>
                    <a:pt x="41569" y="93429"/>
                  </a:lnTo>
                  <a:lnTo>
                    <a:pt x="29548" y="86485"/>
                  </a:lnTo>
                  <a:lnTo>
                    <a:pt x="11796" y="101300"/>
                  </a:lnTo>
                  <a:lnTo>
                    <a:pt x="15391" y="89825"/>
                  </a:lnTo>
                  <a:lnTo>
                    <a:pt x="6853" y="78731"/>
                  </a:lnTo>
                  <a:lnTo>
                    <a:pt x="6179" y="64937"/>
                  </a:lnTo>
                  <a:lnTo>
                    <a:pt x="15504" y="77393"/>
                  </a:lnTo>
                  <a:lnTo>
                    <a:pt x="25728" y="80469"/>
                  </a:lnTo>
                  <a:lnTo>
                    <a:pt x="19773" y="67752"/>
                  </a:lnTo>
                  <a:lnTo>
                    <a:pt x="0" y="51787"/>
                  </a:lnTo>
                  <a:lnTo>
                    <a:pt x="1910" y="43857"/>
                  </a:lnTo>
                  <a:lnTo>
                    <a:pt x="16515" y="45470"/>
                  </a:lnTo>
                  <a:lnTo>
                    <a:pt x="15280" y="36860"/>
                  </a:lnTo>
                  <a:lnTo>
                    <a:pt x="30672" y="30529"/>
                  </a:lnTo>
                  <a:lnTo>
                    <a:pt x="36739" y="24731"/>
                  </a:lnTo>
                  <a:lnTo>
                    <a:pt x="48984" y="22033"/>
                  </a:lnTo>
                  <a:lnTo>
                    <a:pt x="56399" y="7037"/>
                  </a:lnTo>
                  <a:lnTo>
                    <a:pt x="70892" y="0"/>
                  </a:lnTo>
                  <a:lnTo>
                    <a:pt x="85723" y="4196"/>
                  </a:lnTo>
                  <a:lnTo>
                    <a:pt x="92239" y="191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" name="oPE_MapPart_JPN_4_68" descr="Japan">
              <a:extLst>
                <a:ext uri="{FF2B5EF4-FFF2-40B4-BE49-F238E27FC236}">
                  <a16:creationId xmlns:a16="http://schemas.microsoft.com/office/drawing/2014/main" id="{39A271E6-A491-5377-BA87-611B80DE3DF4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8984710" y="2845359"/>
              <a:ext cx="168977" cy="119316"/>
            </a:xfrm>
            <a:custGeom>
              <a:avLst/>
              <a:gdLst/>
              <a:ahLst/>
              <a:cxnLst/>
              <a:rect l="0" t="0" r="0" b="0"/>
              <a:pathLst>
                <a:path w="168977" h="119316">
                  <a:moveTo>
                    <a:pt x="145158" y="6936"/>
                  </a:moveTo>
                  <a:lnTo>
                    <a:pt x="153809" y="10062"/>
                  </a:lnTo>
                  <a:lnTo>
                    <a:pt x="162684" y="9111"/>
                  </a:lnTo>
                  <a:lnTo>
                    <a:pt x="162460" y="22956"/>
                  </a:lnTo>
                  <a:lnTo>
                    <a:pt x="166280" y="31628"/>
                  </a:lnTo>
                  <a:lnTo>
                    <a:pt x="164932" y="37718"/>
                  </a:lnTo>
                  <a:lnTo>
                    <a:pt x="168976" y="39747"/>
                  </a:lnTo>
                  <a:lnTo>
                    <a:pt x="146394" y="55685"/>
                  </a:lnTo>
                  <a:lnTo>
                    <a:pt x="137967" y="68353"/>
                  </a:lnTo>
                  <a:lnTo>
                    <a:pt x="134147" y="82609"/>
                  </a:lnTo>
                  <a:lnTo>
                    <a:pt x="120216" y="67680"/>
                  </a:lnTo>
                  <a:lnTo>
                    <a:pt x="99880" y="62965"/>
                  </a:lnTo>
                  <a:lnTo>
                    <a:pt x="78309" y="74274"/>
                  </a:lnTo>
                  <a:lnTo>
                    <a:pt x="69546" y="94822"/>
                  </a:lnTo>
                  <a:lnTo>
                    <a:pt x="61456" y="102327"/>
                  </a:lnTo>
                  <a:lnTo>
                    <a:pt x="58984" y="112766"/>
                  </a:lnTo>
                  <a:lnTo>
                    <a:pt x="52356" y="119315"/>
                  </a:lnTo>
                  <a:lnTo>
                    <a:pt x="38087" y="118781"/>
                  </a:lnTo>
                  <a:lnTo>
                    <a:pt x="42244" y="108352"/>
                  </a:lnTo>
                  <a:lnTo>
                    <a:pt x="28875" y="107281"/>
                  </a:lnTo>
                  <a:lnTo>
                    <a:pt x="28762" y="100452"/>
                  </a:lnTo>
                  <a:lnTo>
                    <a:pt x="24718" y="96699"/>
                  </a:lnTo>
                  <a:lnTo>
                    <a:pt x="29885" y="79249"/>
                  </a:lnTo>
                  <a:lnTo>
                    <a:pt x="23257" y="76426"/>
                  </a:lnTo>
                  <a:lnTo>
                    <a:pt x="23819" y="69026"/>
                  </a:lnTo>
                  <a:lnTo>
                    <a:pt x="0" y="75754"/>
                  </a:lnTo>
                  <a:lnTo>
                    <a:pt x="38200" y="49477"/>
                  </a:lnTo>
                  <a:lnTo>
                    <a:pt x="46964" y="26751"/>
                  </a:lnTo>
                  <a:lnTo>
                    <a:pt x="56401" y="19023"/>
                  </a:lnTo>
                  <a:lnTo>
                    <a:pt x="59771" y="19565"/>
                  </a:lnTo>
                  <a:lnTo>
                    <a:pt x="68759" y="31763"/>
                  </a:lnTo>
                  <a:lnTo>
                    <a:pt x="89882" y="28242"/>
                  </a:lnTo>
                  <a:lnTo>
                    <a:pt x="99543" y="21057"/>
                  </a:lnTo>
                  <a:lnTo>
                    <a:pt x="98083" y="7888"/>
                  </a:lnTo>
                  <a:lnTo>
                    <a:pt x="104487" y="8295"/>
                  </a:lnTo>
                  <a:lnTo>
                    <a:pt x="119654" y="0"/>
                  </a:lnTo>
                  <a:lnTo>
                    <a:pt x="136507" y="217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oPE_MapPart_JPN_5_69" descr="Japan">
              <a:extLst>
                <a:ext uri="{FF2B5EF4-FFF2-40B4-BE49-F238E27FC236}">
                  <a16:creationId xmlns:a16="http://schemas.microsoft.com/office/drawing/2014/main" id="{B9ABC100-BB97-96BE-AFB0-B20F120BE1FE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8711361" y="3387523"/>
              <a:ext cx="42357" cy="54857"/>
            </a:xfrm>
            <a:custGeom>
              <a:avLst/>
              <a:gdLst/>
              <a:ahLst/>
              <a:cxnLst/>
              <a:rect l="0" t="0" r="0" b="0"/>
              <a:pathLst>
                <a:path w="42357" h="54857">
                  <a:moveTo>
                    <a:pt x="37862" y="15980"/>
                  </a:moveTo>
                  <a:lnTo>
                    <a:pt x="18650" y="29671"/>
                  </a:lnTo>
                  <a:lnTo>
                    <a:pt x="13369" y="30675"/>
                  </a:lnTo>
                  <a:lnTo>
                    <a:pt x="15729" y="38576"/>
                  </a:lnTo>
                  <a:lnTo>
                    <a:pt x="8651" y="43714"/>
                  </a:lnTo>
                  <a:lnTo>
                    <a:pt x="9437" y="50852"/>
                  </a:lnTo>
                  <a:lnTo>
                    <a:pt x="0" y="54856"/>
                  </a:lnTo>
                  <a:lnTo>
                    <a:pt x="4831" y="31177"/>
                  </a:lnTo>
                  <a:lnTo>
                    <a:pt x="10448" y="29044"/>
                  </a:lnTo>
                  <a:lnTo>
                    <a:pt x="18312" y="20128"/>
                  </a:lnTo>
                  <a:lnTo>
                    <a:pt x="14830" y="17489"/>
                  </a:lnTo>
                  <a:lnTo>
                    <a:pt x="15954" y="13089"/>
                  </a:lnTo>
                  <a:lnTo>
                    <a:pt x="24604" y="16609"/>
                  </a:lnTo>
                  <a:lnTo>
                    <a:pt x="27751" y="14975"/>
                  </a:lnTo>
                  <a:lnTo>
                    <a:pt x="37637" y="0"/>
                  </a:lnTo>
                  <a:lnTo>
                    <a:pt x="42356" y="4785"/>
                  </a:lnTo>
                  <a:lnTo>
                    <a:pt x="41120" y="1120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oPE_MapPart_JPN_6_70" descr="Japan">
              <a:extLst>
                <a:ext uri="{FF2B5EF4-FFF2-40B4-BE49-F238E27FC236}">
                  <a16:creationId xmlns:a16="http://schemas.microsoft.com/office/drawing/2014/main" id="{AC598352-045F-3D44-E28C-6D61F0DB1406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9371310" y="2537715"/>
              <a:ext cx="21798" cy="39247"/>
            </a:xfrm>
            <a:custGeom>
              <a:avLst/>
              <a:gdLst/>
              <a:ahLst/>
              <a:cxnLst/>
              <a:rect l="0" t="0" r="0" b="0"/>
              <a:pathLst>
                <a:path w="21798" h="39247">
                  <a:moveTo>
                    <a:pt x="7415" y="39246"/>
                  </a:moveTo>
                  <a:lnTo>
                    <a:pt x="0" y="38677"/>
                  </a:lnTo>
                  <a:lnTo>
                    <a:pt x="3595" y="36685"/>
                  </a:lnTo>
                  <a:lnTo>
                    <a:pt x="6067" y="27571"/>
                  </a:lnTo>
                  <a:lnTo>
                    <a:pt x="1236" y="25575"/>
                  </a:lnTo>
                  <a:lnTo>
                    <a:pt x="1573" y="18871"/>
                  </a:lnTo>
                  <a:lnTo>
                    <a:pt x="17302" y="0"/>
                  </a:lnTo>
                  <a:lnTo>
                    <a:pt x="14268" y="19156"/>
                  </a:lnTo>
                  <a:lnTo>
                    <a:pt x="21797" y="19870"/>
                  </a:lnTo>
                  <a:lnTo>
                    <a:pt x="16965" y="32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oPE_MapPart_JPN_7_71" descr="Japan">
              <a:extLst>
                <a:ext uri="{FF2B5EF4-FFF2-40B4-BE49-F238E27FC236}">
                  <a16:creationId xmlns:a16="http://schemas.microsoft.com/office/drawing/2014/main" id="{6090C8B0-0FDC-0486-8D93-A09D6B206C67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8805735" y="3272171"/>
              <a:ext cx="34381" cy="27569"/>
            </a:xfrm>
            <a:custGeom>
              <a:avLst/>
              <a:gdLst/>
              <a:ahLst/>
              <a:cxnLst/>
              <a:rect l="0" t="0" r="0" b="0"/>
              <a:pathLst>
                <a:path w="34381" h="27569">
                  <a:moveTo>
                    <a:pt x="17976" y="21833"/>
                  </a:moveTo>
                  <a:lnTo>
                    <a:pt x="12584" y="27568"/>
                  </a:lnTo>
                  <a:lnTo>
                    <a:pt x="0" y="19027"/>
                  </a:lnTo>
                  <a:lnTo>
                    <a:pt x="32807" y="0"/>
                  </a:lnTo>
                  <a:lnTo>
                    <a:pt x="34380" y="3452"/>
                  </a:lnTo>
                  <a:lnTo>
                    <a:pt x="17190" y="186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" name="oPE_MapPart_JPN_8_72" descr="Japan">
              <a:extLst>
                <a:ext uri="{FF2B5EF4-FFF2-40B4-BE49-F238E27FC236}">
                  <a16:creationId xmlns:a16="http://schemas.microsoft.com/office/drawing/2014/main" id="{F61C1C86-116F-AE15-78B3-0EB3EFA1732C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8855394" y="2980553"/>
              <a:ext cx="14945" cy="25540"/>
            </a:xfrm>
            <a:custGeom>
              <a:avLst/>
              <a:gdLst/>
              <a:ahLst/>
              <a:cxnLst/>
              <a:rect l="0" t="0" r="0" b="0"/>
              <a:pathLst>
                <a:path w="14945" h="25540">
                  <a:moveTo>
                    <a:pt x="7641" y="23016"/>
                  </a:moveTo>
                  <a:lnTo>
                    <a:pt x="2697" y="25539"/>
                  </a:lnTo>
                  <a:lnTo>
                    <a:pt x="0" y="21954"/>
                  </a:lnTo>
                  <a:lnTo>
                    <a:pt x="3596" y="18366"/>
                  </a:lnTo>
                  <a:lnTo>
                    <a:pt x="1237" y="14378"/>
                  </a:lnTo>
                  <a:lnTo>
                    <a:pt x="3147" y="1332"/>
                  </a:lnTo>
                  <a:lnTo>
                    <a:pt x="12921" y="0"/>
                  </a:lnTo>
                  <a:lnTo>
                    <a:pt x="14944" y="1477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oPE_MapPart_JPN_9_73" descr="Japan">
              <a:extLst>
                <a:ext uri="{FF2B5EF4-FFF2-40B4-BE49-F238E27FC236}">
                  <a16:creationId xmlns:a16="http://schemas.microsoft.com/office/drawing/2014/main" id="{1038C19B-14A8-AF78-FFF0-2E91DBFFEE50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9149192" y="2830373"/>
              <a:ext cx="21124" cy="25864"/>
            </a:xfrm>
            <a:custGeom>
              <a:avLst/>
              <a:gdLst/>
              <a:ahLst/>
              <a:cxnLst/>
              <a:rect l="0" t="0" r="0" b="0"/>
              <a:pathLst>
                <a:path w="21124" h="25864">
                  <a:moveTo>
                    <a:pt x="16628" y="19475"/>
                  </a:moveTo>
                  <a:lnTo>
                    <a:pt x="9775" y="25863"/>
                  </a:lnTo>
                  <a:lnTo>
                    <a:pt x="3932" y="25456"/>
                  </a:lnTo>
                  <a:lnTo>
                    <a:pt x="0" y="19067"/>
                  </a:lnTo>
                  <a:lnTo>
                    <a:pt x="18314" y="0"/>
                  </a:lnTo>
                  <a:lnTo>
                    <a:pt x="21123" y="136"/>
                  </a:lnTo>
                  <a:lnTo>
                    <a:pt x="14830" y="111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" name="oPE_MapPart_JPN_10_74" descr="Japan">
              <a:extLst>
                <a:ext uri="{FF2B5EF4-FFF2-40B4-BE49-F238E27FC236}">
                  <a16:creationId xmlns:a16="http://schemas.microsoft.com/office/drawing/2014/main" id="{61E628B6-88AF-1E46-636D-1B7796CB0A3B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8812140" y="2819724"/>
              <a:ext cx="13032" cy="28765"/>
            </a:xfrm>
            <a:custGeom>
              <a:avLst/>
              <a:gdLst/>
              <a:ahLst/>
              <a:cxnLst/>
              <a:rect l="0" t="0" r="0" b="0"/>
              <a:pathLst>
                <a:path w="13032" h="28765">
                  <a:moveTo>
                    <a:pt x="7415" y="25227"/>
                  </a:moveTo>
                  <a:lnTo>
                    <a:pt x="6179" y="28764"/>
                  </a:lnTo>
                  <a:lnTo>
                    <a:pt x="0" y="23866"/>
                  </a:lnTo>
                  <a:lnTo>
                    <a:pt x="3706" y="6009"/>
                  </a:lnTo>
                  <a:lnTo>
                    <a:pt x="11459" y="0"/>
                  </a:lnTo>
                  <a:lnTo>
                    <a:pt x="13031" y="11058"/>
                  </a:lnTo>
                  <a:lnTo>
                    <a:pt x="7190" y="2046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" name="oPE_MapPart_JPN_11_75" descr="Japan">
              <a:extLst>
                <a:ext uri="{FF2B5EF4-FFF2-40B4-BE49-F238E27FC236}">
                  <a16:creationId xmlns:a16="http://schemas.microsoft.com/office/drawing/2014/main" id="{1BB05B47-17A0-CFD8-6E80-353C4C508BD4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8882134" y="3132501"/>
              <a:ext cx="17752" cy="14584"/>
            </a:xfrm>
            <a:custGeom>
              <a:avLst/>
              <a:gdLst/>
              <a:ahLst/>
              <a:cxnLst/>
              <a:rect l="0" t="0" r="0" b="0"/>
              <a:pathLst>
                <a:path w="17752" h="14584">
                  <a:moveTo>
                    <a:pt x="14606" y="14583"/>
                  </a:moveTo>
                  <a:lnTo>
                    <a:pt x="3596" y="14453"/>
                  </a:lnTo>
                  <a:lnTo>
                    <a:pt x="0" y="5602"/>
                  </a:lnTo>
                  <a:lnTo>
                    <a:pt x="6741" y="0"/>
                  </a:lnTo>
                  <a:lnTo>
                    <a:pt x="17751" y="716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" name="oPE_MapPart_JPN_12_76" descr="Japan">
              <a:extLst>
                <a:ext uri="{FF2B5EF4-FFF2-40B4-BE49-F238E27FC236}">
                  <a16:creationId xmlns:a16="http://schemas.microsoft.com/office/drawing/2014/main" id="{5451568E-B988-4CB1-CEE2-4CC28838C2BF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8912244" y="3106775"/>
              <a:ext cx="13259" cy="31460"/>
            </a:xfrm>
            <a:custGeom>
              <a:avLst/>
              <a:gdLst/>
              <a:ahLst/>
              <a:cxnLst/>
              <a:rect l="0" t="0" r="0" b="0"/>
              <a:pathLst>
                <a:path w="13259" h="31460">
                  <a:moveTo>
                    <a:pt x="5505" y="30677"/>
                  </a:moveTo>
                  <a:lnTo>
                    <a:pt x="113" y="31459"/>
                  </a:lnTo>
                  <a:lnTo>
                    <a:pt x="0" y="27290"/>
                  </a:lnTo>
                  <a:lnTo>
                    <a:pt x="10561" y="0"/>
                  </a:lnTo>
                  <a:lnTo>
                    <a:pt x="13258" y="2093"/>
                  </a:lnTo>
                  <a:lnTo>
                    <a:pt x="7639" y="210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" name="oPE_MapPart_JPN_13_77" descr="Japan">
              <a:extLst>
                <a:ext uri="{FF2B5EF4-FFF2-40B4-BE49-F238E27FC236}">
                  <a16:creationId xmlns:a16="http://schemas.microsoft.com/office/drawing/2014/main" id="{ED49EF14-2254-6708-CB1A-C035B78DED17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8773603" y="2962537"/>
              <a:ext cx="15281" cy="14684"/>
            </a:xfrm>
            <a:custGeom>
              <a:avLst/>
              <a:gdLst/>
              <a:ahLst/>
              <a:cxnLst/>
              <a:rect l="0" t="0" r="0" b="0"/>
              <a:pathLst>
                <a:path w="15281" h="14684">
                  <a:moveTo>
                    <a:pt x="1012" y="0"/>
                  </a:moveTo>
                  <a:lnTo>
                    <a:pt x="11797" y="1469"/>
                  </a:lnTo>
                  <a:lnTo>
                    <a:pt x="15280" y="9748"/>
                  </a:lnTo>
                  <a:lnTo>
                    <a:pt x="8763" y="10815"/>
                  </a:lnTo>
                  <a:lnTo>
                    <a:pt x="6292" y="14683"/>
                  </a:lnTo>
                  <a:lnTo>
                    <a:pt x="0" y="89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" name="oPE_MapPart_JPN_14_78" descr="Japan">
              <a:extLst>
                <a:ext uri="{FF2B5EF4-FFF2-40B4-BE49-F238E27FC236}">
                  <a16:creationId xmlns:a16="http://schemas.microsoft.com/office/drawing/2014/main" id="{9C39566A-916E-CD52-1AD6-6A1E6458B8ED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8795286" y="2936560"/>
              <a:ext cx="11574" cy="21700"/>
            </a:xfrm>
            <a:custGeom>
              <a:avLst/>
              <a:gdLst/>
              <a:ahLst/>
              <a:cxnLst/>
              <a:rect l="0" t="0" r="0" b="0"/>
              <a:pathLst>
                <a:path w="11574" h="21700">
                  <a:moveTo>
                    <a:pt x="4944" y="21699"/>
                  </a:moveTo>
                  <a:lnTo>
                    <a:pt x="0" y="13403"/>
                  </a:lnTo>
                  <a:lnTo>
                    <a:pt x="7079" y="0"/>
                  </a:lnTo>
                  <a:lnTo>
                    <a:pt x="11573" y="10323"/>
                  </a:lnTo>
                  <a:lnTo>
                    <a:pt x="7191" y="1514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" name="oPE_MapPart_JPN_15_79" descr="Japan">
              <a:extLst>
                <a:ext uri="{FF2B5EF4-FFF2-40B4-BE49-F238E27FC236}">
                  <a16:creationId xmlns:a16="http://schemas.microsoft.com/office/drawing/2014/main" id="{3F5265DD-ACBD-6A11-EAC5-124E2645DE7E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8807084" y="2847400"/>
              <a:ext cx="9438" cy="17932"/>
            </a:xfrm>
            <a:custGeom>
              <a:avLst/>
              <a:gdLst/>
              <a:ahLst/>
              <a:cxnLst/>
              <a:rect l="0" t="0" r="0" b="0"/>
              <a:pathLst>
                <a:path w="9438" h="17932">
                  <a:moveTo>
                    <a:pt x="5842" y="14946"/>
                  </a:moveTo>
                  <a:lnTo>
                    <a:pt x="1798" y="17931"/>
                  </a:lnTo>
                  <a:lnTo>
                    <a:pt x="0" y="13317"/>
                  </a:lnTo>
                  <a:lnTo>
                    <a:pt x="1798" y="0"/>
                  </a:lnTo>
                  <a:lnTo>
                    <a:pt x="9437" y="2720"/>
                  </a:lnTo>
                  <a:lnTo>
                    <a:pt x="9325" y="67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" name="oPE_MapPart_JPN_16_80" descr="Japan">
              <a:extLst>
                <a:ext uri="{FF2B5EF4-FFF2-40B4-BE49-F238E27FC236}">
                  <a16:creationId xmlns:a16="http://schemas.microsoft.com/office/drawing/2014/main" id="{FFF5D086-6195-C412-5236-413E0592925A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8463402" y="3558286"/>
              <a:ext cx="15955" cy="9250"/>
            </a:xfrm>
            <a:custGeom>
              <a:avLst/>
              <a:gdLst/>
              <a:ahLst/>
              <a:cxnLst/>
              <a:rect l="0" t="0" r="0" b="0"/>
              <a:pathLst>
                <a:path w="15955" h="9250">
                  <a:moveTo>
                    <a:pt x="13033" y="9249"/>
                  </a:moveTo>
                  <a:lnTo>
                    <a:pt x="0" y="8756"/>
                  </a:lnTo>
                  <a:lnTo>
                    <a:pt x="0" y="6660"/>
                  </a:lnTo>
                  <a:lnTo>
                    <a:pt x="4494" y="4564"/>
                  </a:lnTo>
                  <a:lnTo>
                    <a:pt x="5730" y="0"/>
                  </a:lnTo>
                  <a:lnTo>
                    <a:pt x="15954" y="3701"/>
                  </a:lnTo>
                  <a:lnTo>
                    <a:pt x="15505" y="62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" name="oPE_MapPart_JOR_1_81" descr="Jordanien">
              <a:extLst>
                <a:ext uri="{FF2B5EF4-FFF2-40B4-BE49-F238E27FC236}">
                  <a16:creationId xmlns:a16="http://schemas.microsoft.com/office/drawing/2014/main" id="{48FCB3EC-3C6B-0EEE-BE75-92EF9BC41A0B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2925176" y="2918692"/>
              <a:ext cx="270992" cy="305504"/>
            </a:xfrm>
            <a:custGeom>
              <a:avLst/>
              <a:gdLst/>
              <a:ahLst/>
              <a:cxnLst/>
              <a:rect l="0" t="0" r="0" b="0"/>
              <a:pathLst>
                <a:path w="270992" h="305504">
                  <a:moveTo>
                    <a:pt x="52243" y="47452"/>
                  </a:moveTo>
                  <a:lnTo>
                    <a:pt x="58984" y="49054"/>
                  </a:lnTo>
                  <a:lnTo>
                    <a:pt x="69208" y="62394"/>
                  </a:lnTo>
                  <a:lnTo>
                    <a:pt x="79207" y="65192"/>
                  </a:lnTo>
                  <a:lnTo>
                    <a:pt x="88757" y="73179"/>
                  </a:lnTo>
                  <a:lnTo>
                    <a:pt x="116620" y="78366"/>
                  </a:lnTo>
                  <a:lnTo>
                    <a:pt x="238634" y="0"/>
                  </a:lnTo>
                  <a:lnTo>
                    <a:pt x="256385" y="65325"/>
                  </a:lnTo>
                  <a:lnTo>
                    <a:pt x="251554" y="66923"/>
                  </a:lnTo>
                  <a:lnTo>
                    <a:pt x="255374" y="79164"/>
                  </a:lnTo>
                  <a:lnTo>
                    <a:pt x="268182" y="75840"/>
                  </a:lnTo>
                  <a:lnTo>
                    <a:pt x="270991" y="83815"/>
                  </a:lnTo>
                  <a:lnTo>
                    <a:pt x="250430" y="102121"/>
                  </a:lnTo>
                  <a:lnTo>
                    <a:pt x="125384" y="139113"/>
                  </a:lnTo>
                  <a:lnTo>
                    <a:pt x="189087" y="211331"/>
                  </a:lnTo>
                  <a:lnTo>
                    <a:pt x="168526" y="223448"/>
                  </a:lnTo>
                  <a:lnTo>
                    <a:pt x="157179" y="247748"/>
                  </a:lnTo>
                  <a:lnTo>
                    <a:pt x="109430" y="259543"/>
                  </a:lnTo>
                  <a:lnTo>
                    <a:pt x="95161" y="283721"/>
                  </a:lnTo>
                  <a:lnTo>
                    <a:pt x="66512" y="305503"/>
                  </a:lnTo>
                  <a:lnTo>
                    <a:pt x="0" y="293782"/>
                  </a:lnTo>
                  <a:lnTo>
                    <a:pt x="7303" y="249045"/>
                  </a:lnTo>
                  <a:lnTo>
                    <a:pt x="11909" y="237232"/>
                  </a:lnTo>
                  <a:lnTo>
                    <a:pt x="11909" y="217066"/>
                  </a:lnTo>
                  <a:lnTo>
                    <a:pt x="30447" y="165282"/>
                  </a:lnTo>
                  <a:lnTo>
                    <a:pt x="28088" y="158191"/>
                  </a:lnTo>
                  <a:lnTo>
                    <a:pt x="32132" y="133841"/>
                  </a:lnTo>
                  <a:lnTo>
                    <a:pt x="37975" y="118924"/>
                  </a:lnTo>
                  <a:lnTo>
                    <a:pt x="36290" y="102916"/>
                  </a:lnTo>
                  <a:lnTo>
                    <a:pt x="38874" y="54393"/>
                  </a:lnTo>
                  <a:lnTo>
                    <a:pt x="48873" y="4785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" name="oPE_MapPart_KAZ_1_82" descr="Kasachstan">
              <a:extLst>
                <a:ext uri="{FF2B5EF4-FFF2-40B4-BE49-F238E27FC236}">
                  <a16:creationId xmlns:a16="http://schemas.microsoft.com/office/drawing/2014/main" id="{4A7724DB-A398-C020-B13C-BFA2D8B91D92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3864205" y="1971227"/>
              <a:ext cx="11798" cy="22228"/>
            </a:xfrm>
            <a:custGeom>
              <a:avLst/>
              <a:gdLst/>
              <a:ahLst/>
              <a:cxnLst/>
              <a:rect l="0" t="0" r="0" b="0"/>
              <a:pathLst>
                <a:path w="11798" h="22228">
                  <a:moveTo>
                    <a:pt x="11797" y="20167"/>
                  </a:moveTo>
                  <a:lnTo>
                    <a:pt x="6292" y="22227"/>
                  </a:lnTo>
                  <a:lnTo>
                    <a:pt x="0" y="12872"/>
                  </a:lnTo>
                  <a:lnTo>
                    <a:pt x="1798" y="3340"/>
                  </a:lnTo>
                  <a:lnTo>
                    <a:pt x="7190" y="0"/>
                  </a:lnTo>
                  <a:lnTo>
                    <a:pt x="2697" y="11760"/>
                  </a:lnTo>
                  <a:lnTo>
                    <a:pt x="6404" y="177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" name="oPE_MapPart_KAZ_2_83" descr="Kasachstan">
              <a:extLst>
                <a:ext uri="{FF2B5EF4-FFF2-40B4-BE49-F238E27FC236}">
                  <a16:creationId xmlns:a16="http://schemas.microsoft.com/office/drawing/2014/main" id="{B7EF1E00-A9C5-44B2-838A-1A1487DC601B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3880496" y="1971227"/>
              <a:ext cx="5843" cy="10968"/>
            </a:xfrm>
            <a:custGeom>
              <a:avLst/>
              <a:gdLst/>
              <a:ahLst/>
              <a:cxnLst/>
              <a:rect l="0" t="0" r="0" b="0"/>
              <a:pathLst>
                <a:path w="5843" h="10968">
                  <a:moveTo>
                    <a:pt x="3483" y="9855"/>
                  </a:moveTo>
                  <a:lnTo>
                    <a:pt x="1348" y="10967"/>
                  </a:lnTo>
                  <a:lnTo>
                    <a:pt x="0" y="5407"/>
                  </a:lnTo>
                  <a:lnTo>
                    <a:pt x="2472" y="636"/>
                  </a:lnTo>
                  <a:lnTo>
                    <a:pt x="5842" y="0"/>
                  </a:lnTo>
                  <a:lnTo>
                    <a:pt x="4719" y="74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" name="oPE_MapPart_KAZ_3_84" descr="Kasachstan">
              <a:extLst>
                <a:ext uri="{FF2B5EF4-FFF2-40B4-BE49-F238E27FC236}">
                  <a16:creationId xmlns:a16="http://schemas.microsoft.com/office/drawing/2014/main" id="{5AD7A081-2978-D2F6-03AF-CBF3CE37B2EE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4023968" y="1931770"/>
              <a:ext cx="8652" cy="10254"/>
            </a:xfrm>
            <a:custGeom>
              <a:avLst/>
              <a:gdLst/>
              <a:ahLst/>
              <a:cxnLst/>
              <a:rect l="0" t="0" r="0" b="0"/>
              <a:pathLst>
                <a:path w="8652" h="10254">
                  <a:moveTo>
                    <a:pt x="7977" y="10253"/>
                  </a:moveTo>
                  <a:lnTo>
                    <a:pt x="0" y="4809"/>
                  </a:lnTo>
                  <a:lnTo>
                    <a:pt x="3371" y="0"/>
                  </a:lnTo>
                  <a:lnTo>
                    <a:pt x="8651" y="59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" name="oPE_MapPart_KAZ_4_85" descr="Kasachstan">
              <a:extLst>
                <a:ext uri="{FF2B5EF4-FFF2-40B4-BE49-F238E27FC236}">
                  <a16:creationId xmlns:a16="http://schemas.microsoft.com/office/drawing/2014/main" id="{0D0409FD-8802-87C4-7844-59BA73F5D265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3652873" y="960120"/>
              <a:ext cx="2541267" cy="1391427"/>
            </a:xfrm>
            <a:custGeom>
              <a:avLst/>
              <a:gdLst/>
              <a:ahLst/>
              <a:cxnLst/>
              <a:rect l="0" t="0" r="0" b="0"/>
              <a:pathLst>
                <a:path w="2541267" h="1391427">
                  <a:moveTo>
                    <a:pt x="1519097" y="1255794"/>
                  </a:moveTo>
                  <a:lnTo>
                    <a:pt x="1504604" y="1262468"/>
                  </a:lnTo>
                  <a:lnTo>
                    <a:pt x="1496402" y="1273674"/>
                  </a:lnTo>
                  <a:lnTo>
                    <a:pt x="1485953" y="1270042"/>
                  </a:lnTo>
                  <a:lnTo>
                    <a:pt x="1465955" y="1291644"/>
                  </a:lnTo>
                  <a:lnTo>
                    <a:pt x="1432811" y="1307752"/>
                  </a:lnTo>
                  <a:lnTo>
                    <a:pt x="1420565" y="1319313"/>
                  </a:lnTo>
                  <a:lnTo>
                    <a:pt x="1401578" y="1329502"/>
                  </a:lnTo>
                  <a:lnTo>
                    <a:pt x="1396747" y="1342959"/>
                  </a:lnTo>
                  <a:lnTo>
                    <a:pt x="1381130" y="1356531"/>
                  </a:lnTo>
                  <a:lnTo>
                    <a:pt x="1371580" y="1370219"/>
                  </a:lnTo>
                  <a:lnTo>
                    <a:pt x="1370906" y="1391130"/>
                  </a:lnTo>
                  <a:lnTo>
                    <a:pt x="1361019" y="1391426"/>
                  </a:lnTo>
                  <a:lnTo>
                    <a:pt x="1338099" y="1375714"/>
                  </a:lnTo>
                  <a:lnTo>
                    <a:pt x="1342256" y="1357574"/>
                  </a:lnTo>
                  <a:lnTo>
                    <a:pt x="1331134" y="1343706"/>
                  </a:lnTo>
                  <a:lnTo>
                    <a:pt x="1261139" y="1348183"/>
                  </a:lnTo>
                  <a:lnTo>
                    <a:pt x="1254623" y="1345199"/>
                  </a:lnTo>
                  <a:lnTo>
                    <a:pt x="1241478" y="1277152"/>
                  </a:lnTo>
                  <a:lnTo>
                    <a:pt x="1210918" y="1276245"/>
                  </a:lnTo>
                  <a:lnTo>
                    <a:pt x="1216536" y="1192737"/>
                  </a:lnTo>
                  <a:lnTo>
                    <a:pt x="1197998" y="1202405"/>
                  </a:lnTo>
                  <a:lnTo>
                    <a:pt x="1178898" y="1165479"/>
                  </a:lnTo>
                  <a:lnTo>
                    <a:pt x="1164742" y="1156207"/>
                  </a:lnTo>
                  <a:lnTo>
                    <a:pt x="1142047" y="1130623"/>
                  </a:lnTo>
                  <a:lnTo>
                    <a:pt x="1113173" y="1144748"/>
                  </a:lnTo>
                  <a:lnTo>
                    <a:pt x="1035988" y="1138078"/>
                  </a:lnTo>
                  <a:lnTo>
                    <a:pt x="960038" y="1149861"/>
                  </a:lnTo>
                  <a:lnTo>
                    <a:pt x="908245" y="1091302"/>
                  </a:lnTo>
                  <a:lnTo>
                    <a:pt x="898695" y="1071685"/>
                  </a:lnTo>
                  <a:lnTo>
                    <a:pt x="745673" y="969084"/>
                  </a:lnTo>
                  <a:lnTo>
                    <a:pt x="584674" y="1018897"/>
                  </a:lnTo>
                  <a:lnTo>
                    <a:pt x="584787" y="1333244"/>
                  </a:lnTo>
                  <a:lnTo>
                    <a:pt x="557710" y="1338178"/>
                  </a:lnTo>
                  <a:lnTo>
                    <a:pt x="550856" y="1335487"/>
                  </a:lnTo>
                  <a:lnTo>
                    <a:pt x="539284" y="1322012"/>
                  </a:lnTo>
                  <a:lnTo>
                    <a:pt x="514567" y="1279570"/>
                  </a:lnTo>
                  <a:lnTo>
                    <a:pt x="468841" y="1248352"/>
                  </a:lnTo>
                  <a:lnTo>
                    <a:pt x="441651" y="1251695"/>
                  </a:lnTo>
                  <a:lnTo>
                    <a:pt x="402329" y="1264287"/>
                  </a:lnTo>
                  <a:lnTo>
                    <a:pt x="390869" y="1271556"/>
                  </a:lnTo>
                  <a:lnTo>
                    <a:pt x="367275" y="1295111"/>
                  </a:lnTo>
                  <a:lnTo>
                    <a:pt x="365365" y="1268225"/>
                  </a:lnTo>
                  <a:lnTo>
                    <a:pt x="376376" y="1229777"/>
                  </a:lnTo>
                  <a:lnTo>
                    <a:pt x="373679" y="1212361"/>
                  </a:lnTo>
                  <a:lnTo>
                    <a:pt x="367275" y="1207309"/>
                  </a:lnTo>
                  <a:lnTo>
                    <a:pt x="353568" y="1208993"/>
                  </a:lnTo>
                  <a:lnTo>
                    <a:pt x="347951" y="1203171"/>
                  </a:lnTo>
                  <a:lnTo>
                    <a:pt x="330087" y="1203171"/>
                  </a:lnTo>
                  <a:lnTo>
                    <a:pt x="312560" y="1178433"/>
                  </a:lnTo>
                  <a:lnTo>
                    <a:pt x="292449" y="1177046"/>
                  </a:lnTo>
                  <a:lnTo>
                    <a:pt x="292899" y="1150636"/>
                  </a:lnTo>
                  <a:lnTo>
                    <a:pt x="278068" y="1127513"/>
                  </a:lnTo>
                  <a:lnTo>
                    <a:pt x="263463" y="1089108"/>
                  </a:lnTo>
                  <a:lnTo>
                    <a:pt x="254363" y="1082837"/>
                  </a:lnTo>
                  <a:lnTo>
                    <a:pt x="232342" y="1077657"/>
                  </a:lnTo>
                  <a:lnTo>
                    <a:pt x="228859" y="1074986"/>
                  </a:lnTo>
                  <a:lnTo>
                    <a:pt x="227398" y="1065707"/>
                  </a:lnTo>
                  <a:lnTo>
                    <a:pt x="230207" y="1055149"/>
                  </a:lnTo>
                  <a:lnTo>
                    <a:pt x="237173" y="1051520"/>
                  </a:lnTo>
                  <a:lnTo>
                    <a:pt x="265373" y="1051046"/>
                  </a:lnTo>
                  <a:lnTo>
                    <a:pt x="285147" y="1062243"/>
                  </a:lnTo>
                  <a:lnTo>
                    <a:pt x="307954" y="1059722"/>
                  </a:lnTo>
                  <a:lnTo>
                    <a:pt x="300988" y="1053414"/>
                  </a:lnTo>
                  <a:lnTo>
                    <a:pt x="293461" y="1051993"/>
                  </a:lnTo>
                  <a:lnTo>
                    <a:pt x="277731" y="1035076"/>
                  </a:lnTo>
                  <a:lnTo>
                    <a:pt x="274698" y="1025248"/>
                  </a:lnTo>
                  <a:lnTo>
                    <a:pt x="289641" y="1007604"/>
                  </a:lnTo>
                  <a:lnTo>
                    <a:pt x="299977" y="986702"/>
                  </a:lnTo>
                  <a:lnTo>
                    <a:pt x="363118" y="982544"/>
                  </a:lnTo>
                  <a:lnTo>
                    <a:pt x="393340" y="990059"/>
                  </a:lnTo>
                  <a:lnTo>
                    <a:pt x="411429" y="989100"/>
                  </a:lnTo>
                  <a:lnTo>
                    <a:pt x="388734" y="974376"/>
                  </a:lnTo>
                  <a:lnTo>
                    <a:pt x="384802" y="967639"/>
                  </a:lnTo>
                  <a:lnTo>
                    <a:pt x="401542" y="932204"/>
                  </a:lnTo>
                  <a:lnTo>
                    <a:pt x="407385" y="912120"/>
                  </a:lnTo>
                  <a:lnTo>
                    <a:pt x="405699" y="891954"/>
                  </a:lnTo>
                  <a:lnTo>
                    <a:pt x="402890" y="886410"/>
                  </a:lnTo>
                  <a:lnTo>
                    <a:pt x="409519" y="868922"/>
                  </a:lnTo>
                  <a:lnTo>
                    <a:pt x="407497" y="862205"/>
                  </a:lnTo>
                  <a:lnTo>
                    <a:pt x="401093" y="848414"/>
                  </a:lnTo>
                  <a:lnTo>
                    <a:pt x="393678" y="842821"/>
                  </a:lnTo>
                  <a:lnTo>
                    <a:pt x="366601" y="839528"/>
                  </a:lnTo>
                  <a:lnTo>
                    <a:pt x="345142" y="854329"/>
                  </a:lnTo>
                  <a:lnTo>
                    <a:pt x="337165" y="847592"/>
                  </a:lnTo>
                  <a:lnTo>
                    <a:pt x="320537" y="844796"/>
                  </a:lnTo>
                  <a:lnTo>
                    <a:pt x="312448" y="835903"/>
                  </a:lnTo>
                  <a:lnTo>
                    <a:pt x="285147" y="828645"/>
                  </a:lnTo>
                  <a:lnTo>
                    <a:pt x="269080" y="834914"/>
                  </a:lnTo>
                  <a:lnTo>
                    <a:pt x="248071" y="849400"/>
                  </a:lnTo>
                  <a:lnTo>
                    <a:pt x="237847" y="849729"/>
                  </a:lnTo>
                  <a:lnTo>
                    <a:pt x="204591" y="875630"/>
                  </a:lnTo>
                  <a:lnTo>
                    <a:pt x="170886" y="882493"/>
                  </a:lnTo>
                  <a:lnTo>
                    <a:pt x="171785" y="892443"/>
                  </a:lnTo>
                  <a:lnTo>
                    <a:pt x="167066" y="889998"/>
                  </a:lnTo>
                  <a:lnTo>
                    <a:pt x="162010" y="894560"/>
                  </a:lnTo>
                  <a:lnTo>
                    <a:pt x="163695" y="898956"/>
                  </a:lnTo>
                  <a:lnTo>
                    <a:pt x="120552" y="874649"/>
                  </a:lnTo>
                  <a:lnTo>
                    <a:pt x="118193" y="866138"/>
                  </a:lnTo>
                  <a:lnTo>
                    <a:pt x="121676" y="860893"/>
                  </a:lnTo>
                  <a:lnTo>
                    <a:pt x="142012" y="865647"/>
                  </a:lnTo>
                  <a:lnTo>
                    <a:pt x="146168" y="863680"/>
                  </a:lnTo>
                  <a:lnTo>
                    <a:pt x="146730" y="859253"/>
                  </a:lnTo>
                  <a:lnTo>
                    <a:pt x="121339" y="809293"/>
                  </a:lnTo>
                  <a:lnTo>
                    <a:pt x="93701" y="770021"/>
                  </a:lnTo>
                  <a:lnTo>
                    <a:pt x="54490" y="764504"/>
                  </a:lnTo>
                  <a:lnTo>
                    <a:pt x="42693" y="770355"/>
                  </a:lnTo>
                  <a:lnTo>
                    <a:pt x="36963" y="765675"/>
                  </a:lnTo>
                  <a:lnTo>
                    <a:pt x="30222" y="751104"/>
                  </a:lnTo>
                  <a:lnTo>
                    <a:pt x="31795" y="734469"/>
                  </a:lnTo>
                  <a:lnTo>
                    <a:pt x="28425" y="724528"/>
                  </a:lnTo>
                  <a:lnTo>
                    <a:pt x="3258" y="707631"/>
                  </a:lnTo>
                  <a:lnTo>
                    <a:pt x="0" y="692543"/>
                  </a:lnTo>
                  <a:lnTo>
                    <a:pt x="5842" y="670588"/>
                  </a:lnTo>
                  <a:lnTo>
                    <a:pt x="26402" y="637722"/>
                  </a:lnTo>
                  <a:lnTo>
                    <a:pt x="12022" y="617064"/>
                  </a:lnTo>
                  <a:lnTo>
                    <a:pt x="17527" y="585386"/>
                  </a:lnTo>
                  <a:lnTo>
                    <a:pt x="23931" y="570250"/>
                  </a:lnTo>
                  <a:lnTo>
                    <a:pt x="39885" y="555939"/>
                  </a:lnTo>
                  <a:lnTo>
                    <a:pt x="42806" y="550343"/>
                  </a:lnTo>
                  <a:lnTo>
                    <a:pt x="44716" y="529296"/>
                  </a:lnTo>
                  <a:lnTo>
                    <a:pt x="55839" y="516621"/>
                  </a:lnTo>
                  <a:lnTo>
                    <a:pt x="68422" y="519089"/>
                  </a:lnTo>
                  <a:lnTo>
                    <a:pt x="107745" y="569727"/>
                  </a:lnTo>
                  <a:lnTo>
                    <a:pt x="113924" y="572515"/>
                  </a:lnTo>
                  <a:lnTo>
                    <a:pt x="134147" y="562926"/>
                  </a:lnTo>
                  <a:lnTo>
                    <a:pt x="139427" y="554716"/>
                  </a:lnTo>
                  <a:lnTo>
                    <a:pt x="125833" y="496129"/>
                  </a:lnTo>
                  <a:lnTo>
                    <a:pt x="137293" y="497191"/>
                  </a:lnTo>
                  <a:lnTo>
                    <a:pt x="169425" y="472521"/>
                  </a:lnTo>
                  <a:lnTo>
                    <a:pt x="180323" y="449506"/>
                  </a:lnTo>
                  <a:lnTo>
                    <a:pt x="200546" y="444675"/>
                  </a:lnTo>
                  <a:lnTo>
                    <a:pt x="230993" y="425837"/>
                  </a:lnTo>
                  <a:lnTo>
                    <a:pt x="261216" y="385026"/>
                  </a:lnTo>
                  <a:lnTo>
                    <a:pt x="284248" y="393181"/>
                  </a:lnTo>
                  <a:lnTo>
                    <a:pt x="290877" y="398429"/>
                  </a:lnTo>
                  <a:lnTo>
                    <a:pt x="295595" y="410531"/>
                  </a:lnTo>
                  <a:lnTo>
                    <a:pt x="312111" y="409629"/>
                  </a:lnTo>
                  <a:lnTo>
                    <a:pt x="336940" y="390646"/>
                  </a:lnTo>
                  <a:lnTo>
                    <a:pt x="350198" y="387021"/>
                  </a:lnTo>
                  <a:lnTo>
                    <a:pt x="357164" y="389740"/>
                  </a:lnTo>
                  <a:lnTo>
                    <a:pt x="372106" y="409809"/>
                  </a:lnTo>
                  <a:lnTo>
                    <a:pt x="419968" y="409809"/>
                  </a:lnTo>
                  <a:lnTo>
                    <a:pt x="432214" y="418100"/>
                  </a:lnTo>
                  <a:lnTo>
                    <a:pt x="441876" y="432843"/>
                  </a:lnTo>
                  <a:lnTo>
                    <a:pt x="458616" y="441809"/>
                  </a:lnTo>
                  <a:lnTo>
                    <a:pt x="470076" y="453797"/>
                  </a:lnTo>
                  <a:lnTo>
                    <a:pt x="487603" y="479633"/>
                  </a:lnTo>
                  <a:lnTo>
                    <a:pt x="490748" y="498961"/>
                  </a:lnTo>
                  <a:lnTo>
                    <a:pt x="495917" y="503736"/>
                  </a:lnTo>
                  <a:lnTo>
                    <a:pt x="500973" y="498253"/>
                  </a:lnTo>
                  <a:lnTo>
                    <a:pt x="501871" y="491346"/>
                  </a:lnTo>
                  <a:lnTo>
                    <a:pt x="499175" y="469672"/>
                  </a:lnTo>
                  <a:lnTo>
                    <a:pt x="495355" y="463257"/>
                  </a:lnTo>
                  <a:lnTo>
                    <a:pt x="501310" y="456655"/>
                  </a:lnTo>
                  <a:lnTo>
                    <a:pt x="515466" y="463614"/>
                  </a:lnTo>
                  <a:lnTo>
                    <a:pt x="546250" y="490991"/>
                  </a:lnTo>
                  <a:lnTo>
                    <a:pt x="566586" y="498961"/>
                  </a:lnTo>
                  <a:lnTo>
                    <a:pt x="589280" y="486203"/>
                  </a:lnTo>
                  <a:lnTo>
                    <a:pt x="595123" y="473232"/>
                  </a:lnTo>
                  <a:lnTo>
                    <a:pt x="616807" y="455941"/>
                  </a:lnTo>
                  <a:lnTo>
                    <a:pt x="624896" y="459690"/>
                  </a:lnTo>
                  <a:lnTo>
                    <a:pt x="649276" y="451295"/>
                  </a:lnTo>
                  <a:lnTo>
                    <a:pt x="659725" y="454333"/>
                  </a:lnTo>
                  <a:lnTo>
                    <a:pt x="676128" y="468782"/>
                  </a:lnTo>
                  <a:lnTo>
                    <a:pt x="683431" y="468248"/>
                  </a:lnTo>
                  <a:lnTo>
                    <a:pt x="689385" y="465218"/>
                  </a:lnTo>
                  <a:lnTo>
                    <a:pt x="700957" y="448791"/>
                  </a:lnTo>
                  <a:lnTo>
                    <a:pt x="733427" y="451473"/>
                  </a:lnTo>
                  <a:lnTo>
                    <a:pt x="745111" y="460760"/>
                  </a:lnTo>
                  <a:lnTo>
                    <a:pt x="766121" y="487977"/>
                  </a:lnTo>
                  <a:lnTo>
                    <a:pt x="801624" y="495421"/>
                  </a:lnTo>
                  <a:lnTo>
                    <a:pt x="806118" y="498961"/>
                  </a:lnTo>
                  <a:lnTo>
                    <a:pt x="806005" y="507800"/>
                  </a:lnTo>
                  <a:lnTo>
                    <a:pt x="824094" y="499138"/>
                  </a:lnTo>
                  <a:lnTo>
                    <a:pt x="832969" y="477678"/>
                  </a:lnTo>
                  <a:lnTo>
                    <a:pt x="839486" y="472699"/>
                  </a:lnTo>
                  <a:lnTo>
                    <a:pt x="853755" y="487090"/>
                  </a:lnTo>
                  <a:lnTo>
                    <a:pt x="862293" y="489573"/>
                  </a:lnTo>
                  <a:lnTo>
                    <a:pt x="894650" y="487977"/>
                  </a:lnTo>
                  <a:lnTo>
                    <a:pt x="922514" y="471631"/>
                  </a:lnTo>
                  <a:lnTo>
                    <a:pt x="934760" y="434997"/>
                  </a:lnTo>
                  <a:lnTo>
                    <a:pt x="932849" y="425478"/>
                  </a:lnTo>
                  <a:lnTo>
                    <a:pt x="920940" y="413776"/>
                  </a:lnTo>
                  <a:lnTo>
                    <a:pt x="899144" y="408726"/>
                  </a:lnTo>
                  <a:lnTo>
                    <a:pt x="896560" y="404213"/>
                  </a:lnTo>
                  <a:lnTo>
                    <a:pt x="864877" y="392819"/>
                  </a:lnTo>
                  <a:lnTo>
                    <a:pt x="860046" y="380489"/>
                  </a:lnTo>
                  <a:lnTo>
                    <a:pt x="837689" y="364301"/>
                  </a:lnTo>
                  <a:lnTo>
                    <a:pt x="862406" y="344761"/>
                  </a:lnTo>
                  <a:lnTo>
                    <a:pt x="877685" y="342198"/>
                  </a:lnTo>
                  <a:lnTo>
                    <a:pt x="897909" y="323299"/>
                  </a:lnTo>
                  <a:lnTo>
                    <a:pt x="884202" y="288597"/>
                  </a:lnTo>
                  <a:lnTo>
                    <a:pt x="885887" y="281365"/>
                  </a:lnTo>
                  <a:lnTo>
                    <a:pt x="901167" y="257919"/>
                  </a:lnTo>
                  <a:lnTo>
                    <a:pt x="923300" y="255493"/>
                  </a:lnTo>
                  <a:lnTo>
                    <a:pt x="959028" y="260903"/>
                  </a:lnTo>
                  <a:lnTo>
                    <a:pt x="965768" y="254560"/>
                  </a:lnTo>
                  <a:lnTo>
                    <a:pt x="961612" y="243905"/>
                  </a:lnTo>
                  <a:lnTo>
                    <a:pt x="939366" y="231348"/>
                  </a:lnTo>
                  <a:lnTo>
                    <a:pt x="910717" y="225150"/>
                  </a:lnTo>
                  <a:lnTo>
                    <a:pt x="908357" y="219885"/>
                  </a:lnTo>
                  <a:lnTo>
                    <a:pt x="912514" y="208581"/>
                  </a:lnTo>
                  <a:lnTo>
                    <a:pt x="923300" y="207449"/>
                  </a:lnTo>
                  <a:lnTo>
                    <a:pt x="931614" y="200462"/>
                  </a:lnTo>
                  <a:lnTo>
                    <a:pt x="927794" y="194410"/>
                  </a:lnTo>
                  <a:lnTo>
                    <a:pt x="913750" y="197437"/>
                  </a:lnTo>
                  <a:lnTo>
                    <a:pt x="896897" y="190056"/>
                  </a:lnTo>
                  <a:lnTo>
                    <a:pt x="905324" y="176206"/>
                  </a:lnTo>
                  <a:lnTo>
                    <a:pt x="907234" y="153918"/>
                  </a:lnTo>
                  <a:lnTo>
                    <a:pt x="912627" y="147993"/>
                  </a:lnTo>
                  <a:lnTo>
                    <a:pt x="919030" y="144933"/>
                  </a:lnTo>
                  <a:lnTo>
                    <a:pt x="956219" y="155827"/>
                  </a:lnTo>
                  <a:lnTo>
                    <a:pt x="963184" y="149905"/>
                  </a:lnTo>
                  <a:lnTo>
                    <a:pt x="991834" y="148758"/>
                  </a:lnTo>
                  <a:lnTo>
                    <a:pt x="1000148" y="142827"/>
                  </a:lnTo>
                  <a:lnTo>
                    <a:pt x="1027674" y="138996"/>
                  </a:lnTo>
                  <a:lnTo>
                    <a:pt x="1034977" y="131900"/>
                  </a:lnTo>
                  <a:lnTo>
                    <a:pt x="1075985" y="124985"/>
                  </a:lnTo>
                  <a:lnTo>
                    <a:pt x="1114296" y="109194"/>
                  </a:lnTo>
                  <a:lnTo>
                    <a:pt x="1126093" y="112472"/>
                  </a:lnTo>
                  <a:lnTo>
                    <a:pt x="1143283" y="107843"/>
                  </a:lnTo>
                  <a:lnTo>
                    <a:pt x="1153394" y="113822"/>
                  </a:lnTo>
                  <a:lnTo>
                    <a:pt x="1157776" y="111316"/>
                  </a:lnTo>
                  <a:lnTo>
                    <a:pt x="1162719" y="94894"/>
                  </a:lnTo>
                  <a:lnTo>
                    <a:pt x="1177662" y="83460"/>
                  </a:lnTo>
                  <a:lnTo>
                    <a:pt x="1192043" y="83848"/>
                  </a:lnTo>
                  <a:lnTo>
                    <a:pt x="1204964" y="75885"/>
                  </a:lnTo>
                  <a:lnTo>
                    <a:pt x="1207435" y="79577"/>
                  </a:lnTo>
                  <a:lnTo>
                    <a:pt x="1224176" y="78606"/>
                  </a:lnTo>
                  <a:lnTo>
                    <a:pt x="1257432" y="71023"/>
                  </a:lnTo>
                  <a:lnTo>
                    <a:pt x="1344841" y="45063"/>
                  </a:lnTo>
                  <a:lnTo>
                    <a:pt x="1350346" y="36833"/>
                  </a:lnTo>
                  <a:lnTo>
                    <a:pt x="1347986" y="25049"/>
                  </a:lnTo>
                  <a:lnTo>
                    <a:pt x="1367872" y="20326"/>
                  </a:lnTo>
                  <a:lnTo>
                    <a:pt x="1396185" y="0"/>
                  </a:lnTo>
                  <a:lnTo>
                    <a:pt x="1428317" y="3559"/>
                  </a:lnTo>
                  <a:lnTo>
                    <a:pt x="1471348" y="24852"/>
                  </a:lnTo>
                  <a:lnTo>
                    <a:pt x="1490335" y="11852"/>
                  </a:lnTo>
                  <a:lnTo>
                    <a:pt x="1506064" y="9287"/>
                  </a:lnTo>
                  <a:lnTo>
                    <a:pt x="1516850" y="28587"/>
                  </a:lnTo>
                  <a:lnTo>
                    <a:pt x="1534039" y="85982"/>
                  </a:lnTo>
                  <a:lnTo>
                    <a:pt x="1531905" y="111316"/>
                  </a:lnTo>
                  <a:lnTo>
                    <a:pt x="1525726" y="122293"/>
                  </a:lnTo>
                  <a:lnTo>
                    <a:pt x="1528197" y="127484"/>
                  </a:lnTo>
                  <a:lnTo>
                    <a:pt x="1543364" y="133244"/>
                  </a:lnTo>
                  <a:lnTo>
                    <a:pt x="1585047" y="128252"/>
                  </a:lnTo>
                  <a:lnTo>
                    <a:pt x="1591451" y="117289"/>
                  </a:lnTo>
                  <a:lnTo>
                    <a:pt x="1596394" y="115363"/>
                  </a:lnTo>
                  <a:lnTo>
                    <a:pt x="1608977" y="137080"/>
                  </a:lnTo>
                  <a:lnTo>
                    <a:pt x="1610101" y="153918"/>
                  </a:lnTo>
                  <a:lnTo>
                    <a:pt x="1612685" y="156209"/>
                  </a:lnTo>
                  <a:lnTo>
                    <a:pt x="1621448" y="150479"/>
                  </a:lnTo>
                  <a:lnTo>
                    <a:pt x="1619988" y="140529"/>
                  </a:lnTo>
                  <a:lnTo>
                    <a:pt x="1623696" y="135737"/>
                  </a:lnTo>
                  <a:lnTo>
                    <a:pt x="1641896" y="138613"/>
                  </a:lnTo>
                  <a:lnTo>
                    <a:pt x="1654705" y="152198"/>
                  </a:lnTo>
                  <a:lnTo>
                    <a:pt x="1664479" y="154872"/>
                  </a:lnTo>
                  <a:lnTo>
                    <a:pt x="1688859" y="143401"/>
                  </a:lnTo>
                  <a:lnTo>
                    <a:pt x="1691668" y="145507"/>
                  </a:lnTo>
                  <a:lnTo>
                    <a:pt x="1689645" y="157545"/>
                  </a:lnTo>
                  <a:lnTo>
                    <a:pt x="1672119" y="170121"/>
                  </a:lnTo>
                  <a:lnTo>
                    <a:pt x="1666277" y="181143"/>
                  </a:lnTo>
                  <a:lnTo>
                    <a:pt x="1665040" y="192517"/>
                  </a:lnTo>
                  <a:lnTo>
                    <a:pt x="1672680" y="208392"/>
                  </a:lnTo>
                  <a:lnTo>
                    <a:pt x="1687398" y="194789"/>
                  </a:lnTo>
                  <a:lnTo>
                    <a:pt x="1700881" y="190245"/>
                  </a:lnTo>
                  <a:lnTo>
                    <a:pt x="1722789" y="194789"/>
                  </a:lnTo>
                  <a:lnTo>
                    <a:pt x="1731552" y="204240"/>
                  </a:lnTo>
                  <a:lnTo>
                    <a:pt x="1734811" y="202351"/>
                  </a:lnTo>
                  <a:lnTo>
                    <a:pt x="1737844" y="187403"/>
                  </a:lnTo>
                  <a:lnTo>
                    <a:pt x="1761775" y="168599"/>
                  </a:lnTo>
                  <a:lnTo>
                    <a:pt x="1775369" y="168408"/>
                  </a:lnTo>
                  <a:lnTo>
                    <a:pt x="1785818" y="161359"/>
                  </a:lnTo>
                  <a:lnTo>
                    <a:pt x="1795592" y="153345"/>
                  </a:lnTo>
                  <a:lnTo>
                    <a:pt x="1799412" y="140529"/>
                  </a:lnTo>
                  <a:lnTo>
                    <a:pt x="1815366" y="137846"/>
                  </a:lnTo>
                  <a:lnTo>
                    <a:pt x="1851093" y="116904"/>
                  </a:lnTo>
                  <a:lnTo>
                    <a:pt x="1865475" y="114400"/>
                  </a:lnTo>
                  <a:lnTo>
                    <a:pt x="1886709" y="102823"/>
                  </a:lnTo>
                  <a:lnTo>
                    <a:pt x="1875362" y="134587"/>
                  </a:lnTo>
                  <a:lnTo>
                    <a:pt x="1860756" y="134011"/>
                  </a:lnTo>
                  <a:lnTo>
                    <a:pt x="1864801" y="147611"/>
                  </a:lnTo>
                  <a:lnTo>
                    <a:pt x="1870418" y="156209"/>
                  </a:lnTo>
                  <a:lnTo>
                    <a:pt x="1950637" y="227029"/>
                  </a:lnTo>
                  <a:lnTo>
                    <a:pt x="2031080" y="370856"/>
                  </a:lnTo>
                  <a:lnTo>
                    <a:pt x="2083323" y="480167"/>
                  </a:lnTo>
                  <a:lnTo>
                    <a:pt x="2088266" y="481765"/>
                  </a:lnTo>
                  <a:lnTo>
                    <a:pt x="2089502" y="473766"/>
                  </a:lnTo>
                  <a:lnTo>
                    <a:pt x="2097929" y="466644"/>
                  </a:lnTo>
                  <a:lnTo>
                    <a:pt x="2110624" y="463257"/>
                  </a:lnTo>
                  <a:lnTo>
                    <a:pt x="2112085" y="439659"/>
                  </a:lnTo>
                  <a:lnTo>
                    <a:pt x="2130061" y="428713"/>
                  </a:lnTo>
                  <a:lnTo>
                    <a:pt x="2138937" y="429791"/>
                  </a:lnTo>
                  <a:lnTo>
                    <a:pt x="2144442" y="438942"/>
                  </a:lnTo>
                  <a:lnTo>
                    <a:pt x="2154554" y="438942"/>
                  </a:lnTo>
                  <a:lnTo>
                    <a:pt x="2151071" y="460939"/>
                  </a:lnTo>
                  <a:lnTo>
                    <a:pt x="2170844" y="462187"/>
                  </a:lnTo>
                  <a:lnTo>
                    <a:pt x="2175675" y="483541"/>
                  </a:lnTo>
                  <a:lnTo>
                    <a:pt x="2204887" y="480877"/>
                  </a:lnTo>
                  <a:lnTo>
                    <a:pt x="2215111" y="486381"/>
                  </a:lnTo>
                  <a:lnTo>
                    <a:pt x="2239828" y="484783"/>
                  </a:lnTo>
                  <a:lnTo>
                    <a:pt x="2256456" y="468426"/>
                  </a:lnTo>
                  <a:lnTo>
                    <a:pt x="2272635" y="468070"/>
                  </a:lnTo>
                  <a:lnTo>
                    <a:pt x="2281398" y="458976"/>
                  </a:lnTo>
                  <a:lnTo>
                    <a:pt x="2293756" y="458440"/>
                  </a:lnTo>
                  <a:lnTo>
                    <a:pt x="2330383" y="480167"/>
                  </a:lnTo>
                  <a:lnTo>
                    <a:pt x="2344764" y="505150"/>
                  </a:lnTo>
                  <a:lnTo>
                    <a:pt x="2349932" y="527889"/>
                  </a:lnTo>
                  <a:lnTo>
                    <a:pt x="2353977" y="532634"/>
                  </a:lnTo>
                  <a:lnTo>
                    <a:pt x="2371728" y="536322"/>
                  </a:lnTo>
                  <a:lnTo>
                    <a:pt x="2395546" y="549993"/>
                  </a:lnTo>
                  <a:lnTo>
                    <a:pt x="2396333" y="566241"/>
                  </a:lnTo>
                  <a:lnTo>
                    <a:pt x="2410714" y="593195"/>
                  </a:lnTo>
                  <a:lnTo>
                    <a:pt x="2469922" y="604280"/>
                  </a:lnTo>
                  <a:lnTo>
                    <a:pt x="2496774" y="578259"/>
                  </a:lnTo>
                  <a:lnTo>
                    <a:pt x="2504190" y="580346"/>
                  </a:lnTo>
                  <a:lnTo>
                    <a:pt x="2504302" y="585386"/>
                  </a:lnTo>
                  <a:lnTo>
                    <a:pt x="2496999" y="593716"/>
                  </a:lnTo>
                  <a:lnTo>
                    <a:pt x="2497785" y="598221"/>
                  </a:lnTo>
                  <a:lnTo>
                    <a:pt x="2503291" y="598568"/>
                  </a:lnTo>
                  <a:lnTo>
                    <a:pt x="2521155" y="624649"/>
                  </a:lnTo>
                  <a:lnTo>
                    <a:pt x="2535648" y="631534"/>
                  </a:lnTo>
                  <a:lnTo>
                    <a:pt x="2541266" y="643902"/>
                  </a:lnTo>
                  <a:lnTo>
                    <a:pt x="2524076" y="641671"/>
                  </a:lnTo>
                  <a:lnTo>
                    <a:pt x="2509133" y="647331"/>
                  </a:lnTo>
                  <a:lnTo>
                    <a:pt x="2504190" y="657777"/>
                  </a:lnTo>
                  <a:lnTo>
                    <a:pt x="2505987" y="665297"/>
                  </a:lnTo>
                  <a:lnTo>
                    <a:pt x="2503516" y="680812"/>
                  </a:lnTo>
                  <a:lnTo>
                    <a:pt x="2492955" y="696786"/>
                  </a:lnTo>
                  <a:lnTo>
                    <a:pt x="2443071" y="710169"/>
                  </a:lnTo>
                  <a:lnTo>
                    <a:pt x="2435319" y="727226"/>
                  </a:lnTo>
                  <a:lnTo>
                    <a:pt x="2429027" y="754122"/>
                  </a:lnTo>
                  <a:lnTo>
                    <a:pt x="2432847" y="793356"/>
                  </a:lnTo>
                  <a:lnTo>
                    <a:pt x="2438015" y="807635"/>
                  </a:lnTo>
                  <a:lnTo>
                    <a:pt x="2437229" y="815255"/>
                  </a:lnTo>
                  <a:lnTo>
                    <a:pt x="2426555" y="832935"/>
                  </a:lnTo>
                  <a:lnTo>
                    <a:pt x="2410826" y="835408"/>
                  </a:lnTo>
                  <a:lnTo>
                    <a:pt x="2382851" y="854165"/>
                  </a:lnTo>
                  <a:lnTo>
                    <a:pt x="2375435" y="841175"/>
                  </a:lnTo>
                  <a:lnTo>
                    <a:pt x="2334877" y="841339"/>
                  </a:lnTo>
                  <a:lnTo>
                    <a:pt x="2316002" y="836727"/>
                  </a:lnTo>
                  <a:lnTo>
                    <a:pt x="2283420" y="821541"/>
                  </a:lnTo>
                  <a:lnTo>
                    <a:pt x="2273196" y="821707"/>
                  </a:lnTo>
                  <a:lnTo>
                    <a:pt x="2269826" y="841833"/>
                  </a:lnTo>
                  <a:lnTo>
                    <a:pt x="2243648" y="915040"/>
                  </a:lnTo>
                  <a:lnTo>
                    <a:pt x="2228705" y="965552"/>
                  </a:lnTo>
                  <a:lnTo>
                    <a:pt x="2229379" y="972292"/>
                  </a:lnTo>
                  <a:lnTo>
                    <a:pt x="2247131" y="980783"/>
                  </a:lnTo>
                  <a:lnTo>
                    <a:pt x="2247805" y="992455"/>
                  </a:lnTo>
                  <a:lnTo>
                    <a:pt x="2241513" y="1007286"/>
                  </a:lnTo>
                  <a:lnTo>
                    <a:pt x="2225672" y="998999"/>
                  </a:lnTo>
                  <a:lnTo>
                    <a:pt x="2205561" y="1004260"/>
                  </a:lnTo>
                  <a:lnTo>
                    <a:pt x="2195899" y="998361"/>
                  </a:lnTo>
                  <a:lnTo>
                    <a:pt x="2193989" y="990858"/>
                  </a:lnTo>
                  <a:lnTo>
                    <a:pt x="2189720" y="987502"/>
                  </a:lnTo>
                  <a:lnTo>
                    <a:pt x="2137476" y="1006968"/>
                  </a:lnTo>
                  <a:lnTo>
                    <a:pt x="2123769" y="1007286"/>
                  </a:lnTo>
                  <a:lnTo>
                    <a:pt x="2087817" y="1017785"/>
                  </a:lnTo>
                  <a:lnTo>
                    <a:pt x="2076133" y="1028738"/>
                  </a:lnTo>
                  <a:lnTo>
                    <a:pt x="2083997" y="1036343"/>
                  </a:lnTo>
                  <a:lnTo>
                    <a:pt x="2100063" y="1035393"/>
                  </a:lnTo>
                  <a:lnTo>
                    <a:pt x="2114220" y="1043621"/>
                  </a:lnTo>
                  <a:lnTo>
                    <a:pt x="2107928" y="1048678"/>
                  </a:lnTo>
                  <a:lnTo>
                    <a:pt x="2106355" y="1057830"/>
                  </a:lnTo>
                  <a:lnTo>
                    <a:pt x="2106355" y="1097563"/>
                  </a:lnTo>
                  <a:lnTo>
                    <a:pt x="2124781" y="1143663"/>
                  </a:lnTo>
                  <a:lnTo>
                    <a:pt x="2128039" y="1155433"/>
                  </a:lnTo>
                  <a:lnTo>
                    <a:pt x="2125792" y="1165479"/>
                  </a:lnTo>
                  <a:lnTo>
                    <a:pt x="2133207" y="1178125"/>
                  </a:lnTo>
                  <a:lnTo>
                    <a:pt x="2131072" y="1183205"/>
                  </a:lnTo>
                  <a:lnTo>
                    <a:pt x="2122646" y="1181050"/>
                  </a:lnTo>
                  <a:lnTo>
                    <a:pt x="2108490" y="1188281"/>
                  </a:lnTo>
                  <a:lnTo>
                    <a:pt x="2108040" y="1194273"/>
                  </a:lnTo>
                  <a:lnTo>
                    <a:pt x="2118152" y="1199491"/>
                  </a:lnTo>
                  <a:lnTo>
                    <a:pt x="2117815" y="1202712"/>
                  </a:lnTo>
                  <a:lnTo>
                    <a:pt x="2099726" y="1209300"/>
                  </a:lnTo>
                  <a:lnTo>
                    <a:pt x="2096805" y="1214656"/>
                  </a:lnTo>
                  <a:lnTo>
                    <a:pt x="2094221" y="1223825"/>
                  </a:lnTo>
                  <a:lnTo>
                    <a:pt x="2100288" y="1256857"/>
                  </a:lnTo>
                  <a:lnTo>
                    <a:pt x="2097255" y="1260649"/>
                  </a:lnTo>
                  <a:lnTo>
                    <a:pt x="2079279" y="1241813"/>
                  </a:lnTo>
                  <a:lnTo>
                    <a:pt x="2048494" y="1235874"/>
                  </a:lnTo>
                  <a:lnTo>
                    <a:pt x="2029619" y="1211137"/>
                  </a:lnTo>
                  <a:lnTo>
                    <a:pt x="2014564" y="1211137"/>
                  </a:lnTo>
                  <a:lnTo>
                    <a:pt x="1992094" y="1203478"/>
                  </a:lnTo>
                  <a:lnTo>
                    <a:pt x="1911651" y="1199491"/>
                  </a:lnTo>
                  <a:lnTo>
                    <a:pt x="1896146" y="1194273"/>
                  </a:lnTo>
                  <a:lnTo>
                    <a:pt x="1866261" y="1198877"/>
                  </a:lnTo>
                  <a:lnTo>
                    <a:pt x="1821321" y="1197650"/>
                  </a:lnTo>
                  <a:lnTo>
                    <a:pt x="1811771" y="1207768"/>
                  </a:lnTo>
                  <a:lnTo>
                    <a:pt x="1794919" y="1205930"/>
                  </a:lnTo>
                  <a:lnTo>
                    <a:pt x="1760651" y="1193812"/>
                  </a:lnTo>
                  <a:lnTo>
                    <a:pt x="1722676" y="1171498"/>
                  </a:lnTo>
                  <a:lnTo>
                    <a:pt x="1718744" y="1175352"/>
                  </a:lnTo>
                  <a:lnTo>
                    <a:pt x="1706498" y="1175352"/>
                  </a:lnTo>
                  <a:lnTo>
                    <a:pt x="1702566" y="1180589"/>
                  </a:lnTo>
                  <a:lnTo>
                    <a:pt x="1682006" y="1191815"/>
                  </a:lnTo>
                  <a:lnTo>
                    <a:pt x="1673579" y="1226573"/>
                  </a:lnTo>
                  <a:lnTo>
                    <a:pt x="1677961" y="1242117"/>
                  </a:lnTo>
                  <a:lnTo>
                    <a:pt x="1664928" y="1234198"/>
                  </a:lnTo>
                  <a:lnTo>
                    <a:pt x="1638189" y="1229320"/>
                  </a:lnTo>
                  <a:lnTo>
                    <a:pt x="1631785" y="1222756"/>
                  </a:lnTo>
                  <a:lnTo>
                    <a:pt x="1602012" y="1212667"/>
                  </a:lnTo>
                  <a:lnTo>
                    <a:pt x="1569880" y="1207155"/>
                  </a:lnTo>
                  <a:lnTo>
                    <a:pt x="1538421" y="1214656"/>
                  </a:lnTo>
                  <a:lnTo>
                    <a:pt x="1523816" y="1231455"/>
                  </a:lnTo>
                  <a:lnTo>
                    <a:pt x="1515726" y="12518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" name="oPE_MapPart_KWT_1_86" descr="Kuwait">
              <a:extLst>
                <a:ext uri="{FF2B5EF4-FFF2-40B4-BE49-F238E27FC236}">
                  <a16:creationId xmlns:a16="http://schemas.microsoft.com/office/drawing/2014/main" id="{7CD0BEEF-4910-EC03-8508-171DD09F4358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3744776" y="3167607"/>
              <a:ext cx="16629" cy="26412"/>
            </a:xfrm>
            <a:custGeom>
              <a:avLst/>
              <a:gdLst/>
              <a:ahLst/>
              <a:cxnLst/>
              <a:rect l="0" t="0" r="0" b="0"/>
              <a:pathLst>
                <a:path w="16629" h="26412">
                  <a:moveTo>
                    <a:pt x="12134" y="25506"/>
                  </a:moveTo>
                  <a:lnTo>
                    <a:pt x="6067" y="26411"/>
                  </a:lnTo>
                  <a:lnTo>
                    <a:pt x="0" y="12959"/>
                  </a:lnTo>
                  <a:lnTo>
                    <a:pt x="4831" y="1427"/>
                  </a:lnTo>
                  <a:lnTo>
                    <a:pt x="6404" y="0"/>
                  </a:lnTo>
                  <a:lnTo>
                    <a:pt x="16628" y="14124"/>
                  </a:lnTo>
                  <a:lnTo>
                    <a:pt x="16179" y="204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" name="oPE_MapPart_KWT_2_87" descr="Kuwait">
              <a:extLst>
                <a:ext uri="{FF2B5EF4-FFF2-40B4-BE49-F238E27FC236}">
                  <a16:creationId xmlns:a16="http://schemas.microsoft.com/office/drawing/2014/main" id="{DF500150-BD6B-652C-57C5-0DD2CFFBA988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3648042" y="3160340"/>
              <a:ext cx="119205" cy="110681"/>
            </a:xfrm>
            <a:custGeom>
              <a:avLst/>
              <a:gdLst/>
              <a:ahLst/>
              <a:cxnLst/>
              <a:rect l="0" t="0" r="0" b="0"/>
              <a:pathLst>
                <a:path w="119205" h="110681">
                  <a:moveTo>
                    <a:pt x="119204" y="110040"/>
                  </a:moveTo>
                  <a:lnTo>
                    <a:pt x="71118" y="110680"/>
                  </a:lnTo>
                  <a:lnTo>
                    <a:pt x="65613" y="104027"/>
                  </a:lnTo>
                  <a:lnTo>
                    <a:pt x="56288" y="78255"/>
                  </a:lnTo>
                  <a:lnTo>
                    <a:pt x="0" y="70544"/>
                  </a:lnTo>
                  <a:lnTo>
                    <a:pt x="23369" y="38975"/>
                  </a:lnTo>
                  <a:lnTo>
                    <a:pt x="38424" y="5711"/>
                  </a:lnTo>
                  <a:lnTo>
                    <a:pt x="49884" y="0"/>
                  </a:lnTo>
                  <a:lnTo>
                    <a:pt x="76286" y="260"/>
                  </a:lnTo>
                  <a:lnTo>
                    <a:pt x="90330" y="7008"/>
                  </a:lnTo>
                  <a:lnTo>
                    <a:pt x="92015" y="17636"/>
                  </a:lnTo>
                  <a:lnTo>
                    <a:pt x="100554" y="36521"/>
                  </a:lnTo>
                  <a:lnTo>
                    <a:pt x="89768" y="33290"/>
                  </a:lnTo>
                  <a:lnTo>
                    <a:pt x="74376" y="49427"/>
                  </a:lnTo>
                  <a:lnTo>
                    <a:pt x="94824" y="52006"/>
                  </a:lnTo>
                  <a:lnTo>
                    <a:pt x="103138" y="78897"/>
                  </a:lnTo>
                  <a:lnTo>
                    <a:pt x="115946" y="1037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" name="oPE_MapPart_KGZ_1_88" descr="Kirgisistan">
              <a:extLst>
                <a:ext uri="{FF2B5EF4-FFF2-40B4-BE49-F238E27FC236}">
                  <a16:creationId xmlns:a16="http://schemas.microsoft.com/office/drawing/2014/main" id="{25BE662E-B3FB-DC74-038B-BBC6BFB1DAA6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5064787" y="2131618"/>
              <a:ext cx="687589" cy="334774"/>
            </a:xfrm>
            <a:custGeom>
              <a:avLst/>
              <a:gdLst/>
              <a:ahLst/>
              <a:cxnLst/>
              <a:rect l="0" t="0" r="0" b="0"/>
              <a:pathLst>
                <a:path w="687589" h="334774">
                  <a:moveTo>
                    <a:pt x="107857" y="251070"/>
                  </a:moveTo>
                  <a:lnTo>
                    <a:pt x="129541" y="247095"/>
                  </a:lnTo>
                  <a:lnTo>
                    <a:pt x="143023" y="253572"/>
                  </a:lnTo>
                  <a:lnTo>
                    <a:pt x="149764" y="252836"/>
                  </a:lnTo>
                  <a:lnTo>
                    <a:pt x="153696" y="258131"/>
                  </a:lnTo>
                  <a:lnTo>
                    <a:pt x="170100" y="249451"/>
                  </a:lnTo>
                  <a:lnTo>
                    <a:pt x="181110" y="234709"/>
                  </a:lnTo>
                  <a:lnTo>
                    <a:pt x="187401" y="233380"/>
                  </a:lnTo>
                  <a:lnTo>
                    <a:pt x="195266" y="237808"/>
                  </a:lnTo>
                  <a:lnTo>
                    <a:pt x="198299" y="232790"/>
                  </a:lnTo>
                  <a:lnTo>
                    <a:pt x="195940" y="228062"/>
                  </a:lnTo>
                  <a:lnTo>
                    <a:pt x="197962" y="223331"/>
                  </a:lnTo>
                  <a:lnTo>
                    <a:pt x="210658" y="227619"/>
                  </a:lnTo>
                  <a:lnTo>
                    <a:pt x="221219" y="217263"/>
                  </a:lnTo>
                  <a:lnTo>
                    <a:pt x="243914" y="204067"/>
                  </a:lnTo>
                  <a:lnTo>
                    <a:pt x="234701" y="200058"/>
                  </a:lnTo>
                  <a:lnTo>
                    <a:pt x="214028" y="199166"/>
                  </a:lnTo>
                  <a:lnTo>
                    <a:pt x="195603" y="184884"/>
                  </a:lnTo>
                  <a:lnTo>
                    <a:pt x="184593" y="186374"/>
                  </a:lnTo>
                  <a:lnTo>
                    <a:pt x="183132" y="174148"/>
                  </a:lnTo>
                  <a:lnTo>
                    <a:pt x="165381" y="172357"/>
                  </a:lnTo>
                  <a:lnTo>
                    <a:pt x="164032" y="162643"/>
                  </a:lnTo>
                  <a:lnTo>
                    <a:pt x="159988" y="154261"/>
                  </a:lnTo>
                  <a:lnTo>
                    <a:pt x="154258" y="150814"/>
                  </a:lnTo>
                  <a:lnTo>
                    <a:pt x="152011" y="143614"/>
                  </a:lnTo>
                  <a:lnTo>
                    <a:pt x="148079" y="146765"/>
                  </a:lnTo>
                  <a:lnTo>
                    <a:pt x="147067" y="160848"/>
                  </a:lnTo>
                  <a:lnTo>
                    <a:pt x="141674" y="162942"/>
                  </a:lnTo>
                  <a:lnTo>
                    <a:pt x="136731" y="160100"/>
                  </a:lnTo>
                  <a:lnTo>
                    <a:pt x="135046" y="178326"/>
                  </a:lnTo>
                  <a:lnTo>
                    <a:pt x="101790" y="169818"/>
                  </a:lnTo>
                  <a:lnTo>
                    <a:pt x="96959" y="166680"/>
                  </a:lnTo>
                  <a:lnTo>
                    <a:pt x="91117" y="151114"/>
                  </a:lnTo>
                  <a:lnTo>
                    <a:pt x="77522" y="154261"/>
                  </a:lnTo>
                  <a:lnTo>
                    <a:pt x="59096" y="143614"/>
                  </a:lnTo>
                  <a:lnTo>
                    <a:pt x="87409" y="115622"/>
                  </a:lnTo>
                  <a:lnTo>
                    <a:pt x="98195" y="111697"/>
                  </a:lnTo>
                  <a:lnTo>
                    <a:pt x="101565" y="102630"/>
                  </a:lnTo>
                  <a:lnTo>
                    <a:pt x="124709" y="91425"/>
                  </a:lnTo>
                  <a:lnTo>
                    <a:pt x="123811" y="87786"/>
                  </a:lnTo>
                  <a:lnTo>
                    <a:pt x="112688" y="81260"/>
                  </a:lnTo>
                  <a:lnTo>
                    <a:pt x="107183" y="84296"/>
                  </a:lnTo>
                  <a:lnTo>
                    <a:pt x="103812" y="76550"/>
                  </a:lnTo>
                  <a:lnTo>
                    <a:pt x="120889" y="48814"/>
                  </a:lnTo>
                  <a:lnTo>
                    <a:pt x="136844" y="39026"/>
                  </a:lnTo>
                  <a:lnTo>
                    <a:pt x="161448" y="35657"/>
                  </a:lnTo>
                  <a:lnTo>
                    <a:pt x="190098" y="41169"/>
                  </a:lnTo>
                  <a:lnTo>
                    <a:pt x="219871" y="51258"/>
                  </a:lnTo>
                  <a:lnTo>
                    <a:pt x="226275" y="57822"/>
                  </a:lnTo>
                  <a:lnTo>
                    <a:pt x="253014" y="62700"/>
                  </a:lnTo>
                  <a:lnTo>
                    <a:pt x="266047" y="70619"/>
                  </a:lnTo>
                  <a:lnTo>
                    <a:pt x="261665" y="55075"/>
                  </a:lnTo>
                  <a:lnTo>
                    <a:pt x="270092" y="20317"/>
                  </a:lnTo>
                  <a:lnTo>
                    <a:pt x="290652" y="9091"/>
                  </a:lnTo>
                  <a:lnTo>
                    <a:pt x="294584" y="3854"/>
                  </a:lnTo>
                  <a:lnTo>
                    <a:pt x="306830" y="3854"/>
                  </a:lnTo>
                  <a:lnTo>
                    <a:pt x="310762" y="0"/>
                  </a:lnTo>
                  <a:lnTo>
                    <a:pt x="348737" y="22314"/>
                  </a:lnTo>
                  <a:lnTo>
                    <a:pt x="383005" y="34432"/>
                  </a:lnTo>
                  <a:lnTo>
                    <a:pt x="399857" y="36270"/>
                  </a:lnTo>
                  <a:lnTo>
                    <a:pt x="409407" y="26152"/>
                  </a:lnTo>
                  <a:lnTo>
                    <a:pt x="454347" y="27379"/>
                  </a:lnTo>
                  <a:lnTo>
                    <a:pt x="484232" y="22775"/>
                  </a:lnTo>
                  <a:lnTo>
                    <a:pt x="499737" y="27993"/>
                  </a:lnTo>
                  <a:lnTo>
                    <a:pt x="580180" y="31980"/>
                  </a:lnTo>
                  <a:lnTo>
                    <a:pt x="602650" y="39639"/>
                  </a:lnTo>
                  <a:lnTo>
                    <a:pt x="617705" y="39639"/>
                  </a:lnTo>
                  <a:lnTo>
                    <a:pt x="636580" y="64376"/>
                  </a:lnTo>
                  <a:lnTo>
                    <a:pt x="667365" y="70315"/>
                  </a:lnTo>
                  <a:lnTo>
                    <a:pt x="685341" y="89151"/>
                  </a:lnTo>
                  <a:lnTo>
                    <a:pt x="687588" y="100058"/>
                  </a:lnTo>
                  <a:lnTo>
                    <a:pt x="662308" y="105503"/>
                  </a:lnTo>
                  <a:lnTo>
                    <a:pt x="657702" y="113660"/>
                  </a:lnTo>
                  <a:lnTo>
                    <a:pt x="628154" y="123311"/>
                  </a:lnTo>
                  <a:lnTo>
                    <a:pt x="593775" y="141962"/>
                  </a:lnTo>
                  <a:lnTo>
                    <a:pt x="570068" y="157705"/>
                  </a:lnTo>
                  <a:lnTo>
                    <a:pt x="569057" y="165186"/>
                  </a:lnTo>
                  <a:lnTo>
                    <a:pt x="555126" y="182202"/>
                  </a:lnTo>
                  <a:lnTo>
                    <a:pt x="521308" y="189054"/>
                  </a:lnTo>
                  <a:lnTo>
                    <a:pt x="479289" y="186523"/>
                  </a:lnTo>
                  <a:lnTo>
                    <a:pt x="474008" y="189947"/>
                  </a:lnTo>
                  <a:lnTo>
                    <a:pt x="463897" y="206738"/>
                  </a:lnTo>
                  <a:lnTo>
                    <a:pt x="452549" y="233823"/>
                  </a:lnTo>
                  <a:lnTo>
                    <a:pt x="442438" y="241790"/>
                  </a:lnTo>
                  <a:lnTo>
                    <a:pt x="438731" y="235300"/>
                  </a:lnTo>
                  <a:lnTo>
                    <a:pt x="414575" y="245769"/>
                  </a:lnTo>
                  <a:lnTo>
                    <a:pt x="402441" y="245622"/>
                  </a:lnTo>
                  <a:lnTo>
                    <a:pt x="394801" y="219335"/>
                  </a:lnTo>
                  <a:lnTo>
                    <a:pt x="375252" y="231313"/>
                  </a:lnTo>
                  <a:lnTo>
                    <a:pt x="360422" y="233823"/>
                  </a:lnTo>
                  <a:lnTo>
                    <a:pt x="349861" y="231165"/>
                  </a:lnTo>
                  <a:lnTo>
                    <a:pt x="347726" y="235594"/>
                  </a:lnTo>
                  <a:lnTo>
                    <a:pt x="349524" y="243706"/>
                  </a:lnTo>
                  <a:lnTo>
                    <a:pt x="340199" y="245180"/>
                  </a:lnTo>
                  <a:lnTo>
                    <a:pt x="323459" y="259453"/>
                  </a:lnTo>
                  <a:lnTo>
                    <a:pt x="297168" y="267090"/>
                  </a:lnTo>
                  <a:lnTo>
                    <a:pt x="287506" y="286867"/>
                  </a:lnTo>
                  <a:lnTo>
                    <a:pt x="292000" y="304825"/>
                  </a:lnTo>
                  <a:lnTo>
                    <a:pt x="286720" y="312108"/>
                  </a:lnTo>
                  <a:lnTo>
                    <a:pt x="279978" y="314292"/>
                  </a:lnTo>
                  <a:lnTo>
                    <a:pt x="264699" y="314292"/>
                  </a:lnTo>
                  <a:lnTo>
                    <a:pt x="242116" y="322290"/>
                  </a:lnTo>
                  <a:lnTo>
                    <a:pt x="208074" y="321127"/>
                  </a:lnTo>
                  <a:lnTo>
                    <a:pt x="195266" y="324324"/>
                  </a:lnTo>
                  <a:lnTo>
                    <a:pt x="187289" y="334773"/>
                  </a:lnTo>
                  <a:lnTo>
                    <a:pt x="175604" y="323162"/>
                  </a:lnTo>
                  <a:lnTo>
                    <a:pt x="159089" y="329116"/>
                  </a:lnTo>
                  <a:lnTo>
                    <a:pt x="155831" y="326793"/>
                  </a:lnTo>
                  <a:lnTo>
                    <a:pt x="156168" y="317347"/>
                  </a:lnTo>
                  <a:lnTo>
                    <a:pt x="141899" y="312836"/>
                  </a:lnTo>
                  <a:lnTo>
                    <a:pt x="142798" y="306865"/>
                  </a:lnTo>
                  <a:lnTo>
                    <a:pt x="139877" y="302784"/>
                  </a:lnTo>
                  <a:lnTo>
                    <a:pt x="114598" y="311672"/>
                  </a:lnTo>
                  <a:lnTo>
                    <a:pt x="110778" y="318365"/>
                  </a:lnTo>
                  <a:lnTo>
                    <a:pt x="97970" y="319673"/>
                  </a:lnTo>
                  <a:lnTo>
                    <a:pt x="93813" y="318219"/>
                  </a:lnTo>
                  <a:lnTo>
                    <a:pt x="86061" y="305991"/>
                  </a:lnTo>
                  <a:lnTo>
                    <a:pt x="79320" y="304096"/>
                  </a:lnTo>
                  <a:lnTo>
                    <a:pt x="63366" y="307739"/>
                  </a:lnTo>
                  <a:lnTo>
                    <a:pt x="58759" y="304388"/>
                  </a:lnTo>
                  <a:lnTo>
                    <a:pt x="23032" y="305262"/>
                  </a:lnTo>
                  <a:lnTo>
                    <a:pt x="4269" y="309196"/>
                  </a:lnTo>
                  <a:lnTo>
                    <a:pt x="0" y="290083"/>
                  </a:lnTo>
                  <a:lnTo>
                    <a:pt x="3033" y="277207"/>
                  </a:lnTo>
                  <a:lnTo>
                    <a:pt x="4831" y="273103"/>
                  </a:lnTo>
                  <a:lnTo>
                    <a:pt x="15392" y="277060"/>
                  </a:lnTo>
                  <a:lnTo>
                    <a:pt x="14942" y="268851"/>
                  </a:lnTo>
                  <a:lnTo>
                    <a:pt x="18762" y="262685"/>
                  </a:lnTo>
                  <a:lnTo>
                    <a:pt x="45951" y="254013"/>
                  </a:lnTo>
                  <a:lnTo>
                    <a:pt x="76286" y="266503"/>
                  </a:lnTo>
                  <a:lnTo>
                    <a:pt x="80218" y="274716"/>
                  </a:lnTo>
                  <a:lnTo>
                    <a:pt x="87072" y="270611"/>
                  </a:lnTo>
                  <a:lnTo>
                    <a:pt x="88308" y="263713"/>
                  </a:lnTo>
                  <a:lnTo>
                    <a:pt x="108082" y="2525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9" name="oPE_MapPart_LAO_1_89" descr="Laos">
              <a:extLst>
                <a:ext uri="{FF2B5EF4-FFF2-40B4-BE49-F238E27FC236}">
                  <a16:creationId xmlns:a16="http://schemas.microsoft.com/office/drawing/2014/main" id="{00091386-03AC-41DC-6456-08BAD85E4C26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6992504" y="3689214"/>
              <a:ext cx="470527" cy="563732"/>
            </a:xfrm>
            <a:custGeom>
              <a:avLst/>
              <a:gdLst/>
              <a:ahLst/>
              <a:cxnLst/>
              <a:rect l="0" t="0" r="0" b="0"/>
              <a:pathLst>
                <a:path w="470527" h="563732">
                  <a:moveTo>
                    <a:pt x="125609" y="7536"/>
                  </a:moveTo>
                  <a:lnTo>
                    <a:pt x="148079" y="35925"/>
                  </a:lnTo>
                  <a:lnTo>
                    <a:pt x="154033" y="39558"/>
                  </a:lnTo>
                  <a:lnTo>
                    <a:pt x="158977" y="54924"/>
                  </a:lnTo>
                  <a:lnTo>
                    <a:pt x="163808" y="54803"/>
                  </a:lnTo>
                  <a:lnTo>
                    <a:pt x="168639" y="46094"/>
                  </a:lnTo>
                  <a:lnTo>
                    <a:pt x="170436" y="50934"/>
                  </a:lnTo>
                  <a:lnTo>
                    <a:pt x="176953" y="54562"/>
                  </a:lnTo>
                  <a:lnTo>
                    <a:pt x="170886" y="82450"/>
                  </a:lnTo>
                  <a:lnTo>
                    <a:pt x="186614" y="107495"/>
                  </a:lnTo>
                  <a:lnTo>
                    <a:pt x="219758" y="120475"/>
                  </a:lnTo>
                  <a:lnTo>
                    <a:pt x="224702" y="119154"/>
                  </a:lnTo>
                  <a:lnTo>
                    <a:pt x="235151" y="109419"/>
                  </a:lnTo>
                  <a:lnTo>
                    <a:pt x="248857" y="103887"/>
                  </a:lnTo>
                  <a:lnTo>
                    <a:pt x="278968" y="123837"/>
                  </a:lnTo>
                  <a:lnTo>
                    <a:pt x="275821" y="129958"/>
                  </a:lnTo>
                  <a:lnTo>
                    <a:pt x="265486" y="137514"/>
                  </a:lnTo>
                  <a:lnTo>
                    <a:pt x="281215" y="141950"/>
                  </a:lnTo>
                  <a:lnTo>
                    <a:pt x="286157" y="153210"/>
                  </a:lnTo>
                  <a:lnTo>
                    <a:pt x="295483" y="153329"/>
                  </a:lnTo>
                  <a:lnTo>
                    <a:pt x="300539" y="161347"/>
                  </a:lnTo>
                  <a:lnTo>
                    <a:pt x="300426" y="165653"/>
                  </a:lnTo>
                  <a:lnTo>
                    <a:pt x="288966" y="183096"/>
                  </a:lnTo>
                  <a:lnTo>
                    <a:pt x="279192" y="192165"/>
                  </a:lnTo>
                  <a:lnTo>
                    <a:pt x="258745" y="187751"/>
                  </a:lnTo>
                  <a:lnTo>
                    <a:pt x="244588" y="188348"/>
                  </a:lnTo>
                  <a:lnTo>
                    <a:pt x="246498" y="201107"/>
                  </a:lnTo>
                  <a:lnTo>
                    <a:pt x="235825" y="212899"/>
                  </a:lnTo>
                  <a:lnTo>
                    <a:pt x="287281" y="246062"/>
                  </a:lnTo>
                  <a:lnTo>
                    <a:pt x="314134" y="256027"/>
                  </a:lnTo>
                  <a:lnTo>
                    <a:pt x="310425" y="266220"/>
                  </a:lnTo>
                  <a:lnTo>
                    <a:pt x="312111" y="272260"/>
                  </a:lnTo>
                  <a:lnTo>
                    <a:pt x="325818" y="286460"/>
                  </a:lnTo>
                  <a:lnTo>
                    <a:pt x="333570" y="288708"/>
                  </a:lnTo>
                  <a:lnTo>
                    <a:pt x="341659" y="299934"/>
                  </a:lnTo>
                  <a:lnTo>
                    <a:pt x="348063" y="316106"/>
                  </a:lnTo>
                  <a:lnTo>
                    <a:pt x="367724" y="337201"/>
                  </a:lnTo>
                  <a:lnTo>
                    <a:pt x="384240" y="350146"/>
                  </a:lnTo>
                  <a:lnTo>
                    <a:pt x="398733" y="367307"/>
                  </a:lnTo>
                  <a:lnTo>
                    <a:pt x="401430" y="387141"/>
                  </a:lnTo>
                  <a:lnTo>
                    <a:pt x="408396" y="397340"/>
                  </a:lnTo>
                  <a:lnTo>
                    <a:pt x="413563" y="400034"/>
                  </a:lnTo>
                  <a:lnTo>
                    <a:pt x="420530" y="395934"/>
                  </a:lnTo>
                  <a:lnTo>
                    <a:pt x="425473" y="406476"/>
                  </a:lnTo>
                  <a:lnTo>
                    <a:pt x="454572" y="426599"/>
                  </a:lnTo>
                  <a:lnTo>
                    <a:pt x="454235" y="432559"/>
                  </a:lnTo>
                  <a:lnTo>
                    <a:pt x="440191" y="442255"/>
                  </a:lnTo>
                  <a:lnTo>
                    <a:pt x="447269" y="454159"/>
                  </a:lnTo>
                  <a:lnTo>
                    <a:pt x="465021" y="468850"/>
                  </a:lnTo>
                  <a:lnTo>
                    <a:pt x="470526" y="477703"/>
                  </a:lnTo>
                  <a:lnTo>
                    <a:pt x="459740" y="495509"/>
                  </a:lnTo>
                  <a:lnTo>
                    <a:pt x="462549" y="502486"/>
                  </a:lnTo>
                  <a:lnTo>
                    <a:pt x="462212" y="513292"/>
                  </a:lnTo>
                  <a:lnTo>
                    <a:pt x="455696" y="522465"/>
                  </a:lnTo>
                  <a:lnTo>
                    <a:pt x="448056" y="520492"/>
                  </a:lnTo>
                  <a:lnTo>
                    <a:pt x="436596" y="531865"/>
                  </a:lnTo>
                  <a:lnTo>
                    <a:pt x="431652" y="531285"/>
                  </a:lnTo>
                  <a:lnTo>
                    <a:pt x="425922" y="537548"/>
                  </a:lnTo>
                  <a:lnTo>
                    <a:pt x="416261" y="537084"/>
                  </a:lnTo>
                  <a:lnTo>
                    <a:pt x="398621" y="521421"/>
                  </a:lnTo>
                  <a:lnTo>
                    <a:pt x="389521" y="529428"/>
                  </a:lnTo>
                  <a:lnTo>
                    <a:pt x="381432" y="528036"/>
                  </a:lnTo>
                  <a:lnTo>
                    <a:pt x="377724" y="534648"/>
                  </a:lnTo>
                  <a:lnTo>
                    <a:pt x="366039" y="536620"/>
                  </a:lnTo>
                  <a:lnTo>
                    <a:pt x="375139" y="555511"/>
                  </a:lnTo>
                  <a:lnTo>
                    <a:pt x="371544" y="563731"/>
                  </a:lnTo>
                  <a:lnTo>
                    <a:pt x="361433" y="563499"/>
                  </a:lnTo>
                  <a:lnTo>
                    <a:pt x="351097" y="553194"/>
                  </a:lnTo>
                  <a:lnTo>
                    <a:pt x="338176" y="548560"/>
                  </a:lnTo>
                  <a:lnTo>
                    <a:pt x="326829" y="551572"/>
                  </a:lnTo>
                  <a:lnTo>
                    <a:pt x="320312" y="545779"/>
                  </a:lnTo>
                  <a:lnTo>
                    <a:pt x="316380" y="536389"/>
                  </a:lnTo>
                  <a:lnTo>
                    <a:pt x="331323" y="528268"/>
                  </a:lnTo>
                  <a:lnTo>
                    <a:pt x="336042" y="520608"/>
                  </a:lnTo>
                  <a:lnTo>
                    <a:pt x="339075" y="498533"/>
                  </a:lnTo>
                  <a:lnTo>
                    <a:pt x="335592" y="477587"/>
                  </a:lnTo>
                  <a:lnTo>
                    <a:pt x="336940" y="470831"/>
                  </a:lnTo>
                  <a:lnTo>
                    <a:pt x="343344" y="462556"/>
                  </a:lnTo>
                  <a:lnTo>
                    <a:pt x="344918" y="451709"/>
                  </a:lnTo>
                  <a:lnTo>
                    <a:pt x="329862" y="440503"/>
                  </a:lnTo>
                  <a:lnTo>
                    <a:pt x="328402" y="433144"/>
                  </a:lnTo>
                  <a:lnTo>
                    <a:pt x="330312" y="430222"/>
                  </a:lnTo>
                  <a:lnTo>
                    <a:pt x="307954" y="418998"/>
                  </a:lnTo>
                  <a:lnTo>
                    <a:pt x="301887" y="407296"/>
                  </a:lnTo>
                  <a:lnTo>
                    <a:pt x="293685" y="399097"/>
                  </a:lnTo>
                  <a:lnTo>
                    <a:pt x="289416" y="387259"/>
                  </a:lnTo>
                  <a:lnTo>
                    <a:pt x="288966" y="371887"/>
                  </a:lnTo>
                  <a:lnTo>
                    <a:pt x="293461" y="344735"/>
                  </a:lnTo>
                  <a:lnTo>
                    <a:pt x="288741" y="334140"/>
                  </a:lnTo>
                  <a:lnTo>
                    <a:pt x="269305" y="318582"/>
                  </a:lnTo>
                  <a:lnTo>
                    <a:pt x="239420" y="277942"/>
                  </a:lnTo>
                  <a:lnTo>
                    <a:pt x="229533" y="278061"/>
                  </a:lnTo>
                  <a:lnTo>
                    <a:pt x="210545" y="271432"/>
                  </a:lnTo>
                  <a:lnTo>
                    <a:pt x="198075" y="272024"/>
                  </a:lnTo>
                  <a:lnTo>
                    <a:pt x="195828" y="274391"/>
                  </a:lnTo>
                  <a:lnTo>
                    <a:pt x="197625" y="278890"/>
                  </a:lnTo>
                  <a:lnTo>
                    <a:pt x="189424" y="284332"/>
                  </a:lnTo>
                  <a:lnTo>
                    <a:pt x="183356" y="296981"/>
                  </a:lnTo>
                  <a:lnTo>
                    <a:pt x="168077" y="302414"/>
                  </a:lnTo>
                  <a:lnTo>
                    <a:pt x="158977" y="310796"/>
                  </a:lnTo>
                  <a:lnTo>
                    <a:pt x="156168" y="309852"/>
                  </a:lnTo>
                  <a:lnTo>
                    <a:pt x="152236" y="301115"/>
                  </a:lnTo>
                  <a:lnTo>
                    <a:pt x="146394" y="299934"/>
                  </a:lnTo>
                  <a:lnTo>
                    <a:pt x="124035" y="285041"/>
                  </a:lnTo>
                  <a:lnTo>
                    <a:pt x="114373" y="293554"/>
                  </a:lnTo>
                  <a:lnTo>
                    <a:pt x="103700" y="296626"/>
                  </a:lnTo>
                  <a:lnTo>
                    <a:pt x="98195" y="306075"/>
                  </a:lnTo>
                  <a:lnTo>
                    <a:pt x="81117" y="317285"/>
                  </a:lnTo>
                  <a:lnTo>
                    <a:pt x="65726" y="331666"/>
                  </a:lnTo>
                  <a:lnTo>
                    <a:pt x="61906" y="332961"/>
                  </a:lnTo>
                  <a:lnTo>
                    <a:pt x="49547" y="326128"/>
                  </a:lnTo>
                  <a:lnTo>
                    <a:pt x="64264" y="289535"/>
                  </a:lnTo>
                  <a:lnTo>
                    <a:pt x="63816" y="280072"/>
                  </a:lnTo>
                  <a:lnTo>
                    <a:pt x="58197" y="269774"/>
                  </a:lnTo>
                  <a:lnTo>
                    <a:pt x="65612" y="258161"/>
                  </a:lnTo>
                  <a:lnTo>
                    <a:pt x="73141" y="234543"/>
                  </a:lnTo>
                  <a:lnTo>
                    <a:pt x="67636" y="211351"/>
                  </a:lnTo>
                  <a:lnTo>
                    <a:pt x="68534" y="196816"/>
                  </a:lnTo>
                  <a:lnTo>
                    <a:pt x="53254" y="192642"/>
                  </a:lnTo>
                  <a:lnTo>
                    <a:pt x="31908" y="200035"/>
                  </a:lnTo>
                  <a:lnTo>
                    <a:pt x="24942" y="196458"/>
                  </a:lnTo>
                  <a:lnTo>
                    <a:pt x="19100" y="190376"/>
                  </a:lnTo>
                  <a:lnTo>
                    <a:pt x="17639" y="182977"/>
                  </a:lnTo>
                  <a:lnTo>
                    <a:pt x="26627" y="157997"/>
                  </a:lnTo>
                  <a:lnTo>
                    <a:pt x="12696" y="141231"/>
                  </a:lnTo>
                  <a:lnTo>
                    <a:pt x="0" y="149737"/>
                  </a:lnTo>
                  <a:lnTo>
                    <a:pt x="1012" y="142070"/>
                  </a:lnTo>
                  <a:lnTo>
                    <a:pt x="8427" y="118192"/>
                  </a:lnTo>
                  <a:lnTo>
                    <a:pt x="13258" y="113867"/>
                  </a:lnTo>
                  <a:lnTo>
                    <a:pt x="31795" y="109539"/>
                  </a:lnTo>
                  <a:lnTo>
                    <a:pt x="25503" y="105451"/>
                  </a:lnTo>
                  <a:lnTo>
                    <a:pt x="26290" y="100759"/>
                  </a:lnTo>
                  <a:lnTo>
                    <a:pt x="34042" y="91489"/>
                  </a:lnTo>
                  <a:lnTo>
                    <a:pt x="36738" y="83415"/>
                  </a:lnTo>
                  <a:lnTo>
                    <a:pt x="60332" y="68818"/>
                  </a:lnTo>
                  <a:lnTo>
                    <a:pt x="63927" y="62176"/>
                  </a:lnTo>
                  <a:lnTo>
                    <a:pt x="67522" y="65196"/>
                  </a:lnTo>
                  <a:lnTo>
                    <a:pt x="66287" y="72921"/>
                  </a:lnTo>
                  <a:lnTo>
                    <a:pt x="70781" y="87031"/>
                  </a:lnTo>
                  <a:lnTo>
                    <a:pt x="89095" y="84500"/>
                  </a:lnTo>
                  <a:lnTo>
                    <a:pt x="99318" y="90163"/>
                  </a:lnTo>
                  <a:lnTo>
                    <a:pt x="105273" y="85946"/>
                  </a:lnTo>
                  <a:lnTo>
                    <a:pt x="100441" y="79075"/>
                  </a:lnTo>
                  <a:lnTo>
                    <a:pt x="101228" y="44764"/>
                  </a:lnTo>
                  <a:lnTo>
                    <a:pt x="92915" y="33865"/>
                  </a:lnTo>
                  <a:lnTo>
                    <a:pt x="88083" y="16037"/>
                  </a:lnTo>
                  <a:lnTo>
                    <a:pt x="94038" y="11059"/>
                  </a:lnTo>
                  <a:lnTo>
                    <a:pt x="99431" y="243"/>
                  </a:lnTo>
                  <a:lnTo>
                    <a:pt x="102688" y="0"/>
                  </a:lnTo>
                  <a:lnTo>
                    <a:pt x="107857" y="6928"/>
                  </a:lnTo>
                  <a:lnTo>
                    <a:pt x="114261" y="3525"/>
                  </a:lnTo>
                  <a:lnTo>
                    <a:pt x="123474" y="53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0" name="oPE_MapPart_LBN_1_90" descr="Libanon">
              <a:extLst>
                <a:ext uri="{FF2B5EF4-FFF2-40B4-BE49-F238E27FC236}">
                  <a16:creationId xmlns:a16="http://schemas.microsoft.com/office/drawing/2014/main" id="{F389CB63-22E2-5BF4-AEF7-0811A77BAC6D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2935063" y="2820271"/>
              <a:ext cx="92129" cy="120582"/>
            </a:xfrm>
            <a:custGeom>
              <a:avLst/>
              <a:gdLst/>
              <a:ahLst/>
              <a:cxnLst/>
              <a:rect l="0" t="0" r="0" b="0"/>
              <a:pathLst>
                <a:path w="92129" h="120582">
                  <a:moveTo>
                    <a:pt x="54153" y="3824"/>
                  </a:moveTo>
                  <a:lnTo>
                    <a:pt x="72017" y="3551"/>
                  </a:lnTo>
                  <a:lnTo>
                    <a:pt x="74152" y="0"/>
                  </a:lnTo>
                  <a:lnTo>
                    <a:pt x="79544" y="1639"/>
                  </a:lnTo>
                  <a:lnTo>
                    <a:pt x="82690" y="4916"/>
                  </a:lnTo>
                  <a:lnTo>
                    <a:pt x="76174" y="13647"/>
                  </a:lnTo>
                  <a:lnTo>
                    <a:pt x="87072" y="18689"/>
                  </a:lnTo>
                  <a:lnTo>
                    <a:pt x="92128" y="34606"/>
                  </a:lnTo>
                  <a:lnTo>
                    <a:pt x="84151" y="47095"/>
                  </a:lnTo>
                  <a:lnTo>
                    <a:pt x="72916" y="56987"/>
                  </a:lnTo>
                  <a:lnTo>
                    <a:pt x="78421" y="63347"/>
                  </a:lnTo>
                  <a:lnTo>
                    <a:pt x="61344" y="64023"/>
                  </a:lnTo>
                  <a:lnTo>
                    <a:pt x="56737" y="67539"/>
                  </a:lnTo>
                  <a:lnTo>
                    <a:pt x="52018" y="76319"/>
                  </a:lnTo>
                  <a:lnTo>
                    <a:pt x="56962" y="84144"/>
                  </a:lnTo>
                  <a:lnTo>
                    <a:pt x="30784" y="108234"/>
                  </a:lnTo>
                  <a:lnTo>
                    <a:pt x="29323" y="105950"/>
                  </a:lnTo>
                  <a:lnTo>
                    <a:pt x="26403" y="107562"/>
                  </a:lnTo>
                  <a:lnTo>
                    <a:pt x="23931" y="117228"/>
                  </a:lnTo>
                  <a:lnTo>
                    <a:pt x="18875" y="120581"/>
                  </a:lnTo>
                  <a:lnTo>
                    <a:pt x="0" y="119910"/>
                  </a:lnTo>
                  <a:lnTo>
                    <a:pt x="31346" y="48857"/>
                  </a:lnTo>
                  <a:lnTo>
                    <a:pt x="33593" y="32568"/>
                  </a:lnTo>
                  <a:lnTo>
                    <a:pt x="43367" y="18280"/>
                  </a:lnTo>
                  <a:lnTo>
                    <a:pt x="54266" y="996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1" name="oPE_MapPart_MAC_1_91" descr="Macau">
              <a:extLst>
                <a:ext uri="{FF2B5EF4-FFF2-40B4-BE49-F238E27FC236}">
                  <a16:creationId xmlns:a16="http://schemas.microsoft.com/office/drawing/2014/main" id="{B9707367-9EBF-04CE-099B-D828A045480C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7795140" y="3671199"/>
              <a:ext cx="67411" cy="72819"/>
            </a:xfrm>
            <a:custGeom>
              <a:avLst/>
              <a:gdLst/>
              <a:ahLst/>
              <a:cxnLst/>
              <a:rect l="0" t="0" r="0" b="0"/>
              <a:pathLst>
                <a:path w="67411" h="72819">
                  <a:moveTo>
                    <a:pt x="0" y="0"/>
                  </a:moveTo>
                  <a:lnTo>
                    <a:pt x="67410" y="0"/>
                  </a:lnTo>
                  <a:lnTo>
                    <a:pt x="67410" y="72818"/>
                  </a:lnTo>
                  <a:lnTo>
                    <a:pt x="0" y="728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2" name="oPE_MapPart_MYS_1_92" descr="Malaysia">
              <a:extLst>
                <a:ext uri="{FF2B5EF4-FFF2-40B4-BE49-F238E27FC236}">
                  <a16:creationId xmlns:a16="http://schemas.microsoft.com/office/drawing/2014/main" id="{75714041-289C-0796-D62A-05226F1A2B46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6992841" y="4712436"/>
              <a:ext cx="260206" cy="335075"/>
            </a:xfrm>
            <a:custGeom>
              <a:avLst/>
              <a:gdLst/>
              <a:ahLst/>
              <a:cxnLst/>
              <a:rect l="0" t="0" r="0" b="0"/>
              <a:pathLst>
                <a:path w="260206" h="335075">
                  <a:moveTo>
                    <a:pt x="0" y="15155"/>
                  </a:moveTo>
                  <a:lnTo>
                    <a:pt x="3596" y="679"/>
                  </a:lnTo>
                  <a:lnTo>
                    <a:pt x="8876" y="0"/>
                  </a:lnTo>
                  <a:lnTo>
                    <a:pt x="14044" y="8370"/>
                  </a:lnTo>
                  <a:lnTo>
                    <a:pt x="31795" y="14816"/>
                  </a:lnTo>
                  <a:lnTo>
                    <a:pt x="39660" y="14024"/>
                  </a:lnTo>
                  <a:lnTo>
                    <a:pt x="47075" y="27476"/>
                  </a:lnTo>
                  <a:lnTo>
                    <a:pt x="58310" y="27703"/>
                  </a:lnTo>
                  <a:lnTo>
                    <a:pt x="59659" y="45668"/>
                  </a:lnTo>
                  <a:lnTo>
                    <a:pt x="53816" y="57302"/>
                  </a:lnTo>
                  <a:lnTo>
                    <a:pt x="62018" y="65656"/>
                  </a:lnTo>
                  <a:lnTo>
                    <a:pt x="66849" y="63737"/>
                  </a:lnTo>
                  <a:lnTo>
                    <a:pt x="71006" y="56172"/>
                  </a:lnTo>
                  <a:lnTo>
                    <a:pt x="89656" y="48718"/>
                  </a:lnTo>
                  <a:lnTo>
                    <a:pt x="97296" y="56850"/>
                  </a:lnTo>
                  <a:lnTo>
                    <a:pt x="109430" y="53913"/>
                  </a:lnTo>
                  <a:lnTo>
                    <a:pt x="113362" y="44200"/>
                  </a:lnTo>
                  <a:lnTo>
                    <a:pt x="120778" y="36856"/>
                  </a:lnTo>
                  <a:lnTo>
                    <a:pt x="123698" y="27703"/>
                  </a:lnTo>
                  <a:lnTo>
                    <a:pt x="138642" y="32110"/>
                  </a:lnTo>
                  <a:lnTo>
                    <a:pt x="150775" y="51541"/>
                  </a:lnTo>
                  <a:lnTo>
                    <a:pt x="185829" y="79992"/>
                  </a:lnTo>
                  <a:lnTo>
                    <a:pt x="205715" y="114961"/>
                  </a:lnTo>
                  <a:lnTo>
                    <a:pt x="209085" y="143591"/>
                  </a:lnTo>
                  <a:lnTo>
                    <a:pt x="202345" y="182676"/>
                  </a:lnTo>
                  <a:lnTo>
                    <a:pt x="208075" y="198212"/>
                  </a:lnTo>
                  <a:lnTo>
                    <a:pt x="207175" y="234897"/>
                  </a:lnTo>
                  <a:lnTo>
                    <a:pt x="213355" y="244796"/>
                  </a:lnTo>
                  <a:lnTo>
                    <a:pt x="230431" y="256943"/>
                  </a:lnTo>
                  <a:lnTo>
                    <a:pt x="255824" y="310573"/>
                  </a:lnTo>
                  <a:lnTo>
                    <a:pt x="260205" y="325633"/>
                  </a:lnTo>
                  <a:lnTo>
                    <a:pt x="259755" y="329792"/>
                  </a:lnTo>
                  <a:lnTo>
                    <a:pt x="253239" y="332939"/>
                  </a:lnTo>
                  <a:lnTo>
                    <a:pt x="240993" y="316755"/>
                  </a:lnTo>
                  <a:lnTo>
                    <a:pt x="241666" y="327319"/>
                  </a:lnTo>
                  <a:lnTo>
                    <a:pt x="223129" y="327656"/>
                  </a:lnTo>
                  <a:lnTo>
                    <a:pt x="214141" y="334961"/>
                  </a:lnTo>
                  <a:lnTo>
                    <a:pt x="209760" y="335074"/>
                  </a:lnTo>
                  <a:lnTo>
                    <a:pt x="202007" y="321588"/>
                  </a:lnTo>
                  <a:lnTo>
                    <a:pt x="162797" y="302255"/>
                  </a:lnTo>
                  <a:lnTo>
                    <a:pt x="151562" y="290563"/>
                  </a:lnTo>
                  <a:lnTo>
                    <a:pt x="126507" y="277746"/>
                  </a:lnTo>
                  <a:lnTo>
                    <a:pt x="103699" y="257392"/>
                  </a:lnTo>
                  <a:lnTo>
                    <a:pt x="87409" y="250532"/>
                  </a:lnTo>
                  <a:lnTo>
                    <a:pt x="73365" y="237934"/>
                  </a:lnTo>
                  <a:lnTo>
                    <a:pt x="77073" y="230059"/>
                  </a:lnTo>
                  <a:lnTo>
                    <a:pt x="73703" y="214982"/>
                  </a:lnTo>
                  <a:lnTo>
                    <a:pt x="37189" y="170402"/>
                  </a:lnTo>
                  <a:lnTo>
                    <a:pt x="42244" y="166798"/>
                  </a:lnTo>
                  <a:lnTo>
                    <a:pt x="30896" y="144830"/>
                  </a:lnTo>
                  <a:lnTo>
                    <a:pt x="30896" y="127362"/>
                  </a:lnTo>
                  <a:lnTo>
                    <a:pt x="22133" y="102894"/>
                  </a:lnTo>
                  <a:lnTo>
                    <a:pt x="14493" y="68817"/>
                  </a:lnTo>
                  <a:lnTo>
                    <a:pt x="13931" y="43861"/>
                  </a:lnTo>
                  <a:lnTo>
                    <a:pt x="2472" y="2261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3" name="oPE_MapPart_MYS_2_93" descr="Malaysia">
              <a:extLst>
                <a:ext uri="{FF2B5EF4-FFF2-40B4-BE49-F238E27FC236}">
                  <a16:creationId xmlns:a16="http://schemas.microsoft.com/office/drawing/2014/main" id="{32C06D15-2541-1774-9A07-2B0B3E04A09F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7580773" y="4693200"/>
              <a:ext cx="606472" cy="383528"/>
            </a:xfrm>
            <a:custGeom>
              <a:avLst/>
              <a:gdLst/>
              <a:ahLst/>
              <a:cxnLst/>
              <a:rect l="0" t="0" r="0" b="0"/>
              <a:pathLst>
                <a:path w="606472" h="383528">
                  <a:moveTo>
                    <a:pt x="501535" y="176797"/>
                  </a:moveTo>
                  <a:lnTo>
                    <a:pt x="471987" y="166433"/>
                  </a:lnTo>
                  <a:lnTo>
                    <a:pt x="440079" y="166320"/>
                  </a:lnTo>
                  <a:lnTo>
                    <a:pt x="435360" y="164292"/>
                  </a:lnTo>
                  <a:lnTo>
                    <a:pt x="429181" y="168235"/>
                  </a:lnTo>
                  <a:lnTo>
                    <a:pt x="418058" y="164742"/>
                  </a:lnTo>
                  <a:lnTo>
                    <a:pt x="404577" y="169250"/>
                  </a:lnTo>
                  <a:lnTo>
                    <a:pt x="394577" y="165644"/>
                  </a:lnTo>
                  <a:lnTo>
                    <a:pt x="383229" y="175445"/>
                  </a:lnTo>
                  <a:lnTo>
                    <a:pt x="376376" y="191327"/>
                  </a:lnTo>
                  <a:lnTo>
                    <a:pt x="376151" y="222175"/>
                  </a:lnTo>
                  <a:lnTo>
                    <a:pt x="369185" y="247833"/>
                  </a:lnTo>
                  <a:lnTo>
                    <a:pt x="360197" y="250420"/>
                  </a:lnTo>
                  <a:lnTo>
                    <a:pt x="356265" y="248395"/>
                  </a:lnTo>
                  <a:lnTo>
                    <a:pt x="348176" y="256607"/>
                  </a:lnTo>
                  <a:lnTo>
                    <a:pt x="345929" y="272918"/>
                  </a:lnTo>
                  <a:lnTo>
                    <a:pt x="352109" y="277079"/>
                  </a:lnTo>
                  <a:lnTo>
                    <a:pt x="351996" y="279778"/>
                  </a:lnTo>
                  <a:lnTo>
                    <a:pt x="327504" y="296870"/>
                  </a:lnTo>
                  <a:lnTo>
                    <a:pt x="325819" y="302380"/>
                  </a:lnTo>
                  <a:lnTo>
                    <a:pt x="330312" y="313734"/>
                  </a:lnTo>
                  <a:lnTo>
                    <a:pt x="328402" y="319130"/>
                  </a:lnTo>
                  <a:lnTo>
                    <a:pt x="322335" y="321828"/>
                  </a:lnTo>
                  <a:lnTo>
                    <a:pt x="317953" y="336440"/>
                  </a:lnTo>
                  <a:lnTo>
                    <a:pt x="310426" y="346668"/>
                  </a:lnTo>
                  <a:lnTo>
                    <a:pt x="302561" y="343746"/>
                  </a:lnTo>
                  <a:lnTo>
                    <a:pt x="272338" y="347792"/>
                  </a:lnTo>
                  <a:lnTo>
                    <a:pt x="254812" y="360154"/>
                  </a:lnTo>
                  <a:lnTo>
                    <a:pt x="248072" y="355658"/>
                  </a:lnTo>
                  <a:lnTo>
                    <a:pt x="216388" y="347792"/>
                  </a:lnTo>
                  <a:lnTo>
                    <a:pt x="215264" y="340711"/>
                  </a:lnTo>
                  <a:lnTo>
                    <a:pt x="212456" y="339475"/>
                  </a:lnTo>
                  <a:lnTo>
                    <a:pt x="183357" y="340037"/>
                  </a:lnTo>
                  <a:lnTo>
                    <a:pt x="165156" y="347567"/>
                  </a:lnTo>
                  <a:lnTo>
                    <a:pt x="158527" y="365997"/>
                  </a:lnTo>
                  <a:lnTo>
                    <a:pt x="148865" y="367907"/>
                  </a:lnTo>
                  <a:lnTo>
                    <a:pt x="141675" y="374200"/>
                  </a:lnTo>
                  <a:lnTo>
                    <a:pt x="121340" y="375212"/>
                  </a:lnTo>
                  <a:lnTo>
                    <a:pt x="97521" y="371728"/>
                  </a:lnTo>
                  <a:lnTo>
                    <a:pt x="60333" y="383527"/>
                  </a:lnTo>
                  <a:lnTo>
                    <a:pt x="7191" y="336553"/>
                  </a:lnTo>
                  <a:lnTo>
                    <a:pt x="6068" y="326437"/>
                  </a:lnTo>
                  <a:lnTo>
                    <a:pt x="2023" y="324639"/>
                  </a:lnTo>
                  <a:lnTo>
                    <a:pt x="0" y="319018"/>
                  </a:lnTo>
                  <a:lnTo>
                    <a:pt x="5618" y="310811"/>
                  </a:lnTo>
                  <a:lnTo>
                    <a:pt x="11235" y="321378"/>
                  </a:lnTo>
                  <a:lnTo>
                    <a:pt x="20337" y="327224"/>
                  </a:lnTo>
                  <a:lnTo>
                    <a:pt x="35840" y="331270"/>
                  </a:lnTo>
                  <a:lnTo>
                    <a:pt x="50558" y="330034"/>
                  </a:lnTo>
                  <a:lnTo>
                    <a:pt x="70894" y="340711"/>
                  </a:lnTo>
                  <a:lnTo>
                    <a:pt x="84601" y="341723"/>
                  </a:lnTo>
                  <a:lnTo>
                    <a:pt x="97296" y="349927"/>
                  </a:lnTo>
                  <a:lnTo>
                    <a:pt x="105161" y="350264"/>
                  </a:lnTo>
                  <a:lnTo>
                    <a:pt x="94824" y="344532"/>
                  </a:lnTo>
                  <a:lnTo>
                    <a:pt x="93027" y="340149"/>
                  </a:lnTo>
                  <a:lnTo>
                    <a:pt x="94151" y="335316"/>
                  </a:lnTo>
                  <a:lnTo>
                    <a:pt x="100779" y="328797"/>
                  </a:lnTo>
                  <a:lnTo>
                    <a:pt x="101791" y="318569"/>
                  </a:lnTo>
                  <a:lnTo>
                    <a:pt x="106846" y="308451"/>
                  </a:lnTo>
                  <a:lnTo>
                    <a:pt x="107970" y="303728"/>
                  </a:lnTo>
                  <a:lnTo>
                    <a:pt x="104262" y="300131"/>
                  </a:lnTo>
                  <a:lnTo>
                    <a:pt x="103363" y="293947"/>
                  </a:lnTo>
                  <a:lnTo>
                    <a:pt x="106285" y="285288"/>
                  </a:lnTo>
                  <a:lnTo>
                    <a:pt x="113137" y="289674"/>
                  </a:lnTo>
                  <a:lnTo>
                    <a:pt x="118868" y="288662"/>
                  </a:lnTo>
                  <a:lnTo>
                    <a:pt x="118868" y="272805"/>
                  </a:lnTo>
                  <a:lnTo>
                    <a:pt x="130103" y="261332"/>
                  </a:lnTo>
                  <a:lnTo>
                    <a:pt x="199648" y="245582"/>
                  </a:lnTo>
                  <a:lnTo>
                    <a:pt x="218859" y="237143"/>
                  </a:lnTo>
                  <a:lnTo>
                    <a:pt x="243915" y="203714"/>
                  </a:lnTo>
                  <a:lnTo>
                    <a:pt x="273687" y="172291"/>
                  </a:lnTo>
                  <a:lnTo>
                    <a:pt x="279192" y="151445"/>
                  </a:lnTo>
                  <a:lnTo>
                    <a:pt x="282451" y="150431"/>
                  </a:lnTo>
                  <a:lnTo>
                    <a:pt x="288967" y="154488"/>
                  </a:lnTo>
                  <a:lnTo>
                    <a:pt x="298630" y="171052"/>
                  </a:lnTo>
                  <a:lnTo>
                    <a:pt x="304471" y="171502"/>
                  </a:lnTo>
                  <a:lnTo>
                    <a:pt x="314133" y="184457"/>
                  </a:lnTo>
                  <a:lnTo>
                    <a:pt x="319301" y="185133"/>
                  </a:lnTo>
                  <a:lnTo>
                    <a:pt x="326941" y="176910"/>
                  </a:lnTo>
                  <a:lnTo>
                    <a:pt x="330874" y="162827"/>
                  </a:lnTo>
                  <a:lnTo>
                    <a:pt x="327728" y="158432"/>
                  </a:lnTo>
                  <a:lnTo>
                    <a:pt x="325031" y="142540"/>
                  </a:lnTo>
                  <a:lnTo>
                    <a:pt x="342559" y="131152"/>
                  </a:lnTo>
                  <a:lnTo>
                    <a:pt x="342559" y="144230"/>
                  </a:lnTo>
                  <a:lnTo>
                    <a:pt x="347502" y="163052"/>
                  </a:lnTo>
                  <a:lnTo>
                    <a:pt x="360759" y="164630"/>
                  </a:lnTo>
                  <a:lnTo>
                    <a:pt x="355142" y="140510"/>
                  </a:lnTo>
                  <a:lnTo>
                    <a:pt x="349636" y="131152"/>
                  </a:lnTo>
                  <a:lnTo>
                    <a:pt x="364242" y="129122"/>
                  </a:lnTo>
                  <a:lnTo>
                    <a:pt x="375477" y="118972"/>
                  </a:lnTo>
                  <a:lnTo>
                    <a:pt x="377162" y="112655"/>
                  </a:lnTo>
                  <a:lnTo>
                    <a:pt x="369972" y="108932"/>
                  </a:lnTo>
                  <a:lnTo>
                    <a:pt x="367050" y="99002"/>
                  </a:lnTo>
                  <a:lnTo>
                    <a:pt x="378510" y="87038"/>
                  </a:lnTo>
                  <a:lnTo>
                    <a:pt x="379859" y="90424"/>
                  </a:lnTo>
                  <a:lnTo>
                    <a:pt x="387049" y="91440"/>
                  </a:lnTo>
                  <a:lnTo>
                    <a:pt x="395588" y="86360"/>
                  </a:lnTo>
                  <a:lnTo>
                    <a:pt x="398173" y="79361"/>
                  </a:lnTo>
                  <a:lnTo>
                    <a:pt x="407048" y="69536"/>
                  </a:lnTo>
                  <a:lnTo>
                    <a:pt x="411879" y="54058"/>
                  </a:lnTo>
                  <a:lnTo>
                    <a:pt x="434125" y="29416"/>
                  </a:lnTo>
                  <a:lnTo>
                    <a:pt x="451763" y="0"/>
                  </a:lnTo>
                  <a:lnTo>
                    <a:pt x="455247" y="2377"/>
                  </a:lnTo>
                  <a:lnTo>
                    <a:pt x="456371" y="10186"/>
                  </a:lnTo>
                  <a:lnTo>
                    <a:pt x="452437" y="24100"/>
                  </a:lnTo>
                  <a:lnTo>
                    <a:pt x="460302" y="20707"/>
                  </a:lnTo>
                  <a:lnTo>
                    <a:pt x="473672" y="1245"/>
                  </a:lnTo>
                  <a:lnTo>
                    <a:pt x="481425" y="4414"/>
                  </a:lnTo>
                  <a:lnTo>
                    <a:pt x="484008" y="19689"/>
                  </a:lnTo>
                  <a:lnTo>
                    <a:pt x="506030" y="32469"/>
                  </a:lnTo>
                  <a:lnTo>
                    <a:pt x="509063" y="45017"/>
                  </a:lnTo>
                  <a:lnTo>
                    <a:pt x="504120" y="49764"/>
                  </a:lnTo>
                  <a:lnTo>
                    <a:pt x="505916" y="62080"/>
                  </a:lnTo>
                  <a:lnTo>
                    <a:pt x="504231" y="65921"/>
                  </a:lnTo>
                  <a:lnTo>
                    <a:pt x="496929" y="69422"/>
                  </a:lnTo>
                  <a:lnTo>
                    <a:pt x="516702" y="65921"/>
                  </a:lnTo>
                  <a:lnTo>
                    <a:pt x="528386" y="58804"/>
                  </a:lnTo>
                  <a:lnTo>
                    <a:pt x="535352" y="70777"/>
                  </a:lnTo>
                  <a:lnTo>
                    <a:pt x="524005" y="75521"/>
                  </a:lnTo>
                  <a:lnTo>
                    <a:pt x="526476" y="80602"/>
                  </a:lnTo>
                  <a:lnTo>
                    <a:pt x="543667" y="73375"/>
                  </a:lnTo>
                  <a:lnTo>
                    <a:pt x="550183" y="74279"/>
                  </a:lnTo>
                  <a:lnTo>
                    <a:pt x="560182" y="79134"/>
                  </a:lnTo>
                  <a:lnTo>
                    <a:pt x="565238" y="87715"/>
                  </a:lnTo>
                  <a:lnTo>
                    <a:pt x="587821" y="97987"/>
                  </a:lnTo>
                  <a:lnTo>
                    <a:pt x="601639" y="97873"/>
                  </a:lnTo>
                  <a:lnTo>
                    <a:pt x="606471" y="101936"/>
                  </a:lnTo>
                  <a:lnTo>
                    <a:pt x="606133" y="112429"/>
                  </a:lnTo>
                  <a:lnTo>
                    <a:pt x="598832" y="118521"/>
                  </a:lnTo>
                  <a:lnTo>
                    <a:pt x="570069" y="127093"/>
                  </a:lnTo>
                  <a:lnTo>
                    <a:pt x="551980" y="123709"/>
                  </a:lnTo>
                  <a:lnTo>
                    <a:pt x="544340" y="125514"/>
                  </a:lnTo>
                  <a:lnTo>
                    <a:pt x="539734" y="135549"/>
                  </a:lnTo>
                  <a:lnTo>
                    <a:pt x="548385" y="145583"/>
                  </a:lnTo>
                  <a:lnTo>
                    <a:pt x="563215" y="156065"/>
                  </a:lnTo>
                  <a:lnTo>
                    <a:pt x="565238" y="158657"/>
                  </a:lnTo>
                  <a:lnTo>
                    <a:pt x="562318" y="163728"/>
                  </a:lnTo>
                  <a:lnTo>
                    <a:pt x="528611" y="171841"/>
                  </a:lnTo>
                  <a:lnTo>
                    <a:pt x="509175" y="165982"/>
                  </a:lnTo>
                  <a:lnTo>
                    <a:pt x="503332" y="1749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4" name="oPE_MapPart_MYS_3_94" descr="Malaysia">
              <a:extLst>
                <a:ext uri="{FF2B5EF4-FFF2-40B4-BE49-F238E27FC236}">
                  <a16:creationId xmlns:a16="http://schemas.microsoft.com/office/drawing/2014/main" id="{B78F3AC2-438E-B14F-8B74-7701849B5EDC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7243159" y="4951270"/>
              <a:ext cx="5843" cy="8887"/>
            </a:xfrm>
            <a:custGeom>
              <a:avLst/>
              <a:gdLst/>
              <a:ahLst/>
              <a:cxnLst/>
              <a:rect l="0" t="0" r="0" b="0"/>
              <a:pathLst>
                <a:path w="5843" h="8887">
                  <a:moveTo>
                    <a:pt x="5730" y="8661"/>
                  </a:moveTo>
                  <a:lnTo>
                    <a:pt x="1011" y="8886"/>
                  </a:lnTo>
                  <a:lnTo>
                    <a:pt x="0" y="6524"/>
                  </a:lnTo>
                  <a:lnTo>
                    <a:pt x="3371" y="0"/>
                  </a:lnTo>
                  <a:lnTo>
                    <a:pt x="5842" y="607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oPE_MapPart_MYS_4_95" descr="Malaysia">
              <a:extLst>
                <a:ext uri="{FF2B5EF4-FFF2-40B4-BE49-F238E27FC236}">
                  <a16:creationId xmlns:a16="http://schemas.microsoft.com/office/drawing/2014/main" id="{907FD8CB-887B-9188-A79A-F26D581F431D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6997335" y="4788703"/>
              <a:ext cx="9214" cy="11624"/>
            </a:xfrm>
            <a:custGeom>
              <a:avLst/>
              <a:gdLst/>
              <a:ahLst/>
              <a:cxnLst/>
              <a:rect l="0" t="0" r="0" b="0"/>
              <a:pathLst>
                <a:path w="9214" h="11624">
                  <a:moveTo>
                    <a:pt x="6067" y="10833"/>
                  </a:moveTo>
                  <a:lnTo>
                    <a:pt x="0" y="11623"/>
                  </a:lnTo>
                  <a:lnTo>
                    <a:pt x="787" y="1354"/>
                  </a:lnTo>
                  <a:lnTo>
                    <a:pt x="3371" y="0"/>
                  </a:lnTo>
                  <a:lnTo>
                    <a:pt x="9213" y="36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oPE_MapPart_MYS_5_96" descr="Malaysia">
              <a:extLst>
                <a:ext uri="{FF2B5EF4-FFF2-40B4-BE49-F238E27FC236}">
                  <a16:creationId xmlns:a16="http://schemas.microsoft.com/office/drawing/2014/main" id="{3D467807-511A-6FA4-86DA-02D6A3890D6C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6963293" y="4726121"/>
              <a:ext cx="16966" cy="12662"/>
            </a:xfrm>
            <a:custGeom>
              <a:avLst/>
              <a:gdLst/>
              <a:ahLst/>
              <a:cxnLst/>
              <a:rect l="0" t="0" r="0" b="0"/>
              <a:pathLst>
                <a:path w="16966" h="12662">
                  <a:moveTo>
                    <a:pt x="12584" y="0"/>
                  </a:moveTo>
                  <a:lnTo>
                    <a:pt x="16965" y="6671"/>
                  </a:lnTo>
                  <a:lnTo>
                    <a:pt x="13707" y="10627"/>
                  </a:lnTo>
                  <a:lnTo>
                    <a:pt x="6067" y="12661"/>
                  </a:lnTo>
                  <a:lnTo>
                    <a:pt x="674" y="6218"/>
                  </a:lnTo>
                  <a:lnTo>
                    <a:pt x="0" y="2940"/>
                  </a:lnTo>
                  <a:lnTo>
                    <a:pt x="10898" y="12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oPE_MapPart_MYS_6_97" descr="Malaysia">
              <a:extLst>
                <a:ext uri="{FF2B5EF4-FFF2-40B4-BE49-F238E27FC236}">
                  <a16:creationId xmlns:a16="http://schemas.microsoft.com/office/drawing/2014/main" id="{95B8557B-4247-23F5-4FF8-EFA5C9FA7A3D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8050175" y="4670440"/>
              <a:ext cx="12810" cy="14836"/>
            </a:xfrm>
            <a:custGeom>
              <a:avLst/>
              <a:gdLst/>
              <a:ahLst/>
              <a:cxnLst/>
              <a:rect l="0" t="0" r="0" b="0"/>
              <a:pathLst>
                <a:path w="12810" h="14836">
                  <a:moveTo>
                    <a:pt x="5169" y="11552"/>
                  </a:moveTo>
                  <a:lnTo>
                    <a:pt x="1349" y="14835"/>
                  </a:lnTo>
                  <a:lnTo>
                    <a:pt x="0" y="10873"/>
                  </a:lnTo>
                  <a:lnTo>
                    <a:pt x="337" y="5663"/>
                  </a:lnTo>
                  <a:lnTo>
                    <a:pt x="5505" y="906"/>
                  </a:lnTo>
                  <a:lnTo>
                    <a:pt x="12809" y="0"/>
                  </a:lnTo>
                  <a:lnTo>
                    <a:pt x="11235" y="1041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oPE_MapPart_MYS_7_98" descr="Malaysia">
              <a:extLst>
                <a:ext uri="{FF2B5EF4-FFF2-40B4-BE49-F238E27FC236}">
                  <a16:creationId xmlns:a16="http://schemas.microsoft.com/office/drawing/2014/main" id="{16C3BB1B-726E-410F-8580-164ED7CE4687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7064408" y="4940245"/>
              <a:ext cx="3934" cy="3714"/>
            </a:xfrm>
            <a:custGeom>
              <a:avLst/>
              <a:gdLst/>
              <a:ahLst/>
              <a:cxnLst/>
              <a:rect l="0" t="0" r="0" b="0"/>
              <a:pathLst>
                <a:path w="3934" h="3714">
                  <a:moveTo>
                    <a:pt x="3258" y="3713"/>
                  </a:moveTo>
                  <a:lnTo>
                    <a:pt x="0" y="3150"/>
                  </a:lnTo>
                  <a:lnTo>
                    <a:pt x="393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oPE_MapPart_MYS_8_99" descr="Malaysia">
              <a:extLst>
                <a:ext uri="{FF2B5EF4-FFF2-40B4-BE49-F238E27FC236}">
                  <a16:creationId xmlns:a16="http://schemas.microsoft.com/office/drawing/2014/main" id="{D2D550DC-F3E6-48A0-47EF-C2456040AC59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7690765" y="4957682"/>
              <a:ext cx="5506" cy="22044"/>
            </a:xfrm>
            <a:custGeom>
              <a:avLst/>
              <a:gdLst/>
              <a:ahLst/>
              <a:cxnLst/>
              <a:rect l="0" t="0" r="0" b="0"/>
              <a:pathLst>
                <a:path w="5506" h="22044">
                  <a:moveTo>
                    <a:pt x="5505" y="22043"/>
                  </a:moveTo>
                  <a:lnTo>
                    <a:pt x="674" y="20694"/>
                  </a:lnTo>
                  <a:lnTo>
                    <a:pt x="0" y="1687"/>
                  </a:lnTo>
                  <a:lnTo>
                    <a:pt x="2023" y="0"/>
                  </a:lnTo>
                  <a:lnTo>
                    <a:pt x="4830" y="3712"/>
                  </a:lnTo>
                  <a:lnTo>
                    <a:pt x="4944" y="193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oPE_MapPart_MYS_9_100" descr="Malaysia">
              <a:extLst>
                <a:ext uri="{FF2B5EF4-FFF2-40B4-BE49-F238E27FC236}">
                  <a16:creationId xmlns:a16="http://schemas.microsoft.com/office/drawing/2014/main" id="{A249575C-6002-6BA6-9372-2B4A48F99295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8087027" y="4864928"/>
              <a:ext cx="14719" cy="5183"/>
            </a:xfrm>
            <a:custGeom>
              <a:avLst/>
              <a:gdLst/>
              <a:ahLst/>
              <a:cxnLst/>
              <a:rect l="0" t="0" r="0" b="0"/>
              <a:pathLst>
                <a:path w="14719" h="5183">
                  <a:moveTo>
                    <a:pt x="14718" y="4055"/>
                  </a:moveTo>
                  <a:lnTo>
                    <a:pt x="0" y="5182"/>
                  </a:lnTo>
                  <a:lnTo>
                    <a:pt x="786" y="113"/>
                  </a:lnTo>
                  <a:lnTo>
                    <a:pt x="696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oPE_MapPart_MNG_1_101" descr="Mongolei">
              <a:extLst>
                <a:ext uri="{FF2B5EF4-FFF2-40B4-BE49-F238E27FC236}">
                  <a16:creationId xmlns:a16="http://schemas.microsoft.com/office/drawing/2014/main" id="{BB190AD4-E84F-7254-34D0-A709F6165533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6220316" y="1305796"/>
              <a:ext cx="2007039" cy="964782"/>
            </a:xfrm>
            <a:custGeom>
              <a:avLst/>
              <a:gdLst/>
              <a:ahLst/>
              <a:cxnLst/>
              <a:rect l="0" t="0" r="0" b="0"/>
              <a:pathLst>
                <a:path w="2007039" h="964782">
                  <a:moveTo>
                    <a:pt x="4494" y="291015"/>
                  </a:moveTo>
                  <a:lnTo>
                    <a:pt x="12022" y="290672"/>
                  </a:lnTo>
                  <a:lnTo>
                    <a:pt x="23257" y="281901"/>
                  </a:lnTo>
                  <a:lnTo>
                    <a:pt x="24493" y="270008"/>
                  </a:lnTo>
                  <a:lnTo>
                    <a:pt x="28088" y="263273"/>
                  </a:lnTo>
                  <a:lnTo>
                    <a:pt x="55614" y="259988"/>
                  </a:lnTo>
                  <a:lnTo>
                    <a:pt x="67972" y="263618"/>
                  </a:lnTo>
                  <a:lnTo>
                    <a:pt x="72242" y="254797"/>
                  </a:lnTo>
                  <a:lnTo>
                    <a:pt x="78983" y="261198"/>
                  </a:lnTo>
                  <a:lnTo>
                    <a:pt x="85275" y="258431"/>
                  </a:lnTo>
                  <a:lnTo>
                    <a:pt x="93701" y="246305"/>
                  </a:lnTo>
                  <a:lnTo>
                    <a:pt x="103138" y="247866"/>
                  </a:lnTo>
                  <a:lnTo>
                    <a:pt x="119317" y="237625"/>
                  </a:lnTo>
                  <a:lnTo>
                    <a:pt x="118643" y="219692"/>
                  </a:lnTo>
                  <a:lnTo>
                    <a:pt x="139428" y="211836"/>
                  </a:lnTo>
                  <a:lnTo>
                    <a:pt x="144259" y="201166"/>
                  </a:lnTo>
                  <a:lnTo>
                    <a:pt x="181784" y="188715"/>
                  </a:lnTo>
                  <a:lnTo>
                    <a:pt x="204704" y="169711"/>
                  </a:lnTo>
                  <a:lnTo>
                    <a:pt x="229196" y="164595"/>
                  </a:lnTo>
                  <a:lnTo>
                    <a:pt x="247397" y="145138"/>
                  </a:lnTo>
                  <a:lnTo>
                    <a:pt x="277732" y="141769"/>
                  </a:lnTo>
                  <a:lnTo>
                    <a:pt x="284135" y="127023"/>
                  </a:lnTo>
                  <a:lnTo>
                    <a:pt x="287843" y="125599"/>
                  </a:lnTo>
                  <a:lnTo>
                    <a:pt x="304808" y="143011"/>
                  </a:lnTo>
                  <a:lnTo>
                    <a:pt x="311774" y="140705"/>
                  </a:lnTo>
                  <a:lnTo>
                    <a:pt x="314358" y="134135"/>
                  </a:lnTo>
                  <a:lnTo>
                    <a:pt x="324470" y="134135"/>
                  </a:lnTo>
                  <a:lnTo>
                    <a:pt x="328739" y="146379"/>
                  </a:lnTo>
                  <a:lnTo>
                    <a:pt x="334582" y="151338"/>
                  </a:lnTo>
                  <a:lnTo>
                    <a:pt x="406261" y="155938"/>
                  </a:lnTo>
                  <a:lnTo>
                    <a:pt x="412665" y="188715"/>
                  </a:lnTo>
                  <a:lnTo>
                    <a:pt x="428956" y="207991"/>
                  </a:lnTo>
                  <a:lnTo>
                    <a:pt x="448617" y="206067"/>
                  </a:lnTo>
                  <a:lnTo>
                    <a:pt x="459965" y="216552"/>
                  </a:lnTo>
                  <a:lnTo>
                    <a:pt x="485581" y="218995"/>
                  </a:lnTo>
                  <a:lnTo>
                    <a:pt x="502209" y="209040"/>
                  </a:lnTo>
                  <a:lnTo>
                    <a:pt x="511422" y="214107"/>
                  </a:lnTo>
                  <a:lnTo>
                    <a:pt x="519511" y="210438"/>
                  </a:lnTo>
                  <a:lnTo>
                    <a:pt x="535016" y="219867"/>
                  </a:lnTo>
                  <a:lnTo>
                    <a:pt x="576922" y="221611"/>
                  </a:lnTo>
                  <a:lnTo>
                    <a:pt x="590854" y="236409"/>
                  </a:lnTo>
                  <a:lnTo>
                    <a:pt x="600291" y="235366"/>
                  </a:lnTo>
                  <a:lnTo>
                    <a:pt x="614560" y="218820"/>
                  </a:lnTo>
                  <a:lnTo>
                    <a:pt x="631075" y="215504"/>
                  </a:lnTo>
                  <a:lnTo>
                    <a:pt x="640513" y="208865"/>
                  </a:lnTo>
                  <a:lnTo>
                    <a:pt x="646692" y="202742"/>
                  </a:lnTo>
                  <a:lnTo>
                    <a:pt x="652759" y="188188"/>
                  </a:lnTo>
                  <a:lnTo>
                    <a:pt x="655793" y="180806"/>
                  </a:lnTo>
                  <a:lnTo>
                    <a:pt x="657702" y="158237"/>
                  </a:lnTo>
                  <a:lnTo>
                    <a:pt x="642085" y="147265"/>
                  </a:lnTo>
                  <a:lnTo>
                    <a:pt x="637255" y="126489"/>
                  </a:lnTo>
                  <a:lnTo>
                    <a:pt x="629278" y="113657"/>
                  </a:lnTo>
                  <a:lnTo>
                    <a:pt x="629952" y="107049"/>
                  </a:lnTo>
                  <a:lnTo>
                    <a:pt x="634670" y="95775"/>
                  </a:lnTo>
                  <a:lnTo>
                    <a:pt x="636918" y="77464"/>
                  </a:lnTo>
                  <a:lnTo>
                    <a:pt x="642535" y="67379"/>
                  </a:lnTo>
                  <a:lnTo>
                    <a:pt x="653995" y="61787"/>
                  </a:lnTo>
                  <a:lnTo>
                    <a:pt x="662196" y="40438"/>
                  </a:lnTo>
                  <a:lnTo>
                    <a:pt x="680173" y="32089"/>
                  </a:lnTo>
                  <a:lnTo>
                    <a:pt x="687700" y="21539"/>
                  </a:lnTo>
                  <a:lnTo>
                    <a:pt x="696014" y="0"/>
                  </a:lnTo>
                  <a:lnTo>
                    <a:pt x="728034" y="19718"/>
                  </a:lnTo>
                  <a:lnTo>
                    <a:pt x="747583" y="24816"/>
                  </a:lnTo>
                  <a:lnTo>
                    <a:pt x="760166" y="36628"/>
                  </a:lnTo>
                  <a:lnTo>
                    <a:pt x="794321" y="39531"/>
                  </a:lnTo>
                  <a:lnTo>
                    <a:pt x="851283" y="67019"/>
                  </a:lnTo>
                  <a:lnTo>
                    <a:pt x="863080" y="65576"/>
                  </a:lnTo>
                  <a:lnTo>
                    <a:pt x="896898" y="76924"/>
                  </a:lnTo>
                  <a:lnTo>
                    <a:pt x="899594" y="80880"/>
                  </a:lnTo>
                  <a:lnTo>
                    <a:pt x="899369" y="101505"/>
                  </a:lnTo>
                  <a:lnTo>
                    <a:pt x="902066" y="107227"/>
                  </a:lnTo>
                  <a:lnTo>
                    <a:pt x="903302" y="128980"/>
                  </a:lnTo>
                  <a:lnTo>
                    <a:pt x="909705" y="139995"/>
                  </a:lnTo>
                  <a:lnTo>
                    <a:pt x="907908" y="153108"/>
                  </a:lnTo>
                  <a:lnTo>
                    <a:pt x="919143" y="158943"/>
                  </a:lnTo>
                  <a:lnTo>
                    <a:pt x="932513" y="172532"/>
                  </a:lnTo>
                  <a:lnTo>
                    <a:pt x="962398" y="182037"/>
                  </a:lnTo>
                  <a:lnTo>
                    <a:pt x="971274" y="190821"/>
                  </a:lnTo>
                  <a:lnTo>
                    <a:pt x="991834" y="196785"/>
                  </a:lnTo>
                  <a:lnTo>
                    <a:pt x="1002395" y="193103"/>
                  </a:lnTo>
                  <a:lnTo>
                    <a:pt x="1019697" y="195383"/>
                  </a:lnTo>
                  <a:lnTo>
                    <a:pt x="1043853" y="180454"/>
                  </a:lnTo>
                  <a:lnTo>
                    <a:pt x="1083063" y="172355"/>
                  </a:lnTo>
                  <a:lnTo>
                    <a:pt x="1101039" y="164066"/>
                  </a:lnTo>
                  <a:lnTo>
                    <a:pt x="1131823" y="170769"/>
                  </a:lnTo>
                  <a:lnTo>
                    <a:pt x="1153170" y="180630"/>
                  </a:lnTo>
                  <a:lnTo>
                    <a:pt x="1183955" y="179927"/>
                  </a:lnTo>
                  <a:lnTo>
                    <a:pt x="1216535" y="211312"/>
                  </a:lnTo>
                  <a:lnTo>
                    <a:pt x="1259229" y="215330"/>
                  </a:lnTo>
                  <a:lnTo>
                    <a:pt x="1262263" y="243877"/>
                  </a:lnTo>
                  <a:lnTo>
                    <a:pt x="1289788" y="268627"/>
                  </a:lnTo>
                  <a:lnTo>
                    <a:pt x="1302709" y="275527"/>
                  </a:lnTo>
                  <a:lnTo>
                    <a:pt x="1341582" y="274493"/>
                  </a:lnTo>
                  <a:lnTo>
                    <a:pt x="1401690" y="290156"/>
                  </a:lnTo>
                  <a:lnTo>
                    <a:pt x="1415959" y="285514"/>
                  </a:lnTo>
                  <a:lnTo>
                    <a:pt x="1433485" y="292733"/>
                  </a:lnTo>
                  <a:lnTo>
                    <a:pt x="1472697" y="272423"/>
                  </a:lnTo>
                  <a:lnTo>
                    <a:pt x="1518984" y="265864"/>
                  </a:lnTo>
                  <a:lnTo>
                    <a:pt x="1544937" y="255489"/>
                  </a:lnTo>
                  <a:lnTo>
                    <a:pt x="1564375" y="256355"/>
                  </a:lnTo>
                  <a:lnTo>
                    <a:pt x="1579991" y="247346"/>
                  </a:lnTo>
                  <a:lnTo>
                    <a:pt x="1586732" y="229973"/>
                  </a:lnTo>
                  <a:lnTo>
                    <a:pt x="1612349" y="209564"/>
                  </a:lnTo>
                  <a:lnTo>
                    <a:pt x="1657401" y="183620"/>
                  </a:lnTo>
                  <a:lnTo>
                    <a:pt x="1685264" y="187485"/>
                  </a:lnTo>
                  <a:lnTo>
                    <a:pt x="1701555" y="196785"/>
                  </a:lnTo>
                  <a:lnTo>
                    <a:pt x="1718407" y="215330"/>
                  </a:lnTo>
                  <a:lnTo>
                    <a:pt x="1728070" y="220390"/>
                  </a:lnTo>
                  <a:lnTo>
                    <a:pt x="1746158" y="221960"/>
                  </a:lnTo>
                  <a:lnTo>
                    <a:pt x="1772111" y="209215"/>
                  </a:lnTo>
                  <a:lnTo>
                    <a:pt x="1785705" y="212360"/>
                  </a:lnTo>
                  <a:lnTo>
                    <a:pt x="1798176" y="217948"/>
                  </a:lnTo>
                  <a:lnTo>
                    <a:pt x="1806379" y="227361"/>
                  </a:lnTo>
                  <a:lnTo>
                    <a:pt x="1765370" y="327129"/>
                  </a:lnTo>
                  <a:lnTo>
                    <a:pt x="1752562" y="346527"/>
                  </a:lnTo>
                  <a:lnTo>
                    <a:pt x="1750315" y="377333"/>
                  </a:lnTo>
                  <a:lnTo>
                    <a:pt x="1734136" y="388456"/>
                  </a:lnTo>
                  <a:lnTo>
                    <a:pt x="1736159" y="405763"/>
                  </a:lnTo>
                  <a:lnTo>
                    <a:pt x="1739755" y="412300"/>
                  </a:lnTo>
                  <a:lnTo>
                    <a:pt x="1757393" y="429689"/>
                  </a:lnTo>
                  <a:lnTo>
                    <a:pt x="1778179" y="413807"/>
                  </a:lnTo>
                  <a:lnTo>
                    <a:pt x="1811209" y="412802"/>
                  </a:lnTo>
                  <a:lnTo>
                    <a:pt x="1830534" y="418661"/>
                  </a:lnTo>
                  <a:lnTo>
                    <a:pt x="1848060" y="433025"/>
                  </a:lnTo>
                  <a:lnTo>
                    <a:pt x="1874126" y="401736"/>
                  </a:lnTo>
                  <a:lnTo>
                    <a:pt x="1897719" y="397873"/>
                  </a:lnTo>
                  <a:lnTo>
                    <a:pt x="1919627" y="402072"/>
                  </a:lnTo>
                  <a:lnTo>
                    <a:pt x="1936031" y="423175"/>
                  </a:lnTo>
                  <a:lnTo>
                    <a:pt x="1956142" y="432692"/>
                  </a:lnTo>
                  <a:lnTo>
                    <a:pt x="1961085" y="444686"/>
                  </a:lnTo>
                  <a:lnTo>
                    <a:pt x="1969175" y="449509"/>
                  </a:lnTo>
                  <a:lnTo>
                    <a:pt x="1971310" y="455323"/>
                  </a:lnTo>
                  <a:lnTo>
                    <a:pt x="1995352" y="479336"/>
                  </a:lnTo>
                  <a:lnTo>
                    <a:pt x="2000184" y="495005"/>
                  </a:lnTo>
                  <a:lnTo>
                    <a:pt x="2007038" y="506025"/>
                  </a:lnTo>
                  <a:lnTo>
                    <a:pt x="2005128" y="522919"/>
                  </a:lnTo>
                  <a:lnTo>
                    <a:pt x="1995128" y="528973"/>
                  </a:lnTo>
                  <a:lnTo>
                    <a:pt x="1961085" y="526029"/>
                  </a:lnTo>
                  <a:lnTo>
                    <a:pt x="1941199" y="514889"/>
                  </a:lnTo>
                  <a:lnTo>
                    <a:pt x="1933672" y="521117"/>
                  </a:lnTo>
                  <a:lnTo>
                    <a:pt x="1907831" y="518824"/>
                  </a:lnTo>
                  <a:lnTo>
                    <a:pt x="1893001" y="523410"/>
                  </a:lnTo>
                  <a:lnTo>
                    <a:pt x="1872441" y="536980"/>
                  </a:lnTo>
                  <a:lnTo>
                    <a:pt x="1853453" y="530772"/>
                  </a:lnTo>
                  <a:lnTo>
                    <a:pt x="1846937" y="551001"/>
                  </a:lnTo>
                  <a:lnTo>
                    <a:pt x="1812894" y="549698"/>
                  </a:lnTo>
                  <a:lnTo>
                    <a:pt x="1798850" y="557509"/>
                  </a:lnTo>
                  <a:lnTo>
                    <a:pt x="1786043" y="575038"/>
                  </a:lnTo>
                  <a:lnTo>
                    <a:pt x="1777055" y="593797"/>
                  </a:lnTo>
                  <a:lnTo>
                    <a:pt x="1778740" y="602022"/>
                  </a:lnTo>
                  <a:lnTo>
                    <a:pt x="1776043" y="607014"/>
                  </a:lnTo>
                  <a:lnTo>
                    <a:pt x="1743799" y="632064"/>
                  </a:lnTo>
                  <a:lnTo>
                    <a:pt x="1711442" y="638148"/>
                  </a:lnTo>
                  <a:lnTo>
                    <a:pt x="1696274" y="639267"/>
                  </a:lnTo>
                  <a:lnTo>
                    <a:pt x="1685039" y="635587"/>
                  </a:lnTo>
                  <a:lnTo>
                    <a:pt x="1673917" y="638148"/>
                  </a:lnTo>
                  <a:lnTo>
                    <a:pt x="1665041" y="654758"/>
                  </a:lnTo>
                  <a:lnTo>
                    <a:pt x="1643919" y="675286"/>
                  </a:lnTo>
                  <a:lnTo>
                    <a:pt x="1613135" y="695099"/>
                  </a:lnTo>
                  <a:lnTo>
                    <a:pt x="1558195" y="683062"/>
                  </a:lnTo>
                  <a:lnTo>
                    <a:pt x="1539770" y="667658"/>
                  </a:lnTo>
                  <a:lnTo>
                    <a:pt x="1507749" y="667021"/>
                  </a:lnTo>
                  <a:lnTo>
                    <a:pt x="1490447" y="687975"/>
                  </a:lnTo>
                  <a:lnTo>
                    <a:pt x="1476741" y="728367"/>
                  </a:lnTo>
                  <a:lnTo>
                    <a:pt x="1489212" y="750949"/>
                  </a:lnTo>
                  <a:lnTo>
                    <a:pt x="1503930" y="765948"/>
                  </a:lnTo>
                  <a:lnTo>
                    <a:pt x="1509772" y="776234"/>
                  </a:lnTo>
                  <a:lnTo>
                    <a:pt x="1509884" y="785257"/>
                  </a:lnTo>
                  <a:lnTo>
                    <a:pt x="1499772" y="789297"/>
                  </a:lnTo>
                  <a:lnTo>
                    <a:pt x="1485842" y="803721"/>
                  </a:lnTo>
                  <a:lnTo>
                    <a:pt x="1452136" y="817023"/>
                  </a:lnTo>
                  <a:lnTo>
                    <a:pt x="1414274" y="865614"/>
                  </a:lnTo>
                  <a:lnTo>
                    <a:pt x="1347986" y="894006"/>
                  </a:lnTo>
                  <a:lnTo>
                    <a:pt x="1275071" y="893245"/>
                  </a:lnTo>
                  <a:lnTo>
                    <a:pt x="1187661" y="906626"/>
                  </a:lnTo>
                  <a:lnTo>
                    <a:pt x="1089467" y="952899"/>
                  </a:lnTo>
                  <a:lnTo>
                    <a:pt x="1075985" y="964781"/>
                  </a:lnTo>
                  <a:lnTo>
                    <a:pt x="1068458" y="960873"/>
                  </a:lnTo>
                  <a:lnTo>
                    <a:pt x="1045875" y="959520"/>
                  </a:lnTo>
                  <a:lnTo>
                    <a:pt x="1045875" y="941293"/>
                  </a:lnTo>
                  <a:lnTo>
                    <a:pt x="996665" y="951845"/>
                  </a:lnTo>
                  <a:lnTo>
                    <a:pt x="956892" y="930418"/>
                  </a:lnTo>
                  <a:lnTo>
                    <a:pt x="899707" y="917702"/>
                  </a:lnTo>
                  <a:lnTo>
                    <a:pt x="888247" y="912850"/>
                  </a:lnTo>
                  <a:lnTo>
                    <a:pt x="868698" y="888827"/>
                  </a:lnTo>
                  <a:lnTo>
                    <a:pt x="858360" y="885474"/>
                  </a:lnTo>
                  <a:lnTo>
                    <a:pt x="764099" y="873719"/>
                  </a:lnTo>
                  <a:lnTo>
                    <a:pt x="731854" y="883033"/>
                  </a:lnTo>
                  <a:lnTo>
                    <a:pt x="590629" y="864236"/>
                  </a:lnTo>
                  <a:lnTo>
                    <a:pt x="539397" y="870050"/>
                  </a:lnTo>
                  <a:lnTo>
                    <a:pt x="534117" y="852434"/>
                  </a:lnTo>
                  <a:lnTo>
                    <a:pt x="506590" y="822736"/>
                  </a:lnTo>
                  <a:lnTo>
                    <a:pt x="505579" y="813469"/>
                  </a:lnTo>
                  <a:lnTo>
                    <a:pt x="485806" y="764231"/>
                  </a:lnTo>
                  <a:lnTo>
                    <a:pt x="473334" y="756891"/>
                  </a:lnTo>
                  <a:lnTo>
                    <a:pt x="474795" y="736063"/>
                  </a:lnTo>
                  <a:lnTo>
                    <a:pt x="456032" y="737631"/>
                  </a:lnTo>
                  <a:lnTo>
                    <a:pt x="435023" y="729782"/>
                  </a:lnTo>
                  <a:lnTo>
                    <a:pt x="403003" y="703949"/>
                  </a:lnTo>
                  <a:lnTo>
                    <a:pt x="387947" y="701422"/>
                  </a:lnTo>
                  <a:lnTo>
                    <a:pt x="369072" y="681476"/>
                  </a:lnTo>
                  <a:lnTo>
                    <a:pt x="360310" y="677668"/>
                  </a:lnTo>
                  <a:lnTo>
                    <a:pt x="314920" y="669566"/>
                  </a:lnTo>
                  <a:lnTo>
                    <a:pt x="292224" y="671950"/>
                  </a:lnTo>
                  <a:lnTo>
                    <a:pt x="267620" y="666703"/>
                  </a:lnTo>
                  <a:lnTo>
                    <a:pt x="239757" y="665908"/>
                  </a:lnTo>
                  <a:lnTo>
                    <a:pt x="222792" y="662247"/>
                  </a:lnTo>
                  <a:lnTo>
                    <a:pt x="206389" y="653482"/>
                  </a:lnTo>
                  <a:lnTo>
                    <a:pt x="195603" y="655396"/>
                  </a:lnTo>
                  <a:lnTo>
                    <a:pt x="182234" y="626135"/>
                  </a:lnTo>
                  <a:lnTo>
                    <a:pt x="185155" y="607819"/>
                  </a:lnTo>
                  <a:lnTo>
                    <a:pt x="203468" y="580544"/>
                  </a:lnTo>
                  <a:lnTo>
                    <a:pt x="197738" y="559298"/>
                  </a:lnTo>
                  <a:lnTo>
                    <a:pt x="205153" y="532570"/>
                  </a:lnTo>
                  <a:lnTo>
                    <a:pt x="202457" y="515873"/>
                  </a:lnTo>
                  <a:lnTo>
                    <a:pt x="195154" y="497145"/>
                  </a:lnTo>
                  <a:lnTo>
                    <a:pt x="185604" y="492698"/>
                  </a:lnTo>
                  <a:lnTo>
                    <a:pt x="171897" y="466764"/>
                  </a:lnTo>
                  <a:lnTo>
                    <a:pt x="161561" y="432692"/>
                  </a:lnTo>
                  <a:lnTo>
                    <a:pt x="147292" y="424345"/>
                  </a:lnTo>
                  <a:lnTo>
                    <a:pt x="142686" y="411965"/>
                  </a:lnTo>
                  <a:lnTo>
                    <a:pt x="127069" y="416653"/>
                  </a:lnTo>
                  <a:lnTo>
                    <a:pt x="108419" y="397873"/>
                  </a:lnTo>
                  <a:lnTo>
                    <a:pt x="90667" y="402407"/>
                  </a:lnTo>
                  <a:lnTo>
                    <a:pt x="81455" y="400393"/>
                  </a:lnTo>
                  <a:lnTo>
                    <a:pt x="52019" y="380032"/>
                  </a:lnTo>
                  <a:lnTo>
                    <a:pt x="48311" y="364663"/>
                  </a:lnTo>
                  <a:lnTo>
                    <a:pt x="14831" y="348564"/>
                  </a:lnTo>
                  <a:lnTo>
                    <a:pt x="14269" y="343979"/>
                  </a:lnTo>
                  <a:lnTo>
                    <a:pt x="19774" y="334115"/>
                  </a:lnTo>
                  <a:lnTo>
                    <a:pt x="5506" y="326276"/>
                  </a:lnTo>
                  <a:lnTo>
                    <a:pt x="0" y="317742"/>
                  </a:lnTo>
                  <a:lnTo>
                    <a:pt x="8089" y="306453"/>
                  </a:lnTo>
                  <a:lnTo>
                    <a:pt x="5168" y="29530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oPE_MapPart_MMR_1_102" descr="Myanmar">
              <a:extLst>
                <a:ext uri="{FF2B5EF4-FFF2-40B4-BE49-F238E27FC236}">
                  <a16:creationId xmlns:a16="http://schemas.microsoft.com/office/drawing/2014/main" id="{2AB5E19F-EF34-2113-EFF8-61A143125BED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6497261" y="3272171"/>
              <a:ext cx="559733" cy="1228792"/>
            </a:xfrm>
            <a:custGeom>
              <a:avLst/>
              <a:gdLst/>
              <a:ahLst/>
              <a:cxnLst/>
              <a:rect l="0" t="0" r="0" b="0"/>
              <a:pathLst>
                <a:path w="559733" h="1228792">
                  <a:moveTo>
                    <a:pt x="495805" y="562827"/>
                  </a:moveTo>
                  <a:lnTo>
                    <a:pt x="481311" y="555637"/>
                  </a:lnTo>
                  <a:lnTo>
                    <a:pt x="470638" y="562229"/>
                  </a:lnTo>
                  <a:lnTo>
                    <a:pt x="454347" y="559712"/>
                  </a:lnTo>
                  <a:lnTo>
                    <a:pt x="456032" y="573963"/>
                  </a:lnTo>
                  <a:lnTo>
                    <a:pt x="446820" y="578630"/>
                  </a:lnTo>
                  <a:lnTo>
                    <a:pt x="430304" y="577314"/>
                  </a:lnTo>
                  <a:lnTo>
                    <a:pt x="420529" y="598945"/>
                  </a:lnTo>
                  <a:lnTo>
                    <a:pt x="386488" y="604555"/>
                  </a:lnTo>
                  <a:lnTo>
                    <a:pt x="378174" y="604436"/>
                  </a:lnTo>
                  <a:lnTo>
                    <a:pt x="370197" y="599662"/>
                  </a:lnTo>
                  <a:lnTo>
                    <a:pt x="364242" y="600498"/>
                  </a:lnTo>
                  <a:lnTo>
                    <a:pt x="362781" y="606822"/>
                  </a:lnTo>
                  <a:lnTo>
                    <a:pt x="351883" y="619699"/>
                  </a:lnTo>
                  <a:lnTo>
                    <a:pt x="351097" y="641483"/>
                  </a:lnTo>
                  <a:lnTo>
                    <a:pt x="344917" y="654556"/>
                  </a:lnTo>
                  <a:lnTo>
                    <a:pt x="347389" y="677219"/>
                  </a:lnTo>
                  <a:lnTo>
                    <a:pt x="333008" y="683145"/>
                  </a:lnTo>
                  <a:lnTo>
                    <a:pt x="324245" y="681841"/>
                  </a:lnTo>
                  <a:lnTo>
                    <a:pt x="328963" y="692263"/>
                  </a:lnTo>
                  <a:lnTo>
                    <a:pt x="333570" y="696524"/>
                  </a:lnTo>
                  <a:lnTo>
                    <a:pt x="340311" y="696879"/>
                  </a:lnTo>
                  <a:lnTo>
                    <a:pt x="347052" y="720166"/>
                  </a:lnTo>
                  <a:lnTo>
                    <a:pt x="344917" y="729255"/>
                  </a:lnTo>
                  <a:lnTo>
                    <a:pt x="390644" y="782941"/>
                  </a:lnTo>
                  <a:lnTo>
                    <a:pt x="393116" y="798789"/>
                  </a:lnTo>
                  <a:lnTo>
                    <a:pt x="404576" y="825041"/>
                  </a:lnTo>
                  <a:lnTo>
                    <a:pt x="406261" y="826563"/>
                  </a:lnTo>
                  <a:lnTo>
                    <a:pt x="415474" y="819303"/>
                  </a:lnTo>
                  <a:lnTo>
                    <a:pt x="418732" y="823636"/>
                  </a:lnTo>
                  <a:lnTo>
                    <a:pt x="414350" y="834754"/>
                  </a:lnTo>
                  <a:lnTo>
                    <a:pt x="400306" y="843174"/>
                  </a:lnTo>
                  <a:lnTo>
                    <a:pt x="398059" y="887408"/>
                  </a:lnTo>
                  <a:lnTo>
                    <a:pt x="391543" y="888107"/>
                  </a:lnTo>
                  <a:lnTo>
                    <a:pt x="375253" y="898007"/>
                  </a:lnTo>
                  <a:lnTo>
                    <a:pt x="375926" y="912785"/>
                  </a:lnTo>
                  <a:lnTo>
                    <a:pt x="378623" y="923248"/>
                  </a:lnTo>
                  <a:lnTo>
                    <a:pt x="398846" y="952504"/>
                  </a:lnTo>
                  <a:lnTo>
                    <a:pt x="421541" y="972554"/>
                  </a:lnTo>
                  <a:lnTo>
                    <a:pt x="434237" y="993964"/>
                  </a:lnTo>
                  <a:lnTo>
                    <a:pt x="436708" y="1024926"/>
                  </a:lnTo>
                  <a:lnTo>
                    <a:pt x="432438" y="1033234"/>
                  </a:lnTo>
                  <a:lnTo>
                    <a:pt x="433450" y="1037963"/>
                  </a:lnTo>
                  <a:lnTo>
                    <a:pt x="439404" y="1056518"/>
                  </a:lnTo>
                  <a:lnTo>
                    <a:pt x="450977" y="1068839"/>
                  </a:lnTo>
                  <a:lnTo>
                    <a:pt x="454572" y="1091728"/>
                  </a:lnTo>
                  <a:lnTo>
                    <a:pt x="464122" y="1117800"/>
                  </a:lnTo>
                  <a:lnTo>
                    <a:pt x="437607" y="1160786"/>
                  </a:lnTo>
                  <a:lnTo>
                    <a:pt x="410531" y="1189046"/>
                  </a:lnTo>
                  <a:lnTo>
                    <a:pt x="411204" y="1203674"/>
                  </a:lnTo>
                  <a:lnTo>
                    <a:pt x="407159" y="1218976"/>
                  </a:lnTo>
                  <a:lnTo>
                    <a:pt x="398397" y="1228791"/>
                  </a:lnTo>
                  <a:lnTo>
                    <a:pt x="394239" y="1219432"/>
                  </a:lnTo>
                  <a:lnTo>
                    <a:pt x="395924" y="1208585"/>
                  </a:lnTo>
                  <a:lnTo>
                    <a:pt x="392329" y="1188131"/>
                  </a:lnTo>
                  <a:lnTo>
                    <a:pt x="405474" y="1168342"/>
                  </a:lnTo>
                  <a:lnTo>
                    <a:pt x="405924" y="1159069"/>
                  </a:lnTo>
                  <a:lnTo>
                    <a:pt x="409744" y="1152197"/>
                  </a:lnTo>
                  <a:lnTo>
                    <a:pt x="409519" y="1129846"/>
                  </a:lnTo>
                  <a:lnTo>
                    <a:pt x="417946" y="1121702"/>
                  </a:lnTo>
                  <a:lnTo>
                    <a:pt x="413564" y="1117915"/>
                  </a:lnTo>
                  <a:lnTo>
                    <a:pt x="406598" y="1121817"/>
                  </a:lnTo>
                  <a:lnTo>
                    <a:pt x="403003" y="1120555"/>
                  </a:lnTo>
                  <a:lnTo>
                    <a:pt x="406711" y="1089429"/>
                  </a:lnTo>
                  <a:lnTo>
                    <a:pt x="400756" y="1088164"/>
                  </a:lnTo>
                  <a:lnTo>
                    <a:pt x="405699" y="1081610"/>
                  </a:lnTo>
                  <a:lnTo>
                    <a:pt x="402216" y="1075628"/>
                  </a:lnTo>
                  <a:lnTo>
                    <a:pt x="404688" y="1061471"/>
                  </a:lnTo>
                  <a:lnTo>
                    <a:pt x="399183" y="1029542"/>
                  </a:lnTo>
                  <a:lnTo>
                    <a:pt x="378623" y="992807"/>
                  </a:lnTo>
                  <a:lnTo>
                    <a:pt x="378174" y="979963"/>
                  </a:lnTo>
                  <a:lnTo>
                    <a:pt x="375814" y="976953"/>
                  </a:lnTo>
                  <a:lnTo>
                    <a:pt x="372669" y="998357"/>
                  </a:lnTo>
                  <a:lnTo>
                    <a:pt x="370197" y="994195"/>
                  </a:lnTo>
                  <a:lnTo>
                    <a:pt x="367837" y="976606"/>
                  </a:lnTo>
                  <a:lnTo>
                    <a:pt x="369523" y="965256"/>
                  </a:lnTo>
                  <a:lnTo>
                    <a:pt x="363230" y="954127"/>
                  </a:lnTo>
                  <a:lnTo>
                    <a:pt x="357614" y="933703"/>
                  </a:lnTo>
                  <a:lnTo>
                    <a:pt x="358849" y="930916"/>
                  </a:lnTo>
                  <a:lnTo>
                    <a:pt x="364466" y="933703"/>
                  </a:lnTo>
                  <a:lnTo>
                    <a:pt x="359299" y="926501"/>
                  </a:lnTo>
                  <a:lnTo>
                    <a:pt x="355141" y="928128"/>
                  </a:lnTo>
                  <a:lnTo>
                    <a:pt x="351546" y="920342"/>
                  </a:lnTo>
                  <a:lnTo>
                    <a:pt x="345255" y="854510"/>
                  </a:lnTo>
                  <a:lnTo>
                    <a:pt x="337278" y="845161"/>
                  </a:lnTo>
                  <a:lnTo>
                    <a:pt x="340873" y="829957"/>
                  </a:lnTo>
                  <a:lnTo>
                    <a:pt x="340424" y="816726"/>
                  </a:lnTo>
                  <a:lnTo>
                    <a:pt x="346154" y="809460"/>
                  </a:lnTo>
                  <a:lnTo>
                    <a:pt x="324357" y="812508"/>
                  </a:lnTo>
                  <a:lnTo>
                    <a:pt x="314133" y="788343"/>
                  </a:lnTo>
                  <a:lnTo>
                    <a:pt x="313347" y="775185"/>
                  </a:lnTo>
                  <a:lnTo>
                    <a:pt x="291551" y="755186"/>
                  </a:lnTo>
                  <a:lnTo>
                    <a:pt x="295259" y="761425"/>
                  </a:lnTo>
                  <a:lnTo>
                    <a:pt x="291551" y="768130"/>
                  </a:lnTo>
                  <a:lnTo>
                    <a:pt x="295146" y="779299"/>
                  </a:lnTo>
                  <a:lnTo>
                    <a:pt x="286271" y="800197"/>
                  </a:lnTo>
                  <a:lnTo>
                    <a:pt x="277282" y="809812"/>
                  </a:lnTo>
                  <a:lnTo>
                    <a:pt x="265373" y="813680"/>
                  </a:lnTo>
                  <a:lnTo>
                    <a:pt x="256048" y="807702"/>
                  </a:lnTo>
                  <a:lnTo>
                    <a:pt x="254025" y="796677"/>
                  </a:lnTo>
                  <a:lnTo>
                    <a:pt x="250206" y="796442"/>
                  </a:lnTo>
                  <a:lnTo>
                    <a:pt x="253239" y="809578"/>
                  </a:lnTo>
                  <a:lnTo>
                    <a:pt x="258744" y="817546"/>
                  </a:lnTo>
                  <a:lnTo>
                    <a:pt x="246835" y="824221"/>
                  </a:lnTo>
                  <a:lnTo>
                    <a:pt x="241105" y="824339"/>
                  </a:lnTo>
                  <a:lnTo>
                    <a:pt x="239195" y="829957"/>
                  </a:lnTo>
                  <a:lnTo>
                    <a:pt x="223691" y="835456"/>
                  </a:lnTo>
                  <a:lnTo>
                    <a:pt x="218410" y="847967"/>
                  </a:lnTo>
                  <a:lnTo>
                    <a:pt x="200322" y="864434"/>
                  </a:lnTo>
                  <a:lnTo>
                    <a:pt x="194817" y="862333"/>
                  </a:lnTo>
                  <a:lnTo>
                    <a:pt x="198749" y="847382"/>
                  </a:lnTo>
                  <a:lnTo>
                    <a:pt x="197625" y="840135"/>
                  </a:lnTo>
                  <a:lnTo>
                    <a:pt x="187064" y="857780"/>
                  </a:lnTo>
                  <a:lnTo>
                    <a:pt x="172459" y="858247"/>
                  </a:lnTo>
                  <a:lnTo>
                    <a:pt x="169200" y="847850"/>
                  </a:lnTo>
                  <a:lnTo>
                    <a:pt x="169313" y="834637"/>
                  </a:lnTo>
                  <a:lnTo>
                    <a:pt x="163470" y="848317"/>
                  </a:lnTo>
                  <a:lnTo>
                    <a:pt x="154932" y="852640"/>
                  </a:lnTo>
                  <a:lnTo>
                    <a:pt x="157516" y="813211"/>
                  </a:lnTo>
                  <a:lnTo>
                    <a:pt x="155156" y="824572"/>
                  </a:lnTo>
                  <a:lnTo>
                    <a:pt x="141225" y="840368"/>
                  </a:lnTo>
                  <a:lnTo>
                    <a:pt x="132237" y="845980"/>
                  </a:lnTo>
                  <a:lnTo>
                    <a:pt x="127631" y="845395"/>
                  </a:lnTo>
                  <a:lnTo>
                    <a:pt x="130552" y="812859"/>
                  </a:lnTo>
                  <a:lnTo>
                    <a:pt x="135720" y="804888"/>
                  </a:lnTo>
                  <a:lnTo>
                    <a:pt x="143135" y="772481"/>
                  </a:lnTo>
                  <a:lnTo>
                    <a:pt x="148865" y="761189"/>
                  </a:lnTo>
                  <a:lnTo>
                    <a:pt x="150325" y="744114"/>
                  </a:lnTo>
                  <a:lnTo>
                    <a:pt x="144484" y="727367"/>
                  </a:lnTo>
                  <a:lnTo>
                    <a:pt x="140551" y="702676"/>
                  </a:lnTo>
                  <a:lnTo>
                    <a:pt x="124260" y="667733"/>
                  </a:lnTo>
                  <a:lnTo>
                    <a:pt x="128980" y="667140"/>
                  </a:lnTo>
                  <a:lnTo>
                    <a:pt x="117969" y="657169"/>
                  </a:lnTo>
                  <a:lnTo>
                    <a:pt x="116396" y="631133"/>
                  </a:lnTo>
                  <a:lnTo>
                    <a:pt x="113699" y="638034"/>
                  </a:lnTo>
                  <a:lnTo>
                    <a:pt x="109880" y="640413"/>
                  </a:lnTo>
                  <a:lnTo>
                    <a:pt x="111565" y="650398"/>
                  </a:lnTo>
                  <a:lnTo>
                    <a:pt x="109206" y="656694"/>
                  </a:lnTo>
                  <a:lnTo>
                    <a:pt x="95274" y="648259"/>
                  </a:lnTo>
                  <a:lnTo>
                    <a:pt x="82016" y="625655"/>
                  </a:lnTo>
                  <a:lnTo>
                    <a:pt x="87297" y="623631"/>
                  </a:lnTo>
                  <a:lnTo>
                    <a:pt x="96622" y="632442"/>
                  </a:lnTo>
                  <a:lnTo>
                    <a:pt x="102689" y="634346"/>
                  </a:lnTo>
                  <a:lnTo>
                    <a:pt x="111228" y="628275"/>
                  </a:lnTo>
                  <a:lnTo>
                    <a:pt x="113475" y="621010"/>
                  </a:lnTo>
                  <a:lnTo>
                    <a:pt x="103587" y="614813"/>
                  </a:lnTo>
                  <a:lnTo>
                    <a:pt x="97409" y="603959"/>
                  </a:lnTo>
                  <a:lnTo>
                    <a:pt x="89432" y="598707"/>
                  </a:lnTo>
                  <a:lnTo>
                    <a:pt x="95274" y="589748"/>
                  </a:lnTo>
                  <a:lnTo>
                    <a:pt x="87522" y="589868"/>
                  </a:lnTo>
                  <a:lnTo>
                    <a:pt x="76736" y="581381"/>
                  </a:lnTo>
                  <a:lnTo>
                    <a:pt x="66848" y="579228"/>
                  </a:lnTo>
                  <a:lnTo>
                    <a:pt x="61007" y="581141"/>
                  </a:lnTo>
                  <a:lnTo>
                    <a:pt x="63591" y="590585"/>
                  </a:lnTo>
                  <a:lnTo>
                    <a:pt x="63142" y="593811"/>
                  </a:lnTo>
                  <a:lnTo>
                    <a:pt x="59322" y="593333"/>
                  </a:lnTo>
                  <a:lnTo>
                    <a:pt x="51344" y="578869"/>
                  </a:lnTo>
                  <a:lnTo>
                    <a:pt x="57187" y="571809"/>
                  </a:lnTo>
                  <a:lnTo>
                    <a:pt x="52131" y="571570"/>
                  </a:lnTo>
                  <a:lnTo>
                    <a:pt x="55389" y="558753"/>
                  </a:lnTo>
                  <a:lnTo>
                    <a:pt x="53367" y="556836"/>
                  </a:lnTo>
                  <a:lnTo>
                    <a:pt x="43817" y="573724"/>
                  </a:lnTo>
                  <a:lnTo>
                    <a:pt x="38200" y="569774"/>
                  </a:lnTo>
                  <a:lnTo>
                    <a:pt x="44378" y="561270"/>
                  </a:lnTo>
                  <a:lnTo>
                    <a:pt x="41907" y="556236"/>
                  </a:lnTo>
                  <a:lnTo>
                    <a:pt x="33032" y="546401"/>
                  </a:lnTo>
                  <a:lnTo>
                    <a:pt x="33930" y="564265"/>
                  </a:lnTo>
                  <a:lnTo>
                    <a:pt x="12359" y="536076"/>
                  </a:lnTo>
                  <a:lnTo>
                    <a:pt x="8988" y="531150"/>
                  </a:lnTo>
                  <a:lnTo>
                    <a:pt x="0" y="497565"/>
                  </a:lnTo>
                  <a:lnTo>
                    <a:pt x="6179" y="488637"/>
                  </a:lnTo>
                  <a:lnTo>
                    <a:pt x="9438" y="487793"/>
                  </a:lnTo>
                  <a:lnTo>
                    <a:pt x="26178" y="499132"/>
                  </a:lnTo>
                  <a:lnTo>
                    <a:pt x="28200" y="496720"/>
                  </a:lnTo>
                  <a:lnTo>
                    <a:pt x="24718" y="451635"/>
                  </a:lnTo>
                  <a:lnTo>
                    <a:pt x="31796" y="441331"/>
                  </a:lnTo>
                  <a:lnTo>
                    <a:pt x="42132" y="449454"/>
                  </a:lnTo>
                  <a:lnTo>
                    <a:pt x="48985" y="449938"/>
                  </a:lnTo>
                  <a:lnTo>
                    <a:pt x="53928" y="437813"/>
                  </a:lnTo>
                  <a:lnTo>
                    <a:pt x="60670" y="434658"/>
                  </a:lnTo>
                  <a:lnTo>
                    <a:pt x="61343" y="425915"/>
                  </a:lnTo>
                  <a:lnTo>
                    <a:pt x="56063" y="401708"/>
                  </a:lnTo>
                  <a:lnTo>
                    <a:pt x="61343" y="388788"/>
                  </a:lnTo>
                  <a:lnTo>
                    <a:pt x="61456" y="380369"/>
                  </a:lnTo>
                  <a:lnTo>
                    <a:pt x="67074" y="381589"/>
                  </a:lnTo>
                  <a:lnTo>
                    <a:pt x="73028" y="376827"/>
                  </a:lnTo>
                  <a:lnTo>
                    <a:pt x="75612" y="359591"/>
                  </a:lnTo>
                  <a:lnTo>
                    <a:pt x="77073" y="336189"/>
                  </a:lnTo>
                  <a:lnTo>
                    <a:pt x="70332" y="313095"/>
                  </a:lnTo>
                  <a:lnTo>
                    <a:pt x="71568" y="310142"/>
                  </a:lnTo>
                  <a:lnTo>
                    <a:pt x="82016" y="316415"/>
                  </a:lnTo>
                  <a:lnTo>
                    <a:pt x="93813" y="314078"/>
                  </a:lnTo>
                  <a:lnTo>
                    <a:pt x="121564" y="322929"/>
                  </a:lnTo>
                  <a:lnTo>
                    <a:pt x="131900" y="292529"/>
                  </a:lnTo>
                  <a:lnTo>
                    <a:pt x="150101" y="261898"/>
                  </a:lnTo>
                  <a:lnTo>
                    <a:pt x="157741" y="242573"/>
                  </a:lnTo>
                  <a:lnTo>
                    <a:pt x="155719" y="236371"/>
                  </a:lnTo>
                  <a:lnTo>
                    <a:pt x="148079" y="231032"/>
                  </a:lnTo>
                  <a:lnTo>
                    <a:pt x="149764" y="223826"/>
                  </a:lnTo>
                  <a:lnTo>
                    <a:pt x="155269" y="214250"/>
                  </a:lnTo>
                  <a:lnTo>
                    <a:pt x="162684" y="210143"/>
                  </a:lnTo>
                  <a:lnTo>
                    <a:pt x="172684" y="197559"/>
                  </a:lnTo>
                  <a:lnTo>
                    <a:pt x="176953" y="182834"/>
                  </a:lnTo>
                  <a:lnTo>
                    <a:pt x="184255" y="173960"/>
                  </a:lnTo>
                  <a:lnTo>
                    <a:pt x="179200" y="152674"/>
                  </a:lnTo>
                  <a:lnTo>
                    <a:pt x="179762" y="143768"/>
                  </a:lnTo>
                  <a:lnTo>
                    <a:pt x="184030" y="135229"/>
                  </a:lnTo>
                  <a:lnTo>
                    <a:pt x="204928" y="124164"/>
                  </a:lnTo>
                  <a:lnTo>
                    <a:pt x="232567" y="103755"/>
                  </a:lnTo>
                  <a:lnTo>
                    <a:pt x="242228" y="91762"/>
                  </a:lnTo>
                  <a:lnTo>
                    <a:pt x="250318" y="88729"/>
                  </a:lnTo>
                  <a:lnTo>
                    <a:pt x="284136" y="83798"/>
                  </a:lnTo>
                  <a:lnTo>
                    <a:pt x="297955" y="97697"/>
                  </a:lnTo>
                  <a:lnTo>
                    <a:pt x="307280" y="98960"/>
                  </a:lnTo>
                  <a:lnTo>
                    <a:pt x="307392" y="95551"/>
                  </a:lnTo>
                  <a:lnTo>
                    <a:pt x="294697" y="76206"/>
                  </a:lnTo>
                  <a:lnTo>
                    <a:pt x="293124" y="65818"/>
                  </a:lnTo>
                  <a:lnTo>
                    <a:pt x="298516" y="57955"/>
                  </a:lnTo>
                  <a:lnTo>
                    <a:pt x="321774" y="41060"/>
                  </a:lnTo>
                  <a:lnTo>
                    <a:pt x="320986" y="21195"/>
                  </a:lnTo>
                  <a:lnTo>
                    <a:pt x="334469" y="511"/>
                  </a:lnTo>
                  <a:lnTo>
                    <a:pt x="338289" y="0"/>
                  </a:lnTo>
                  <a:lnTo>
                    <a:pt x="344243" y="3452"/>
                  </a:lnTo>
                  <a:lnTo>
                    <a:pt x="348850" y="11499"/>
                  </a:lnTo>
                  <a:lnTo>
                    <a:pt x="356265" y="11371"/>
                  </a:lnTo>
                  <a:lnTo>
                    <a:pt x="369410" y="26549"/>
                  </a:lnTo>
                  <a:lnTo>
                    <a:pt x="381881" y="68353"/>
                  </a:lnTo>
                  <a:lnTo>
                    <a:pt x="385139" y="69241"/>
                  </a:lnTo>
                  <a:lnTo>
                    <a:pt x="391543" y="60873"/>
                  </a:lnTo>
                  <a:lnTo>
                    <a:pt x="403901" y="66833"/>
                  </a:lnTo>
                  <a:lnTo>
                    <a:pt x="409407" y="128189"/>
                  </a:lnTo>
                  <a:lnTo>
                    <a:pt x="406037" y="163575"/>
                  </a:lnTo>
                  <a:lnTo>
                    <a:pt x="398509" y="171709"/>
                  </a:lnTo>
                  <a:lnTo>
                    <a:pt x="404239" y="186206"/>
                  </a:lnTo>
                  <a:lnTo>
                    <a:pt x="392329" y="191448"/>
                  </a:lnTo>
                  <a:lnTo>
                    <a:pt x="384128" y="205411"/>
                  </a:lnTo>
                  <a:lnTo>
                    <a:pt x="372219" y="206532"/>
                  </a:lnTo>
                  <a:lnTo>
                    <a:pt x="369523" y="217236"/>
                  </a:lnTo>
                  <a:lnTo>
                    <a:pt x="363905" y="225815"/>
                  </a:lnTo>
                  <a:lnTo>
                    <a:pt x="358175" y="229666"/>
                  </a:lnTo>
                  <a:lnTo>
                    <a:pt x="351995" y="228548"/>
                  </a:lnTo>
                  <a:lnTo>
                    <a:pt x="345479" y="243566"/>
                  </a:lnTo>
                  <a:lnTo>
                    <a:pt x="346940" y="254842"/>
                  </a:lnTo>
                  <a:lnTo>
                    <a:pt x="337278" y="261403"/>
                  </a:lnTo>
                  <a:lnTo>
                    <a:pt x="333907" y="271296"/>
                  </a:lnTo>
                  <a:lnTo>
                    <a:pt x="334020" y="280932"/>
                  </a:lnTo>
                  <a:lnTo>
                    <a:pt x="342446" y="288582"/>
                  </a:lnTo>
                  <a:lnTo>
                    <a:pt x="345030" y="298937"/>
                  </a:lnTo>
                  <a:lnTo>
                    <a:pt x="344019" y="305588"/>
                  </a:lnTo>
                  <a:lnTo>
                    <a:pt x="336379" y="315308"/>
                  </a:lnTo>
                  <a:lnTo>
                    <a:pt x="336154" y="320595"/>
                  </a:lnTo>
                  <a:lnTo>
                    <a:pt x="343682" y="321455"/>
                  </a:lnTo>
                  <a:lnTo>
                    <a:pt x="364354" y="310019"/>
                  </a:lnTo>
                  <a:lnTo>
                    <a:pt x="376488" y="306942"/>
                  </a:lnTo>
                  <a:lnTo>
                    <a:pt x="394464" y="306573"/>
                  </a:lnTo>
                  <a:lnTo>
                    <a:pt x="399744" y="309773"/>
                  </a:lnTo>
                  <a:lnTo>
                    <a:pt x="415362" y="306204"/>
                  </a:lnTo>
                  <a:lnTo>
                    <a:pt x="405474" y="320963"/>
                  </a:lnTo>
                  <a:lnTo>
                    <a:pt x="415249" y="340114"/>
                  </a:lnTo>
                  <a:lnTo>
                    <a:pt x="413114" y="347224"/>
                  </a:lnTo>
                  <a:lnTo>
                    <a:pt x="418395" y="356776"/>
                  </a:lnTo>
                  <a:lnTo>
                    <a:pt x="417159" y="369619"/>
                  </a:lnTo>
                  <a:lnTo>
                    <a:pt x="451763" y="377926"/>
                  </a:lnTo>
                  <a:lnTo>
                    <a:pt x="457381" y="385372"/>
                  </a:lnTo>
                  <a:lnTo>
                    <a:pt x="449741" y="394397"/>
                  </a:lnTo>
                  <a:lnTo>
                    <a:pt x="446820" y="416556"/>
                  </a:lnTo>
                  <a:lnTo>
                    <a:pt x="438506" y="431137"/>
                  </a:lnTo>
                  <a:lnTo>
                    <a:pt x="437719" y="441695"/>
                  </a:lnTo>
                  <a:lnTo>
                    <a:pt x="482997" y="448242"/>
                  </a:lnTo>
                  <a:lnTo>
                    <a:pt x="484907" y="450908"/>
                  </a:lnTo>
                  <a:lnTo>
                    <a:pt x="484457" y="466405"/>
                  </a:lnTo>
                  <a:lnTo>
                    <a:pt x="486705" y="470275"/>
                  </a:lnTo>
                  <a:lnTo>
                    <a:pt x="494120" y="472935"/>
                  </a:lnTo>
                  <a:lnTo>
                    <a:pt x="495356" y="482963"/>
                  </a:lnTo>
                  <a:lnTo>
                    <a:pt x="501535" y="486223"/>
                  </a:lnTo>
                  <a:lnTo>
                    <a:pt x="509961" y="483688"/>
                  </a:lnTo>
                  <a:lnTo>
                    <a:pt x="525803" y="485619"/>
                  </a:lnTo>
                  <a:lnTo>
                    <a:pt x="540295" y="473297"/>
                  </a:lnTo>
                  <a:lnTo>
                    <a:pt x="555464" y="466526"/>
                  </a:lnTo>
                  <a:lnTo>
                    <a:pt x="558721" y="467977"/>
                  </a:lnTo>
                  <a:lnTo>
                    <a:pt x="559732" y="478252"/>
                  </a:lnTo>
                  <a:lnTo>
                    <a:pt x="555575" y="485861"/>
                  </a:lnTo>
                  <a:lnTo>
                    <a:pt x="531981" y="500458"/>
                  </a:lnTo>
                  <a:lnTo>
                    <a:pt x="529285" y="508532"/>
                  </a:lnTo>
                  <a:lnTo>
                    <a:pt x="521533" y="517802"/>
                  </a:lnTo>
                  <a:lnTo>
                    <a:pt x="520746" y="522494"/>
                  </a:lnTo>
                  <a:lnTo>
                    <a:pt x="527038" y="526582"/>
                  </a:lnTo>
                  <a:lnTo>
                    <a:pt x="508501" y="530910"/>
                  </a:lnTo>
                  <a:lnTo>
                    <a:pt x="503670" y="535235"/>
                  </a:lnTo>
                  <a:lnTo>
                    <a:pt x="496255" y="55911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oPE_MapPart_MMR_2_103" descr="Myanmar">
              <a:extLst>
                <a:ext uri="{FF2B5EF4-FFF2-40B4-BE49-F238E27FC236}">
                  <a16:creationId xmlns:a16="http://schemas.microsoft.com/office/drawing/2014/main" id="{A2CCAA4A-D434-221C-2E42-C689C8ECE062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6588602" y="3885315"/>
              <a:ext cx="18876" cy="17275"/>
            </a:xfrm>
            <a:custGeom>
              <a:avLst/>
              <a:gdLst/>
              <a:ahLst/>
              <a:cxnLst/>
              <a:rect l="0" t="0" r="0" b="0"/>
              <a:pathLst>
                <a:path w="18876" h="17275">
                  <a:moveTo>
                    <a:pt x="4495" y="0"/>
                  </a:moveTo>
                  <a:lnTo>
                    <a:pt x="18875" y="8581"/>
                  </a:lnTo>
                  <a:lnTo>
                    <a:pt x="16179" y="15012"/>
                  </a:lnTo>
                  <a:lnTo>
                    <a:pt x="10786" y="17274"/>
                  </a:lnTo>
                  <a:lnTo>
                    <a:pt x="7078" y="15489"/>
                  </a:lnTo>
                  <a:lnTo>
                    <a:pt x="5618" y="9415"/>
                  </a:lnTo>
                  <a:lnTo>
                    <a:pt x="0" y="4172"/>
                  </a:lnTo>
                  <a:lnTo>
                    <a:pt x="2810" y="9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oPE_MapPart_MMR_3_104" descr="Myanmar">
              <a:extLst>
                <a:ext uri="{FF2B5EF4-FFF2-40B4-BE49-F238E27FC236}">
                  <a16:creationId xmlns:a16="http://schemas.microsoft.com/office/drawing/2014/main" id="{9005795C-4168-71C7-C71D-D7709D2387DD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6880041" y="4332721"/>
              <a:ext cx="9775" cy="21866"/>
            </a:xfrm>
            <a:custGeom>
              <a:avLst/>
              <a:gdLst/>
              <a:ahLst/>
              <a:cxnLst/>
              <a:rect l="0" t="0" r="0" b="0"/>
              <a:pathLst>
                <a:path w="9775" h="21866">
                  <a:moveTo>
                    <a:pt x="6291" y="5066"/>
                  </a:moveTo>
                  <a:lnTo>
                    <a:pt x="9774" y="6792"/>
                  </a:lnTo>
                  <a:lnTo>
                    <a:pt x="9213" y="13008"/>
                  </a:lnTo>
                  <a:lnTo>
                    <a:pt x="4269" y="20715"/>
                  </a:lnTo>
                  <a:lnTo>
                    <a:pt x="113" y="21865"/>
                  </a:lnTo>
                  <a:lnTo>
                    <a:pt x="0" y="0"/>
                  </a:lnTo>
                  <a:lnTo>
                    <a:pt x="5280" y="19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oPE_MapPart_MMR_4_105" descr="Myanmar">
              <a:extLst>
                <a:ext uri="{FF2B5EF4-FFF2-40B4-BE49-F238E27FC236}">
                  <a16:creationId xmlns:a16="http://schemas.microsoft.com/office/drawing/2014/main" id="{B6AE7FA0-7315-B3E5-7645-D5123F0137D9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6884085" y="4388479"/>
              <a:ext cx="11011" cy="16980"/>
            </a:xfrm>
            <a:custGeom>
              <a:avLst/>
              <a:gdLst/>
              <a:ahLst/>
              <a:cxnLst/>
              <a:rect l="0" t="0" r="0" b="0"/>
              <a:pathLst>
                <a:path w="11011" h="16980">
                  <a:moveTo>
                    <a:pt x="11010" y="3787"/>
                  </a:moveTo>
                  <a:lnTo>
                    <a:pt x="9438" y="16979"/>
                  </a:lnTo>
                  <a:lnTo>
                    <a:pt x="3595" y="15144"/>
                  </a:lnTo>
                  <a:lnTo>
                    <a:pt x="0" y="803"/>
                  </a:lnTo>
                  <a:lnTo>
                    <a:pt x="91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6" name="oPE_MapPart_MMR_5_106" descr="Myanmar">
              <a:extLst>
                <a:ext uri="{FF2B5EF4-FFF2-40B4-BE49-F238E27FC236}">
                  <a16:creationId xmlns:a16="http://schemas.microsoft.com/office/drawing/2014/main" id="{9334E4B1-C117-179D-9BAF-CD1BA06C2089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6635116" y="4105287"/>
              <a:ext cx="14381" cy="23147"/>
            </a:xfrm>
            <a:custGeom>
              <a:avLst/>
              <a:gdLst/>
              <a:ahLst/>
              <a:cxnLst/>
              <a:rect l="0" t="0" r="0" b="0"/>
              <a:pathLst>
                <a:path w="14381" h="23147">
                  <a:moveTo>
                    <a:pt x="5505" y="16837"/>
                  </a:moveTo>
                  <a:lnTo>
                    <a:pt x="1460" y="23146"/>
                  </a:lnTo>
                  <a:lnTo>
                    <a:pt x="0" y="13682"/>
                  </a:lnTo>
                  <a:lnTo>
                    <a:pt x="13257" y="0"/>
                  </a:lnTo>
                  <a:lnTo>
                    <a:pt x="14380" y="4212"/>
                  </a:lnTo>
                  <a:lnTo>
                    <a:pt x="11123" y="120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oPE_MapPart_MMR_6_107" descr="Myanmar">
              <a:extLst>
                <a:ext uri="{FF2B5EF4-FFF2-40B4-BE49-F238E27FC236}">
                  <a16:creationId xmlns:a16="http://schemas.microsoft.com/office/drawing/2014/main" id="{4E65636F-5DD7-79D4-D028-63C17130F1D6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6578940" y="3931002"/>
              <a:ext cx="15955" cy="12105"/>
            </a:xfrm>
            <a:custGeom>
              <a:avLst/>
              <a:gdLst/>
              <a:ahLst/>
              <a:cxnLst/>
              <a:rect l="0" t="0" r="0" b="0"/>
              <a:pathLst>
                <a:path w="15955" h="12105">
                  <a:moveTo>
                    <a:pt x="12583" y="12104"/>
                  </a:moveTo>
                  <a:lnTo>
                    <a:pt x="0" y="0"/>
                  </a:lnTo>
                  <a:lnTo>
                    <a:pt x="15954" y="119"/>
                  </a:lnTo>
                  <a:lnTo>
                    <a:pt x="14382" y="996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oPE_MapPart_MMR_7_108" descr="Myanmar">
              <a:extLst>
                <a:ext uri="{FF2B5EF4-FFF2-40B4-BE49-F238E27FC236}">
                  <a16:creationId xmlns:a16="http://schemas.microsoft.com/office/drawing/2014/main" id="{E2B9196A-96B4-40D3-8F16-D74CC6BF0BD0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6827461" y="4087022"/>
              <a:ext cx="7416" cy="16043"/>
            </a:xfrm>
            <a:custGeom>
              <a:avLst/>
              <a:gdLst/>
              <a:ahLst/>
              <a:cxnLst/>
              <a:rect l="0" t="0" r="0" b="0"/>
              <a:pathLst>
                <a:path w="7416" h="16043">
                  <a:moveTo>
                    <a:pt x="6516" y="15106"/>
                  </a:moveTo>
                  <a:lnTo>
                    <a:pt x="4156" y="16042"/>
                  </a:lnTo>
                  <a:lnTo>
                    <a:pt x="674" y="11712"/>
                  </a:lnTo>
                  <a:lnTo>
                    <a:pt x="0" y="1641"/>
                  </a:lnTo>
                  <a:lnTo>
                    <a:pt x="6854" y="0"/>
                  </a:lnTo>
                  <a:lnTo>
                    <a:pt x="7415" y="57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9" name="oPE_MapPart_MMR_8_109" descr="Myanmar">
              <a:extLst>
                <a:ext uri="{FF2B5EF4-FFF2-40B4-BE49-F238E27FC236}">
                  <a16:creationId xmlns:a16="http://schemas.microsoft.com/office/drawing/2014/main" id="{208BEE93-4FEF-431C-43BD-103249F860C2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6865548" y="4440970"/>
              <a:ext cx="13258" cy="14988"/>
            </a:xfrm>
            <a:custGeom>
              <a:avLst/>
              <a:gdLst/>
              <a:ahLst/>
              <a:cxnLst/>
              <a:rect l="0" t="0" r="0" b="0"/>
              <a:pathLst>
                <a:path w="13258" h="14988">
                  <a:moveTo>
                    <a:pt x="8088" y="1717"/>
                  </a:moveTo>
                  <a:lnTo>
                    <a:pt x="13257" y="12700"/>
                  </a:lnTo>
                  <a:lnTo>
                    <a:pt x="10673" y="14987"/>
                  </a:lnTo>
                  <a:lnTo>
                    <a:pt x="4718" y="5264"/>
                  </a:lnTo>
                  <a:lnTo>
                    <a:pt x="0" y="5951"/>
                  </a:lnTo>
                  <a:lnTo>
                    <a:pt x="539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oPE_MapPart_MMR_9_110" descr="Myanmar">
              <a:extLst>
                <a:ext uri="{FF2B5EF4-FFF2-40B4-BE49-F238E27FC236}">
                  <a16:creationId xmlns:a16="http://schemas.microsoft.com/office/drawing/2014/main" id="{4C345560-5E9E-267E-1538-B1C6654A8DD8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6889590" y="4370680"/>
              <a:ext cx="8990" cy="11716"/>
            </a:xfrm>
            <a:custGeom>
              <a:avLst/>
              <a:gdLst/>
              <a:ahLst/>
              <a:cxnLst/>
              <a:rect l="0" t="0" r="0" b="0"/>
              <a:pathLst>
                <a:path w="8990" h="11716">
                  <a:moveTo>
                    <a:pt x="3147" y="11370"/>
                  </a:moveTo>
                  <a:lnTo>
                    <a:pt x="562" y="11715"/>
                  </a:lnTo>
                  <a:lnTo>
                    <a:pt x="0" y="0"/>
                  </a:lnTo>
                  <a:lnTo>
                    <a:pt x="8989" y="8040"/>
                  </a:lnTo>
                  <a:lnTo>
                    <a:pt x="6966" y="101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oPE_MapPart_MMR_10_111" descr="Myanmar">
              <a:extLst>
                <a:ext uri="{FF2B5EF4-FFF2-40B4-BE49-F238E27FC236}">
                  <a16:creationId xmlns:a16="http://schemas.microsoft.com/office/drawing/2014/main" id="{1BD840EB-BE94-8518-1E5D-6E869735E57B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6872289" y="4389856"/>
              <a:ext cx="6967" cy="19730"/>
            </a:xfrm>
            <a:custGeom>
              <a:avLst/>
              <a:gdLst/>
              <a:ahLst/>
              <a:cxnLst/>
              <a:rect l="0" t="0" r="0" b="0"/>
              <a:pathLst>
                <a:path w="6967" h="19730">
                  <a:moveTo>
                    <a:pt x="2135" y="19386"/>
                  </a:moveTo>
                  <a:lnTo>
                    <a:pt x="0" y="19729"/>
                  </a:lnTo>
                  <a:lnTo>
                    <a:pt x="786" y="13767"/>
                  </a:lnTo>
                  <a:lnTo>
                    <a:pt x="6966" y="0"/>
                  </a:lnTo>
                  <a:lnTo>
                    <a:pt x="4718" y="1651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oPE_MapPart_MMR_11_112" descr="Myanmar">
              <a:extLst>
                <a:ext uri="{FF2B5EF4-FFF2-40B4-BE49-F238E27FC236}">
                  <a16:creationId xmlns:a16="http://schemas.microsoft.com/office/drawing/2014/main" id="{AEB75045-C323-31A0-DCDE-8361592ACBDC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6867906" y="4499935"/>
              <a:ext cx="10788" cy="10951"/>
            </a:xfrm>
            <a:custGeom>
              <a:avLst/>
              <a:gdLst/>
              <a:ahLst/>
              <a:cxnLst/>
              <a:rect l="0" t="0" r="0" b="0"/>
              <a:pathLst>
                <a:path w="10788" h="10951">
                  <a:moveTo>
                    <a:pt x="4045" y="7415"/>
                  </a:moveTo>
                  <a:lnTo>
                    <a:pt x="0" y="10950"/>
                  </a:lnTo>
                  <a:lnTo>
                    <a:pt x="1349" y="4905"/>
                  </a:lnTo>
                  <a:lnTo>
                    <a:pt x="6405" y="341"/>
                  </a:lnTo>
                  <a:lnTo>
                    <a:pt x="10787" y="0"/>
                  </a:lnTo>
                  <a:lnTo>
                    <a:pt x="7079" y="61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oPE_MapPart_MMR_12_113" descr="Myanmar">
              <a:extLst>
                <a:ext uri="{FF2B5EF4-FFF2-40B4-BE49-F238E27FC236}">
                  <a16:creationId xmlns:a16="http://schemas.microsoft.com/office/drawing/2014/main" id="{856FD619-749D-BDF0-CDFA-444329B731F9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6876445" y="4299982"/>
              <a:ext cx="3821" cy="16263"/>
            </a:xfrm>
            <a:custGeom>
              <a:avLst/>
              <a:gdLst/>
              <a:ahLst/>
              <a:cxnLst/>
              <a:rect l="0" t="0" r="0" b="0"/>
              <a:pathLst>
                <a:path w="3821" h="16263">
                  <a:moveTo>
                    <a:pt x="3820" y="5769"/>
                  </a:moveTo>
                  <a:lnTo>
                    <a:pt x="3371" y="16262"/>
                  </a:lnTo>
                  <a:lnTo>
                    <a:pt x="225" y="11190"/>
                  </a:lnTo>
                  <a:lnTo>
                    <a:pt x="0" y="0"/>
                  </a:lnTo>
                  <a:lnTo>
                    <a:pt x="2697" y="242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oPE_MapPart_MMR_13_114" descr="Myanmar">
              <a:extLst>
                <a:ext uri="{FF2B5EF4-FFF2-40B4-BE49-F238E27FC236}">
                  <a16:creationId xmlns:a16="http://schemas.microsoft.com/office/drawing/2014/main" id="{B4147574-58A1-441D-18FD-F895E4256DE2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6542988" y="3850322"/>
              <a:ext cx="6967" cy="17094"/>
            </a:xfrm>
            <a:custGeom>
              <a:avLst/>
              <a:gdLst/>
              <a:ahLst/>
              <a:cxnLst/>
              <a:rect l="0" t="0" r="0" b="0"/>
              <a:pathLst>
                <a:path w="6967" h="17094">
                  <a:moveTo>
                    <a:pt x="6067" y="10761"/>
                  </a:moveTo>
                  <a:lnTo>
                    <a:pt x="6966" y="17093"/>
                  </a:lnTo>
                  <a:lnTo>
                    <a:pt x="0" y="5741"/>
                  </a:lnTo>
                  <a:lnTo>
                    <a:pt x="113" y="0"/>
                  </a:lnTo>
                  <a:lnTo>
                    <a:pt x="2921" y="26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5" name="oPE_MapPart_MMR_14_115" descr="Myanmar">
              <a:extLst>
                <a:ext uri="{FF2B5EF4-FFF2-40B4-BE49-F238E27FC236}">
                  <a16:creationId xmlns:a16="http://schemas.microsoft.com/office/drawing/2014/main" id="{BC64E543-C054-BDDC-8EBD-F78B463EF4B8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6574222" y="3859290"/>
              <a:ext cx="6292" cy="13021"/>
            </a:xfrm>
            <a:custGeom>
              <a:avLst/>
              <a:gdLst/>
              <a:ahLst/>
              <a:cxnLst/>
              <a:rect l="0" t="0" r="0" b="0"/>
              <a:pathLst>
                <a:path w="6292" h="13021">
                  <a:moveTo>
                    <a:pt x="4942" y="3944"/>
                  </a:moveTo>
                  <a:lnTo>
                    <a:pt x="6291" y="13020"/>
                  </a:lnTo>
                  <a:lnTo>
                    <a:pt x="2022" y="95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6" name="oPE_MapPart_MMR_15_116" descr="Myanmar">
              <a:extLst>
                <a:ext uri="{FF2B5EF4-FFF2-40B4-BE49-F238E27FC236}">
                  <a16:creationId xmlns:a16="http://schemas.microsoft.com/office/drawing/2014/main" id="{7515E724-8141-DD38-BF60-79B21FA6D7D5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6861166" y="4384921"/>
              <a:ext cx="4607" cy="14230"/>
            </a:xfrm>
            <a:custGeom>
              <a:avLst/>
              <a:gdLst/>
              <a:ahLst/>
              <a:cxnLst/>
              <a:rect l="0" t="0" r="0" b="0"/>
              <a:pathLst>
                <a:path w="4607" h="14230">
                  <a:moveTo>
                    <a:pt x="4044" y="10673"/>
                  </a:moveTo>
                  <a:lnTo>
                    <a:pt x="4606" y="14229"/>
                  </a:lnTo>
                  <a:lnTo>
                    <a:pt x="674" y="10443"/>
                  </a:lnTo>
                  <a:lnTo>
                    <a:pt x="0" y="0"/>
                  </a:lnTo>
                  <a:lnTo>
                    <a:pt x="4382" y="8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7" name="oPE_MapPart_MMR_16_117" descr="Myanmar">
              <a:extLst>
                <a:ext uri="{FF2B5EF4-FFF2-40B4-BE49-F238E27FC236}">
                  <a16:creationId xmlns:a16="http://schemas.microsoft.com/office/drawing/2014/main" id="{974AA7F3-A839-B378-37FC-8B4C1EEACA8E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6862851" y="4357576"/>
              <a:ext cx="6180" cy="8853"/>
            </a:xfrm>
            <a:custGeom>
              <a:avLst/>
              <a:gdLst/>
              <a:ahLst/>
              <a:cxnLst/>
              <a:rect l="0" t="0" r="0" b="0"/>
              <a:pathLst>
                <a:path w="6180" h="8853">
                  <a:moveTo>
                    <a:pt x="6179" y="8852"/>
                  </a:moveTo>
                  <a:lnTo>
                    <a:pt x="2359" y="7932"/>
                  </a:lnTo>
                  <a:lnTo>
                    <a:pt x="0" y="3564"/>
                  </a:lnTo>
                  <a:lnTo>
                    <a:pt x="4269" y="0"/>
                  </a:lnTo>
                  <a:lnTo>
                    <a:pt x="5169" y="62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8" name="oPE_MapPart_NPL_1_118" descr="Nepal">
              <a:extLst>
                <a:ext uri="{FF2B5EF4-FFF2-40B4-BE49-F238E27FC236}">
                  <a16:creationId xmlns:a16="http://schemas.microsoft.com/office/drawing/2014/main" id="{097F0AD8-64EA-BFF6-F07B-2C901D868864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5740241" y="3138103"/>
              <a:ext cx="506254" cy="285740"/>
            </a:xfrm>
            <a:custGeom>
              <a:avLst/>
              <a:gdLst/>
              <a:ahLst/>
              <a:cxnLst/>
              <a:rect l="0" t="0" r="0" b="0"/>
              <a:pathLst>
                <a:path w="506254" h="285740">
                  <a:moveTo>
                    <a:pt x="502995" y="179832"/>
                  </a:moveTo>
                  <a:lnTo>
                    <a:pt x="505467" y="181738"/>
                  </a:lnTo>
                  <a:lnTo>
                    <a:pt x="505354" y="188470"/>
                  </a:lnTo>
                  <a:lnTo>
                    <a:pt x="497602" y="212426"/>
                  </a:lnTo>
                  <a:lnTo>
                    <a:pt x="495130" y="231765"/>
                  </a:lnTo>
                  <a:lnTo>
                    <a:pt x="503107" y="246144"/>
                  </a:lnTo>
                  <a:lnTo>
                    <a:pt x="506253" y="260371"/>
                  </a:lnTo>
                  <a:lnTo>
                    <a:pt x="497827" y="283356"/>
                  </a:lnTo>
                  <a:lnTo>
                    <a:pt x="486704" y="280471"/>
                  </a:lnTo>
                  <a:lnTo>
                    <a:pt x="473222" y="283106"/>
                  </a:lnTo>
                  <a:lnTo>
                    <a:pt x="459515" y="281475"/>
                  </a:lnTo>
                  <a:lnTo>
                    <a:pt x="451650" y="285739"/>
                  </a:lnTo>
                  <a:lnTo>
                    <a:pt x="439292" y="280722"/>
                  </a:lnTo>
                  <a:lnTo>
                    <a:pt x="434686" y="272186"/>
                  </a:lnTo>
                  <a:lnTo>
                    <a:pt x="415024" y="280597"/>
                  </a:lnTo>
                  <a:lnTo>
                    <a:pt x="394126" y="270804"/>
                  </a:lnTo>
                  <a:lnTo>
                    <a:pt x="371769" y="265652"/>
                  </a:lnTo>
                  <a:lnTo>
                    <a:pt x="358512" y="268794"/>
                  </a:lnTo>
                  <a:lnTo>
                    <a:pt x="354916" y="266281"/>
                  </a:lnTo>
                  <a:lnTo>
                    <a:pt x="352557" y="256344"/>
                  </a:lnTo>
                  <a:lnTo>
                    <a:pt x="349299" y="253071"/>
                  </a:lnTo>
                  <a:lnTo>
                    <a:pt x="344355" y="252316"/>
                  </a:lnTo>
                  <a:lnTo>
                    <a:pt x="327165" y="259238"/>
                  </a:lnTo>
                  <a:lnTo>
                    <a:pt x="320874" y="257477"/>
                  </a:lnTo>
                  <a:lnTo>
                    <a:pt x="316717" y="250805"/>
                  </a:lnTo>
                  <a:lnTo>
                    <a:pt x="289191" y="238201"/>
                  </a:lnTo>
                  <a:lnTo>
                    <a:pt x="284585" y="220142"/>
                  </a:lnTo>
                  <a:lnTo>
                    <a:pt x="252115" y="206602"/>
                  </a:lnTo>
                  <a:lnTo>
                    <a:pt x="235824" y="214577"/>
                  </a:lnTo>
                  <a:lnTo>
                    <a:pt x="212006" y="208375"/>
                  </a:lnTo>
                  <a:lnTo>
                    <a:pt x="202119" y="215083"/>
                  </a:lnTo>
                  <a:lnTo>
                    <a:pt x="167403" y="204702"/>
                  </a:lnTo>
                  <a:lnTo>
                    <a:pt x="163920" y="193800"/>
                  </a:lnTo>
                  <a:lnTo>
                    <a:pt x="149763" y="193926"/>
                  </a:lnTo>
                  <a:lnTo>
                    <a:pt x="120889" y="176781"/>
                  </a:lnTo>
                  <a:lnTo>
                    <a:pt x="112463" y="180086"/>
                  </a:lnTo>
                  <a:lnTo>
                    <a:pt x="78645" y="158195"/>
                  </a:lnTo>
                  <a:lnTo>
                    <a:pt x="69769" y="146971"/>
                  </a:lnTo>
                  <a:lnTo>
                    <a:pt x="33480" y="124728"/>
                  </a:lnTo>
                  <a:lnTo>
                    <a:pt x="29099" y="123575"/>
                  </a:lnTo>
                  <a:lnTo>
                    <a:pt x="26740" y="127800"/>
                  </a:lnTo>
                  <a:lnTo>
                    <a:pt x="22919" y="127288"/>
                  </a:lnTo>
                  <a:lnTo>
                    <a:pt x="0" y="108964"/>
                  </a:lnTo>
                  <a:lnTo>
                    <a:pt x="4943" y="92524"/>
                  </a:lnTo>
                  <a:lnTo>
                    <a:pt x="11347" y="85835"/>
                  </a:lnTo>
                  <a:lnTo>
                    <a:pt x="12695" y="69472"/>
                  </a:lnTo>
                  <a:lnTo>
                    <a:pt x="16515" y="58758"/>
                  </a:lnTo>
                  <a:lnTo>
                    <a:pt x="31009" y="35209"/>
                  </a:lnTo>
                  <a:lnTo>
                    <a:pt x="53479" y="15612"/>
                  </a:lnTo>
                  <a:lnTo>
                    <a:pt x="59883" y="16132"/>
                  </a:lnTo>
                  <a:lnTo>
                    <a:pt x="66062" y="25352"/>
                  </a:lnTo>
                  <a:lnTo>
                    <a:pt x="70219" y="25093"/>
                  </a:lnTo>
                  <a:lnTo>
                    <a:pt x="75163" y="21198"/>
                  </a:lnTo>
                  <a:lnTo>
                    <a:pt x="85274" y="3646"/>
                  </a:lnTo>
                  <a:lnTo>
                    <a:pt x="99318" y="0"/>
                  </a:lnTo>
                  <a:lnTo>
                    <a:pt x="124372" y="4427"/>
                  </a:lnTo>
                  <a:lnTo>
                    <a:pt x="135383" y="23405"/>
                  </a:lnTo>
                  <a:lnTo>
                    <a:pt x="152010" y="32227"/>
                  </a:lnTo>
                  <a:lnTo>
                    <a:pt x="174930" y="50744"/>
                  </a:lnTo>
                  <a:lnTo>
                    <a:pt x="184930" y="55527"/>
                  </a:lnTo>
                  <a:lnTo>
                    <a:pt x="193693" y="55915"/>
                  </a:lnTo>
                  <a:lnTo>
                    <a:pt x="220432" y="86607"/>
                  </a:lnTo>
                  <a:lnTo>
                    <a:pt x="242453" y="79783"/>
                  </a:lnTo>
                  <a:lnTo>
                    <a:pt x="252789" y="84033"/>
                  </a:lnTo>
                  <a:lnTo>
                    <a:pt x="260766" y="106013"/>
                  </a:lnTo>
                  <a:lnTo>
                    <a:pt x="296157" y="130998"/>
                  </a:lnTo>
                  <a:lnTo>
                    <a:pt x="318852" y="128696"/>
                  </a:lnTo>
                  <a:lnTo>
                    <a:pt x="314358" y="144418"/>
                  </a:lnTo>
                  <a:lnTo>
                    <a:pt x="316492" y="148375"/>
                  </a:lnTo>
                  <a:lnTo>
                    <a:pt x="351209" y="151054"/>
                  </a:lnTo>
                  <a:lnTo>
                    <a:pt x="361320" y="161126"/>
                  </a:lnTo>
                  <a:lnTo>
                    <a:pt x="370982" y="177035"/>
                  </a:lnTo>
                  <a:lnTo>
                    <a:pt x="375252" y="175382"/>
                  </a:lnTo>
                  <a:lnTo>
                    <a:pt x="376263" y="164820"/>
                  </a:lnTo>
                  <a:lnTo>
                    <a:pt x="379858" y="162655"/>
                  </a:lnTo>
                  <a:lnTo>
                    <a:pt x="384914" y="169149"/>
                  </a:lnTo>
                  <a:lnTo>
                    <a:pt x="396823" y="175764"/>
                  </a:lnTo>
                  <a:lnTo>
                    <a:pt x="403564" y="173348"/>
                  </a:lnTo>
                  <a:lnTo>
                    <a:pt x="405924" y="164693"/>
                  </a:lnTo>
                  <a:lnTo>
                    <a:pt x="414350" y="164056"/>
                  </a:lnTo>
                  <a:lnTo>
                    <a:pt x="418170" y="169149"/>
                  </a:lnTo>
                  <a:lnTo>
                    <a:pt x="435023" y="175764"/>
                  </a:lnTo>
                  <a:lnTo>
                    <a:pt x="442550" y="182119"/>
                  </a:lnTo>
                  <a:lnTo>
                    <a:pt x="472548" y="183771"/>
                  </a:lnTo>
                  <a:lnTo>
                    <a:pt x="487490" y="178815"/>
                  </a:lnTo>
                  <a:lnTo>
                    <a:pt x="497602" y="17894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9" name="oPE_MapPart_PRK_1_119" descr="Nordkorea">
              <a:extLst>
                <a:ext uri="{FF2B5EF4-FFF2-40B4-BE49-F238E27FC236}">
                  <a16:creationId xmlns:a16="http://schemas.microsoft.com/office/drawing/2014/main" id="{51562B3D-096E-954A-7ACA-B403263CB7FB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8505197" y="2152243"/>
              <a:ext cx="395589" cy="432394"/>
            </a:xfrm>
            <a:custGeom>
              <a:avLst/>
              <a:gdLst/>
              <a:ahLst/>
              <a:cxnLst/>
              <a:rect l="0" t="0" r="0" b="0"/>
              <a:pathLst>
                <a:path w="395589" h="432394">
                  <a:moveTo>
                    <a:pt x="251217" y="361077"/>
                  </a:moveTo>
                  <a:lnTo>
                    <a:pt x="238409" y="382034"/>
                  </a:lnTo>
                  <a:lnTo>
                    <a:pt x="230319" y="386045"/>
                  </a:lnTo>
                  <a:lnTo>
                    <a:pt x="171110" y="388049"/>
                  </a:lnTo>
                  <a:lnTo>
                    <a:pt x="144595" y="417174"/>
                  </a:lnTo>
                  <a:lnTo>
                    <a:pt x="142573" y="427846"/>
                  </a:lnTo>
                  <a:lnTo>
                    <a:pt x="126169" y="420164"/>
                  </a:lnTo>
                  <a:lnTo>
                    <a:pt x="115722" y="424149"/>
                  </a:lnTo>
                  <a:lnTo>
                    <a:pt x="110328" y="430972"/>
                  </a:lnTo>
                  <a:lnTo>
                    <a:pt x="106172" y="420876"/>
                  </a:lnTo>
                  <a:lnTo>
                    <a:pt x="99430" y="420591"/>
                  </a:lnTo>
                  <a:lnTo>
                    <a:pt x="88645" y="411760"/>
                  </a:lnTo>
                  <a:lnTo>
                    <a:pt x="84038" y="413613"/>
                  </a:lnTo>
                  <a:lnTo>
                    <a:pt x="76960" y="425286"/>
                  </a:lnTo>
                  <a:lnTo>
                    <a:pt x="68646" y="431967"/>
                  </a:lnTo>
                  <a:lnTo>
                    <a:pt x="62916" y="432393"/>
                  </a:lnTo>
                  <a:lnTo>
                    <a:pt x="59995" y="423011"/>
                  </a:lnTo>
                  <a:lnTo>
                    <a:pt x="39885" y="416035"/>
                  </a:lnTo>
                  <a:lnTo>
                    <a:pt x="55950" y="406055"/>
                  </a:lnTo>
                  <a:lnTo>
                    <a:pt x="21346" y="400345"/>
                  </a:lnTo>
                  <a:lnTo>
                    <a:pt x="32806" y="392055"/>
                  </a:lnTo>
                  <a:lnTo>
                    <a:pt x="33143" y="383467"/>
                  </a:lnTo>
                  <a:lnTo>
                    <a:pt x="44828" y="366395"/>
                  </a:lnTo>
                  <a:lnTo>
                    <a:pt x="59883" y="357625"/>
                  </a:lnTo>
                  <a:lnTo>
                    <a:pt x="75163" y="356042"/>
                  </a:lnTo>
                  <a:lnTo>
                    <a:pt x="51119" y="346390"/>
                  </a:lnTo>
                  <a:lnTo>
                    <a:pt x="50445" y="341197"/>
                  </a:lnTo>
                  <a:lnTo>
                    <a:pt x="66174" y="307619"/>
                  </a:lnTo>
                  <a:lnTo>
                    <a:pt x="63140" y="288425"/>
                  </a:lnTo>
                  <a:lnTo>
                    <a:pt x="46850" y="283179"/>
                  </a:lnTo>
                  <a:lnTo>
                    <a:pt x="26626" y="269604"/>
                  </a:lnTo>
                  <a:lnTo>
                    <a:pt x="24268" y="270919"/>
                  </a:lnTo>
                  <a:lnTo>
                    <a:pt x="23930" y="278220"/>
                  </a:lnTo>
                  <a:lnTo>
                    <a:pt x="17976" y="281284"/>
                  </a:lnTo>
                  <a:lnTo>
                    <a:pt x="13033" y="266973"/>
                  </a:lnTo>
                  <a:lnTo>
                    <a:pt x="0" y="257607"/>
                  </a:lnTo>
                  <a:lnTo>
                    <a:pt x="2360" y="241473"/>
                  </a:lnTo>
                  <a:lnTo>
                    <a:pt x="33705" y="212312"/>
                  </a:lnTo>
                  <a:lnTo>
                    <a:pt x="40446" y="212017"/>
                  </a:lnTo>
                  <a:lnTo>
                    <a:pt x="45165" y="205220"/>
                  </a:lnTo>
                  <a:lnTo>
                    <a:pt x="66624" y="195897"/>
                  </a:lnTo>
                  <a:lnTo>
                    <a:pt x="80892" y="186113"/>
                  </a:lnTo>
                  <a:lnTo>
                    <a:pt x="86061" y="178839"/>
                  </a:lnTo>
                  <a:lnTo>
                    <a:pt x="102352" y="175718"/>
                  </a:lnTo>
                  <a:lnTo>
                    <a:pt x="133584" y="138128"/>
                  </a:lnTo>
                  <a:lnTo>
                    <a:pt x="140550" y="114576"/>
                  </a:lnTo>
                  <a:lnTo>
                    <a:pt x="159426" y="102837"/>
                  </a:lnTo>
                  <a:lnTo>
                    <a:pt x="165830" y="106151"/>
                  </a:lnTo>
                  <a:lnTo>
                    <a:pt x="176616" y="123739"/>
                  </a:lnTo>
                  <a:lnTo>
                    <a:pt x="208411" y="131388"/>
                  </a:lnTo>
                  <a:lnTo>
                    <a:pt x="228634" y="130639"/>
                  </a:lnTo>
                  <a:lnTo>
                    <a:pt x="237172" y="135732"/>
                  </a:lnTo>
                  <a:lnTo>
                    <a:pt x="245936" y="117432"/>
                  </a:lnTo>
                  <a:lnTo>
                    <a:pt x="229870" y="93035"/>
                  </a:lnTo>
                  <a:lnTo>
                    <a:pt x="230657" y="85634"/>
                  </a:lnTo>
                  <a:lnTo>
                    <a:pt x="285483" y="81248"/>
                  </a:lnTo>
                  <a:lnTo>
                    <a:pt x="302448" y="66099"/>
                  </a:lnTo>
                  <a:lnTo>
                    <a:pt x="303909" y="58205"/>
                  </a:lnTo>
                  <a:lnTo>
                    <a:pt x="309863" y="49690"/>
                  </a:lnTo>
                  <a:lnTo>
                    <a:pt x="316717" y="47863"/>
                  </a:lnTo>
                  <a:lnTo>
                    <a:pt x="323008" y="52124"/>
                  </a:lnTo>
                  <a:lnTo>
                    <a:pt x="333794" y="46798"/>
                  </a:lnTo>
                  <a:lnTo>
                    <a:pt x="338962" y="18861"/>
                  </a:lnTo>
                  <a:lnTo>
                    <a:pt x="346377" y="0"/>
                  </a:lnTo>
                  <a:lnTo>
                    <a:pt x="357838" y="1996"/>
                  </a:lnTo>
                  <a:lnTo>
                    <a:pt x="367725" y="9055"/>
                  </a:lnTo>
                  <a:lnTo>
                    <a:pt x="368061" y="21615"/>
                  </a:lnTo>
                  <a:lnTo>
                    <a:pt x="385588" y="39332"/>
                  </a:lnTo>
                  <a:lnTo>
                    <a:pt x="395588" y="59116"/>
                  </a:lnTo>
                  <a:lnTo>
                    <a:pt x="392442" y="61394"/>
                  </a:lnTo>
                  <a:lnTo>
                    <a:pt x="381206" y="59116"/>
                  </a:lnTo>
                  <a:lnTo>
                    <a:pt x="367387" y="69132"/>
                  </a:lnTo>
                  <a:lnTo>
                    <a:pt x="363904" y="76405"/>
                  </a:lnTo>
                  <a:lnTo>
                    <a:pt x="353119" y="85331"/>
                  </a:lnTo>
                  <a:lnTo>
                    <a:pt x="333121" y="118484"/>
                  </a:lnTo>
                  <a:lnTo>
                    <a:pt x="332895" y="126890"/>
                  </a:lnTo>
                  <a:lnTo>
                    <a:pt x="337614" y="135433"/>
                  </a:lnTo>
                  <a:lnTo>
                    <a:pt x="338064" y="142617"/>
                  </a:lnTo>
                  <a:lnTo>
                    <a:pt x="334693" y="157701"/>
                  </a:lnTo>
                  <a:lnTo>
                    <a:pt x="336603" y="173488"/>
                  </a:lnTo>
                  <a:lnTo>
                    <a:pt x="334468" y="179581"/>
                  </a:lnTo>
                  <a:lnTo>
                    <a:pt x="311549" y="190415"/>
                  </a:lnTo>
                  <a:lnTo>
                    <a:pt x="297168" y="209802"/>
                  </a:lnTo>
                  <a:lnTo>
                    <a:pt x="271664" y="223965"/>
                  </a:lnTo>
                  <a:lnTo>
                    <a:pt x="259755" y="239269"/>
                  </a:lnTo>
                  <a:lnTo>
                    <a:pt x="246835" y="247052"/>
                  </a:lnTo>
                  <a:lnTo>
                    <a:pt x="225825" y="250279"/>
                  </a:lnTo>
                  <a:lnTo>
                    <a:pt x="219533" y="258486"/>
                  </a:lnTo>
                  <a:lnTo>
                    <a:pt x="200883" y="267704"/>
                  </a:lnTo>
                  <a:lnTo>
                    <a:pt x="198411" y="274717"/>
                  </a:lnTo>
                  <a:lnTo>
                    <a:pt x="199760" y="293667"/>
                  </a:lnTo>
                  <a:lnTo>
                    <a:pt x="198075" y="300502"/>
                  </a:lnTo>
                  <a:lnTo>
                    <a:pt x="191782" y="300793"/>
                  </a:lnTo>
                  <a:lnTo>
                    <a:pt x="190098" y="314148"/>
                  </a:lnTo>
                  <a:lnTo>
                    <a:pt x="214477" y="324144"/>
                  </a:lnTo>
                  <a:lnTo>
                    <a:pt x="226050" y="339032"/>
                  </a:lnTo>
                  <a:lnTo>
                    <a:pt x="248408" y="35647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" name="oPE_MapPart_PRK_2_120" descr="Nordkorea">
              <a:extLst>
                <a:ext uri="{FF2B5EF4-FFF2-40B4-BE49-F238E27FC236}">
                  <a16:creationId xmlns:a16="http://schemas.microsoft.com/office/drawing/2014/main" id="{BA2D7FE4-F174-86CB-343A-6C8F338C563E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8536205" y="2434110"/>
              <a:ext cx="5507" cy="8016"/>
            </a:xfrm>
            <a:custGeom>
              <a:avLst/>
              <a:gdLst/>
              <a:ahLst/>
              <a:cxnLst/>
              <a:rect l="0" t="0" r="0" b="0"/>
              <a:pathLst>
                <a:path w="5507" h="8016">
                  <a:moveTo>
                    <a:pt x="3708" y="5684"/>
                  </a:moveTo>
                  <a:lnTo>
                    <a:pt x="226" y="8015"/>
                  </a:lnTo>
                  <a:lnTo>
                    <a:pt x="0" y="3936"/>
                  </a:lnTo>
                  <a:lnTo>
                    <a:pt x="550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oPE_MapPart_OMN_1_121" descr="Oman">
              <a:extLst>
                <a:ext uri="{FF2B5EF4-FFF2-40B4-BE49-F238E27FC236}">
                  <a16:creationId xmlns:a16="http://schemas.microsoft.com/office/drawing/2014/main" id="{ABF00751-096C-14B5-0C4A-8B9709DA3D41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4403827" y="3810770"/>
              <a:ext cx="19325" cy="31296"/>
            </a:xfrm>
            <a:custGeom>
              <a:avLst/>
              <a:gdLst/>
              <a:ahLst/>
              <a:cxnLst/>
              <a:rect l="0" t="0" r="0" b="0"/>
              <a:pathLst>
                <a:path w="19325" h="31296">
                  <a:moveTo>
                    <a:pt x="5055" y="30696"/>
                  </a:moveTo>
                  <a:lnTo>
                    <a:pt x="0" y="31295"/>
                  </a:lnTo>
                  <a:lnTo>
                    <a:pt x="0" y="22791"/>
                  </a:lnTo>
                  <a:lnTo>
                    <a:pt x="9212" y="12242"/>
                  </a:lnTo>
                  <a:lnTo>
                    <a:pt x="15279" y="0"/>
                  </a:lnTo>
                  <a:lnTo>
                    <a:pt x="19324" y="10922"/>
                  </a:lnTo>
                  <a:lnTo>
                    <a:pt x="12134" y="17038"/>
                  </a:lnTo>
                  <a:lnTo>
                    <a:pt x="8201" y="275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" name="oPE_MapPart_OMN_2_122" descr="Oman">
              <a:extLst>
                <a:ext uri="{FF2B5EF4-FFF2-40B4-BE49-F238E27FC236}">
                  <a16:creationId xmlns:a16="http://schemas.microsoft.com/office/drawing/2014/main" id="{E5C598A6-1E85-10C1-6B7A-56C22B844511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3987903" y="3519580"/>
              <a:ext cx="489739" cy="556894"/>
            </a:xfrm>
            <a:custGeom>
              <a:avLst/>
              <a:gdLst/>
              <a:ahLst/>
              <a:cxnLst/>
              <a:rect l="0" t="0" r="0" b="0"/>
              <a:pathLst>
                <a:path w="489739" h="556894">
                  <a:moveTo>
                    <a:pt x="69209" y="556893"/>
                  </a:moveTo>
                  <a:lnTo>
                    <a:pt x="51457" y="516487"/>
                  </a:lnTo>
                  <a:lnTo>
                    <a:pt x="46963" y="514369"/>
                  </a:lnTo>
                  <a:lnTo>
                    <a:pt x="0" y="402989"/>
                  </a:lnTo>
                  <a:lnTo>
                    <a:pt x="187289" y="336722"/>
                  </a:lnTo>
                  <a:lnTo>
                    <a:pt x="228747" y="202651"/>
                  </a:lnTo>
                  <a:lnTo>
                    <a:pt x="200322" y="155274"/>
                  </a:lnTo>
                  <a:lnTo>
                    <a:pt x="201221" y="132837"/>
                  </a:lnTo>
                  <a:lnTo>
                    <a:pt x="220433" y="85958"/>
                  </a:lnTo>
                  <a:lnTo>
                    <a:pt x="221894" y="79451"/>
                  </a:lnTo>
                  <a:lnTo>
                    <a:pt x="217961" y="71096"/>
                  </a:lnTo>
                  <a:lnTo>
                    <a:pt x="222905" y="67653"/>
                  </a:lnTo>
                  <a:lnTo>
                    <a:pt x="250206" y="62733"/>
                  </a:lnTo>
                  <a:lnTo>
                    <a:pt x="246611" y="52391"/>
                  </a:lnTo>
                  <a:lnTo>
                    <a:pt x="236162" y="50543"/>
                  </a:lnTo>
                  <a:lnTo>
                    <a:pt x="238971" y="43147"/>
                  </a:lnTo>
                  <a:lnTo>
                    <a:pt x="236611" y="33523"/>
                  </a:lnTo>
                  <a:lnTo>
                    <a:pt x="238409" y="7557"/>
                  </a:lnTo>
                  <a:lnTo>
                    <a:pt x="245824" y="495"/>
                  </a:lnTo>
                  <a:lnTo>
                    <a:pt x="251105" y="1735"/>
                  </a:lnTo>
                  <a:lnTo>
                    <a:pt x="251554" y="7061"/>
                  </a:lnTo>
                  <a:lnTo>
                    <a:pt x="249307" y="8176"/>
                  </a:lnTo>
                  <a:lnTo>
                    <a:pt x="255150" y="16469"/>
                  </a:lnTo>
                  <a:lnTo>
                    <a:pt x="275372" y="0"/>
                  </a:lnTo>
                  <a:lnTo>
                    <a:pt x="291102" y="34881"/>
                  </a:lnTo>
                  <a:lnTo>
                    <a:pt x="308067" y="56825"/>
                  </a:lnTo>
                  <a:lnTo>
                    <a:pt x="327279" y="72448"/>
                  </a:lnTo>
                  <a:lnTo>
                    <a:pt x="351659" y="80556"/>
                  </a:lnTo>
                  <a:lnTo>
                    <a:pt x="383454" y="86449"/>
                  </a:lnTo>
                  <a:lnTo>
                    <a:pt x="396262" y="92827"/>
                  </a:lnTo>
                  <a:lnTo>
                    <a:pt x="411991" y="91479"/>
                  </a:lnTo>
                  <a:lnTo>
                    <a:pt x="424238" y="100060"/>
                  </a:lnTo>
                  <a:lnTo>
                    <a:pt x="440191" y="126365"/>
                  </a:lnTo>
                  <a:lnTo>
                    <a:pt x="465133" y="158196"/>
                  </a:lnTo>
                  <a:lnTo>
                    <a:pt x="471762" y="163673"/>
                  </a:lnTo>
                  <a:lnTo>
                    <a:pt x="489738" y="168417"/>
                  </a:lnTo>
                  <a:lnTo>
                    <a:pt x="488278" y="187977"/>
                  </a:lnTo>
                  <a:lnTo>
                    <a:pt x="461538" y="236399"/>
                  </a:lnTo>
                  <a:lnTo>
                    <a:pt x="442663" y="250517"/>
                  </a:lnTo>
                  <a:lnTo>
                    <a:pt x="431878" y="262327"/>
                  </a:lnTo>
                  <a:lnTo>
                    <a:pt x="405587" y="309427"/>
                  </a:lnTo>
                  <a:lnTo>
                    <a:pt x="397723" y="310745"/>
                  </a:lnTo>
                  <a:lnTo>
                    <a:pt x="388959" y="308228"/>
                  </a:lnTo>
                  <a:lnTo>
                    <a:pt x="391206" y="296592"/>
                  </a:lnTo>
                  <a:lnTo>
                    <a:pt x="386487" y="297192"/>
                  </a:lnTo>
                  <a:lnTo>
                    <a:pt x="382331" y="298513"/>
                  </a:lnTo>
                  <a:lnTo>
                    <a:pt x="367275" y="320210"/>
                  </a:lnTo>
                  <a:lnTo>
                    <a:pt x="358063" y="357862"/>
                  </a:lnTo>
                  <a:lnTo>
                    <a:pt x="364242" y="401564"/>
                  </a:lnTo>
                  <a:lnTo>
                    <a:pt x="355703" y="405484"/>
                  </a:lnTo>
                  <a:lnTo>
                    <a:pt x="324583" y="409166"/>
                  </a:lnTo>
                  <a:lnTo>
                    <a:pt x="302674" y="418900"/>
                  </a:lnTo>
                  <a:lnTo>
                    <a:pt x="292000" y="429929"/>
                  </a:lnTo>
                  <a:lnTo>
                    <a:pt x="285484" y="457631"/>
                  </a:lnTo>
                  <a:lnTo>
                    <a:pt x="275035" y="469332"/>
                  </a:lnTo>
                  <a:lnTo>
                    <a:pt x="218636" y="478778"/>
                  </a:lnTo>
                  <a:lnTo>
                    <a:pt x="204591" y="495644"/>
                  </a:lnTo>
                  <a:lnTo>
                    <a:pt x="203580" y="500947"/>
                  </a:lnTo>
                  <a:lnTo>
                    <a:pt x="207176" y="509073"/>
                  </a:lnTo>
                  <a:lnTo>
                    <a:pt x="192682" y="531420"/>
                  </a:lnTo>
                  <a:lnTo>
                    <a:pt x="174482" y="536237"/>
                  </a:lnTo>
                  <a:lnTo>
                    <a:pt x="161673" y="531890"/>
                  </a:lnTo>
                  <a:lnTo>
                    <a:pt x="130552" y="533535"/>
                  </a:lnTo>
                  <a:lnTo>
                    <a:pt x="101903" y="549620"/>
                  </a:lnTo>
                  <a:lnTo>
                    <a:pt x="82466" y="55196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" name="oPE_MapPart_OMN_3_123" descr="Oman">
              <a:extLst>
                <a:ext uri="{FF2B5EF4-FFF2-40B4-BE49-F238E27FC236}">
                  <a16:creationId xmlns:a16="http://schemas.microsoft.com/office/drawing/2014/main" id="{D6CB14A0-0B25-C537-9B97-AD17CB8B52E1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4244063" y="3424219"/>
              <a:ext cx="21798" cy="50747"/>
            </a:xfrm>
            <a:custGeom>
              <a:avLst/>
              <a:gdLst/>
              <a:ahLst/>
              <a:cxnLst/>
              <a:rect l="0" t="0" r="0" b="0"/>
              <a:pathLst>
                <a:path w="21798" h="50747">
                  <a:moveTo>
                    <a:pt x="13595" y="49002"/>
                  </a:moveTo>
                  <a:lnTo>
                    <a:pt x="10562" y="50746"/>
                  </a:lnTo>
                  <a:lnTo>
                    <a:pt x="3933" y="46135"/>
                  </a:lnTo>
                  <a:lnTo>
                    <a:pt x="5394" y="21412"/>
                  </a:lnTo>
                  <a:lnTo>
                    <a:pt x="0" y="20411"/>
                  </a:lnTo>
                  <a:lnTo>
                    <a:pt x="5169" y="10400"/>
                  </a:lnTo>
                  <a:lnTo>
                    <a:pt x="14045" y="8396"/>
                  </a:lnTo>
                  <a:lnTo>
                    <a:pt x="18651" y="0"/>
                  </a:lnTo>
                  <a:lnTo>
                    <a:pt x="21797" y="2005"/>
                  </a:lnTo>
                  <a:lnTo>
                    <a:pt x="18314" y="38277"/>
                  </a:lnTo>
                  <a:lnTo>
                    <a:pt x="14157" y="448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oPE_MapPart_OMN_4_124" descr="Oman">
              <a:extLst>
                <a:ext uri="{FF2B5EF4-FFF2-40B4-BE49-F238E27FC236}">
                  <a16:creationId xmlns:a16="http://schemas.microsoft.com/office/drawing/2014/main" id="{2058253F-3E26-35F0-8F12-DD606306D803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4252153" y="3497116"/>
              <a:ext cx="4832" cy="6336"/>
            </a:xfrm>
            <a:custGeom>
              <a:avLst/>
              <a:gdLst/>
              <a:ahLst/>
              <a:cxnLst/>
              <a:rect l="0" t="0" r="0" b="0"/>
              <a:pathLst>
                <a:path w="4832" h="6336">
                  <a:moveTo>
                    <a:pt x="4494" y="4721"/>
                  </a:moveTo>
                  <a:lnTo>
                    <a:pt x="0" y="6335"/>
                  </a:lnTo>
                  <a:lnTo>
                    <a:pt x="337" y="2609"/>
                  </a:lnTo>
                  <a:lnTo>
                    <a:pt x="1460" y="0"/>
                  </a:lnTo>
                  <a:lnTo>
                    <a:pt x="4831" y="17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5" name="oPE_MapPart_PAK_1_125" descr="Pakistan">
              <a:extLst>
                <a:ext uri="{FF2B5EF4-FFF2-40B4-BE49-F238E27FC236}">
                  <a16:creationId xmlns:a16="http://schemas.microsoft.com/office/drawing/2014/main" id="{E7E3C90E-1968-BB9C-380E-F108EA8856E6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4541344" y="2638647"/>
              <a:ext cx="1011496" cy="964928"/>
            </a:xfrm>
            <a:custGeom>
              <a:avLst/>
              <a:gdLst/>
              <a:ahLst/>
              <a:cxnLst/>
              <a:rect l="0" t="0" r="0" b="0"/>
              <a:pathLst>
                <a:path w="1011496" h="964928">
                  <a:moveTo>
                    <a:pt x="993857" y="106579"/>
                  </a:moveTo>
                  <a:lnTo>
                    <a:pt x="1011495" y="148749"/>
                  </a:lnTo>
                  <a:lnTo>
                    <a:pt x="1008462" y="157807"/>
                  </a:lnTo>
                  <a:lnTo>
                    <a:pt x="994868" y="164797"/>
                  </a:lnTo>
                  <a:lnTo>
                    <a:pt x="989474" y="173421"/>
                  </a:lnTo>
                  <a:lnTo>
                    <a:pt x="983071" y="177250"/>
                  </a:lnTo>
                  <a:lnTo>
                    <a:pt x="974532" y="175746"/>
                  </a:lnTo>
                  <a:lnTo>
                    <a:pt x="956780" y="182443"/>
                  </a:lnTo>
                  <a:lnTo>
                    <a:pt x="948579" y="182307"/>
                  </a:lnTo>
                  <a:lnTo>
                    <a:pt x="927906" y="194998"/>
                  </a:lnTo>
                  <a:lnTo>
                    <a:pt x="911840" y="192408"/>
                  </a:lnTo>
                  <a:lnTo>
                    <a:pt x="895325" y="184629"/>
                  </a:lnTo>
                  <a:lnTo>
                    <a:pt x="839935" y="175062"/>
                  </a:lnTo>
                  <a:lnTo>
                    <a:pt x="818814" y="183536"/>
                  </a:lnTo>
                  <a:lnTo>
                    <a:pt x="808365" y="204398"/>
                  </a:lnTo>
                  <a:lnTo>
                    <a:pt x="809376" y="208345"/>
                  </a:lnTo>
                  <a:lnTo>
                    <a:pt x="819488" y="215143"/>
                  </a:lnTo>
                  <a:lnTo>
                    <a:pt x="815218" y="227227"/>
                  </a:lnTo>
                  <a:lnTo>
                    <a:pt x="818027" y="231566"/>
                  </a:lnTo>
                  <a:lnTo>
                    <a:pt x="834205" y="232650"/>
                  </a:lnTo>
                  <a:lnTo>
                    <a:pt x="836790" y="236985"/>
                  </a:lnTo>
                  <a:lnTo>
                    <a:pt x="834655" y="241453"/>
                  </a:lnTo>
                  <a:lnTo>
                    <a:pt x="821285" y="248893"/>
                  </a:lnTo>
                  <a:lnTo>
                    <a:pt x="819712" y="253893"/>
                  </a:lnTo>
                  <a:lnTo>
                    <a:pt x="821398" y="260508"/>
                  </a:lnTo>
                  <a:lnTo>
                    <a:pt x="830498" y="269947"/>
                  </a:lnTo>
                  <a:lnTo>
                    <a:pt x="828588" y="279103"/>
                  </a:lnTo>
                  <a:lnTo>
                    <a:pt x="820836" y="289724"/>
                  </a:lnTo>
                  <a:lnTo>
                    <a:pt x="821398" y="293618"/>
                  </a:lnTo>
                  <a:lnTo>
                    <a:pt x="829038" y="302205"/>
                  </a:lnTo>
                  <a:lnTo>
                    <a:pt x="840160" y="308369"/>
                  </a:lnTo>
                  <a:lnTo>
                    <a:pt x="840272" y="321885"/>
                  </a:lnTo>
                  <a:lnTo>
                    <a:pt x="843306" y="324959"/>
                  </a:lnTo>
                  <a:lnTo>
                    <a:pt x="862630" y="325760"/>
                  </a:lnTo>
                  <a:lnTo>
                    <a:pt x="861394" y="336973"/>
                  </a:lnTo>
                  <a:lnTo>
                    <a:pt x="863979" y="345370"/>
                  </a:lnTo>
                  <a:lnTo>
                    <a:pt x="882854" y="347634"/>
                  </a:lnTo>
                  <a:lnTo>
                    <a:pt x="898133" y="354289"/>
                  </a:lnTo>
                  <a:lnTo>
                    <a:pt x="904425" y="361202"/>
                  </a:lnTo>
                  <a:lnTo>
                    <a:pt x="899481" y="371427"/>
                  </a:lnTo>
                  <a:lnTo>
                    <a:pt x="867349" y="385609"/>
                  </a:lnTo>
                  <a:lnTo>
                    <a:pt x="853979" y="399101"/>
                  </a:lnTo>
                  <a:lnTo>
                    <a:pt x="852968" y="402933"/>
                  </a:lnTo>
                  <a:lnTo>
                    <a:pt x="858249" y="421002"/>
                  </a:lnTo>
                  <a:lnTo>
                    <a:pt x="853530" y="441520"/>
                  </a:lnTo>
                  <a:lnTo>
                    <a:pt x="854878" y="445327"/>
                  </a:lnTo>
                  <a:lnTo>
                    <a:pt x="859260" y="446771"/>
                  </a:lnTo>
                  <a:lnTo>
                    <a:pt x="860721" y="452543"/>
                  </a:lnTo>
                  <a:lnTo>
                    <a:pt x="842407" y="462762"/>
                  </a:lnTo>
                  <a:lnTo>
                    <a:pt x="814881" y="495939"/>
                  </a:lnTo>
                  <a:lnTo>
                    <a:pt x="813870" y="502061"/>
                  </a:lnTo>
                  <a:lnTo>
                    <a:pt x="817016" y="511429"/>
                  </a:lnTo>
                  <a:lnTo>
                    <a:pt x="809264" y="520654"/>
                  </a:lnTo>
                  <a:lnTo>
                    <a:pt x="782636" y="532202"/>
                  </a:lnTo>
                  <a:lnTo>
                    <a:pt x="773199" y="559764"/>
                  </a:lnTo>
                  <a:lnTo>
                    <a:pt x="752751" y="597121"/>
                  </a:lnTo>
                  <a:lnTo>
                    <a:pt x="717698" y="616883"/>
                  </a:lnTo>
                  <a:lnTo>
                    <a:pt x="707586" y="640297"/>
                  </a:lnTo>
                  <a:lnTo>
                    <a:pt x="693093" y="657651"/>
                  </a:lnTo>
                  <a:lnTo>
                    <a:pt x="688262" y="672804"/>
                  </a:lnTo>
                  <a:lnTo>
                    <a:pt x="667814" y="679415"/>
                  </a:lnTo>
                  <a:lnTo>
                    <a:pt x="645456" y="682084"/>
                  </a:lnTo>
                  <a:lnTo>
                    <a:pt x="621301" y="690718"/>
                  </a:lnTo>
                  <a:lnTo>
                    <a:pt x="614672" y="686529"/>
                  </a:lnTo>
                  <a:lnTo>
                    <a:pt x="610740" y="674584"/>
                  </a:lnTo>
                  <a:lnTo>
                    <a:pt x="601976" y="668605"/>
                  </a:lnTo>
                  <a:lnTo>
                    <a:pt x="596696" y="668477"/>
                  </a:lnTo>
                  <a:lnTo>
                    <a:pt x="580517" y="680813"/>
                  </a:lnTo>
                  <a:lnTo>
                    <a:pt x="565013" y="707324"/>
                  </a:lnTo>
                  <a:lnTo>
                    <a:pt x="542655" y="731979"/>
                  </a:lnTo>
                  <a:lnTo>
                    <a:pt x="538385" y="754290"/>
                  </a:lnTo>
                  <a:lnTo>
                    <a:pt x="540745" y="758569"/>
                  </a:lnTo>
                  <a:lnTo>
                    <a:pt x="555014" y="766616"/>
                  </a:lnTo>
                  <a:lnTo>
                    <a:pt x="575237" y="770009"/>
                  </a:lnTo>
                  <a:lnTo>
                    <a:pt x="580742" y="775032"/>
                  </a:lnTo>
                  <a:lnTo>
                    <a:pt x="579843" y="795346"/>
                  </a:lnTo>
                  <a:lnTo>
                    <a:pt x="576360" y="805358"/>
                  </a:lnTo>
                  <a:lnTo>
                    <a:pt x="577821" y="816607"/>
                  </a:lnTo>
                  <a:lnTo>
                    <a:pt x="588045" y="830709"/>
                  </a:lnTo>
                  <a:lnTo>
                    <a:pt x="607032" y="830709"/>
                  </a:lnTo>
                  <a:lnTo>
                    <a:pt x="611976" y="833452"/>
                  </a:lnTo>
                  <a:lnTo>
                    <a:pt x="612200" y="850263"/>
                  </a:lnTo>
                  <a:lnTo>
                    <a:pt x="626356" y="875105"/>
                  </a:lnTo>
                  <a:lnTo>
                    <a:pt x="636917" y="900988"/>
                  </a:lnTo>
                  <a:lnTo>
                    <a:pt x="632086" y="908898"/>
                  </a:lnTo>
                  <a:lnTo>
                    <a:pt x="632311" y="914702"/>
                  </a:lnTo>
                  <a:lnTo>
                    <a:pt x="636693" y="920626"/>
                  </a:lnTo>
                  <a:lnTo>
                    <a:pt x="616245" y="931723"/>
                  </a:lnTo>
                  <a:lnTo>
                    <a:pt x="607706" y="929011"/>
                  </a:lnTo>
                  <a:lnTo>
                    <a:pt x="605684" y="919392"/>
                  </a:lnTo>
                  <a:lnTo>
                    <a:pt x="602089" y="919886"/>
                  </a:lnTo>
                  <a:lnTo>
                    <a:pt x="577596" y="928395"/>
                  </a:lnTo>
                  <a:lnTo>
                    <a:pt x="572877" y="934926"/>
                  </a:lnTo>
                  <a:lnTo>
                    <a:pt x="559395" y="936773"/>
                  </a:lnTo>
                  <a:lnTo>
                    <a:pt x="553778" y="936281"/>
                  </a:lnTo>
                  <a:lnTo>
                    <a:pt x="544003" y="929381"/>
                  </a:lnTo>
                  <a:lnTo>
                    <a:pt x="502883" y="928025"/>
                  </a:lnTo>
                  <a:lnTo>
                    <a:pt x="498389" y="929997"/>
                  </a:lnTo>
                  <a:lnTo>
                    <a:pt x="495468" y="926546"/>
                  </a:lnTo>
                  <a:lnTo>
                    <a:pt x="492097" y="929874"/>
                  </a:lnTo>
                  <a:lnTo>
                    <a:pt x="491872" y="950431"/>
                  </a:lnTo>
                  <a:lnTo>
                    <a:pt x="464347" y="953012"/>
                  </a:lnTo>
                  <a:lnTo>
                    <a:pt x="456932" y="957805"/>
                  </a:lnTo>
                  <a:lnTo>
                    <a:pt x="453898" y="964927"/>
                  </a:lnTo>
                  <a:lnTo>
                    <a:pt x="448954" y="958419"/>
                  </a:lnTo>
                  <a:lnTo>
                    <a:pt x="443674" y="959770"/>
                  </a:lnTo>
                  <a:lnTo>
                    <a:pt x="437944" y="954733"/>
                  </a:lnTo>
                  <a:lnTo>
                    <a:pt x="435360" y="959770"/>
                  </a:lnTo>
                  <a:lnTo>
                    <a:pt x="426035" y="960998"/>
                  </a:lnTo>
                  <a:lnTo>
                    <a:pt x="424574" y="953504"/>
                  </a:lnTo>
                  <a:lnTo>
                    <a:pt x="419406" y="956085"/>
                  </a:lnTo>
                  <a:lnTo>
                    <a:pt x="415698" y="952152"/>
                  </a:lnTo>
                  <a:lnTo>
                    <a:pt x="414013" y="946864"/>
                  </a:lnTo>
                  <a:lnTo>
                    <a:pt x="403565" y="936157"/>
                  </a:lnTo>
                  <a:lnTo>
                    <a:pt x="394914" y="896288"/>
                  </a:lnTo>
                  <a:lnTo>
                    <a:pt x="365702" y="888985"/>
                  </a:lnTo>
                  <a:lnTo>
                    <a:pt x="365477" y="863811"/>
                  </a:lnTo>
                  <a:lnTo>
                    <a:pt x="357388" y="853372"/>
                  </a:lnTo>
                  <a:lnTo>
                    <a:pt x="355141" y="846032"/>
                  </a:lnTo>
                  <a:lnTo>
                    <a:pt x="348625" y="839683"/>
                  </a:lnTo>
                  <a:lnTo>
                    <a:pt x="342109" y="837938"/>
                  </a:lnTo>
                  <a:lnTo>
                    <a:pt x="335480" y="838686"/>
                  </a:lnTo>
                  <a:lnTo>
                    <a:pt x="330087" y="845410"/>
                  </a:lnTo>
                  <a:lnTo>
                    <a:pt x="344131" y="844414"/>
                  </a:lnTo>
                  <a:lnTo>
                    <a:pt x="350985" y="848770"/>
                  </a:lnTo>
                  <a:lnTo>
                    <a:pt x="336491" y="847401"/>
                  </a:lnTo>
                  <a:lnTo>
                    <a:pt x="301887" y="854989"/>
                  </a:lnTo>
                  <a:lnTo>
                    <a:pt x="284809" y="853621"/>
                  </a:lnTo>
                  <a:lnTo>
                    <a:pt x="245487" y="858220"/>
                  </a:lnTo>
                  <a:lnTo>
                    <a:pt x="238184" y="866791"/>
                  </a:lnTo>
                  <a:lnTo>
                    <a:pt x="206501" y="856480"/>
                  </a:lnTo>
                  <a:lnTo>
                    <a:pt x="200771" y="851631"/>
                  </a:lnTo>
                  <a:lnTo>
                    <a:pt x="193019" y="855859"/>
                  </a:lnTo>
                  <a:lnTo>
                    <a:pt x="179537" y="852875"/>
                  </a:lnTo>
                  <a:lnTo>
                    <a:pt x="169313" y="855113"/>
                  </a:lnTo>
                  <a:lnTo>
                    <a:pt x="165493" y="858966"/>
                  </a:lnTo>
                  <a:lnTo>
                    <a:pt x="165268" y="864929"/>
                  </a:lnTo>
                  <a:lnTo>
                    <a:pt x="113699" y="861203"/>
                  </a:lnTo>
                  <a:lnTo>
                    <a:pt x="91903" y="870143"/>
                  </a:lnTo>
                  <a:lnTo>
                    <a:pt x="84600" y="863935"/>
                  </a:lnTo>
                  <a:lnTo>
                    <a:pt x="77747" y="868778"/>
                  </a:lnTo>
                  <a:lnTo>
                    <a:pt x="66400" y="870391"/>
                  </a:lnTo>
                  <a:lnTo>
                    <a:pt x="45165" y="866667"/>
                  </a:lnTo>
                  <a:lnTo>
                    <a:pt x="48198" y="859712"/>
                  </a:lnTo>
                  <a:lnTo>
                    <a:pt x="51120" y="827591"/>
                  </a:lnTo>
                  <a:lnTo>
                    <a:pt x="56850" y="821227"/>
                  </a:lnTo>
                  <a:lnTo>
                    <a:pt x="62355" y="794594"/>
                  </a:lnTo>
                  <a:lnTo>
                    <a:pt x="77747" y="788204"/>
                  </a:lnTo>
                  <a:lnTo>
                    <a:pt x="79994" y="784694"/>
                  </a:lnTo>
                  <a:lnTo>
                    <a:pt x="87072" y="785446"/>
                  </a:lnTo>
                  <a:lnTo>
                    <a:pt x="91679" y="776162"/>
                  </a:lnTo>
                  <a:lnTo>
                    <a:pt x="99543" y="771265"/>
                  </a:lnTo>
                  <a:lnTo>
                    <a:pt x="119092" y="765737"/>
                  </a:lnTo>
                  <a:lnTo>
                    <a:pt x="144483" y="765108"/>
                  </a:lnTo>
                  <a:lnTo>
                    <a:pt x="146168" y="751898"/>
                  </a:lnTo>
                  <a:lnTo>
                    <a:pt x="150213" y="749001"/>
                  </a:lnTo>
                  <a:lnTo>
                    <a:pt x="149651" y="735134"/>
                  </a:lnTo>
                  <a:lnTo>
                    <a:pt x="153471" y="729959"/>
                  </a:lnTo>
                  <a:lnTo>
                    <a:pt x="145045" y="722885"/>
                  </a:lnTo>
                  <a:lnTo>
                    <a:pt x="129316" y="725286"/>
                  </a:lnTo>
                  <a:lnTo>
                    <a:pt x="119766" y="723011"/>
                  </a:lnTo>
                  <a:lnTo>
                    <a:pt x="122912" y="705678"/>
                  </a:lnTo>
                  <a:lnTo>
                    <a:pt x="118306" y="670005"/>
                  </a:lnTo>
                  <a:lnTo>
                    <a:pt x="119541" y="652934"/>
                  </a:lnTo>
                  <a:lnTo>
                    <a:pt x="107408" y="653571"/>
                  </a:lnTo>
                  <a:lnTo>
                    <a:pt x="94262" y="640809"/>
                  </a:lnTo>
                  <a:lnTo>
                    <a:pt x="65276" y="631477"/>
                  </a:lnTo>
                  <a:lnTo>
                    <a:pt x="48648" y="614063"/>
                  </a:lnTo>
                  <a:lnTo>
                    <a:pt x="30896" y="580270"/>
                  </a:lnTo>
                  <a:lnTo>
                    <a:pt x="29661" y="572538"/>
                  </a:lnTo>
                  <a:lnTo>
                    <a:pt x="0" y="537645"/>
                  </a:lnTo>
                  <a:lnTo>
                    <a:pt x="101902" y="569959"/>
                  </a:lnTo>
                  <a:lnTo>
                    <a:pt x="169987" y="563508"/>
                  </a:lnTo>
                  <a:lnTo>
                    <a:pt x="203131" y="571120"/>
                  </a:lnTo>
                  <a:lnTo>
                    <a:pt x="221556" y="560151"/>
                  </a:lnTo>
                  <a:lnTo>
                    <a:pt x="265373" y="559118"/>
                  </a:lnTo>
                  <a:lnTo>
                    <a:pt x="336266" y="537127"/>
                  </a:lnTo>
                  <a:lnTo>
                    <a:pt x="341435" y="529738"/>
                  </a:lnTo>
                  <a:lnTo>
                    <a:pt x="336716" y="519485"/>
                  </a:lnTo>
                  <a:lnTo>
                    <a:pt x="340873" y="504274"/>
                  </a:lnTo>
                  <a:lnTo>
                    <a:pt x="339749" y="483549"/>
                  </a:lnTo>
                  <a:lnTo>
                    <a:pt x="343457" y="469306"/>
                  </a:lnTo>
                  <a:lnTo>
                    <a:pt x="346603" y="461453"/>
                  </a:lnTo>
                  <a:lnTo>
                    <a:pt x="359074" y="453592"/>
                  </a:lnTo>
                  <a:lnTo>
                    <a:pt x="373567" y="435739"/>
                  </a:lnTo>
                  <a:lnTo>
                    <a:pt x="379522" y="432715"/>
                  </a:lnTo>
                  <a:lnTo>
                    <a:pt x="402216" y="439156"/>
                  </a:lnTo>
                  <a:lnTo>
                    <a:pt x="412553" y="437842"/>
                  </a:lnTo>
                  <a:lnTo>
                    <a:pt x="430304" y="429953"/>
                  </a:lnTo>
                  <a:lnTo>
                    <a:pt x="420305" y="417972"/>
                  </a:lnTo>
                  <a:lnTo>
                    <a:pt x="447718" y="405442"/>
                  </a:lnTo>
                  <a:lnTo>
                    <a:pt x="456707" y="396326"/>
                  </a:lnTo>
                  <a:lnTo>
                    <a:pt x="474346" y="399894"/>
                  </a:lnTo>
                  <a:lnTo>
                    <a:pt x="484008" y="396326"/>
                  </a:lnTo>
                  <a:lnTo>
                    <a:pt x="495468" y="407817"/>
                  </a:lnTo>
                  <a:lnTo>
                    <a:pt x="500973" y="408609"/>
                  </a:lnTo>
                  <a:lnTo>
                    <a:pt x="514343" y="401083"/>
                  </a:lnTo>
                  <a:lnTo>
                    <a:pt x="526476" y="386404"/>
                  </a:lnTo>
                  <a:lnTo>
                    <a:pt x="524117" y="349764"/>
                  </a:lnTo>
                  <a:lnTo>
                    <a:pt x="534453" y="331369"/>
                  </a:lnTo>
                  <a:lnTo>
                    <a:pt x="540408" y="306360"/>
                  </a:lnTo>
                  <a:lnTo>
                    <a:pt x="552991" y="300730"/>
                  </a:lnTo>
                  <a:lnTo>
                    <a:pt x="566586" y="299389"/>
                  </a:lnTo>
                  <a:lnTo>
                    <a:pt x="587820" y="286230"/>
                  </a:lnTo>
                  <a:lnTo>
                    <a:pt x="589281" y="280314"/>
                  </a:lnTo>
                  <a:lnTo>
                    <a:pt x="579843" y="261452"/>
                  </a:lnTo>
                  <a:lnTo>
                    <a:pt x="563327" y="240641"/>
                  </a:lnTo>
                  <a:lnTo>
                    <a:pt x="564676" y="232379"/>
                  </a:lnTo>
                  <a:lnTo>
                    <a:pt x="571192" y="228990"/>
                  </a:lnTo>
                  <a:lnTo>
                    <a:pt x="591865" y="235902"/>
                  </a:lnTo>
                  <a:lnTo>
                    <a:pt x="612313" y="236579"/>
                  </a:lnTo>
                  <a:lnTo>
                    <a:pt x="637142" y="229125"/>
                  </a:lnTo>
                  <a:lnTo>
                    <a:pt x="639614" y="223835"/>
                  </a:lnTo>
                  <a:lnTo>
                    <a:pt x="639951" y="205079"/>
                  </a:lnTo>
                  <a:lnTo>
                    <a:pt x="631749" y="192817"/>
                  </a:lnTo>
                  <a:lnTo>
                    <a:pt x="652310" y="167262"/>
                  </a:lnTo>
                  <a:lnTo>
                    <a:pt x="662309" y="159726"/>
                  </a:lnTo>
                  <a:lnTo>
                    <a:pt x="672645" y="143253"/>
                  </a:lnTo>
                  <a:lnTo>
                    <a:pt x="668039" y="135137"/>
                  </a:lnTo>
                  <a:lnTo>
                    <a:pt x="671409" y="126046"/>
                  </a:lnTo>
                  <a:lnTo>
                    <a:pt x="669612" y="115422"/>
                  </a:lnTo>
                  <a:lnTo>
                    <a:pt x="660623" y="93289"/>
                  </a:lnTo>
                  <a:lnTo>
                    <a:pt x="645456" y="77331"/>
                  </a:lnTo>
                  <a:lnTo>
                    <a:pt x="648490" y="71076"/>
                  </a:lnTo>
                  <a:lnTo>
                    <a:pt x="672645" y="46826"/>
                  </a:lnTo>
                  <a:lnTo>
                    <a:pt x="682195" y="47105"/>
                  </a:lnTo>
                  <a:lnTo>
                    <a:pt x="706126" y="26262"/>
                  </a:lnTo>
                  <a:lnTo>
                    <a:pt x="735225" y="16164"/>
                  </a:lnTo>
                  <a:lnTo>
                    <a:pt x="766009" y="13075"/>
                  </a:lnTo>
                  <a:lnTo>
                    <a:pt x="806792" y="11530"/>
                  </a:lnTo>
                  <a:lnTo>
                    <a:pt x="823645" y="16445"/>
                  </a:lnTo>
                  <a:lnTo>
                    <a:pt x="858698" y="0"/>
                  </a:lnTo>
                  <a:lnTo>
                    <a:pt x="876674" y="6612"/>
                  </a:lnTo>
                  <a:lnTo>
                    <a:pt x="892628" y="4924"/>
                  </a:lnTo>
                  <a:lnTo>
                    <a:pt x="905211" y="9704"/>
                  </a:lnTo>
                  <a:lnTo>
                    <a:pt x="910043" y="23319"/>
                  </a:lnTo>
                  <a:lnTo>
                    <a:pt x="925210" y="23038"/>
                  </a:lnTo>
                  <a:lnTo>
                    <a:pt x="938804" y="33964"/>
                  </a:lnTo>
                  <a:lnTo>
                    <a:pt x="944422" y="51013"/>
                  </a:lnTo>
                  <a:lnTo>
                    <a:pt x="944085" y="67458"/>
                  </a:lnTo>
                  <a:lnTo>
                    <a:pt x="940602" y="76775"/>
                  </a:lnTo>
                  <a:lnTo>
                    <a:pt x="950489" y="81776"/>
                  </a:lnTo>
                  <a:lnTo>
                    <a:pt x="955207" y="93705"/>
                  </a:lnTo>
                  <a:lnTo>
                    <a:pt x="961724" y="95091"/>
                  </a:lnTo>
                  <a:lnTo>
                    <a:pt x="980374" y="89269"/>
                  </a:lnTo>
                  <a:lnTo>
                    <a:pt x="981161" y="97999"/>
                  </a:lnTo>
                  <a:lnTo>
                    <a:pt x="991385" y="1053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6" name="oPE_MapPart_PSX_1_126" descr="Palästina">
              <a:extLst>
                <a:ext uri="{FF2B5EF4-FFF2-40B4-BE49-F238E27FC236}">
                  <a16:creationId xmlns:a16="http://schemas.microsoft.com/office/drawing/2014/main" id="{E5BB48DF-3B71-9312-2D4A-61D3CA23A14D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2878213" y="3050950"/>
              <a:ext cx="20449" cy="27510"/>
            </a:xfrm>
            <a:custGeom>
              <a:avLst/>
              <a:gdLst/>
              <a:ahLst/>
              <a:cxnLst/>
              <a:rect l="0" t="0" r="0" b="0"/>
              <a:pathLst>
                <a:path w="20449" h="27510">
                  <a:moveTo>
                    <a:pt x="17415" y="0"/>
                  </a:moveTo>
                  <a:lnTo>
                    <a:pt x="20448" y="4351"/>
                  </a:lnTo>
                  <a:lnTo>
                    <a:pt x="9438" y="16203"/>
                  </a:lnTo>
                  <a:lnTo>
                    <a:pt x="9325" y="21333"/>
                  </a:lnTo>
                  <a:lnTo>
                    <a:pt x="2922" y="27509"/>
                  </a:lnTo>
                  <a:lnTo>
                    <a:pt x="0" y="19229"/>
                  </a:lnTo>
                  <a:lnTo>
                    <a:pt x="11797" y="73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" name="oPE_MapPart_PSX_2_127" descr="Palästina">
              <a:extLst>
                <a:ext uri="{FF2B5EF4-FFF2-40B4-BE49-F238E27FC236}">
                  <a16:creationId xmlns:a16="http://schemas.microsoft.com/office/drawing/2014/main" id="{7B67A964-5423-B294-813E-697BE9F40A49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2920345" y="2980953"/>
              <a:ext cx="42807" cy="87122"/>
            </a:xfrm>
            <a:custGeom>
              <a:avLst/>
              <a:gdLst/>
              <a:ahLst/>
              <a:cxnLst/>
              <a:rect l="0" t="0" r="0" b="0"/>
              <a:pathLst>
                <a:path w="42807" h="87122">
                  <a:moveTo>
                    <a:pt x="42356" y="10253"/>
                  </a:moveTo>
                  <a:lnTo>
                    <a:pt x="42806" y="56663"/>
                  </a:lnTo>
                  <a:lnTo>
                    <a:pt x="36065" y="77774"/>
                  </a:lnTo>
                  <a:lnTo>
                    <a:pt x="14269" y="85937"/>
                  </a:lnTo>
                  <a:lnTo>
                    <a:pt x="2135" y="87121"/>
                  </a:lnTo>
                  <a:lnTo>
                    <a:pt x="0" y="83700"/>
                  </a:lnTo>
                  <a:lnTo>
                    <a:pt x="4831" y="68678"/>
                  </a:lnTo>
                  <a:lnTo>
                    <a:pt x="20673" y="57853"/>
                  </a:lnTo>
                  <a:lnTo>
                    <a:pt x="15841" y="52962"/>
                  </a:lnTo>
                  <a:lnTo>
                    <a:pt x="5056" y="51111"/>
                  </a:lnTo>
                  <a:lnTo>
                    <a:pt x="7303" y="45819"/>
                  </a:lnTo>
                  <a:lnTo>
                    <a:pt x="5168" y="27661"/>
                  </a:lnTo>
                  <a:lnTo>
                    <a:pt x="12022" y="5461"/>
                  </a:lnTo>
                  <a:lnTo>
                    <a:pt x="19998" y="0"/>
                  </a:lnTo>
                  <a:lnTo>
                    <a:pt x="30559" y="1998"/>
                  </a:lnTo>
                  <a:lnTo>
                    <a:pt x="38199" y="98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8" name="oPE_MapPart_CHN_1_128" descr="Volksrepublik China">
              <a:extLst>
                <a:ext uri="{FF2B5EF4-FFF2-40B4-BE49-F238E27FC236}">
                  <a16:creationId xmlns:a16="http://schemas.microsoft.com/office/drawing/2014/main" id="{6C650AF7-5B36-216B-2982-ECB60D5644BB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8114553" y="3548904"/>
              <a:ext cx="5731" cy="7902"/>
            </a:xfrm>
            <a:custGeom>
              <a:avLst/>
              <a:gdLst/>
              <a:ahLst/>
              <a:cxnLst/>
              <a:rect l="0" t="0" r="0" b="0"/>
              <a:pathLst>
                <a:path w="5731" h="7902">
                  <a:moveTo>
                    <a:pt x="5730" y="3828"/>
                  </a:moveTo>
                  <a:lnTo>
                    <a:pt x="3707" y="7901"/>
                  </a:lnTo>
                  <a:lnTo>
                    <a:pt x="0" y="7284"/>
                  </a:lnTo>
                  <a:lnTo>
                    <a:pt x="786" y="0"/>
                  </a:lnTo>
                  <a:lnTo>
                    <a:pt x="4944" y="23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9" name="oPE_MapPart_CHN_2_129" descr="Volksrepublik China">
              <a:extLst>
                <a:ext uri="{FF2B5EF4-FFF2-40B4-BE49-F238E27FC236}">
                  <a16:creationId xmlns:a16="http://schemas.microsoft.com/office/drawing/2014/main" id="{45C91051-F097-2EBC-3C4A-D326845C379C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8309369" y="3034709"/>
              <a:ext cx="40560" cy="25073"/>
            </a:xfrm>
            <a:custGeom>
              <a:avLst/>
              <a:gdLst/>
              <a:ahLst/>
              <a:cxnLst/>
              <a:rect l="0" t="0" r="0" b="0"/>
              <a:pathLst>
                <a:path w="40560" h="25073">
                  <a:moveTo>
                    <a:pt x="40559" y="22964"/>
                  </a:moveTo>
                  <a:lnTo>
                    <a:pt x="35503" y="25072"/>
                  </a:lnTo>
                  <a:lnTo>
                    <a:pt x="19213" y="18746"/>
                  </a:lnTo>
                  <a:lnTo>
                    <a:pt x="7753" y="11887"/>
                  </a:lnTo>
                  <a:lnTo>
                    <a:pt x="899" y="3568"/>
                  </a:lnTo>
                  <a:lnTo>
                    <a:pt x="0" y="0"/>
                  </a:lnTo>
                  <a:lnTo>
                    <a:pt x="15729" y="3700"/>
                  </a:lnTo>
                  <a:lnTo>
                    <a:pt x="22808" y="12415"/>
                  </a:lnTo>
                  <a:lnTo>
                    <a:pt x="39436" y="204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0" name="oPE_MapPart_CHN_3_130" descr="Volksrepublik China">
              <a:extLst>
                <a:ext uri="{FF2B5EF4-FFF2-40B4-BE49-F238E27FC236}">
                  <a16:creationId xmlns:a16="http://schemas.microsoft.com/office/drawing/2014/main" id="{3AF9C367-FFBB-67E0-67EC-5FF9E54DE957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8356669" y="3155794"/>
              <a:ext cx="22022" cy="12981"/>
            </a:xfrm>
            <a:custGeom>
              <a:avLst/>
              <a:gdLst/>
              <a:ahLst/>
              <a:cxnLst/>
              <a:rect l="0" t="0" r="0" b="0"/>
              <a:pathLst>
                <a:path w="22022" h="12981">
                  <a:moveTo>
                    <a:pt x="20335" y="12980"/>
                  </a:moveTo>
                  <a:lnTo>
                    <a:pt x="3371" y="9348"/>
                  </a:lnTo>
                  <a:lnTo>
                    <a:pt x="0" y="0"/>
                  </a:lnTo>
                  <a:lnTo>
                    <a:pt x="8763" y="260"/>
                  </a:lnTo>
                  <a:lnTo>
                    <a:pt x="22021" y="80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" name="oPE_MapPart_CHN_4_131" descr="Volksrepublik China">
              <a:extLst>
                <a:ext uri="{FF2B5EF4-FFF2-40B4-BE49-F238E27FC236}">
                  <a16:creationId xmlns:a16="http://schemas.microsoft.com/office/drawing/2014/main" id="{42490C8C-2780-EBE1-E0EB-B50AF730F593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8361163" y="3181731"/>
              <a:ext cx="8203" cy="7505"/>
            </a:xfrm>
            <a:custGeom>
              <a:avLst/>
              <a:gdLst/>
              <a:ahLst/>
              <a:cxnLst/>
              <a:rect l="0" t="0" r="0" b="0"/>
              <a:pathLst>
                <a:path w="8203" h="7505">
                  <a:moveTo>
                    <a:pt x="8202" y="7504"/>
                  </a:moveTo>
                  <a:lnTo>
                    <a:pt x="0" y="3365"/>
                  </a:lnTo>
                  <a:lnTo>
                    <a:pt x="4832" y="0"/>
                  </a:lnTo>
                  <a:lnTo>
                    <a:pt x="7639" y="595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" name="oPE_MapPart_CHN_5_132" descr="Volksrepublik China">
              <a:extLst>
                <a:ext uri="{FF2B5EF4-FFF2-40B4-BE49-F238E27FC236}">
                  <a16:creationId xmlns:a16="http://schemas.microsoft.com/office/drawing/2014/main" id="{689314EE-645E-CC9B-148B-400E34D1CDE6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8379251" y="3169682"/>
              <a:ext cx="4496" cy="7000"/>
            </a:xfrm>
            <a:custGeom>
              <a:avLst/>
              <a:gdLst/>
              <a:ahLst/>
              <a:cxnLst/>
              <a:rect l="0" t="0" r="0" b="0"/>
              <a:pathLst>
                <a:path w="4496" h="7000">
                  <a:moveTo>
                    <a:pt x="4495" y="4148"/>
                  </a:moveTo>
                  <a:lnTo>
                    <a:pt x="2247" y="6999"/>
                  </a:lnTo>
                  <a:lnTo>
                    <a:pt x="0" y="1037"/>
                  </a:lnTo>
                  <a:lnTo>
                    <a:pt x="438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3" name="oPE_MapPart_CHN_6_133" descr="Volksrepublik China">
              <a:extLst>
                <a:ext uri="{FF2B5EF4-FFF2-40B4-BE49-F238E27FC236}">
                  <a16:creationId xmlns:a16="http://schemas.microsoft.com/office/drawing/2014/main" id="{A8B1AEA4-8E30-EE65-F2A6-9AAABDEC05F5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8214995" y="3472972"/>
              <a:ext cx="8315" cy="16810"/>
            </a:xfrm>
            <a:custGeom>
              <a:avLst/>
              <a:gdLst/>
              <a:ahLst/>
              <a:cxnLst/>
              <a:rect l="0" t="0" r="0" b="0"/>
              <a:pathLst>
                <a:path w="8315" h="16810">
                  <a:moveTo>
                    <a:pt x="7527" y="13574"/>
                  </a:moveTo>
                  <a:lnTo>
                    <a:pt x="2920" y="16809"/>
                  </a:lnTo>
                  <a:lnTo>
                    <a:pt x="0" y="15316"/>
                  </a:lnTo>
                  <a:lnTo>
                    <a:pt x="1460" y="997"/>
                  </a:lnTo>
                  <a:lnTo>
                    <a:pt x="4830" y="0"/>
                  </a:lnTo>
                  <a:lnTo>
                    <a:pt x="8088" y="3240"/>
                  </a:lnTo>
                  <a:lnTo>
                    <a:pt x="8314" y="120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4" name="oPE_MapPart_CHN_7_134" descr="Volksrepublik China">
              <a:extLst>
                <a:ext uri="{FF2B5EF4-FFF2-40B4-BE49-F238E27FC236}">
                  <a16:creationId xmlns:a16="http://schemas.microsoft.com/office/drawing/2014/main" id="{995DC3D6-BF6A-2709-8874-E0171AD5165B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7627062" y="3783232"/>
              <a:ext cx="15055" cy="8306"/>
            </a:xfrm>
            <a:custGeom>
              <a:avLst/>
              <a:gdLst/>
              <a:ahLst/>
              <a:cxnLst/>
              <a:rect l="0" t="0" r="0" b="0"/>
              <a:pathLst>
                <a:path w="15055" h="8306">
                  <a:moveTo>
                    <a:pt x="6516" y="0"/>
                  </a:moveTo>
                  <a:lnTo>
                    <a:pt x="8876" y="2287"/>
                  </a:lnTo>
                  <a:lnTo>
                    <a:pt x="15054" y="602"/>
                  </a:lnTo>
                  <a:lnTo>
                    <a:pt x="13932" y="8305"/>
                  </a:lnTo>
                  <a:lnTo>
                    <a:pt x="0" y="6139"/>
                  </a:lnTo>
                  <a:lnTo>
                    <a:pt x="1798" y="120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5" name="oPE_MapPart_CHN_8_135" descr="Volksrepublik China">
              <a:extLst>
                <a:ext uri="{FF2B5EF4-FFF2-40B4-BE49-F238E27FC236}">
                  <a16:creationId xmlns:a16="http://schemas.microsoft.com/office/drawing/2014/main" id="{92BB6581-35AC-4D86-755B-40A32D181E30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8304313" y="3294387"/>
              <a:ext cx="7529" cy="10065"/>
            </a:xfrm>
            <a:custGeom>
              <a:avLst/>
              <a:gdLst/>
              <a:ahLst/>
              <a:cxnLst/>
              <a:rect l="0" t="0" r="0" b="0"/>
              <a:pathLst>
                <a:path w="7529" h="10065">
                  <a:moveTo>
                    <a:pt x="7528" y="8281"/>
                  </a:moveTo>
                  <a:lnTo>
                    <a:pt x="0" y="10064"/>
                  </a:lnTo>
                  <a:lnTo>
                    <a:pt x="225" y="4842"/>
                  </a:lnTo>
                  <a:lnTo>
                    <a:pt x="4606" y="0"/>
                  </a:lnTo>
                  <a:lnTo>
                    <a:pt x="7528" y="420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6" name="oPE_MapPart_CHN_9_136" descr="Volksrepublik China">
              <a:extLst>
                <a:ext uri="{FF2B5EF4-FFF2-40B4-BE49-F238E27FC236}">
                  <a16:creationId xmlns:a16="http://schemas.microsoft.com/office/drawing/2014/main" id="{7623C1FD-E670-CBFF-7E71-8956CB6BD88D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7821991" y="3661204"/>
              <a:ext cx="10000" cy="9996"/>
            </a:xfrm>
            <a:custGeom>
              <a:avLst/>
              <a:gdLst/>
              <a:ahLst/>
              <a:cxnLst/>
              <a:rect l="0" t="0" r="0" b="0"/>
              <a:pathLst>
                <a:path w="10000" h="9996">
                  <a:moveTo>
                    <a:pt x="9437" y="6827"/>
                  </a:moveTo>
                  <a:lnTo>
                    <a:pt x="9999" y="9995"/>
                  </a:lnTo>
                  <a:lnTo>
                    <a:pt x="1349" y="3170"/>
                  </a:lnTo>
                  <a:lnTo>
                    <a:pt x="0" y="121"/>
                  </a:lnTo>
                  <a:lnTo>
                    <a:pt x="3820" y="0"/>
                  </a:lnTo>
                  <a:lnTo>
                    <a:pt x="7303" y="35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7" name="oPE_MapPart_CHN_10_137" descr="Volksrepublik China">
              <a:extLst>
                <a:ext uri="{FF2B5EF4-FFF2-40B4-BE49-F238E27FC236}">
                  <a16:creationId xmlns:a16="http://schemas.microsoft.com/office/drawing/2014/main" id="{06707CBF-1D30-2BB8-24F3-1110328966C3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7778848" y="3737608"/>
              <a:ext cx="9326" cy="11487"/>
            </a:xfrm>
            <a:custGeom>
              <a:avLst/>
              <a:gdLst/>
              <a:ahLst/>
              <a:cxnLst/>
              <a:rect l="0" t="0" r="0" b="0"/>
              <a:pathLst>
                <a:path w="9326" h="11487">
                  <a:moveTo>
                    <a:pt x="4831" y="11486"/>
                  </a:moveTo>
                  <a:lnTo>
                    <a:pt x="1798" y="10398"/>
                  </a:lnTo>
                  <a:lnTo>
                    <a:pt x="0" y="5080"/>
                  </a:lnTo>
                  <a:lnTo>
                    <a:pt x="4382" y="0"/>
                  </a:lnTo>
                  <a:lnTo>
                    <a:pt x="9325" y="1330"/>
                  </a:lnTo>
                  <a:lnTo>
                    <a:pt x="5505" y="5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8" name="oPE_MapPart_CHN_11_138" descr="Volksrepublik China">
              <a:extLst>
                <a:ext uri="{FF2B5EF4-FFF2-40B4-BE49-F238E27FC236}">
                  <a16:creationId xmlns:a16="http://schemas.microsoft.com/office/drawing/2014/main" id="{F4B1C891-D5C3-C226-D5F5-F3B16230E359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7767163" y="3741841"/>
              <a:ext cx="7641" cy="5804"/>
            </a:xfrm>
            <a:custGeom>
              <a:avLst/>
              <a:gdLst/>
              <a:ahLst/>
              <a:cxnLst/>
              <a:rect l="0" t="0" r="0" b="0"/>
              <a:pathLst>
                <a:path w="7641" h="5804">
                  <a:moveTo>
                    <a:pt x="7416" y="4715"/>
                  </a:moveTo>
                  <a:lnTo>
                    <a:pt x="0" y="5803"/>
                  </a:lnTo>
                  <a:lnTo>
                    <a:pt x="764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9" name="oPE_MapPart_CHN_12_139" descr="Volksrepublik China">
              <a:extLst>
                <a:ext uri="{FF2B5EF4-FFF2-40B4-BE49-F238E27FC236}">
                  <a16:creationId xmlns:a16="http://schemas.microsoft.com/office/drawing/2014/main" id="{9FAC9422-6B61-BA21-3ACF-70329B52ABB6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5338025" y="1158124"/>
              <a:ext cx="3816449" cy="2680349"/>
            </a:xfrm>
            <a:custGeom>
              <a:avLst/>
              <a:gdLst/>
              <a:ahLst/>
              <a:cxnLst/>
              <a:rect l="0" t="0" r="0" b="0"/>
              <a:pathLst>
                <a:path w="3816449" h="2680349">
                  <a:moveTo>
                    <a:pt x="2145004" y="2597251"/>
                  </a:moveTo>
                  <a:lnTo>
                    <a:pt x="2131634" y="2587344"/>
                  </a:lnTo>
                  <a:lnTo>
                    <a:pt x="2124330" y="2590124"/>
                  </a:lnTo>
                  <a:lnTo>
                    <a:pt x="2113657" y="2591212"/>
                  </a:lnTo>
                  <a:lnTo>
                    <a:pt x="2111298" y="2588311"/>
                  </a:lnTo>
                  <a:lnTo>
                    <a:pt x="2106242" y="2590487"/>
                  </a:lnTo>
                  <a:lnTo>
                    <a:pt x="2101299" y="2583717"/>
                  </a:lnTo>
                  <a:lnTo>
                    <a:pt x="2095456" y="2583233"/>
                  </a:lnTo>
                  <a:lnTo>
                    <a:pt x="2088153" y="2578032"/>
                  </a:lnTo>
                  <a:lnTo>
                    <a:pt x="2082424" y="2569316"/>
                  </a:lnTo>
                  <a:lnTo>
                    <a:pt x="2067369" y="2564228"/>
                  </a:lnTo>
                  <a:lnTo>
                    <a:pt x="2063324" y="2565561"/>
                  </a:lnTo>
                  <a:lnTo>
                    <a:pt x="2062650" y="2547977"/>
                  </a:lnTo>
                  <a:lnTo>
                    <a:pt x="2056358" y="2541177"/>
                  </a:lnTo>
                  <a:lnTo>
                    <a:pt x="2056246" y="2530360"/>
                  </a:lnTo>
                  <a:lnTo>
                    <a:pt x="2058156" y="2525494"/>
                  </a:lnTo>
                  <a:lnTo>
                    <a:pt x="2065683" y="2521113"/>
                  </a:lnTo>
                  <a:lnTo>
                    <a:pt x="2070515" y="2511613"/>
                  </a:lnTo>
                  <a:lnTo>
                    <a:pt x="2055684" y="2502835"/>
                  </a:lnTo>
                  <a:lnTo>
                    <a:pt x="2039281" y="2506250"/>
                  </a:lnTo>
                  <a:lnTo>
                    <a:pt x="2031079" y="2498688"/>
                  </a:lnTo>
                  <a:lnTo>
                    <a:pt x="2021867" y="2498321"/>
                  </a:lnTo>
                  <a:lnTo>
                    <a:pt x="2012092" y="2501860"/>
                  </a:lnTo>
                  <a:lnTo>
                    <a:pt x="1993666" y="2491729"/>
                  </a:lnTo>
                  <a:lnTo>
                    <a:pt x="1986926" y="2480610"/>
                  </a:lnTo>
                  <a:lnTo>
                    <a:pt x="1976589" y="2473148"/>
                  </a:lnTo>
                  <a:lnTo>
                    <a:pt x="1950973" y="2487332"/>
                  </a:lnTo>
                  <a:lnTo>
                    <a:pt x="1946704" y="2502713"/>
                  </a:lnTo>
                  <a:lnTo>
                    <a:pt x="1939963" y="2508688"/>
                  </a:lnTo>
                  <a:lnTo>
                    <a:pt x="1929851" y="2509907"/>
                  </a:lnTo>
                  <a:lnTo>
                    <a:pt x="1920189" y="2516730"/>
                  </a:lnTo>
                  <a:lnTo>
                    <a:pt x="1915695" y="2516121"/>
                  </a:lnTo>
                  <a:lnTo>
                    <a:pt x="1910302" y="2509541"/>
                  </a:lnTo>
                  <a:lnTo>
                    <a:pt x="1905920" y="2510151"/>
                  </a:lnTo>
                  <a:lnTo>
                    <a:pt x="1900415" y="2513441"/>
                  </a:lnTo>
                  <a:lnTo>
                    <a:pt x="1893337" y="2527806"/>
                  </a:lnTo>
                  <a:lnTo>
                    <a:pt x="1873339" y="2511369"/>
                  </a:lnTo>
                  <a:lnTo>
                    <a:pt x="1865362" y="2524521"/>
                  </a:lnTo>
                  <a:lnTo>
                    <a:pt x="1856823" y="2513319"/>
                  </a:lnTo>
                  <a:lnTo>
                    <a:pt x="1853340" y="2512588"/>
                  </a:lnTo>
                  <a:lnTo>
                    <a:pt x="1843228" y="2524156"/>
                  </a:lnTo>
                  <a:lnTo>
                    <a:pt x="1843117" y="2527684"/>
                  </a:lnTo>
                  <a:lnTo>
                    <a:pt x="1833454" y="2534007"/>
                  </a:lnTo>
                  <a:lnTo>
                    <a:pt x="1824017" y="2524643"/>
                  </a:lnTo>
                  <a:lnTo>
                    <a:pt x="1801547" y="2513563"/>
                  </a:lnTo>
                  <a:lnTo>
                    <a:pt x="1780088" y="2538626"/>
                  </a:lnTo>
                  <a:lnTo>
                    <a:pt x="1773684" y="2534615"/>
                  </a:lnTo>
                  <a:lnTo>
                    <a:pt x="1762336" y="2538018"/>
                  </a:lnTo>
                  <a:lnTo>
                    <a:pt x="1757167" y="2531090"/>
                  </a:lnTo>
                  <a:lnTo>
                    <a:pt x="1753910" y="2531333"/>
                  </a:lnTo>
                  <a:lnTo>
                    <a:pt x="1748517" y="2542149"/>
                  </a:lnTo>
                  <a:lnTo>
                    <a:pt x="1742562" y="2547127"/>
                  </a:lnTo>
                  <a:lnTo>
                    <a:pt x="1747394" y="2564955"/>
                  </a:lnTo>
                  <a:lnTo>
                    <a:pt x="1755707" y="2575854"/>
                  </a:lnTo>
                  <a:lnTo>
                    <a:pt x="1754920" y="2610165"/>
                  </a:lnTo>
                  <a:lnTo>
                    <a:pt x="1759864" y="2615470"/>
                  </a:lnTo>
                  <a:lnTo>
                    <a:pt x="1755258" y="2620772"/>
                  </a:lnTo>
                  <a:lnTo>
                    <a:pt x="1743574" y="2615590"/>
                  </a:lnTo>
                  <a:lnTo>
                    <a:pt x="1725260" y="2618121"/>
                  </a:lnTo>
                  <a:lnTo>
                    <a:pt x="1720766" y="2604011"/>
                  </a:lnTo>
                  <a:lnTo>
                    <a:pt x="1722001" y="2596286"/>
                  </a:lnTo>
                  <a:lnTo>
                    <a:pt x="1718406" y="2593266"/>
                  </a:lnTo>
                  <a:lnTo>
                    <a:pt x="1717957" y="2582024"/>
                  </a:lnTo>
                  <a:lnTo>
                    <a:pt x="1714700" y="2580573"/>
                  </a:lnTo>
                  <a:lnTo>
                    <a:pt x="1699531" y="2587344"/>
                  </a:lnTo>
                  <a:lnTo>
                    <a:pt x="1685039" y="2599666"/>
                  </a:lnTo>
                  <a:lnTo>
                    <a:pt x="1656613" y="2599063"/>
                  </a:lnTo>
                  <a:lnTo>
                    <a:pt x="1652906" y="2593869"/>
                  </a:lnTo>
                  <a:lnTo>
                    <a:pt x="1653356" y="2586982"/>
                  </a:lnTo>
                  <a:lnTo>
                    <a:pt x="1645941" y="2584322"/>
                  </a:lnTo>
                  <a:lnTo>
                    <a:pt x="1643693" y="2580452"/>
                  </a:lnTo>
                  <a:lnTo>
                    <a:pt x="1644143" y="2564955"/>
                  </a:lnTo>
                  <a:lnTo>
                    <a:pt x="1642233" y="2562289"/>
                  </a:lnTo>
                  <a:lnTo>
                    <a:pt x="1599539" y="2556833"/>
                  </a:lnTo>
                  <a:lnTo>
                    <a:pt x="1595719" y="2553922"/>
                  </a:lnTo>
                  <a:lnTo>
                    <a:pt x="1600102" y="2539233"/>
                  </a:lnTo>
                  <a:lnTo>
                    <a:pt x="1606056" y="2530603"/>
                  </a:lnTo>
                  <a:lnTo>
                    <a:pt x="1608977" y="2508444"/>
                  </a:lnTo>
                  <a:lnTo>
                    <a:pt x="1616617" y="2499419"/>
                  </a:lnTo>
                  <a:lnTo>
                    <a:pt x="1610999" y="2491973"/>
                  </a:lnTo>
                  <a:lnTo>
                    <a:pt x="1576395" y="2483666"/>
                  </a:lnTo>
                  <a:lnTo>
                    <a:pt x="1577631" y="2470823"/>
                  </a:lnTo>
                  <a:lnTo>
                    <a:pt x="1572350" y="2461271"/>
                  </a:lnTo>
                  <a:lnTo>
                    <a:pt x="1574485" y="2454161"/>
                  </a:lnTo>
                  <a:lnTo>
                    <a:pt x="1564710" y="2435010"/>
                  </a:lnTo>
                  <a:lnTo>
                    <a:pt x="1574598" y="2420251"/>
                  </a:lnTo>
                  <a:lnTo>
                    <a:pt x="1558980" y="2423820"/>
                  </a:lnTo>
                  <a:lnTo>
                    <a:pt x="1553700" y="2420620"/>
                  </a:lnTo>
                  <a:lnTo>
                    <a:pt x="1535724" y="2420989"/>
                  </a:lnTo>
                  <a:lnTo>
                    <a:pt x="1523590" y="2424066"/>
                  </a:lnTo>
                  <a:lnTo>
                    <a:pt x="1502918" y="2435502"/>
                  </a:lnTo>
                  <a:lnTo>
                    <a:pt x="1495390" y="2434642"/>
                  </a:lnTo>
                  <a:lnTo>
                    <a:pt x="1495615" y="2429355"/>
                  </a:lnTo>
                  <a:lnTo>
                    <a:pt x="1503255" y="2419635"/>
                  </a:lnTo>
                  <a:lnTo>
                    <a:pt x="1504266" y="2412984"/>
                  </a:lnTo>
                  <a:lnTo>
                    <a:pt x="1501682" y="2402629"/>
                  </a:lnTo>
                  <a:lnTo>
                    <a:pt x="1493256" y="2394979"/>
                  </a:lnTo>
                  <a:lnTo>
                    <a:pt x="1493143" y="2385343"/>
                  </a:lnTo>
                  <a:lnTo>
                    <a:pt x="1496514" y="2375450"/>
                  </a:lnTo>
                  <a:lnTo>
                    <a:pt x="1506176" y="2368889"/>
                  </a:lnTo>
                  <a:lnTo>
                    <a:pt x="1504715" y="2357613"/>
                  </a:lnTo>
                  <a:lnTo>
                    <a:pt x="1511231" y="2342595"/>
                  </a:lnTo>
                  <a:lnTo>
                    <a:pt x="1517411" y="2343713"/>
                  </a:lnTo>
                  <a:lnTo>
                    <a:pt x="1523141" y="2339862"/>
                  </a:lnTo>
                  <a:lnTo>
                    <a:pt x="1528759" y="2331283"/>
                  </a:lnTo>
                  <a:lnTo>
                    <a:pt x="1531455" y="2320579"/>
                  </a:lnTo>
                  <a:lnTo>
                    <a:pt x="1543364" y="2319458"/>
                  </a:lnTo>
                  <a:lnTo>
                    <a:pt x="1551565" y="2305495"/>
                  </a:lnTo>
                  <a:lnTo>
                    <a:pt x="1563475" y="2300253"/>
                  </a:lnTo>
                  <a:lnTo>
                    <a:pt x="1557745" y="2285756"/>
                  </a:lnTo>
                  <a:lnTo>
                    <a:pt x="1565273" y="2277622"/>
                  </a:lnTo>
                  <a:lnTo>
                    <a:pt x="1568643" y="2242236"/>
                  </a:lnTo>
                  <a:lnTo>
                    <a:pt x="1563137" y="2180880"/>
                  </a:lnTo>
                  <a:lnTo>
                    <a:pt x="1550779" y="2174920"/>
                  </a:lnTo>
                  <a:lnTo>
                    <a:pt x="1544375" y="2183288"/>
                  </a:lnTo>
                  <a:lnTo>
                    <a:pt x="1541117" y="2182400"/>
                  </a:lnTo>
                  <a:lnTo>
                    <a:pt x="1528646" y="2140596"/>
                  </a:lnTo>
                  <a:lnTo>
                    <a:pt x="1515501" y="2125418"/>
                  </a:lnTo>
                  <a:lnTo>
                    <a:pt x="1508086" y="2125546"/>
                  </a:lnTo>
                  <a:lnTo>
                    <a:pt x="1501233" y="2115325"/>
                  </a:lnTo>
                  <a:lnTo>
                    <a:pt x="1493705" y="2114558"/>
                  </a:lnTo>
                  <a:lnTo>
                    <a:pt x="1480222" y="2135242"/>
                  </a:lnTo>
                  <a:lnTo>
                    <a:pt x="1464831" y="2124524"/>
                  </a:lnTo>
                  <a:lnTo>
                    <a:pt x="1458876" y="2126822"/>
                  </a:lnTo>
                  <a:lnTo>
                    <a:pt x="1446068" y="2124779"/>
                  </a:lnTo>
                  <a:lnTo>
                    <a:pt x="1435282" y="2118137"/>
                  </a:lnTo>
                  <a:lnTo>
                    <a:pt x="1421913" y="2124652"/>
                  </a:lnTo>
                  <a:lnTo>
                    <a:pt x="1415284" y="2121587"/>
                  </a:lnTo>
                  <a:lnTo>
                    <a:pt x="1422362" y="2107651"/>
                  </a:lnTo>
                  <a:lnTo>
                    <a:pt x="1433934" y="2096509"/>
                  </a:lnTo>
                  <a:lnTo>
                    <a:pt x="1424834" y="2076102"/>
                  </a:lnTo>
                  <a:lnTo>
                    <a:pt x="1406296" y="2085222"/>
                  </a:lnTo>
                  <a:lnTo>
                    <a:pt x="1405284" y="2073789"/>
                  </a:lnTo>
                  <a:lnTo>
                    <a:pt x="1419890" y="2061952"/>
                  </a:lnTo>
                  <a:lnTo>
                    <a:pt x="1412363" y="2062080"/>
                  </a:lnTo>
                  <a:lnTo>
                    <a:pt x="1399892" y="2047644"/>
                  </a:lnTo>
                  <a:lnTo>
                    <a:pt x="1367422" y="2064913"/>
                  </a:lnTo>
                  <a:lnTo>
                    <a:pt x="1367535" y="2068902"/>
                  </a:lnTo>
                  <a:lnTo>
                    <a:pt x="1359558" y="2077002"/>
                  </a:lnTo>
                  <a:lnTo>
                    <a:pt x="1320910" y="2067100"/>
                  </a:lnTo>
                  <a:lnTo>
                    <a:pt x="1318662" y="2061694"/>
                  </a:lnTo>
                  <a:lnTo>
                    <a:pt x="1311696" y="2057315"/>
                  </a:lnTo>
                  <a:lnTo>
                    <a:pt x="1291136" y="2069416"/>
                  </a:lnTo>
                  <a:lnTo>
                    <a:pt x="1279789" y="2081370"/>
                  </a:lnTo>
                  <a:lnTo>
                    <a:pt x="1273947" y="2082525"/>
                  </a:lnTo>
                  <a:lnTo>
                    <a:pt x="1271250" y="2089585"/>
                  </a:lnTo>
                  <a:lnTo>
                    <a:pt x="1257881" y="2098943"/>
                  </a:lnTo>
                  <a:lnTo>
                    <a:pt x="1226198" y="2106115"/>
                  </a:lnTo>
                  <a:lnTo>
                    <a:pt x="1217883" y="2122225"/>
                  </a:lnTo>
                  <a:lnTo>
                    <a:pt x="1191818" y="2140341"/>
                  </a:lnTo>
                  <a:lnTo>
                    <a:pt x="1188223" y="2146327"/>
                  </a:lnTo>
                  <a:lnTo>
                    <a:pt x="1190919" y="2151545"/>
                  </a:lnTo>
                  <a:lnTo>
                    <a:pt x="1182156" y="2159303"/>
                  </a:lnTo>
                  <a:lnTo>
                    <a:pt x="1173954" y="2163115"/>
                  </a:lnTo>
                  <a:lnTo>
                    <a:pt x="1154293" y="2164258"/>
                  </a:lnTo>
                  <a:lnTo>
                    <a:pt x="1146653" y="2169718"/>
                  </a:lnTo>
                  <a:lnTo>
                    <a:pt x="1125081" y="2167687"/>
                  </a:lnTo>
                  <a:lnTo>
                    <a:pt x="1125643" y="2156124"/>
                  </a:lnTo>
                  <a:lnTo>
                    <a:pt x="1102611" y="2145181"/>
                  </a:lnTo>
                  <a:lnTo>
                    <a:pt x="1086882" y="2152818"/>
                  </a:lnTo>
                  <a:lnTo>
                    <a:pt x="1067895" y="2145691"/>
                  </a:lnTo>
                  <a:lnTo>
                    <a:pt x="1045200" y="2145054"/>
                  </a:lnTo>
                  <a:lnTo>
                    <a:pt x="1044863" y="2133457"/>
                  </a:lnTo>
                  <a:lnTo>
                    <a:pt x="1029696" y="2129375"/>
                  </a:lnTo>
                  <a:lnTo>
                    <a:pt x="1016775" y="2129885"/>
                  </a:lnTo>
                  <a:lnTo>
                    <a:pt x="990710" y="2146455"/>
                  </a:lnTo>
                  <a:lnTo>
                    <a:pt x="970824" y="2171114"/>
                  </a:lnTo>
                  <a:lnTo>
                    <a:pt x="967116" y="2179485"/>
                  </a:lnTo>
                  <a:lnTo>
                    <a:pt x="957454" y="2188481"/>
                  </a:lnTo>
                  <a:lnTo>
                    <a:pt x="953971" y="2198857"/>
                  </a:lnTo>
                  <a:lnTo>
                    <a:pt x="946107" y="2190886"/>
                  </a:lnTo>
                  <a:lnTo>
                    <a:pt x="945095" y="2184428"/>
                  </a:lnTo>
                  <a:lnTo>
                    <a:pt x="951274" y="2159938"/>
                  </a:lnTo>
                  <a:lnTo>
                    <a:pt x="945545" y="2147855"/>
                  </a:lnTo>
                  <a:lnTo>
                    <a:pt x="934422" y="2144162"/>
                  </a:lnTo>
                  <a:lnTo>
                    <a:pt x="924985" y="2149891"/>
                  </a:lnTo>
                  <a:lnTo>
                    <a:pt x="907121" y="2154344"/>
                  </a:lnTo>
                  <a:lnTo>
                    <a:pt x="905211" y="2159811"/>
                  </a:lnTo>
                  <a:lnTo>
                    <a:pt x="894200" y="2158413"/>
                  </a:lnTo>
                  <a:lnTo>
                    <a:pt x="878584" y="2163369"/>
                  </a:lnTo>
                  <a:lnTo>
                    <a:pt x="854091" y="2163242"/>
                  </a:lnTo>
                  <a:lnTo>
                    <a:pt x="844766" y="2162098"/>
                  </a:lnTo>
                  <a:lnTo>
                    <a:pt x="837239" y="2155743"/>
                  </a:lnTo>
                  <a:lnTo>
                    <a:pt x="820386" y="2149128"/>
                  </a:lnTo>
                  <a:lnTo>
                    <a:pt x="816566" y="2144035"/>
                  </a:lnTo>
                  <a:lnTo>
                    <a:pt x="808140" y="2144672"/>
                  </a:lnTo>
                  <a:lnTo>
                    <a:pt x="805780" y="2153327"/>
                  </a:lnTo>
                  <a:lnTo>
                    <a:pt x="799039" y="2155743"/>
                  </a:lnTo>
                  <a:lnTo>
                    <a:pt x="787130" y="2149128"/>
                  </a:lnTo>
                  <a:lnTo>
                    <a:pt x="782074" y="2142634"/>
                  </a:lnTo>
                  <a:lnTo>
                    <a:pt x="778479" y="2144799"/>
                  </a:lnTo>
                  <a:lnTo>
                    <a:pt x="777468" y="2155361"/>
                  </a:lnTo>
                  <a:lnTo>
                    <a:pt x="773198" y="2157014"/>
                  </a:lnTo>
                  <a:lnTo>
                    <a:pt x="763536" y="2141105"/>
                  </a:lnTo>
                  <a:lnTo>
                    <a:pt x="753425" y="2131033"/>
                  </a:lnTo>
                  <a:lnTo>
                    <a:pt x="718708" y="2128354"/>
                  </a:lnTo>
                  <a:lnTo>
                    <a:pt x="716574" y="2124397"/>
                  </a:lnTo>
                  <a:lnTo>
                    <a:pt x="721068" y="2108675"/>
                  </a:lnTo>
                  <a:lnTo>
                    <a:pt x="698373" y="2110977"/>
                  </a:lnTo>
                  <a:lnTo>
                    <a:pt x="662982" y="2085992"/>
                  </a:lnTo>
                  <a:lnTo>
                    <a:pt x="655005" y="2064012"/>
                  </a:lnTo>
                  <a:lnTo>
                    <a:pt x="644669" y="2059762"/>
                  </a:lnTo>
                  <a:lnTo>
                    <a:pt x="622648" y="2066586"/>
                  </a:lnTo>
                  <a:lnTo>
                    <a:pt x="595909" y="2035894"/>
                  </a:lnTo>
                  <a:lnTo>
                    <a:pt x="587146" y="2035506"/>
                  </a:lnTo>
                  <a:lnTo>
                    <a:pt x="577146" y="2030723"/>
                  </a:lnTo>
                  <a:lnTo>
                    <a:pt x="554226" y="2012206"/>
                  </a:lnTo>
                  <a:lnTo>
                    <a:pt x="537599" y="2003384"/>
                  </a:lnTo>
                  <a:lnTo>
                    <a:pt x="526588" y="1984406"/>
                  </a:lnTo>
                  <a:lnTo>
                    <a:pt x="501534" y="1979979"/>
                  </a:lnTo>
                  <a:lnTo>
                    <a:pt x="487490" y="1983625"/>
                  </a:lnTo>
                  <a:lnTo>
                    <a:pt x="477379" y="2001177"/>
                  </a:lnTo>
                  <a:lnTo>
                    <a:pt x="468278" y="2005331"/>
                  </a:lnTo>
                  <a:lnTo>
                    <a:pt x="460526" y="1990911"/>
                  </a:lnTo>
                  <a:lnTo>
                    <a:pt x="441539" y="1978025"/>
                  </a:lnTo>
                  <a:lnTo>
                    <a:pt x="410979" y="1966943"/>
                  </a:lnTo>
                  <a:lnTo>
                    <a:pt x="411092" y="1953098"/>
                  </a:lnTo>
                  <a:lnTo>
                    <a:pt x="408282" y="1950875"/>
                  </a:lnTo>
                  <a:lnTo>
                    <a:pt x="404126" y="1951398"/>
                  </a:lnTo>
                  <a:lnTo>
                    <a:pt x="386150" y="1937784"/>
                  </a:lnTo>
                  <a:lnTo>
                    <a:pt x="371881" y="1939226"/>
                  </a:lnTo>
                  <a:lnTo>
                    <a:pt x="360871" y="1930836"/>
                  </a:lnTo>
                  <a:lnTo>
                    <a:pt x="343231" y="1906134"/>
                  </a:lnTo>
                  <a:lnTo>
                    <a:pt x="339299" y="1904423"/>
                  </a:lnTo>
                  <a:lnTo>
                    <a:pt x="334917" y="1911529"/>
                  </a:lnTo>
                  <a:lnTo>
                    <a:pt x="321435" y="1913501"/>
                  </a:lnTo>
                  <a:lnTo>
                    <a:pt x="319525" y="1901130"/>
                  </a:lnTo>
                  <a:lnTo>
                    <a:pt x="324244" y="1890320"/>
                  </a:lnTo>
                  <a:lnTo>
                    <a:pt x="317503" y="1881342"/>
                  </a:lnTo>
                  <a:lnTo>
                    <a:pt x="320087" y="1865471"/>
                  </a:lnTo>
                  <a:lnTo>
                    <a:pt x="305145" y="1846375"/>
                  </a:lnTo>
                  <a:lnTo>
                    <a:pt x="298516" y="1823895"/>
                  </a:lnTo>
                  <a:lnTo>
                    <a:pt x="299977" y="1821096"/>
                  </a:lnTo>
                  <a:lnTo>
                    <a:pt x="317953" y="1818296"/>
                  </a:lnTo>
                  <a:lnTo>
                    <a:pt x="322334" y="1827758"/>
                  </a:lnTo>
                  <a:lnTo>
                    <a:pt x="331547" y="1835876"/>
                  </a:lnTo>
                  <a:lnTo>
                    <a:pt x="340760" y="1833747"/>
                  </a:lnTo>
                  <a:lnTo>
                    <a:pt x="344580" y="1827225"/>
                  </a:lnTo>
                  <a:lnTo>
                    <a:pt x="350310" y="1825360"/>
                  </a:lnTo>
                  <a:lnTo>
                    <a:pt x="349186" y="1792374"/>
                  </a:lnTo>
                  <a:lnTo>
                    <a:pt x="343007" y="1784337"/>
                  </a:lnTo>
                  <a:lnTo>
                    <a:pt x="345029" y="1775484"/>
                  </a:lnTo>
                  <a:lnTo>
                    <a:pt x="324244" y="1751009"/>
                  </a:lnTo>
                  <a:lnTo>
                    <a:pt x="323121" y="1727793"/>
                  </a:lnTo>
                  <a:lnTo>
                    <a:pt x="319525" y="1712495"/>
                  </a:lnTo>
                  <a:lnTo>
                    <a:pt x="321211" y="1706800"/>
                  </a:lnTo>
                  <a:lnTo>
                    <a:pt x="334805" y="1696210"/>
                  </a:lnTo>
                  <a:lnTo>
                    <a:pt x="334693" y="1690636"/>
                  </a:lnTo>
                  <a:lnTo>
                    <a:pt x="316043" y="1674294"/>
                  </a:lnTo>
                  <a:lnTo>
                    <a:pt x="294584" y="1667609"/>
                  </a:lnTo>
                  <a:lnTo>
                    <a:pt x="291775" y="1664059"/>
                  </a:lnTo>
                  <a:lnTo>
                    <a:pt x="274922" y="1618550"/>
                  </a:lnTo>
                  <a:lnTo>
                    <a:pt x="276832" y="1601053"/>
                  </a:lnTo>
                  <a:lnTo>
                    <a:pt x="267619" y="1603398"/>
                  </a:lnTo>
                  <a:lnTo>
                    <a:pt x="261665" y="1599811"/>
                  </a:lnTo>
                  <a:lnTo>
                    <a:pt x="239644" y="1601328"/>
                  </a:lnTo>
                  <a:lnTo>
                    <a:pt x="217399" y="1595531"/>
                  </a:lnTo>
                  <a:lnTo>
                    <a:pt x="188749" y="1581845"/>
                  </a:lnTo>
                  <a:lnTo>
                    <a:pt x="184480" y="1578522"/>
                  </a:lnTo>
                  <a:lnTo>
                    <a:pt x="183693" y="1569792"/>
                  </a:lnTo>
                  <a:lnTo>
                    <a:pt x="160437" y="1575614"/>
                  </a:lnTo>
                  <a:lnTo>
                    <a:pt x="153808" y="1562299"/>
                  </a:lnTo>
                  <a:lnTo>
                    <a:pt x="143921" y="1557298"/>
                  </a:lnTo>
                  <a:lnTo>
                    <a:pt x="147404" y="1547981"/>
                  </a:lnTo>
                  <a:lnTo>
                    <a:pt x="147741" y="1531536"/>
                  </a:lnTo>
                  <a:lnTo>
                    <a:pt x="139314" y="1510707"/>
                  </a:lnTo>
                  <a:lnTo>
                    <a:pt x="128529" y="1503561"/>
                  </a:lnTo>
                  <a:lnTo>
                    <a:pt x="113362" y="1503842"/>
                  </a:lnTo>
                  <a:lnTo>
                    <a:pt x="108530" y="1490227"/>
                  </a:lnTo>
                  <a:lnTo>
                    <a:pt x="90330" y="1484463"/>
                  </a:lnTo>
                  <a:lnTo>
                    <a:pt x="79993" y="1487135"/>
                  </a:lnTo>
                  <a:lnTo>
                    <a:pt x="67747" y="1480664"/>
                  </a:lnTo>
                  <a:lnTo>
                    <a:pt x="58310" y="1481649"/>
                  </a:lnTo>
                  <a:lnTo>
                    <a:pt x="47973" y="1472636"/>
                  </a:lnTo>
                  <a:lnTo>
                    <a:pt x="69882" y="1460645"/>
                  </a:lnTo>
                  <a:lnTo>
                    <a:pt x="80106" y="1465303"/>
                  </a:lnTo>
                  <a:lnTo>
                    <a:pt x="94374" y="1453155"/>
                  </a:lnTo>
                  <a:lnTo>
                    <a:pt x="93026" y="1448063"/>
                  </a:lnTo>
                  <a:lnTo>
                    <a:pt x="80330" y="1436163"/>
                  </a:lnTo>
                  <a:lnTo>
                    <a:pt x="83027" y="1422675"/>
                  </a:lnTo>
                  <a:lnTo>
                    <a:pt x="72915" y="1389463"/>
                  </a:lnTo>
                  <a:lnTo>
                    <a:pt x="76735" y="1372570"/>
                  </a:lnTo>
                  <a:lnTo>
                    <a:pt x="71005" y="1364249"/>
                  </a:lnTo>
                  <a:lnTo>
                    <a:pt x="41794" y="1352175"/>
                  </a:lnTo>
                  <a:lnTo>
                    <a:pt x="32694" y="1352175"/>
                  </a:lnTo>
                  <a:lnTo>
                    <a:pt x="26065" y="1361807"/>
                  </a:lnTo>
                  <a:lnTo>
                    <a:pt x="12133" y="1356490"/>
                  </a:lnTo>
                  <a:lnTo>
                    <a:pt x="5505" y="1336615"/>
                  </a:lnTo>
                  <a:lnTo>
                    <a:pt x="12358" y="1327519"/>
                  </a:lnTo>
                  <a:lnTo>
                    <a:pt x="0" y="1306527"/>
                  </a:lnTo>
                  <a:lnTo>
                    <a:pt x="1460" y="1288804"/>
                  </a:lnTo>
                  <a:lnTo>
                    <a:pt x="13482" y="1285602"/>
                  </a:lnTo>
                  <a:lnTo>
                    <a:pt x="18762" y="1278319"/>
                  </a:lnTo>
                  <a:lnTo>
                    <a:pt x="14268" y="1260361"/>
                  </a:lnTo>
                  <a:lnTo>
                    <a:pt x="23930" y="1240584"/>
                  </a:lnTo>
                  <a:lnTo>
                    <a:pt x="50221" y="1232947"/>
                  </a:lnTo>
                  <a:lnTo>
                    <a:pt x="66961" y="1218674"/>
                  </a:lnTo>
                  <a:lnTo>
                    <a:pt x="76286" y="1217200"/>
                  </a:lnTo>
                  <a:lnTo>
                    <a:pt x="74488" y="1209088"/>
                  </a:lnTo>
                  <a:lnTo>
                    <a:pt x="76623" y="1204659"/>
                  </a:lnTo>
                  <a:lnTo>
                    <a:pt x="87184" y="1207317"/>
                  </a:lnTo>
                  <a:lnTo>
                    <a:pt x="102014" y="1204807"/>
                  </a:lnTo>
                  <a:lnTo>
                    <a:pt x="121563" y="1192829"/>
                  </a:lnTo>
                  <a:lnTo>
                    <a:pt x="129203" y="1219116"/>
                  </a:lnTo>
                  <a:lnTo>
                    <a:pt x="141337" y="1219263"/>
                  </a:lnTo>
                  <a:lnTo>
                    <a:pt x="165493" y="1208794"/>
                  </a:lnTo>
                  <a:lnTo>
                    <a:pt x="169200" y="1215284"/>
                  </a:lnTo>
                  <a:lnTo>
                    <a:pt x="179311" y="1207317"/>
                  </a:lnTo>
                  <a:lnTo>
                    <a:pt x="190659" y="1180232"/>
                  </a:lnTo>
                  <a:lnTo>
                    <a:pt x="200770" y="1163441"/>
                  </a:lnTo>
                  <a:lnTo>
                    <a:pt x="206051" y="1160017"/>
                  </a:lnTo>
                  <a:lnTo>
                    <a:pt x="248070" y="1162548"/>
                  </a:lnTo>
                  <a:lnTo>
                    <a:pt x="281888" y="1155696"/>
                  </a:lnTo>
                  <a:lnTo>
                    <a:pt x="295819" y="1138680"/>
                  </a:lnTo>
                  <a:lnTo>
                    <a:pt x="296830" y="1131199"/>
                  </a:lnTo>
                  <a:lnTo>
                    <a:pt x="320537" y="1115456"/>
                  </a:lnTo>
                  <a:lnTo>
                    <a:pt x="354916" y="1096805"/>
                  </a:lnTo>
                  <a:lnTo>
                    <a:pt x="384464" y="1087154"/>
                  </a:lnTo>
                  <a:lnTo>
                    <a:pt x="389070" y="1078997"/>
                  </a:lnTo>
                  <a:lnTo>
                    <a:pt x="413675" y="1075065"/>
                  </a:lnTo>
                  <a:lnTo>
                    <a:pt x="412103" y="1062645"/>
                  </a:lnTo>
                  <a:lnTo>
                    <a:pt x="414911" y="1055513"/>
                  </a:lnTo>
                  <a:lnTo>
                    <a:pt x="409294" y="1022461"/>
                  </a:lnTo>
                  <a:lnTo>
                    <a:pt x="414574" y="1011296"/>
                  </a:lnTo>
                  <a:lnTo>
                    <a:pt x="432663" y="1004708"/>
                  </a:lnTo>
                  <a:lnTo>
                    <a:pt x="433000" y="1001487"/>
                  </a:lnTo>
                  <a:lnTo>
                    <a:pt x="422888" y="996269"/>
                  </a:lnTo>
                  <a:lnTo>
                    <a:pt x="423338" y="990277"/>
                  </a:lnTo>
                  <a:lnTo>
                    <a:pt x="437494" y="983046"/>
                  </a:lnTo>
                  <a:lnTo>
                    <a:pt x="445920" y="985201"/>
                  </a:lnTo>
                  <a:lnTo>
                    <a:pt x="448055" y="980121"/>
                  </a:lnTo>
                  <a:lnTo>
                    <a:pt x="440640" y="967475"/>
                  </a:lnTo>
                  <a:lnTo>
                    <a:pt x="442887" y="957429"/>
                  </a:lnTo>
                  <a:lnTo>
                    <a:pt x="439629" y="945659"/>
                  </a:lnTo>
                  <a:lnTo>
                    <a:pt x="421203" y="899559"/>
                  </a:lnTo>
                  <a:lnTo>
                    <a:pt x="421203" y="859826"/>
                  </a:lnTo>
                  <a:lnTo>
                    <a:pt x="422776" y="850674"/>
                  </a:lnTo>
                  <a:lnTo>
                    <a:pt x="429068" y="845617"/>
                  </a:lnTo>
                  <a:lnTo>
                    <a:pt x="414911" y="837389"/>
                  </a:lnTo>
                  <a:lnTo>
                    <a:pt x="398845" y="838339"/>
                  </a:lnTo>
                  <a:lnTo>
                    <a:pt x="390981" y="830734"/>
                  </a:lnTo>
                  <a:lnTo>
                    <a:pt x="402665" y="819781"/>
                  </a:lnTo>
                  <a:lnTo>
                    <a:pt x="438617" y="809282"/>
                  </a:lnTo>
                  <a:lnTo>
                    <a:pt x="452324" y="808964"/>
                  </a:lnTo>
                  <a:lnTo>
                    <a:pt x="504568" y="789498"/>
                  </a:lnTo>
                  <a:lnTo>
                    <a:pt x="508837" y="792854"/>
                  </a:lnTo>
                  <a:lnTo>
                    <a:pt x="510747" y="800357"/>
                  </a:lnTo>
                  <a:lnTo>
                    <a:pt x="520409" y="806256"/>
                  </a:lnTo>
                  <a:lnTo>
                    <a:pt x="540520" y="800995"/>
                  </a:lnTo>
                  <a:lnTo>
                    <a:pt x="556361" y="809282"/>
                  </a:lnTo>
                  <a:lnTo>
                    <a:pt x="562653" y="794451"/>
                  </a:lnTo>
                  <a:lnTo>
                    <a:pt x="561979" y="782779"/>
                  </a:lnTo>
                  <a:lnTo>
                    <a:pt x="544227" y="774288"/>
                  </a:lnTo>
                  <a:lnTo>
                    <a:pt x="543553" y="767548"/>
                  </a:lnTo>
                  <a:lnTo>
                    <a:pt x="558496" y="717036"/>
                  </a:lnTo>
                  <a:lnTo>
                    <a:pt x="584674" y="643829"/>
                  </a:lnTo>
                  <a:lnTo>
                    <a:pt x="588044" y="623703"/>
                  </a:lnTo>
                  <a:lnTo>
                    <a:pt x="598268" y="623537"/>
                  </a:lnTo>
                  <a:lnTo>
                    <a:pt x="630850" y="638723"/>
                  </a:lnTo>
                  <a:lnTo>
                    <a:pt x="649725" y="643335"/>
                  </a:lnTo>
                  <a:lnTo>
                    <a:pt x="690283" y="643171"/>
                  </a:lnTo>
                  <a:lnTo>
                    <a:pt x="697699" y="656161"/>
                  </a:lnTo>
                  <a:lnTo>
                    <a:pt x="725674" y="637404"/>
                  </a:lnTo>
                  <a:lnTo>
                    <a:pt x="741403" y="634931"/>
                  </a:lnTo>
                  <a:lnTo>
                    <a:pt x="752077" y="617251"/>
                  </a:lnTo>
                  <a:lnTo>
                    <a:pt x="752863" y="609631"/>
                  </a:lnTo>
                  <a:lnTo>
                    <a:pt x="747695" y="595352"/>
                  </a:lnTo>
                  <a:lnTo>
                    <a:pt x="743875" y="556118"/>
                  </a:lnTo>
                  <a:lnTo>
                    <a:pt x="754324" y="519096"/>
                  </a:lnTo>
                  <a:lnTo>
                    <a:pt x="757919" y="512165"/>
                  </a:lnTo>
                  <a:lnTo>
                    <a:pt x="762862" y="510135"/>
                  </a:lnTo>
                  <a:lnTo>
                    <a:pt x="807803" y="498782"/>
                  </a:lnTo>
                  <a:lnTo>
                    <a:pt x="818364" y="482808"/>
                  </a:lnTo>
                  <a:lnTo>
                    <a:pt x="820498" y="453269"/>
                  </a:lnTo>
                  <a:lnTo>
                    <a:pt x="828812" y="445383"/>
                  </a:lnTo>
                  <a:lnTo>
                    <a:pt x="861955" y="446756"/>
                  </a:lnTo>
                  <a:lnTo>
                    <a:pt x="886785" y="438687"/>
                  </a:lnTo>
                  <a:lnTo>
                    <a:pt x="890380" y="454125"/>
                  </a:lnTo>
                  <a:lnTo>
                    <a:pt x="882291" y="465414"/>
                  </a:lnTo>
                  <a:lnTo>
                    <a:pt x="887797" y="473948"/>
                  </a:lnTo>
                  <a:lnTo>
                    <a:pt x="902065" y="481787"/>
                  </a:lnTo>
                  <a:lnTo>
                    <a:pt x="896560" y="491651"/>
                  </a:lnTo>
                  <a:lnTo>
                    <a:pt x="897122" y="496236"/>
                  </a:lnTo>
                  <a:lnTo>
                    <a:pt x="930602" y="512335"/>
                  </a:lnTo>
                  <a:lnTo>
                    <a:pt x="934310" y="527704"/>
                  </a:lnTo>
                  <a:lnTo>
                    <a:pt x="963746" y="548065"/>
                  </a:lnTo>
                  <a:lnTo>
                    <a:pt x="972958" y="550079"/>
                  </a:lnTo>
                  <a:lnTo>
                    <a:pt x="990710" y="545545"/>
                  </a:lnTo>
                  <a:lnTo>
                    <a:pt x="1009360" y="564325"/>
                  </a:lnTo>
                  <a:lnTo>
                    <a:pt x="1024977" y="559637"/>
                  </a:lnTo>
                  <a:lnTo>
                    <a:pt x="1029583" y="572017"/>
                  </a:lnTo>
                  <a:lnTo>
                    <a:pt x="1042728" y="578362"/>
                  </a:lnTo>
                  <a:lnTo>
                    <a:pt x="1049694" y="594354"/>
                  </a:lnTo>
                  <a:lnTo>
                    <a:pt x="1054188" y="614436"/>
                  </a:lnTo>
                  <a:lnTo>
                    <a:pt x="1067895" y="640370"/>
                  </a:lnTo>
                  <a:lnTo>
                    <a:pt x="1077445" y="644817"/>
                  </a:lnTo>
                  <a:lnTo>
                    <a:pt x="1084748" y="663545"/>
                  </a:lnTo>
                  <a:lnTo>
                    <a:pt x="1087444" y="680242"/>
                  </a:lnTo>
                  <a:lnTo>
                    <a:pt x="1080029" y="706970"/>
                  </a:lnTo>
                  <a:lnTo>
                    <a:pt x="1085759" y="728216"/>
                  </a:lnTo>
                  <a:lnTo>
                    <a:pt x="1067446" y="755491"/>
                  </a:lnTo>
                  <a:lnTo>
                    <a:pt x="1064525" y="773807"/>
                  </a:lnTo>
                  <a:lnTo>
                    <a:pt x="1077894" y="803068"/>
                  </a:lnTo>
                  <a:lnTo>
                    <a:pt x="1088680" y="801154"/>
                  </a:lnTo>
                  <a:lnTo>
                    <a:pt x="1105083" y="809919"/>
                  </a:lnTo>
                  <a:lnTo>
                    <a:pt x="1122048" y="813580"/>
                  </a:lnTo>
                  <a:lnTo>
                    <a:pt x="1149911" y="814375"/>
                  </a:lnTo>
                  <a:lnTo>
                    <a:pt x="1174515" y="819622"/>
                  </a:lnTo>
                  <a:lnTo>
                    <a:pt x="1197211" y="817238"/>
                  </a:lnTo>
                  <a:lnTo>
                    <a:pt x="1242601" y="825340"/>
                  </a:lnTo>
                  <a:lnTo>
                    <a:pt x="1251363" y="829148"/>
                  </a:lnTo>
                  <a:lnTo>
                    <a:pt x="1270238" y="849094"/>
                  </a:lnTo>
                  <a:lnTo>
                    <a:pt x="1285294" y="851621"/>
                  </a:lnTo>
                  <a:lnTo>
                    <a:pt x="1317314" y="877454"/>
                  </a:lnTo>
                  <a:lnTo>
                    <a:pt x="1338323" y="885303"/>
                  </a:lnTo>
                  <a:lnTo>
                    <a:pt x="1357086" y="883735"/>
                  </a:lnTo>
                  <a:lnTo>
                    <a:pt x="1355625" y="904563"/>
                  </a:lnTo>
                  <a:lnTo>
                    <a:pt x="1368097" y="911903"/>
                  </a:lnTo>
                  <a:lnTo>
                    <a:pt x="1387870" y="961141"/>
                  </a:lnTo>
                  <a:lnTo>
                    <a:pt x="1388881" y="970408"/>
                  </a:lnTo>
                  <a:lnTo>
                    <a:pt x="1416408" y="1000106"/>
                  </a:lnTo>
                  <a:lnTo>
                    <a:pt x="1421688" y="1017722"/>
                  </a:lnTo>
                  <a:lnTo>
                    <a:pt x="1472920" y="1011908"/>
                  </a:lnTo>
                  <a:lnTo>
                    <a:pt x="1614145" y="1030705"/>
                  </a:lnTo>
                  <a:lnTo>
                    <a:pt x="1646390" y="1021391"/>
                  </a:lnTo>
                  <a:lnTo>
                    <a:pt x="1740651" y="1033146"/>
                  </a:lnTo>
                  <a:lnTo>
                    <a:pt x="1750989" y="1036499"/>
                  </a:lnTo>
                  <a:lnTo>
                    <a:pt x="1770538" y="1060522"/>
                  </a:lnTo>
                  <a:lnTo>
                    <a:pt x="1781998" y="1065374"/>
                  </a:lnTo>
                  <a:lnTo>
                    <a:pt x="1839183" y="1078090"/>
                  </a:lnTo>
                  <a:lnTo>
                    <a:pt x="1878956" y="1099517"/>
                  </a:lnTo>
                  <a:lnTo>
                    <a:pt x="1928166" y="1088965"/>
                  </a:lnTo>
                  <a:lnTo>
                    <a:pt x="1928166" y="1107192"/>
                  </a:lnTo>
                  <a:lnTo>
                    <a:pt x="1950749" y="1108545"/>
                  </a:lnTo>
                  <a:lnTo>
                    <a:pt x="1958276" y="1112453"/>
                  </a:lnTo>
                  <a:lnTo>
                    <a:pt x="1971758" y="1100571"/>
                  </a:lnTo>
                  <a:lnTo>
                    <a:pt x="2069952" y="1054298"/>
                  </a:lnTo>
                  <a:lnTo>
                    <a:pt x="2157362" y="1040917"/>
                  </a:lnTo>
                  <a:lnTo>
                    <a:pt x="2230277" y="1041678"/>
                  </a:lnTo>
                  <a:lnTo>
                    <a:pt x="2296565" y="1013286"/>
                  </a:lnTo>
                  <a:lnTo>
                    <a:pt x="2334427" y="964695"/>
                  </a:lnTo>
                  <a:lnTo>
                    <a:pt x="2368133" y="951393"/>
                  </a:lnTo>
                  <a:lnTo>
                    <a:pt x="2382063" y="936969"/>
                  </a:lnTo>
                  <a:lnTo>
                    <a:pt x="2392175" y="932929"/>
                  </a:lnTo>
                  <a:lnTo>
                    <a:pt x="2392063" y="923906"/>
                  </a:lnTo>
                  <a:lnTo>
                    <a:pt x="2386221" y="913620"/>
                  </a:lnTo>
                  <a:lnTo>
                    <a:pt x="2371503" y="898621"/>
                  </a:lnTo>
                  <a:lnTo>
                    <a:pt x="2359032" y="876039"/>
                  </a:lnTo>
                  <a:lnTo>
                    <a:pt x="2372738" y="835647"/>
                  </a:lnTo>
                  <a:lnTo>
                    <a:pt x="2390040" y="814693"/>
                  </a:lnTo>
                  <a:lnTo>
                    <a:pt x="2422061" y="815330"/>
                  </a:lnTo>
                  <a:lnTo>
                    <a:pt x="2440486" y="830734"/>
                  </a:lnTo>
                  <a:lnTo>
                    <a:pt x="2495426" y="842771"/>
                  </a:lnTo>
                  <a:lnTo>
                    <a:pt x="2526210" y="822958"/>
                  </a:lnTo>
                  <a:lnTo>
                    <a:pt x="2547332" y="802430"/>
                  </a:lnTo>
                  <a:lnTo>
                    <a:pt x="2556208" y="785820"/>
                  </a:lnTo>
                  <a:lnTo>
                    <a:pt x="2567330" y="783259"/>
                  </a:lnTo>
                  <a:lnTo>
                    <a:pt x="2578565" y="786939"/>
                  </a:lnTo>
                  <a:lnTo>
                    <a:pt x="2593733" y="785820"/>
                  </a:lnTo>
                  <a:lnTo>
                    <a:pt x="2626090" y="779736"/>
                  </a:lnTo>
                  <a:lnTo>
                    <a:pt x="2658334" y="754686"/>
                  </a:lnTo>
                  <a:lnTo>
                    <a:pt x="2661031" y="749694"/>
                  </a:lnTo>
                  <a:lnTo>
                    <a:pt x="2659346" y="741469"/>
                  </a:lnTo>
                  <a:lnTo>
                    <a:pt x="2668334" y="722710"/>
                  </a:lnTo>
                  <a:lnTo>
                    <a:pt x="2681141" y="705181"/>
                  </a:lnTo>
                  <a:lnTo>
                    <a:pt x="2699680" y="696393"/>
                  </a:lnTo>
                  <a:lnTo>
                    <a:pt x="2729228" y="698673"/>
                  </a:lnTo>
                  <a:lnTo>
                    <a:pt x="2735744" y="678444"/>
                  </a:lnTo>
                  <a:lnTo>
                    <a:pt x="2754732" y="684652"/>
                  </a:lnTo>
                  <a:lnTo>
                    <a:pt x="2775292" y="671082"/>
                  </a:lnTo>
                  <a:lnTo>
                    <a:pt x="2790122" y="666496"/>
                  </a:lnTo>
                  <a:lnTo>
                    <a:pt x="2815963" y="668789"/>
                  </a:lnTo>
                  <a:lnTo>
                    <a:pt x="2823490" y="662561"/>
                  </a:lnTo>
                  <a:lnTo>
                    <a:pt x="2853938" y="675828"/>
                  </a:lnTo>
                  <a:lnTo>
                    <a:pt x="2877419" y="676645"/>
                  </a:lnTo>
                  <a:lnTo>
                    <a:pt x="2887419" y="670591"/>
                  </a:lnTo>
                  <a:lnTo>
                    <a:pt x="2889329" y="653697"/>
                  </a:lnTo>
                  <a:lnTo>
                    <a:pt x="2882475" y="642677"/>
                  </a:lnTo>
                  <a:lnTo>
                    <a:pt x="2877643" y="627008"/>
                  </a:lnTo>
                  <a:lnTo>
                    <a:pt x="2853601" y="602995"/>
                  </a:lnTo>
                  <a:lnTo>
                    <a:pt x="2851466" y="597181"/>
                  </a:lnTo>
                  <a:lnTo>
                    <a:pt x="2843376" y="592358"/>
                  </a:lnTo>
                  <a:lnTo>
                    <a:pt x="2838433" y="580364"/>
                  </a:lnTo>
                  <a:lnTo>
                    <a:pt x="2818322" y="570847"/>
                  </a:lnTo>
                  <a:lnTo>
                    <a:pt x="2801918" y="549744"/>
                  </a:lnTo>
                  <a:lnTo>
                    <a:pt x="2780010" y="545545"/>
                  </a:lnTo>
                  <a:lnTo>
                    <a:pt x="2756417" y="549408"/>
                  </a:lnTo>
                  <a:lnTo>
                    <a:pt x="2730351" y="580697"/>
                  </a:lnTo>
                  <a:lnTo>
                    <a:pt x="2712825" y="566333"/>
                  </a:lnTo>
                  <a:lnTo>
                    <a:pt x="2693500" y="560474"/>
                  </a:lnTo>
                  <a:lnTo>
                    <a:pt x="2660470" y="561479"/>
                  </a:lnTo>
                  <a:lnTo>
                    <a:pt x="2639684" y="577361"/>
                  </a:lnTo>
                  <a:lnTo>
                    <a:pt x="2622046" y="559972"/>
                  </a:lnTo>
                  <a:lnTo>
                    <a:pt x="2618450" y="553435"/>
                  </a:lnTo>
                  <a:lnTo>
                    <a:pt x="2616427" y="536128"/>
                  </a:lnTo>
                  <a:lnTo>
                    <a:pt x="2632606" y="525005"/>
                  </a:lnTo>
                  <a:lnTo>
                    <a:pt x="2634853" y="494199"/>
                  </a:lnTo>
                  <a:lnTo>
                    <a:pt x="2647661" y="474801"/>
                  </a:lnTo>
                  <a:lnTo>
                    <a:pt x="2688670" y="375033"/>
                  </a:lnTo>
                  <a:lnTo>
                    <a:pt x="2723723" y="394324"/>
                  </a:lnTo>
                  <a:lnTo>
                    <a:pt x="2762933" y="405065"/>
                  </a:lnTo>
                  <a:lnTo>
                    <a:pt x="2798998" y="373117"/>
                  </a:lnTo>
                  <a:lnTo>
                    <a:pt x="2818097" y="361605"/>
                  </a:lnTo>
                  <a:lnTo>
                    <a:pt x="2842477" y="356712"/>
                  </a:lnTo>
                  <a:lnTo>
                    <a:pt x="2849443" y="351464"/>
                  </a:lnTo>
                  <a:lnTo>
                    <a:pt x="2853601" y="342879"/>
                  </a:lnTo>
                  <a:lnTo>
                    <a:pt x="2854836" y="330764"/>
                  </a:lnTo>
                  <a:lnTo>
                    <a:pt x="2852140" y="323550"/>
                  </a:lnTo>
                  <a:lnTo>
                    <a:pt x="2843489" y="318441"/>
                  </a:lnTo>
                  <a:lnTo>
                    <a:pt x="2854724" y="296000"/>
                  </a:lnTo>
                  <a:lnTo>
                    <a:pt x="2861128" y="289264"/>
                  </a:lnTo>
                  <a:lnTo>
                    <a:pt x="2865285" y="273449"/>
                  </a:lnTo>
                  <a:lnTo>
                    <a:pt x="2879890" y="249177"/>
                  </a:lnTo>
                  <a:lnTo>
                    <a:pt x="2880452" y="242014"/>
                  </a:lnTo>
                  <a:lnTo>
                    <a:pt x="2899889" y="199883"/>
                  </a:lnTo>
                  <a:lnTo>
                    <a:pt x="2938201" y="162286"/>
                  </a:lnTo>
                  <a:lnTo>
                    <a:pt x="2942470" y="149684"/>
                  </a:lnTo>
                  <a:lnTo>
                    <a:pt x="2942133" y="138698"/>
                  </a:lnTo>
                  <a:lnTo>
                    <a:pt x="2937189" y="128971"/>
                  </a:lnTo>
                  <a:lnTo>
                    <a:pt x="2936291" y="119223"/>
                  </a:lnTo>
                  <a:lnTo>
                    <a:pt x="2939324" y="109269"/>
                  </a:lnTo>
                  <a:lnTo>
                    <a:pt x="2936628" y="101697"/>
                  </a:lnTo>
                  <a:lnTo>
                    <a:pt x="2928201" y="96704"/>
                  </a:lnTo>
                  <a:lnTo>
                    <a:pt x="2906518" y="97999"/>
                  </a:lnTo>
                  <a:lnTo>
                    <a:pt x="2899889" y="94853"/>
                  </a:lnTo>
                  <a:lnTo>
                    <a:pt x="2898428" y="86144"/>
                  </a:lnTo>
                  <a:lnTo>
                    <a:pt x="2901574" y="79090"/>
                  </a:lnTo>
                  <a:lnTo>
                    <a:pt x="2939661" y="39158"/>
                  </a:lnTo>
                  <a:lnTo>
                    <a:pt x="2957188" y="27334"/>
                  </a:lnTo>
                  <a:lnTo>
                    <a:pt x="2983366" y="23950"/>
                  </a:lnTo>
                  <a:lnTo>
                    <a:pt x="3041564" y="6425"/>
                  </a:lnTo>
                  <a:lnTo>
                    <a:pt x="3052686" y="9445"/>
                  </a:lnTo>
                  <a:lnTo>
                    <a:pt x="3092570" y="189"/>
                  </a:lnTo>
                  <a:lnTo>
                    <a:pt x="3120883" y="0"/>
                  </a:lnTo>
                  <a:lnTo>
                    <a:pt x="3155038" y="19622"/>
                  </a:lnTo>
                  <a:lnTo>
                    <a:pt x="3159083" y="18493"/>
                  </a:lnTo>
                  <a:lnTo>
                    <a:pt x="3174475" y="33156"/>
                  </a:lnTo>
                  <a:lnTo>
                    <a:pt x="3196046" y="43092"/>
                  </a:lnTo>
                  <a:lnTo>
                    <a:pt x="3212450" y="35783"/>
                  </a:lnTo>
                  <a:lnTo>
                    <a:pt x="3248290" y="52633"/>
                  </a:lnTo>
                  <a:lnTo>
                    <a:pt x="3253233" y="68303"/>
                  </a:lnTo>
                  <a:lnTo>
                    <a:pt x="3262221" y="70351"/>
                  </a:lnTo>
                  <a:lnTo>
                    <a:pt x="3273231" y="83918"/>
                  </a:lnTo>
                  <a:lnTo>
                    <a:pt x="3271208" y="97259"/>
                  </a:lnTo>
                  <a:lnTo>
                    <a:pt x="3273006" y="101143"/>
                  </a:lnTo>
                  <a:lnTo>
                    <a:pt x="3279972" y="103730"/>
                  </a:lnTo>
                  <a:lnTo>
                    <a:pt x="3291544" y="122720"/>
                  </a:lnTo>
                  <a:lnTo>
                    <a:pt x="3290420" y="125846"/>
                  </a:lnTo>
                  <a:lnTo>
                    <a:pt x="3294129" y="130440"/>
                  </a:lnTo>
                  <a:lnTo>
                    <a:pt x="3294803" y="141997"/>
                  </a:lnTo>
                  <a:lnTo>
                    <a:pt x="3298623" y="146757"/>
                  </a:lnTo>
                  <a:lnTo>
                    <a:pt x="3302105" y="167025"/>
                  </a:lnTo>
                  <a:lnTo>
                    <a:pt x="3313903" y="189561"/>
                  </a:lnTo>
                  <a:lnTo>
                    <a:pt x="3314464" y="203318"/>
                  </a:lnTo>
                  <a:lnTo>
                    <a:pt x="3320419" y="209459"/>
                  </a:lnTo>
                  <a:lnTo>
                    <a:pt x="3327945" y="249893"/>
                  </a:lnTo>
                  <a:lnTo>
                    <a:pt x="3351764" y="288731"/>
                  </a:lnTo>
                  <a:lnTo>
                    <a:pt x="3354236" y="297239"/>
                  </a:lnTo>
                  <a:lnTo>
                    <a:pt x="3351764" y="313679"/>
                  </a:lnTo>
                  <a:lnTo>
                    <a:pt x="3353674" y="323903"/>
                  </a:lnTo>
                  <a:lnTo>
                    <a:pt x="3369403" y="337616"/>
                  </a:lnTo>
                  <a:lnTo>
                    <a:pt x="3363337" y="360382"/>
                  </a:lnTo>
                  <a:lnTo>
                    <a:pt x="3367044" y="377123"/>
                  </a:lnTo>
                  <a:lnTo>
                    <a:pt x="3377043" y="389813"/>
                  </a:lnTo>
                  <a:lnTo>
                    <a:pt x="3395019" y="399698"/>
                  </a:lnTo>
                  <a:lnTo>
                    <a:pt x="3438949" y="396578"/>
                  </a:lnTo>
                  <a:lnTo>
                    <a:pt x="3442993" y="398832"/>
                  </a:lnTo>
                  <a:lnTo>
                    <a:pt x="3443106" y="406795"/>
                  </a:lnTo>
                  <a:lnTo>
                    <a:pt x="3446140" y="409735"/>
                  </a:lnTo>
                  <a:lnTo>
                    <a:pt x="3453555" y="411118"/>
                  </a:lnTo>
                  <a:lnTo>
                    <a:pt x="3461531" y="418370"/>
                  </a:lnTo>
                  <a:lnTo>
                    <a:pt x="3476811" y="420268"/>
                  </a:lnTo>
                  <a:lnTo>
                    <a:pt x="3488495" y="416990"/>
                  </a:lnTo>
                  <a:lnTo>
                    <a:pt x="3490742" y="423199"/>
                  </a:lnTo>
                  <a:lnTo>
                    <a:pt x="3506920" y="435078"/>
                  </a:lnTo>
                  <a:lnTo>
                    <a:pt x="3522200" y="456693"/>
                  </a:lnTo>
                  <a:lnTo>
                    <a:pt x="3532087" y="464389"/>
                  </a:lnTo>
                  <a:lnTo>
                    <a:pt x="3554445" y="467293"/>
                  </a:lnTo>
                  <a:lnTo>
                    <a:pt x="3558378" y="475654"/>
                  </a:lnTo>
                  <a:lnTo>
                    <a:pt x="3554333" y="491821"/>
                  </a:lnTo>
                  <a:lnTo>
                    <a:pt x="3570062" y="516393"/>
                  </a:lnTo>
                  <a:lnTo>
                    <a:pt x="3564332" y="536296"/>
                  </a:lnTo>
                  <a:lnTo>
                    <a:pt x="3565568" y="546553"/>
                  </a:lnTo>
                  <a:lnTo>
                    <a:pt x="3572871" y="554944"/>
                  </a:lnTo>
                  <a:lnTo>
                    <a:pt x="3582420" y="577027"/>
                  </a:lnTo>
                  <a:lnTo>
                    <a:pt x="3602194" y="573687"/>
                  </a:lnTo>
                  <a:lnTo>
                    <a:pt x="3617025" y="577861"/>
                  </a:lnTo>
                  <a:lnTo>
                    <a:pt x="3674437" y="574856"/>
                  </a:lnTo>
                  <a:lnTo>
                    <a:pt x="3688817" y="553267"/>
                  </a:lnTo>
                  <a:lnTo>
                    <a:pt x="3692974" y="553938"/>
                  </a:lnTo>
                  <a:lnTo>
                    <a:pt x="3716118" y="538484"/>
                  </a:lnTo>
                  <a:lnTo>
                    <a:pt x="3736341" y="539157"/>
                  </a:lnTo>
                  <a:lnTo>
                    <a:pt x="3759710" y="522643"/>
                  </a:lnTo>
                  <a:lnTo>
                    <a:pt x="3787799" y="513350"/>
                  </a:lnTo>
                  <a:lnTo>
                    <a:pt x="3804763" y="518252"/>
                  </a:lnTo>
                  <a:lnTo>
                    <a:pt x="3811055" y="524499"/>
                  </a:lnTo>
                  <a:lnTo>
                    <a:pt x="3811279" y="533939"/>
                  </a:lnTo>
                  <a:lnTo>
                    <a:pt x="3804876" y="546218"/>
                  </a:lnTo>
                  <a:lnTo>
                    <a:pt x="3816448" y="574689"/>
                  </a:lnTo>
                  <a:lnTo>
                    <a:pt x="3806785" y="592524"/>
                  </a:lnTo>
                  <a:lnTo>
                    <a:pt x="3799708" y="599507"/>
                  </a:lnTo>
                  <a:lnTo>
                    <a:pt x="3787686" y="602663"/>
                  </a:lnTo>
                  <a:lnTo>
                    <a:pt x="3780046" y="612945"/>
                  </a:lnTo>
                  <a:lnTo>
                    <a:pt x="3782180" y="628990"/>
                  </a:lnTo>
                  <a:lnTo>
                    <a:pt x="3773979" y="645146"/>
                  </a:lnTo>
                  <a:lnTo>
                    <a:pt x="3770945" y="666824"/>
                  </a:lnTo>
                  <a:lnTo>
                    <a:pt x="3761172" y="686284"/>
                  </a:lnTo>
                  <a:lnTo>
                    <a:pt x="3763418" y="698348"/>
                  </a:lnTo>
                  <a:lnTo>
                    <a:pt x="3760834" y="709082"/>
                  </a:lnTo>
                  <a:lnTo>
                    <a:pt x="3750835" y="718820"/>
                  </a:lnTo>
                  <a:lnTo>
                    <a:pt x="3751509" y="725140"/>
                  </a:lnTo>
                  <a:lnTo>
                    <a:pt x="3747576" y="735331"/>
                  </a:lnTo>
                  <a:lnTo>
                    <a:pt x="3739150" y="742276"/>
                  </a:lnTo>
                  <a:lnTo>
                    <a:pt x="3734319" y="766745"/>
                  </a:lnTo>
                  <a:lnTo>
                    <a:pt x="3718703" y="776532"/>
                  </a:lnTo>
                  <a:lnTo>
                    <a:pt x="3714209" y="791895"/>
                  </a:lnTo>
                  <a:lnTo>
                    <a:pt x="3714209" y="808804"/>
                  </a:lnTo>
                  <a:lnTo>
                    <a:pt x="3703086" y="817715"/>
                  </a:lnTo>
                  <a:lnTo>
                    <a:pt x="3643315" y="798761"/>
                  </a:lnTo>
                  <a:lnTo>
                    <a:pt x="3635451" y="791416"/>
                  </a:lnTo>
                  <a:lnTo>
                    <a:pt x="3623092" y="802271"/>
                  </a:lnTo>
                  <a:lnTo>
                    <a:pt x="3618372" y="813103"/>
                  </a:lnTo>
                  <a:lnTo>
                    <a:pt x="3610171" y="821846"/>
                  </a:lnTo>
                  <a:lnTo>
                    <a:pt x="3587477" y="828355"/>
                  </a:lnTo>
                  <a:lnTo>
                    <a:pt x="3581185" y="834063"/>
                  </a:lnTo>
                  <a:lnTo>
                    <a:pt x="3580286" y="838023"/>
                  </a:lnTo>
                  <a:lnTo>
                    <a:pt x="3587702" y="856041"/>
                  </a:lnTo>
                  <a:lnTo>
                    <a:pt x="3598262" y="901749"/>
                  </a:lnTo>
                  <a:lnTo>
                    <a:pt x="3595566" y="907688"/>
                  </a:lnTo>
                  <a:lnTo>
                    <a:pt x="3593207" y="933551"/>
                  </a:lnTo>
                  <a:lnTo>
                    <a:pt x="3593655" y="950618"/>
                  </a:lnTo>
                  <a:lnTo>
                    <a:pt x="3597476" y="953870"/>
                  </a:lnTo>
                  <a:lnTo>
                    <a:pt x="3598374" y="961605"/>
                  </a:lnTo>
                  <a:lnTo>
                    <a:pt x="3593207" y="981815"/>
                  </a:lnTo>
                  <a:lnTo>
                    <a:pt x="3587702" y="990738"/>
                  </a:lnTo>
                  <a:lnTo>
                    <a:pt x="3586578" y="1002254"/>
                  </a:lnTo>
                  <a:lnTo>
                    <a:pt x="3555906" y="1010070"/>
                  </a:lnTo>
                  <a:lnTo>
                    <a:pt x="3546356" y="1017264"/>
                  </a:lnTo>
                  <a:lnTo>
                    <a:pt x="3555906" y="1025974"/>
                  </a:lnTo>
                  <a:lnTo>
                    <a:pt x="3556355" y="1030705"/>
                  </a:lnTo>
                  <a:lnTo>
                    <a:pt x="3552760" y="1033451"/>
                  </a:lnTo>
                  <a:lnTo>
                    <a:pt x="3535233" y="1015734"/>
                  </a:lnTo>
                  <a:lnTo>
                    <a:pt x="3534897" y="1003174"/>
                  </a:lnTo>
                  <a:lnTo>
                    <a:pt x="3525010" y="996115"/>
                  </a:lnTo>
                  <a:lnTo>
                    <a:pt x="3513549" y="994119"/>
                  </a:lnTo>
                  <a:lnTo>
                    <a:pt x="3506134" y="1012980"/>
                  </a:lnTo>
                  <a:lnTo>
                    <a:pt x="3500966" y="1040917"/>
                  </a:lnTo>
                  <a:lnTo>
                    <a:pt x="3490180" y="1046243"/>
                  </a:lnTo>
                  <a:lnTo>
                    <a:pt x="3483889" y="1041982"/>
                  </a:lnTo>
                  <a:lnTo>
                    <a:pt x="3477035" y="1043809"/>
                  </a:lnTo>
                  <a:lnTo>
                    <a:pt x="3471081" y="1052324"/>
                  </a:lnTo>
                  <a:lnTo>
                    <a:pt x="3469620" y="1060218"/>
                  </a:lnTo>
                  <a:lnTo>
                    <a:pt x="3452655" y="1075367"/>
                  </a:lnTo>
                  <a:lnTo>
                    <a:pt x="3397829" y="1079753"/>
                  </a:lnTo>
                  <a:lnTo>
                    <a:pt x="3397042" y="1087154"/>
                  </a:lnTo>
                  <a:lnTo>
                    <a:pt x="3413108" y="1111551"/>
                  </a:lnTo>
                  <a:lnTo>
                    <a:pt x="3404344" y="1129851"/>
                  </a:lnTo>
                  <a:lnTo>
                    <a:pt x="3395806" y="1124758"/>
                  </a:lnTo>
                  <a:lnTo>
                    <a:pt x="3375583" y="1125507"/>
                  </a:lnTo>
                  <a:lnTo>
                    <a:pt x="3343788" y="1117858"/>
                  </a:lnTo>
                  <a:lnTo>
                    <a:pt x="3333002" y="1100270"/>
                  </a:lnTo>
                  <a:lnTo>
                    <a:pt x="3326598" y="1096956"/>
                  </a:lnTo>
                  <a:lnTo>
                    <a:pt x="3315250" y="1102377"/>
                  </a:lnTo>
                  <a:lnTo>
                    <a:pt x="3307722" y="1108695"/>
                  </a:lnTo>
                  <a:lnTo>
                    <a:pt x="3300756" y="1132247"/>
                  </a:lnTo>
                  <a:lnTo>
                    <a:pt x="3269524" y="1169837"/>
                  </a:lnTo>
                  <a:lnTo>
                    <a:pt x="3253233" y="1172958"/>
                  </a:lnTo>
                  <a:lnTo>
                    <a:pt x="3248064" y="1180232"/>
                  </a:lnTo>
                  <a:lnTo>
                    <a:pt x="3233796" y="1190016"/>
                  </a:lnTo>
                  <a:lnTo>
                    <a:pt x="3212337" y="1199339"/>
                  </a:lnTo>
                  <a:lnTo>
                    <a:pt x="3207618" y="1206136"/>
                  </a:lnTo>
                  <a:lnTo>
                    <a:pt x="3200877" y="1206431"/>
                  </a:lnTo>
                  <a:lnTo>
                    <a:pt x="3169532" y="1235592"/>
                  </a:lnTo>
                  <a:lnTo>
                    <a:pt x="3167958" y="1243811"/>
                  </a:lnTo>
                  <a:lnTo>
                    <a:pt x="3162003" y="1250261"/>
                  </a:lnTo>
                  <a:lnTo>
                    <a:pt x="3152004" y="1256996"/>
                  </a:lnTo>
                  <a:lnTo>
                    <a:pt x="3130433" y="1258459"/>
                  </a:lnTo>
                  <a:lnTo>
                    <a:pt x="3123579" y="1253776"/>
                  </a:lnTo>
                  <a:lnTo>
                    <a:pt x="3119198" y="1261530"/>
                  </a:lnTo>
                  <a:lnTo>
                    <a:pt x="3104705" y="1263284"/>
                  </a:lnTo>
                  <a:lnTo>
                    <a:pt x="3097065" y="1269566"/>
                  </a:lnTo>
                  <a:lnTo>
                    <a:pt x="3084931" y="1270588"/>
                  </a:lnTo>
                  <a:lnTo>
                    <a:pt x="3072910" y="1276569"/>
                  </a:lnTo>
                  <a:lnTo>
                    <a:pt x="3041451" y="1295493"/>
                  </a:lnTo>
                  <a:lnTo>
                    <a:pt x="3019431" y="1320723"/>
                  </a:lnTo>
                  <a:lnTo>
                    <a:pt x="3012016" y="1325206"/>
                  </a:lnTo>
                  <a:lnTo>
                    <a:pt x="3000331" y="1324628"/>
                  </a:lnTo>
                  <a:lnTo>
                    <a:pt x="2997634" y="1328530"/>
                  </a:lnTo>
                  <a:lnTo>
                    <a:pt x="2998645" y="1335749"/>
                  </a:lnTo>
                  <a:lnTo>
                    <a:pt x="2978085" y="1340365"/>
                  </a:lnTo>
                  <a:lnTo>
                    <a:pt x="2971007" y="1345553"/>
                  </a:lnTo>
                  <a:lnTo>
                    <a:pt x="2968311" y="1346417"/>
                  </a:lnTo>
                  <a:lnTo>
                    <a:pt x="2964828" y="1331274"/>
                  </a:lnTo>
                  <a:lnTo>
                    <a:pt x="3000555" y="1316236"/>
                  </a:lnTo>
                  <a:lnTo>
                    <a:pt x="2997297" y="1307252"/>
                  </a:lnTo>
                  <a:lnTo>
                    <a:pt x="3009207" y="1293894"/>
                  </a:lnTo>
                  <a:lnTo>
                    <a:pt x="2975277" y="1294040"/>
                  </a:lnTo>
                  <a:lnTo>
                    <a:pt x="2976849" y="1288513"/>
                  </a:lnTo>
                  <a:lnTo>
                    <a:pt x="2974827" y="1281088"/>
                  </a:lnTo>
                  <a:lnTo>
                    <a:pt x="2990443" y="1273361"/>
                  </a:lnTo>
                  <a:lnTo>
                    <a:pt x="2987747" y="1264015"/>
                  </a:lnTo>
                  <a:lnTo>
                    <a:pt x="2990443" y="1256704"/>
                  </a:lnTo>
                  <a:lnTo>
                    <a:pt x="3008083" y="1248063"/>
                  </a:lnTo>
                  <a:lnTo>
                    <a:pt x="3032463" y="1214842"/>
                  </a:lnTo>
                  <a:lnTo>
                    <a:pt x="3037744" y="1199782"/>
                  </a:lnTo>
                  <a:lnTo>
                    <a:pt x="3031677" y="1194754"/>
                  </a:lnTo>
                  <a:lnTo>
                    <a:pt x="3029317" y="1187646"/>
                  </a:lnTo>
                  <a:lnTo>
                    <a:pt x="3011679" y="1175037"/>
                  </a:lnTo>
                  <a:lnTo>
                    <a:pt x="3010217" y="1164185"/>
                  </a:lnTo>
                  <a:lnTo>
                    <a:pt x="3003588" y="1174740"/>
                  </a:lnTo>
                  <a:lnTo>
                    <a:pt x="2968984" y="1170134"/>
                  </a:lnTo>
                  <a:lnTo>
                    <a:pt x="2943818" y="1195937"/>
                  </a:lnTo>
                  <a:lnTo>
                    <a:pt x="2925617" y="1225153"/>
                  </a:lnTo>
                  <a:lnTo>
                    <a:pt x="2870229" y="1252019"/>
                  </a:lnTo>
                  <a:lnTo>
                    <a:pt x="2857645" y="1264161"/>
                  </a:lnTo>
                  <a:lnTo>
                    <a:pt x="2849556" y="1279776"/>
                  </a:lnTo>
                  <a:lnTo>
                    <a:pt x="2847309" y="1292150"/>
                  </a:lnTo>
                  <a:lnTo>
                    <a:pt x="2831803" y="1310297"/>
                  </a:lnTo>
                  <a:lnTo>
                    <a:pt x="2810008" y="1310731"/>
                  </a:lnTo>
                  <a:lnTo>
                    <a:pt x="2789448" y="1319565"/>
                  </a:lnTo>
                  <a:lnTo>
                    <a:pt x="2780123" y="1309282"/>
                  </a:lnTo>
                  <a:lnTo>
                    <a:pt x="2773382" y="1306672"/>
                  </a:lnTo>
                  <a:lnTo>
                    <a:pt x="2757428" y="1314209"/>
                  </a:lnTo>
                  <a:lnTo>
                    <a:pt x="2743047" y="1349729"/>
                  </a:lnTo>
                  <a:lnTo>
                    <a:pt x="2749339" y="1370993"/>
                  </a:lnTo>
                  <a:lnTo>
                    <a:pt x="2756305" y="1380021"/>
                  </a:lnTo>
                  <a:lnTo>
                    <a:pt x="2771809" y="1390178"/>
                  </a:lnTo>
                  <a:lnTo>
                    <a:pt x="2804728" y="1397177"/>
                  </a:lnTo>
                  <a:lnTo>
                    <a:pt x="2820794" y="1394750"/>
                  </a:lnTo>
                  <a:lnTo>
                    <a:pt x="2829557" y="1401316"/>
                  </a:lnTo>
                  <a:lnTo>
                    <a:pt x="2838882" y="1428358"/>
                  </a:lnTo>
                  <a:lnTo>
                    <a:pt x="2832703" y="1433042"/>
                  </a:lnTo>
                  <a:lnTo>
                    <a:pt x="2830343" y="1457396"/>
                  </a:lnTo>
                  <a:lnTo>
                    <a:pt x="2840231" y="1467702"/>
                  </a:lnTo>
                  <a:lnTo>
                    <a:pt x="2851241" y="1472636"/>
                  </a:lnTo>
                  <a:lnTo>
                    <a:pt x="2880790" y="1471227"/>
                  </a:lnTo>
                  <a:lnTo>
                    <a:pt x="2888654" y="1463610"/>
                  </a:lnTo>
                  <a:lnTo>
                    <a:pt x="2888429" y="1455983"/>
                  </a:lnTo>
                  <a:lnTo>
                    <a:pt x="2915169" y="1434461"/>
                  </a:lnTo>
                  <a:lnTo>
                    <a:pt x="2911799" y="1430062"/>
                  </a:lnTo>
                  <a:lnTo>
                    <a:pt x="2942470" y="1417841"/>
                  </a:lnTo>
                  <a:lnTo>
                    <a:pt x="2961120" y="1426512"/>
                  </a:lnTo>
                  <a:lnTo>
                    <a:pt x="2971793" y="1436305"/>
                  </a:lnTo>
                  <a:lnTo>
                    <a:pt x="2982354" y="1438006"/>
                  </a:lnTo>
                  <a:lnTo>
                    <a:pt x="2998083" y="1447355"/>
                  </a:lnTo>
                  <a:lnTo>
                    <a:pt x="3018307" y="1448487"/>
                  </a:lnTo>
                  <a:lnTo>
                    <a:pt x="3024037" y="1441974"/>
                  </a:lnTo>
                  <a:lnTo>
                    <a:pt x="3041564" y="1451600"/>
                  </a:lnTo>
                  <a:lnTo>
                    <a:pt x="3062124" y="1451883"/>
                  </a:lnTo>
                  <a:lnTo>
                    <a:pt x="3056281" y="1458526"/>
                  </a:lnTo>
                  <a:lnTo>
                    <a:pt x="3057180" y="1469253"/>
                  </a:lnTo>
                  <a:lnTo>
                    <a:pt x="3048417" y="1478130"/>
                  </a:lnTo>
                  <a:lnTo>
                    <a:pt x="3053247" y="1483197"/>
                  </a:lnTo>
                  <a:lnTo>
                    <a:pt x="3053023" y="1487557"/>
                  </a:lnTo>
                  <a:lnTo>
                    <a:pt x="3041788" y="1496547"/>
                  </a:lnTo>
                  <a:lnTo>
                    <a:pt x="3035609" y="1495143"/>
                  </a:lnTo>
                  <a:lnTo>
                    <a:pt x="3030666" y="1486572"/>
                  </a:lnTo>
                  <a:lnTo>
                    <a:pt x="3016284" y="1486572"/>
                  </a:lnTo>
                  <a:lnTo>
                    <a:pt x="2961458" y="1513647"/>
                  </a:lnTo>
                  <a:lnTo>
                    <a:pt x="2946289" y="1511967"/>
                  </a:lnTo>
                  <a:lnTo>
                    <a:pt x="2951571" y="1526650"/>
                  </a:lnTo>
                  <a:lnTo>
                    <a:pt x="2944156" y="1525812"/>
                  </a:lnTo>
                  <a:lnTo>
                    <a:pt x="2940111" y="1529024"/>
                  </a:lnTo>
                  <a:lnTo>
                    <a:pt x="2938201" y="1547981"/>
                  </a:lnTo>
                  <a:lnTo>
                    <a:pt x="2935504" y="1551042"/>
                  </a:lnTo>
                  <a:lnTo>
                    <a:pt x="2920224" y="1556882"/>
                  </a:lnTo>
                  <a:lnTo>
                    <a:pt x="2916292" y="1552572"/>
                  </a:lnTo>
                  <a:lnTo>
                    <a:pt x="2916180" y="1543387"/>
                  </a:lnTo>
                  <a:lnTo>
                    <a:pt x="2907192" y="1545476"/>
                  </a:lnTo>
                  <a:lnTo>
                    <a:pt x="2901574" y="1551877"/>
                  </a:lnTo>
                  <a:lnTo>
                    <a:pt x="2906967" y="1559660"/>
                  </a:lnTo>
                  <a:lnTo>
                    <a:pt x="2913484" y="1562299"/>
                  </a:lnTo>
                  <a:lnTo>
                    <a:pt x="2899102" y="1571733"/>
                  </a:lnTo>
                  <a:lnTo>
                    <a:pt x="2894384" y="1581014"/>
                  </a:lnTo>
                  <a:lnTo>
                    <a:pt x="2878205" y="1592631"/>
                  </a:lnTo>
                  <a:lnTo>
                    <a:pt x="2866184" y="1610290"/>
                  </a:lnTo>
                  <a:lnTo>
                    <a:pt x="2860116" y="1614696"/>
                  </a:lnTo>
                  <a:lnTo>
                    <a:pt x="2855286" y="1628997"/>
                  </a:lnTo>
                  <a:lnTo>
                    <a:pt x="2846747" y="1636821"/>
                  </a:lnTo>
                  <a:lnTo>
                    <a:pt x="2843601" y="1649291"/>
                  </a:lnTo>
                  <a:lnTo>
                    <a:pt x="2845848" y="1656816"/>
                  </a:lnTo>
                  <a:lnTo>
                    <a:pt x="2855173" y="1656816"/>
                  </a:lnTo>
                  <a:lnTo>
                    <a:pt x="2869666" y="1669520"/>
                  </a:lnTo>
                  <a:lnTo>
                    <a:pt x="2893373" y="1679610"/>
                  </a:lnTo>
                  <a:lnTo>
                    <a:pt x="2912360" y="1692812"/>
                  </a:lnTo>
                  <a:lnTo>
                    <a:pt x="2927190" y="1740626"/>
                  </a:lnTo>
                  <a:lnTo>
                    <a:pt x="2950110" y="1787017"/>
                  </a:lnTo>
                  <a:lnTo>
                    <a:pt x="2951683" y="1800001"/>
                  </a:lnTo>
                  <a:lnTo>
                    <a:pt x="2948987" y="1813494"/>
                  </a:lnTo>
                  <a:lnTo>
                    <a:pt x="2979433" y="1830953"/>
                  </a:lnTo>
                  <a:lnTo>
                    <a:pt x="2983142" y="1834945"/>
                  </a:lnTo>
                  <a:lnTo>
                    <a:pt x="2983366" y="1847172"/>
                  </a:lnTo>
                  <a:lnTo>
                    <a:pt x="2986287" y="1851021"/>
                  </a:lnTo>
                  <a:lnTo>
                    <a:pt x="3000218" y="1858581"/>
                  </a:lnTo>
                  <a:lnTo>
                    <a:pt x="3010106" y="1869707"/>
                  </a:lnTo>
                  <a:lnTo>
                    <a:pt x="3012241" y="1884116"/>
                  </a:lnTo>
                  <a:lnTo>
                    <a:pt x="3005724" y="1884380"/>
                  </a:lnTo>
                  <a:lnTo>
                    <a:pt x="2980108" y="1872750"/>
                  </a:lnTo>
                  <a:lnTo>
                    <a:pt x="2956514" y="1871956"/>
                  </a:lnTo>
                  <a:lnTo>
                    <a:pt x="2945054" y="1860039"/>
                  </a:lnTo>
                  <a:lnTo>
                    <a:pt x="2928201" y="1854471"/>
                  </a:lnTo>
                  <a:lnTo>
                    <a:pt x="2897979" y="1867059"/>
                  </a:lnTo>
                  <a:lnTo>
                    <a:pt x="2907641" y="1869177"/>
                  </a:lnTo>
                  <a:lnTo>
                    <a:pt x="2926740" y="1860834"/>
                  </a:lnTo>
                  <a:lnTo>
                    <a:pt x="2940335" y="1863484"/>
                  </a:lnTo>
                  <a:lnTo>
                    <a:pt x="2944829" y="1875527"/>
                  </a:lnTo>
                  <a:lnTo>
                    <a:pt x="2961569" y="1882927"/>
                  </a:lnTo>
                  <a:lnTo>
                    <a:pt x="2979995" y="1900076"/>
                  </a:lnTo>
                  <a:lnTo>
                    <a:pt x="2999320" y="1912186"/>
                  </a:lnTo>
                  <a:lnTo>
                    <a:pt x="3010217" y="1931098"/>
                  </a:lnTo>
                  <a:lnTo>
                    <a:pt x="3012913" y="1941583"/>
                  </a:lnTo>
                  <a:lnTo>
                    <a:pt x="2984264" y="1950875"/>
                  </a:lnTo>
                  <a:lnTo>
                    <a:pt x="2957975" y="1967595"/>
                  </a:lnTo>
                  <a:lnTo>
                    <a:pt x="2951683" y="1979589"/>
                  </a:lnTo>
                  <a:lnTo>
                    <a:pt x="2946964" y="1982323"/>
                  </a:lnTo>
                  <a:lnTo>
                    <a:pt x="2923820" y="1979979"/>
                  </a:lnTo>
                  <a:lnTo>
                    <a:pt x="2907865" y="1990521"/>
                  </a:lnTo>
                  <a:lnTo>
                    <a:pt x="2926516" y="1986098"/>
                  </a:lnTo>
                  <a:lnTo>
                    <a:pt x="2935279" y="1998320"/>
                  </a:lnTo>
                  <a:lnTo>
                    <a:pt x="2952132" y="1996371"/>
                  </a:lnTo>
                  <a:lnTo>
                    <a:pt x="2968086" y="1986228"/>
                  </a:lnTo>
                  <a:lnTo>
                    <a:pt x="2974266" y="1985968"/>
                  </a:lnTo>
                  <a:lnTo>
                    <a:pt x="2985163" y="1991561"/>
                  </a:lnTo>
                  <a:lnTo>
                    <a:pt x="3000443" y="2009483"/>
                  </a:lnTo>
                  <a:lnTo>
                    <a:pt x="3025722" y="2017261"/>
                  </a:lnTo>
                  <a:lnTo>
                    <a:pt x="2989657" y="2045064"/>
                  </a:lnTo>
                  <a:lnTo>
                    <a:pt x="3001230" y="2043127"/>
                  </a:lnTo>
                  <a:lnTo>
                    <a:pt x="3013588" y="2034731"/>
                  </a:lnTo>
                  <a:lnTo>
                    <a:pt x="3016846" y="2036282"/>
                  </a:lnTo>
                  <a:lnTo>
                    <a:pt x="3018532" y="2044547"/>
                  </a:lnTo>
                  <a:lnTo>
                    <a:pt x="3015386" y="2070059"/>
                  </a:lnTo>
                  <a:lnTo>
                    <a:pt x="3011341" y="2070445"/>
                  </a:lnTo>
                  <a:lnTo>
                    <a:pt x="3007521" y="2063625"/>
                  </a:lnTo>
                  <a:lnTo>
                    <a:pt x="3002914" y="2061308"/>
                  </a:lnTo>
                  <a:lnTo>
                    <a:pt x="2991456" y="2062724"/>
                  </a:lnTo>
                  <a:lnTo>
                    <a:pt x="2986062" y="2070317"/>
                  </a:lnTo>
                  <a:lnTo>
                    <a:pt x="2999657" y="2078929"/>
                  </a:lnTo>
                  <a:lnTo>
                    <a:pt x="3000555" y="2083039"/>
                  </a:lnTo>
                  <a:lnTo>
                    <a:pt x="2998083" y="2085735"/>
                  </a:lnTo>
                  <a:lnTo>
                    <a:pt x="2991792" y="2084580"/>
                  </a:lnTo>
                  <a:lnTo>
                    <a:pt x="2999432" y="2090226"/>
                  </a:lnTo>
                  <a:lnTo>
                    <a:pt x="2997410" y="2096253"/>
                  </a:lnTo>
                  <a:lnTo>
                    <a:pt x="2990557" y="2100097"/>
                  </a:lnTo>
                  <a:lnTo>
                    <a:pt x="2987747" y="2105219"/>
                  </a:lnTo>
                  <a:lnTo>
                    <a:pt x="2996173" y="2130013"/>
                  </a:lnTo>
                  <a:lnTo>
                    <a:pt x="2989995" y="2127716"/>
                  </a:lnTo>
                  <a:lnTo>
                    <a:pt x="2975052" y="2134987"/>
                  </a:lnTo>
                  <a:lnTo>
                    <a:pt x="2971682" y="2126184"/>
                  </a:lnTo>
                  <a:lnTo>
                    <a:pt x="2967187" y="2127588"/>
                  </a:lnTo>
                  <a:lnTo>
                    <a:pt x="2955503" y="2148109"/>
                  </a:lnTo>
                  <a:lnTo>
                    <a:pt x="2942358" y="2150018"/>
                  </a:lnTo>
                  <a:lnTo>
                    <a:pt x="2947638" y="2155107"/>
                  </a:lnTo>
                  <a:lnTo>
                    <a:pt x="2947638" y="2158413"/>
                  </a:lnTo>
                  <a:lnTo>
                    <a:pt x="2932359" y="2180246"/>
                  </a:lnTo>
                  <a:lnTo>
                    <a:pt x="2934942" y="2187214"/>
                  </a:lnTo>
                  <a:lnTo>
                    <a:pt x="2933594" y="2192152"/>
                  </a:lnTo>
                  <a:lnTo>
                    <a:pt x="2919662" y="2210229"/>
                  </a:lnTo>
                  <a:lnTo>
                    <a:pt x="2913147" y="2214269"/>
                  </a:lnTo>
                  <a:lnTo>
                    <a:pt x="2904383" y="2229020"/>
                  </a:lnTo>
                  <a:lnTo>
                    <a:pt x="2901125" y="2243997"/>
                  </a:lnTo>
                  <a:lnTo>
                    <a:pt x="2898428" y="2246636"/>
                  </a:lnTo>
                  <a:lnTo>
                    <a:pt x="2893710" y="2250029"/>
                  </a:lnTo>
                  <a:lnTo>
                    <a:pt x="2888317" y="2248270"/>
                  </a:lnTo>
                  <a:lnTo>
                    <a:pt x="2888205" y="2243242"/>
                  </a:lnTo>
                  <a:lnTo>
                    <a:pt x="2884497" y="2239469"/>
                  </a:lnTo>
                  <a:lnTo>
                    <a:pt x="2884721" y="2231792"/>
                  </a:lnTo>
                  <a:lnTo>
                    <a:pt x="2877643" y="2240098"/>
                  </a:lnTo>
                  <a:lnTo>
                    <a:pt x="2870003" y="2236072"/>
                  </a:lnTo>
                  <a:lnTo>
                    <a:pt x="2873150" y="2247516"/>
                  </a:lnTo>
                  <a:lnTo>
                    <a:pt x="2878542" y="2248396"/>
                  </a:lnTo>
                  <a:lnTo>
                    <a:pt x="2882250" y="2252793"/>
                  </a:lnTo>
                  <a:lnTo>
                    <a:pt x="2888317" y="2267599"/>
                  </a:lnTo>
                  <a:lnTo>
                    <a:pt x="2862140" y="2287007"/>
                  </a:lnTo>
                  <a:lnTo>
                    <a:pt x="2842028" y="2282378"/>
                  </a:lnTo>
                  <a:lnTo>
                    <a:pt x="2854049" y="2294382"/>
                  </a:lnTo>
                  <a:lnTo>
                    <a:pt x="2864498" y="2290133"/>
                  </a:lnTo>
                  <a:lnTo>
                    <a:pt x="2871913" y="2290633"/>
                  </a:lnTo>
                  <a:lnTo>
                    <a:pt x="2873711" y="2296505"/>
                  </a:lnTo>
                  <a:lnTo>
                    <a:pt x="2866970" y="2319209"/>
                  </a:lnTo>
                  <a:lnTo>
                    <a:pt x="2872139" y="2333025"/>
                  </a:lnTo>
                  <a:lnTo>
                    <a:pt x="2870229" y="2334641"/>
                  </a:lnTo>
                  <a:lnTo>
                    <a:pt x="2859555" y="2328297"/>
                  </a:lnTo>
                  <a:lnTo>
                    <a:pt x="2844500" y="2328920"/>
                  </a:lnTo>
                  <a:lnTo>
                    <a:pt x="2842366" y="2331408"/>
                  </a:lnTo>
                  <a:lnTo>
                    <a:pt x="2843826" y="2335387"/>
                  </a:lnTo>
                  <a:lnTo>
                    <a:pt x="2851129" y="2343961"/>
                  </a:lnTo>
                  <a:lnTo>
                    <a:pt x="2831917" y="2345576"/>
                  </a:lnTo>
                  <a:lnTo>
                    <a:pt x="2827984" y="2351286"/>
                  </a:lnTo>
                  <a:lnTo>
                    <a:pt x="2830456" y="2359596"/>
                  </a:lnTo>
                  <a:lnTo>
                    <a:pt x="2827647" y="2364925"/>
                  </a:lnTo>
                  <a:lnTo>
                    <a:pt x="2810571" y="2371242"/>
                  </a:lnTo>
                  <a:lnTo>
                    <a:pt x="2815738" y="2377429"/>
                  </a:lnTo>
                  <a:lnTo>
                    <a:pt x="2811918" y="2385961"/>
                  </a:lnTo>
                  <a:lnTo>
                    <a:pt x="2805852" y="2388803"/>
                  </a:lnTo>
                  <a:lnTo>
                    <a:pt x="2789336" y="2389297"/>
                  </a:lnTo>
                  <a:lnTo>
                    <a:pt x="2776303" y="2385591"/>
                  </a:lnTo>
                  <a:lnTo>
                    <a:pt x="2771696" y="2390286"/>
                  </a:lnTo>
                  <a:lnTo>
                    <a:pt x="2771247" y="2395596"/>
                  </a:lnTo>
                  <a:lnTo>
                    <a:pt x="2761023" y="2396089"/>
                  </a:lnTo>
                  <a:lnTo>
                    <a:pt x="2763270" y="2401519"/>
                  </a:lnTo>
                  <a:lnTo>
                    <a:pt x="2772371" y="2402629"/>
                  </a:lnTo>
                  <a:lnTo>
                    <a:pt x="2774393" y="2411753"/>
                  </a:lnTo>
                  <a:lnTo>
                    <a:pt x="2760798" y="2427756"/>
                  </a:lnTo>
                  <a:lnTo>
                    <a:pt x="2754732" y="2427511"/>
                  </a:lnTo>
                  <a:lnTo>
                    <a:pt x="2747654" y="2439679"/>
                  </a:lnTo>
                  <a:lnTo>
                    <a:pt x="2737543" y="2439433"/>
                  </a:lnTo>
                  <a:lnTo>
                    <a:pt x="2734509" y="2454406"/>
                  </a:lnTo>
                  <a:lnTo>
                    <a:pt x="2731362" y="2456614"/>
                  </a:lnTo>
                  <a:lnTo>
                    <a:pt x="2729116" y="2448395"/>
                  </a:lnTo>
                  <a:lnTo>
                    <a:pt x="2726644" y="2448027"/>
                  </a:lnTo>
                  <a:lnTo>
                    <a:pt x="2713611" y="2457349"/>
                  </a:lnTo>
                  <a:lnTo>
                    <a:pt x="2702825" y="2452689"/>
                  </a:lnTo>
                  <a:lnTo>
                    <a:pt x="2699791" y="2465925"/>
                  </a:lnTo>
                  <a:lnTo>
                    <a:pt x="2685299" y="2472659"/>
                  </a:lnTo>
                  <a:lnTo>
                    <a:pt x="2689680" y="2477797"/>
                  </a:lnTo>
                  <a:lnTo>
                    <a:pt x="2679569" y="2484399"/>
                  </a:lnTo>
                  <a:lnTo>
                    <a:pt x="2678445" y="2496247"/>
                  </a:lnTo>
                  <a:lnTo>
                    <a:pt x="2675412" y="2500274"/>
                  </a:lnTo>
                  <a:lnTo>
                    <a:pt x="2661705" y="2497955"/>
                  </a:lnTo>
                  <a:lnTo>
                    <a:pt x="2655862" y="2504299"/>
                  </a:lnTo>
                  <a:lnTo>
                    <a:pt x="2636763" y="2510029"/>
                  </a:lnTo>
                  <a:lnTo>
                    <a:pt x="2623618" y="2506616"/>
                  </a:lnTo>
                  <a:lnTo>
                    <a:pt x="2618675" y="2508566"/>
                  </a:lnTo>
                  <a:lnTo>
                    <a:pt x="2614742" y="2515634"/>
                  </a:lnTo>
                  <a:lnTo>
                    <a:pt x="2607440" y="2515634"/>
                  </a:lnTo>
                  <a:lnTo>
                    <a:pt x="2595867" y="2509054"/>
                  </a:lnTo>
                  <a:lnTo>
                    <a:pt x="2578228" y="2517947"/>
                  </a:lnTo>
                  <a:lnTo>
                    <a:pt x="2574521" y="2522574"/>
                  </a:lnTo>
                  <a:lnTo>
                    <a:pt x="2568004" y="2521965"/>
                  </a:lnTo>
                  <a:lnTo>
                    <a:pt x="2565533" y="2514294"/>
                  </a:lnTo>
                  <a:lnTo>
                    <a:pt x="2561825" y="2513197"/>
                  </a:lnTo>
                  <a:lnTo>
                    <a:pt x="2555196" y="2522330"/>
                  </a:lnTo>
                  <a:lnTo>
                    <a:pt x="2555758" y="2528535"/>
                  </a:lnTo>
                  <a:lnTo>
                    <a:pt x="2542500" y="2524156"/>
                  </a:lnTo>
                  <a:lnTo>
                    <a:pt x="2537782" y="2527684"/>
                  </a:lnTo>
                  <a:lnTo>
                    <a:pt x="2528906" y="2526103"/>
                  </a:lnTo>
                  <a:lnTo>
                    <a:pt x="2522165" y="2529630"/>
                  </a:lnTo>
                  <a:lnTo>
                    <a:pt x="2510480" y="2523182"/>
                  </a:lnTo>
                  <a:lnTo>
                    <a:pt x="2497448" y="2506006"/>
                  </a:lnTo>
                  <a:lnTo>
                    <a:pt x="2495426" y="2495270"/>
                  </a:lnTo>
                  <a:lnTo>
                    <a:pt x="2497560" y="2487943"/>
                  </a:lnTo>
                  <a:lnTo>
                    <a:pt x="2491269" y="2489653"/>
                  </a:lnTo>
                  <a:lnTo>
                    <a:pt x="2486550" y="2492950"/>
                  </a:lnTo>
                  <a:lnTo>
                    <a:pt x="2486325" y="2500639"/>
                  </a:lnTo>
                  <a:lnTo>
                    <a:pt x="2479471" y="2502591"/>
                  </a:lnTo>
                  <a:lnTo>
                    <a:pt x="2493291" y="2524156"/>
                  </a:lnTo>
                  <a:lnTo>
                    <a:pt x="2493178" y="2536924"/>
                  </a:lnTo>
                  <a:lnTo>
                    <a:pt x="2495538" y="2540570"/>
                  </a:lnTo>
                  <a:lnTo>
                    <a:pt x="2493066" y="2549069"/>
                  </a:lnTo>
                  <a:lnTo>
                    <a:pt x="2489583" y="2547977"/>
                  </a:lnTo>
                  <a:lnTo>
                    <a:pt x="2488685" y="2551011"/>
                  </a:lnTo>
                  <a:lnTo>
                    <a:pt x="2475427" y="2558167"/>
                  </a:lnTo>
                  <a:lnTo>
                    <a:pt x="2468125" y="2559137"/>
                  </a:lnTo>
                  <a:lnTo>
                    <a:pt x="2464304" y="2550161"/>
                  </a:lnTo>
                  <a:lnTo>
                    <a:pt x="2459249" y="2556106"/>
                  </a:lnTo>
                  <a:lnTo>
                    <a:pt x="2455878" y="2570406"/>
                  </a:lnTo>
                  <a:lnTo>
                    <a:pt x="2452732" y="2572222"/>
                  </a:lnTo>
                  <a:lnTo>
                    <a:pt x="2446777" y="2567983"/>
                  </a:lnTo>
                  <a:lnTo>
                    <a:pt x="2432959" y="2579242"/>
                  </a:lnTo>
                  <a:lnTo>
                    <a:pt x="2422622" y="2572222"/>
                  </a:lnTo>
                  <a:lnTo>
                    <a:pt x="2423183" y="2567015"/>
                  </a:lnTo>
                  <a:lnTo>
                    <a:pt x="2418802" y="2565682"/>
                  </a:lnTo>
                  <a:lnTo>
                    <a:pt x="2420712" y="2577548"/>
                  </a:lnTo>
                  <a:lnTo>
                    <a:pt x="2415432" y="2581540"/>
                  </a:lnTo>
                  <a:lnTo>
                    <a:pt x="2392849" y="2574280"/>
                  </a:lnTo>
                  <a:lnTo>
                    <a:pt x="2388468" y="2583233"/>
                  </a:lnTo>
                  <a:lnTo>
                    <a:pt x="2382401" y="2583112"/>
                  </a:lnTo>
                  <a:lnTo>
                    <a:pt x="2371614" y="2593869"/>
                  </a:lnTo>
                  <a:lnTo>
                    <a:pt x="2358470" y="2595440"/>
                  </a:lnTo>
                  <a:lnTo>
                    <a:pt x="2353864" y="2598701"/>
                  </a:lnTo>
                  <a:lnTo>
                    <a:pt x="2334989" y="2597010"/>
                  </a:lnTo>
                  <a:lnTo>
                    <a:pt x="2333753" y="2602443"/>
                  </a:lnTo>
                  <a:lnTo>
                    <a:pt x="2319596" y="2605460"/>
                  </a:lnTo>
                  <a:lnTo>
                    <a:pt x="2306901" y="2616916"/>
                  </a:lnTo>
                  <a:lnTo>
                    <a:pt x="2300160" y="2615831"/>
                  </a:lnTo>
                  <a:lnTo>
                    <a:pt x="2297126" y="2608596"/>
                  </a:lnTo>
                  <a:lnTo>
                    <a:pt x="2294880" y="2619807"/>
                  </a:lnTo>
                  <a:lnTo>
                    <a:pt x="2283645" y="2628719"/>
                  </a:lnTo>
                  <a:lnTo>
                    <a:pt x="2281172" y="2634977"/>
                  </a:lnTo>
                  <a:lnTo>
                    <a:pt x="2282745" y="2640750"/>
                  </a:lnTo>
                  <a:lnTo>
                    <a:pt x="2294318" y="2642192"/>
                  </a:lnTo>
                  <a:lnTo>
                    <a:pt x="2295778" y="2645317"/>
                  </a:lnTo>
                  <a:lnTo>
                    <a:pt x="2291060" y="2653246"/>
                  </a:lnTo>
                  <a:lnTo>
                    <a:pt x="2303418" y="2663448"/>
                  </a:lnTo>
                  <a:lnTo>
                    <a:pt x="2303867" y="2667286"/>
                  </a:lnTo>
                  <a:lnTo>
                    <a:pt x="2299598" y="2674239"/>
                  </a:lnTo>
                  <a:lnTo>
                    <a:pt x="2293081" y="2678312"/>
                  </a:lnTo>
                  <a:lnTo>
                    <a:pt x="2279262" y="2680348"/>
                  </a:lnTo>
                  <a:lnTo>
                    <a:pt x="2267691" y="2678312"/>
                  </a:lnTo>
                  <a:lnTo>
                    <a:pt x="2264207" y="2673759"/>
                  </a:lnTo>
                  <a:lnTo>
                    <a:pt x="2264432" y="2670403"/>
                  </a:lnTo>
                  <a:lnTo>
                    <a:pt x="2270499" y="2671122"/>
                  </a:lnTo>
                  <a:lnTo>
                    <a:pt x="2269601" y="2668125"/>
                  </a:lnTo>
                  <a:lnTo>
                    <a:pt x="2262859" y="2663688"/>
                  </a:lnTo>
                  <a:lnTo>
                    <a:pt x="2258590" y="2656488"/>
                  </a:lnTo>
                  <a:lnTo>
                    <a:pt x="2259376" y="2650604"/>
                  </a:lnTo>
                  <a:lnTo>
                    <a:pt x="2250501" y="2636902"/>
                  </a:lnTo>
                  <a:lnTo>
                    <a:pt x="2253085" y="2627757"/>
                  </a:lnTo>
                  <a:lnTo>
                    <a:pt x="2251624" y="2622458"/>
                  </a:lnTo>
                  <a:lnTo>
                    <a:pt x="2256567" y="2615952"/>
                  </a:lnTo>
                  <a:lnTo>
                    <a:pt x="2257804" y="2608717"/>
                  </a:lnTo>
                  <a:lnTo>
                    <a:pt x="2266567" y="2606063"/>
                  </a:lnTo>
                  <a:lnTo>
                    <a:pt x="2267241" y="2599063"/>
                  </a:lnTo>
                  <a:lnTo>
                    <a:pt x="2260837" y="2598942"/>
                  </a:lnTo>
                  <a:lnTo>
                    <a:pt x="2256456" y="2593749"/>
                  </a:lnTo>
                  <a:lnTo>
                    <a:pt x="2251961" y="2596165"/>
                  </a:lnTo>
                  <a:lnTo>
                    <a:pt x="2244433" y="2585047"/>
                  </a:lnTo>
                  <a:lnTo>
                    <a:pt x="2241626" y="2584805"/>
                  </a:lnTo>
                  <a:lnTo>
                    <a:pt x="2243086" y="2595198"/>
                  </a:lnTo>
                  <a:lnTo>
                    <a:pt x="2236344" y="2599184"/>
                  </a:lnTo>
                  <a:lnTo>
                    <a:pt x="2218368" y="2602805"/>
                  </a:lnTo>
                  <a:lnTo>
                    <a:pt x="2214212" y="2601840"/>
                  </a:lnTo>
                  <a:lnTo>
                    <a:pt x="2217470" y="2594836"/>
                  </a:lnTo>
                  <a:lnTo>
                    <a:pt x="2215447" y="2591695"/>
                  </a:lnTo>
                  <a:lnTo>
                    <a:pt x="2211066" y="2589278"/>
                  </a:lnTo>
                  <a:lnTo>
                    <a:pt x="2194887" y="2589036"/>
                  </a:lnTo>
                  <a:lnTo>
                    <a:pt x="2185113" y="2579604"/>
                  </a:lnTo>
                  <a:lnTo>
                    <a:pt x="2183764" y="2570890"/>
                  </a:lnTo>
                  <a:lnTo>
                    <a:pt x="2176686" y="2570648"/>
                  </a:lnTo>
                  <a:lnTo>
                    <a:pt x="2178034" y="2588795"/>
                  </a:lnTo>
                  <a:lnTo>
                    <a:pt x="2174439" y="2590608"/>
                  </a:lnTo>
                  <a:lnTo>
                    <a:pt x="2166912" y="2584805"/>
                  </a:lnTo>
                  <a:lnTo>
                    <a:pt x="2162080" y="2593869"/>
                  </a:lnTo>
                  <a:lnTo>
                    <a:pt x="2150845" y="25960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0" name="oPE_MapPart_CHN_13_140" descr="Volksrepublik China">
              <a:extLst>
                <a:ext uri="{FF2B5EF4-FFF2-40B4-BE49-F238E27FC236}">
                  <a16:creationId xmlns:a16="http://schemas.microsoft.com/office/drawing/2014/main" id="{FE8BECF8-1811-392C-0754-BD2977A56817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7524486" y="3846852"/>
              <a:ext cx="148304" cy="126931"/>
            </a:xfrm>
            <a:custGeom>
              <a:avLst/>
              <a:gdLst/>
              <a:ahLst/>
              <a:cxnLst/>
              <a:rect l="0" t="0" r="0" b="0"/>
              <a:pathLst>
                <a:path w="148304" h="126931">
                  <a:moveTo>
                    <a:pt x="140550" y="9689"/>
                  </a:moveTo>
                  <a:lnTo>
                    <a:pt x="145607" y="16980"/>
                  </a:lnTo>
                  <a:lnTo>
                    <a:pt x="148303" y="32022"/>
                  </a:lnTo>
                  <a:lnTo>
                    <a:pt x="136394" y="38463"/>
                  </a:lnTo>
                  <a:lnTo>
                    <a:pt x="125046" y="56213"/>
                  </a:lnTo>
                  <a:lnTo>
                    <a:pt x="113249" y="91984"/>
                  </a:lnTo>
                  <a:lnTo>
                    <a:pt x="88083" y="107990"/>
                  </a:lnTo>
                  <a:lnTo>
                    <a:pt x="89319" y="111780"/>
                  </a:lnTo>
                  <a:lnTo>
                    <a:pt x="86285" y="113912"/>
                  </a:lnTo>
                  <a:lnTo>
                    <a:pt x="73590" y="115214"/>
                  </a:lnTo>
                  <a:lnTo>
                    <a:pt x="66511" y="124209"/>
                  </a:lnTo>
                  <a:lnTo>
                    <a:pt x="55051" y="126930"/>
                  </a:lnTo>
                  <a:lnTo>
                    <a:pt x="24492" y="117109"/>
                  </a:lnTo>
                  <a:lnTo>
                    <a:pt x="4044" y="106094"/>
                  </a:lnTo>
                  <a:lnTo>
                    <a:pt x="0" y="84269"/>
                  </a:lnTo>
                  <a:lnTo>
                    <a:pt x="1797" y="55261"/>
                  </a:lnTo>
                  <a:lnTo>
                    <a:pt x="39885" y="25100"/>
                  </a:lnTo>
                  <a:lnTo>
                    <a:pt x="33705" y="24623"/>
                  </a:lnTo>
                  <a:lnTo>
                    <a:pt x="42244" y="15546"/>
                  </a:lnTo>
                  <a:lnTo>
                    <a:pt x="54715" y="15546"/>
                  </a:lnTo>
                  <a:lnTo>
                    <a:pt x="63253" y="10287"/>
                  </a:lnTo>
                  <a:lnTo>
                    <a:pt x="90217" y="9689"/>
                  </a:lnTo>
                  <a:lnTo>
                    <a:pt x="95723" y="5623"/>
                  </a:lnTo>
                  <a:lnTo>
                    <a:pt x="106509" y="6580"/>
                  </a:lnTo>
                  <a:lnTo>
                    <a:pt x="109542" y="10765"/>
                  </a:lnTo>
                  <a:lnTo>
                    <a:pt x="111115" y="5504"/>
                  </a:lnTo>
                  <a:lnTo>
                    <a:pt x="121788" y="10765"/>
                  </a:lnTo>
                  <a:lnTo>
                    <a:pt x="121788" y="4427"/>
                  </a:lnTo>
                  <a:lnTo>
                    <a:pt x="125720" y="0"/>
                  </a:lnTo>
                  <a:lnTo>
                    <a:pt x="135607" y="825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1" name="oPE_MapPart_PHL_1_141" descr="Philippinen">
              <a:extLst>
                <a:ext uri="{FF2B5EF4-FFF2-40B4-BE49-F238E27FC236}">
                  <a16:creationId xmlns:a16="http://schemas.microsoft.com/office/drawing/2014/main" id="{2CE9EC87-9BF4-0061-CAC2-FB47CEC3C9C8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8219263" y="3947613"/>
              <a:ext cx="273015" cy="392132"/>
            </a:xfrm>
            <a:custGeom>
              <a:avLst/>
              <a:gdLst/>
              <a:ahLst/>
              <a:cxnLst/>
              <a:rect l="0" t="0" r="0" b="0"/>
              <a:pathLst>
                <a:path w="273015" h="392132">
                  <a:moveTo>
                    <a:pt x="83252" y="0"/>
                  </a:moveTo>
                  <a:lnTo>
                    <a:pt x="129654" y="21082"/>
                  </a:lnTo>
                  <a:lnTo>
                    <a:pt x="136058" y="21792"/>
                  </a:lnTo>
                  <a:lnTo>
                    <a:pt x="141675" y="18952"/>
                  </a:lnTo>
                  <a:lnTo>
                    <a:pt x="148416" y="8532"/>
                  </a:lnTo>
                  <a:lnTo>
                    <a:pt x="153135" y="7584"/>
                  </a:lnTo>
                  <a:lnTo>
                    <a:pt x="155831" y="10309"/>
                  </a:lnTo>
                  <a:lnTo>
                    <a:pt x="158978" y="19425"/>
                  </a:lnTo>
                  <a:lnTo>
                    <a:pt x="150439" y="36218"/>
                  </a:lnTo>
                  <a:lnTo>
                    <a:pt x="148753" y="62424"/>
                  </a:lnTo>
                  <a:lnTo>
                    <a:pt x="154034" y="77507"/>
                  </a:lnTo>
                  <a:lnTo>
                    <a:pt x="163472" y="85865"/>
                  </a:lnTo>
                  <a:lnTo>
                    <a:pt x="164707" y="94335"/>
                  </a:lnTo>
                  <a:lnTo>
                    <a:pt x="171673" y="97745"/>
                  </a:lnTo>
                  <a:lnTo>
                    <a:pt x="165831" y="117479"/>
                  </a:lnTo>
                  <a:lnTo>
                    <a:pt x="147743" y="158961"/>
                  </a:lnTo>
                  <a:lnTo>
                    <a:pt x="126059" y="165979"/>
                  </a:lnTo>
                  <a:lnTo>
                    <a:pt x="114037" y="175329"/>
                  </a:lnTo>
                  <a:lnTo>
                    <a:pt x="111902" y="182221"/>
                  </a:lnTo>
                  <a:lnTo>
                    <a:pt x="114711" y="192493"/>
                  </a:lnTo>
                  <a:lnTo>
                    <a:pt x="101342" y="214762"/>
                  </a:lnTo>
                  <a:lnTo>
                    <a:pt x="120329" y="252802"/>
                  </a:lnTo>
                  <a:lnTo>
                    <a:pt x="115947" y="256287"/>
                  </a:lnTo>
                  <a:lnTo>
                    <a:pt x="116059" y="262790"/>
                  </a:lnTo>
                  <a:lnTo>
                    <a:pt x="124710" y="289466"/>
                  </a:lnTo>
                  <a:lnTo>
                    <a:pt x="133811" y="298964"/>
                  </a:lnTo>
                  <a:lnTo>
                    <a:pt x="152461" y="304753"/>
                  </a:lnTo>
                  <a:lnTo>
                    <a:pt x="157292" y="300470"/>
                  </a:lnTo>
                  <a:lnTo>
                    <a:pt x="151787" y="290740"/>
                  </a:lnTo>
                  <a:lnTo>
                    <a:pt x="169875" y="279497"/>
                  </a:lnTo>
                  <a:lnTo>
                    <a:pt x="178414" y="279844"/>
                  </a:lnTo>
                  <a:lnTo>
                    <a:pt x="192682" y="284134"/>
                  </a:lnTo>
                  <a:lnTo>
                    <a:pt x="197626" y="288190"/>
                  </a:lnTo>
                  <a:lnTo>
                    <a:pt x="206165" y="302785"/>
                  </a:lnTo>
                  <a:lnTo>
                    <a:pt x="205490" y="313895"/>
                  </a:lnTo>
                  <a:lnTo>
                    <a:pt x="208075" y="316324"/>
                  </a:lnTo>
                  <a:lnTo>
                    <a:pt x="216164" y="316555"/>
                  </a:lnTo>
                  <a:lnTo>
                    <a:pt x="220209" y="310771"/>
                  </a:lnTo>
                  <a:lnTo>
                    <a:pt x="220771" y="304290"/>
                  </a:lnTo>
                  <a:lnTo>
                    <a:pt x="217848" y="301859"/>
                  </a:lnTo>
                  <a:lnTo>
                    <a:pt x="221670" y="296301"/>
                  </a:lnTo>
                  <a:lnTo>
                    <a:pt x="228747" y="302438"/>
                  </a:lnTo>
                  <a:lnTo>
                    <a:pt x="252678" y="310771"/>
                  </a:lnTo>
                  <a:lnTo>
                    <a:pt x="255262" y="313201"/>
                  </a:lnTo>
                  <a:lnTo>
                    <a:pt x="252004" y="318175"/>
                  </a:lnTo>
                  <a:lnTo>
                    <a:pt x="239645" y="319216"/>
                  </a:lnTo>
                  <a:lnTo>
                    <a:pt x="236050" y="323031"/>
                  </a:lnTo>
                  <a:lnTo>
                    <a:pt x="252790" y="347176"/>
                  </a:lnTo>
                  <a:lnTo>
                    <a:pt x="250768" y="357330"/>
                  </a:lnTo>
                  <a:lnTo>
                    <a:pt x="273014" y="362175"/>
                  </a:lnTo>
                  <a:lnTo>
                    <a:pt x="272676" y="377851"/>
                  </a:lnTo>
                  <a:lnTo>
                    <a:pt x="267845" y="392131"/>
                  </a:lnTo>
                  <a:lnTo>
                    <a:pt x="261778" y="390404"/>
                  </a:lnTo>
                  <a:lnTo>
                    <a:pt x="256498" y="384302"/>
                  </a:lnTo>
                  <a:lnTo>
                    <a:pt x="260880" y="369784"/>
                  </a:lnTo>
                  <a:lnTo>
                    <a:pt x="240881" y="370130"/>
                  </a:lnTo>
                  <a:lnTo>
                    <a:pt x="221107" y="361598"/>
                  </a:lnTo>
                  <a:lnTo>
                    <a:pt x="220209" y="350639"/>
                  </a:lnTo>
                  <a:lnTo>
                    <a:pt x="211895" y="336090"/>
                  </a:lnTo>
                  <a:lnTo>
                    <a:pt x="193132" y="324881"/>
                  </a:lnTo>
                  <a:lnTo>
                    <a:pt x="176391" y="306258"/>
                  </a:lnTo>
                  <a:lnTo>
                    <a:pt x="169651" y="304753"/>
                  </a:lnTo>
                  <a:lnTo>
                    <a:pt x="168527" y="307531"/>
                  </a:lnTo>
                  <a:lnTo>
                    <a:pt x="170999" y="322337"/>
                  </a:lnTo>
                  <a:lnTo>
                    <a:pt x="180998" y="339094"/>
                  </a:lnTo>
                  <a:lnTo>
                    <a:pt x="181447" y="348215"/>
                  </a:lnTo>
                  <a:lnTo>
                    <a:pt x="176728" y="352023"/>
                  </a:lnTo>
                  <a:lnTo>
                    <a:pt x="171448" y="347753"/>
                  </a:lnTo>
                  <a:lnTo>
                    <a:pt x="164707" y="332855"/>
                  </a:lnTo>
                  <a:lnTo>
                    <a:pt x="143810" y="313895"/>
                  </a:lnTo>
                  <a:lnTo>
                    <a:pt x="125384" y="304290"/>
                  </a:lnTo>
                  <a:lnTo>
                    <a:pt x="108195" y="310424"/>
                  </a:lnTo>
                  <a:lnTo>
                    <a:pt x="104712" y="318753"/>
                  </a:lnTo>
                  <a:lnTo>
                    <a:pt x="98308" y="322800"/>
                  </a:lnTo>
                  <a:lnTo>
                    <a:pt x="82803" y="320834"/>
                  </a:lnTo>
                  <a:lnTo>
                    <a:pt x="77297" y="315862"/>
                  </a:lnTo>
                  <a:lnTo>
                    <a:pt x="72691" y="315630"/>
                  </a:lnTo>
                  <a:lnTo>
                    <a:pt x="66961" y="307647"/>
                  </a:lnTo>
                  <a:lnTo>
                    <a:pt x="59996" y="306605"/>
                  </a:lnTo>
                  <a:lnTo>
                    <a:pt x="54266" y="312854"/>
                  </a:lnTo>
                  <a:lnTo>
                    <a:pt x="52918" y="288190"/>
                  </a:lnTo>
                  <a:lnTo>
                    <a:pt x="72017" y="268477"/>
                  </a:lnTo>
                  <a:lnTo>
                    <a:pt x="73254" y="258726"/>
                  </a:lnTo>
                  <a:lnTo>
                    <a:pt x="69882" y="254196"/>
                  </a:lnTo>
                  <a:lnTo>
                    <a:pt x="58647" y="250246"/>
                  </a:lnTo>
                  <a:lnTo>
                    <a:pt x="50896" y="243506"/>
                  </a:lnTo>
                  <a:lnTo>
                    <a:pt x="48536" y="250943"/>
                  </a:lnTo>
                  <a:lnTo>
                    <a:pt x="51232" y="269173"/>
                  </a:lnTo>
                  <a:lnTo>
                    <a:pt x="45391" y="271958"/>
                  </a:lnTo>
                  <a:lnTo>
                    <a:pt x="39211" y="268477"/>
                  </a:lnTo>
                  <a:lnTo>
                    <a:pt x="30111" y="249084"/>
                  </a:lnTo>
                  <a:lnTo>
                    <a:pt x="23033" y="248736"/>
                  </a:lnTo>
                  <a:lnTo>
                    <a:pt x="19550" y="245365"/>
                  </a:lnTo>
                  <a:lnTo>
                    <a:pt x="10224" y="207887"/>
                  </a:lnTo>
                  <a:lnTo>
                    <a:pt x="7079" y="179184"/>
                  </a:lnTo>
                  <a:lnTo>
                    <a:pt x="0" y="170421"/>
                  </a:lnTo>
                  <a:lnTo>
                    <a:pt x="226" y="154398"/>
                  </a:lnTo>
                  <a:lnTo>
                    <a:pt x="3933" y="149833"/>
                  </a:lnTo>
                  <a:lnTo>
                    <a:pt x="24381" y="167966"/>
                  </a:lnTo>
                  <a:lnTo>
                    <a:pt x="35503" y="166680"/>
                  </a:lnTo>
                  <a:lnTo>
                    <a:pt x="37526" y="163874"/>
                  </a:lnTo>
                  <a:lnTo>
                    <a:pt x="38762" y="156621"/>
                  </a:lnTo>
                  <a:lnTo>
                    <a:pt x="34717" y="145032"/>
                  </a:lnTo>
                  <a:lnTo>
                    <a:pt x="33481" y="129094"/>
                  </a:lnTo>
                  <a:lnTo>
                    <a:pt x="39997" y="108791"/>
                  </a:lnTo>
                  <a:lnTo>
                    <a:pt x="41121" y="81275"/>
                  </a:lnTo>
                  <a:lnTo>
                    <a:pt x="36852" y="64193"/>
                  </a:lnTo>
                  <a:lnTo>
                    <a:pt x="51907" y="7110"/>
                  </a:lnTo>
                  <a:lnTo>
                    <a:pt x="65276" y="829"/>
                  </a:lnTo>
                  <a:lnTo>
                    <a:pt x="80107" y="1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2" name="oPE_MapPart_PHL_2_142" descr="Philippinen">
              <a:extLst>
                <a:ext uri="{FF2B5EF4-FFF2-40B4-BE49-F238E27FC236}">
                  <a16:creationId xmlns:a16="http://schemas.microsoft.com/office/drawing/2014/main" id="{29E83F3A-A9C6-B45F-22E3-F3B53E33CF4D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8352624" y="4518411"/>
              <a:ext cx="291889" cy="262053"/>
            </a:xfrm>
            <a:custGeom>
              <a:avLst/>
              <a:gdLst/>
              <a:ahLst/>
              <a:cxnLst/>
              <a:rect l="0" t="0" r="0" b="0"/>
              <a:pathLst>
                <a:path w="291889" h="262053">
                  <a:moveTo>
                    <a:pt x="255936" y="27798"/>
                  </a:moveTo>
                  <a:lnTo>
                    <a:pt x="261104" y="31555"/>
                  </a:lnTo>
                  <a:lnTo>
                    <a:pt x="267620" y="30530"/>
                  </a:lnTo>
                  <a:lnTo>
                    <a:pt x="267620" y="40205"/>
                  </a:lnTo>
                  <a:lnTo>
                    <a:pt x="274586" y="51126"/>
                  </a:lnTo>
                  <a:lnTo>
                    <a:pt x="275597" y="57835"/>
                  </a:lnTo>
                  <a:lnTo>
                    <a:pt x="264362" y="73635"/>
                  </a:lnTo>
                  <a:lnTo>
                    <a:pt x="278406" y="80679"/>
                  </a:lnTo>
                  <a:lnTo>
                    <a:pt x="279305" y="90559"/>
                  </a:lnTo>
                  <a:lnTo>
                    <a:pt x="284247" y="98393"/>
                  </a:lnTo>
                  <a:lnTo>
                    <a:pt x="282787" y="121652"/>
                  </a:lnTo>
                  <a:lnTo>
                    <a:pt x="291214" y="131517"/>
                  </a:lnTo>
                  <a:lnTo>
                    <a:pt x="291888" y="158485"/>
                  </a:lnTo>
                  <a:lnTo>
                    <a:pt x="283012" y="173317"/>
                  </a:lnTo>
                  <a:lnTo>
                    <a:pt x="273911" y="181466"/>
                  </a:lnTo>
                  <a:lnTo>
                    <a:pt x="269081" y="181014"/>
                  </a:lnTo>
                  <a:lnTo>
                    <a:pt x="267620" y="183390"/>
                  </a:lnTo>
                  <a:lnTo>
                    <a:pt x="270541" y="190858"/>
                  </a:lnTo>
                  <a:lnTo>
                    <a:pt x="267396" y="217546"/>
                  </a:lnTo>
                  <a:lnTo>
                    <a:pt x="262452" y="206240"/>
                  </a:lnTo>
                  <a:lnTo>
                    <a:pt x="258295" y="183956"/>
                  </a:lnTo>
                  <a:lnTo>
                    <a:pt x="244588" y="153161"/>
                  </a:lnTo>
                  <a:lnTo>
                    <a:pt x="236162" y="157579"/>
                  </a:lnTo>
                  <a:lnTo>
                    <a:pt x="233128" y="167544"/>
                  </a:lnTo>
                  <a:lnTo>
                    <a:pt x="222230" y="179656"/>
                  </a:lnTo>
                  <a:lnTo>
                    <a:pt x="216950" y="193573"/>
                  </a:lnTo>
                  <a:lnTo>
                    <a:pt x="229871" y="207710"/>
                  </a:lnTo>
                  <a:lnTo>
                    <a:pt x="235038" y="222858"/>
                  </a:lnTo>
                  <a:lnTo>
                    <a:pt x="234926" y="238337"/>
                  </a:lnTo>
                  <a:lnTo>
                    <a:pt x="221668" y="257988"/>
                  </a:lnTo>
                  <a:lnTo>
                    <a:pt x="214815" y="262052"/>
                  </a:lnTo>
                  <a:lnTo>
                    <a:pt x="211108" y="260021"/>
                  </a:lnTo>
                  <a:lnTo>
                    <a:pt x="208187" y="252230"/>
                  </a:lnTo>
                  <a:lnTo>
                    <a:pt x="209984" y="234835"/>
                  </a:lnTo>
                  <a:lnTo>
                    <a:pt x="207625" y="232576"/>
                  </a:lnTo>
                  <a:lnTo>
                    <a:pt x="195378" y="245115"/>
                  </a:lnTo>
                  <a:lnTo>
                    <a:pt x="188638" y="244776"/>
                  </a:lnTo>
                  <a:lnTo>
                    <a:pt x="144034" y="222293"/>
                  </a:lnTo>
                  <a:lnTo>
                    <a:pt x="135608" y="211555"/>
                  </a:lnTo>
                  <a:lnTo>
                    <a:pt x="129878" y="174563"/>
                  </a:lnTo>
                  <a:lnTo>
                    <a:pt x="142685" y="157352"/>
                  </a:lnTo>
                  <a:lnTo>
                    <a:pt x="143697" y="149196"/>
                  </a:lnTo>
                  <a:lnTo>
                    <a:pt x="128754" y="132311"/>
                  </a:lnTo>
                  <a:lnTo>
                    <a:pt x="109880" y="122673"/>
                  </a:lnTo>
                  <a:lnTo>
                    <a:pt x="99094" y="123240"/>
                  </a:lnTo>
                  <a:lnTo>
                    <a:pt x="92802" y="148517"/>
                  </a:lnTo>
                  <a:lnTo>
                    <a:pt x="79433" y="140812"/>
                  </a:lnTo>
                  <a:lnTo>
                    <a:pt x="74376" y="130043"/>
                  </a:lnTo>
                  <a:lnTo>
                    <a:pt x="67747" y="139791"/>
                  </a:lnTo>
                  <a:lnTo>
                    <a:pt x="58535" y="140812"/>
                  </a:lnTo>
                  <a:lnTo>
                    <a:pt x="55389" y="128682"/>
                  </a:lnTo>
                  <a:lnTo>
                    <a:pt x="50446" y="125395"/>
                  </a:lnTo>
                  <a:lnTo>
                    <a:pt x="44379" y="126074"/>
                  </a:lnTo>
                  <a:lnTo>
                    <a:pt x="35503" y="133897"/>
                  </a:lnTo>
                  <a:lnTo>
                    <a:pt x="14831" y="177279"/>
                  </a:lnTo>
                  <a:lnTo>
                    <a:pt x="12022" y="179543"/>
                  </a:lnTo>
                  <a:lnTo>
                    <a:pt x="7640" y="178637"/>
                  </a:lnTo>
                  <a:lnTo>
                    <a:pt x="0" y="169356"/>
                  </a:lnTo>
                  <a:lnTo>
                    <a:pt x="1236" y="161542"/>
                  </a:lnTo>
                  <a:lnTo>
                    <a:pt x="8876" y="151236"/>
                  </a:lnTo>
                  <a:lnTo>
                    <a:pt x="14157" y="123126"/>
                  </a:lnTo>
                  <a:lnTo>
                    <a:pt x="21122" y="114620"/>
                  </a:lnTo>
                  <a:lnTo>
                    <a:pt x="30111" y="108266"/>
                  </a:lnTo>
                  <a:lnTo>
                    <a:pt x="62804" y="101343"/>
                  </a:lnTo>
                  <a:lnTo>
                    <a:pt x="68085" y="97258"/>
                  </a:lnTo>
                  <a:lnTo>
                    <a:pt x="68309" y="88743"/>
                  </a:lnTo>
                  <a:lnTo>
                    <a:pt x="71456" y="83745"/>
                  </a:lnTo>
                  <a:lnTo>
                    <a:pt x="77523" y="78634"/>
                  </a:lnTo>
                  <a:lnTo>
                    <a:pt x="89656" y="75226"/>
                  </a:lnTo>
                  <a:lnTo>
                    <a:pt x="95498" y="66816"/>
                  </a:lnTo>
                  <a:lnTo>
                    <a:pt x="110778" y="72044"/>
                  </a:lnTo>
                  <a:lnTo>
                    <a:pt x="117295" y="76588"/>
                  </a:lnTo>
                  <a:lnTo>
                    <a:pt x="121339" y="83858"/>
                  </a:lnTo>
                  <a:lnTo>
                    <a:pt x="123137" y="99301"/>
                  </a:lnTo>
                  <a:lnTo>
                    <a:pt x="115385" y="107473"/>
                  </a:lnTo>
                  <a:lnTo>
                    <a:pt x="118194" y="108039"/>
                  </a:lnTo>
                  <a:lnTo>
                    <a:pt x="143135" y="96690"/>
                  </a:lnTo>
                  <a:lnTo>
                    <a:pt x="156055" y="73294"/>
                  </a:lnTo>
                  <a:lnTo>
                    <a:pt x="169538" y="78180"/>
                  </a:lnTo>
                  <a:lnTo>
                    <a:pt x="176391" y="75680"/>
                  </a:lnTo>
                  <a:lnTo>
                    <a:pt x="179874" y="56016"/>
                  </a:lnTo>
                  <a:lnTo>
                    <a:pt x="185042" y="49761"/>
                  </a:lnTo>
                  <a:lnTo>
                    <a:pt x="202007" y="56357"/>
                  </a:lnTo>
                  <a:lnTo>
                    <a:pt x="206276" y="46348"/>
                  </a:lnTo>
                  <a:lnTo>
                    <a:pt x="216613" y="48623"/>
                  </a:lnTo>
                  <a:lnTo>
                    <a:pt x="224366" y="47144"/>
                  </a:lnTo>
                  <a:lnTo>
                    <a:pt x="226499" y="39181"/>
                  </a:lnTo>
                  <a:lnTo>
                    <a:pt x="218972" y="5699"/>
                  </a:lnTo>
                  <a:lnTo>
                    <a:pt x="222567" y="228"/>
                  </a:lnTo>
                  <a:lnTo>
                    <a:pt x="225713" y="0"/>
                  </a:lnTo>
                  <a:lnTo>
                    <a:pt x="252790" y="210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3" name="oPE_MapPart_PHL_3_143" descr="Philippinen">
              <a:extLst>
                <a:ext uri="{FF2B5EF4-FFF2-40B4-BE49-F238E27FC236}">
                  <a16:creationId xmlns:a16="http://schemas.microsoft.com/office/drawing/2014/main" id="{8B346079-C796-C809-CC6A-BF2BB6F7AE9B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8383521" y="4440398"/>
              <a:ext cx="72916" cy="122314"/>
            </a:xfrm>
            <a:custGeom>
              <a:avLst/>
              <a:gdLst/>
              <a:ahLst/>
              <a:cxnLst/>
              <a:rect l="0" t="0" r="0" b="0"/>
              <a:pathLst>
                <a:path w="72916" h="122314">
                  <a:moveTo>
                    <a:pt x="45614" y="121972"/>
                  </a:moveTo>
                  <a:lnTo>
                    <a:pt x="37075" y="122313"/>
                  </a:lnTo>
                  <a:lnTo>
                    <a:pt x="29099" y="105811"/>
                  </a:lnTo>
                  <a:lnTo>
                    <a:pt x="10112" y="95562"/>
                  </a:lnTo>
                  <a:lnTo>
                    <a:pt x="674" y="82231"/>
                  </a:lnTo>
                  <a:lnTo>
                    <a:pt x="0" y="74023"/>
                  </a:lnTo>
                  <a:lnTo>
                    <a:pt x="4494" y="65241"/>
                  </a:lnTo>
                  <a:lnTo>
                    <a:pt x="19549" y="63415"/>
                  </a:lnTo>
                  <a:lnTo>
                    <a:pt x="28424" y="57255"/>
                  </a:lnTo>
                  <a:lnTo>
                    <a:pt x="29099" y="44812"/>
                  </a:lnTo>
                  <a:lnTo>
                    <a:pt x="26065" y="30876"/>
                  </a:lnTo>
                  <a:lnTo>
                    <a:pt x="34829" y="18417"/>
                  </a:lnTo>
                  <a:lnTo>
                    <a:pt x="36401" y="6523"/>
                  </a:lnTo>
                  <a:lnTo>
                    <a:pt x="51344" y="0"/>
                  </a:lnTo>
                  <a:lnTo>
                    <a:pt x="69320" y="4235"/>
                  </a:lnTo>
                  <a:lnTo>
                    <a:pt x="72915" y="13272"/>
                  </a:lnTo>
                  <a:lnTo>
                    <a:pt x="47524" y="71399"/>
                  </a:lnTo>
                  <a:lnTo>
                    <a:pt x="46850" y="87701"/>
                  </a:lnTo>
                  <a:lnTo>
                    <a:pt x="57523" y="106038"/>
                  </a:lnTo>
                  <a:lnTo>
                    <a:pt x="49434" y="1204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4" name="oPE_MapPart_PHL_4_144" descr="Philippinen">
              <a:extLst>
                <a:ext uri="{FF2B5EF4-FFF2-40B4-BE49-F238E27FC236}">
                  <a16:creationId xmlns:a16="http://schemas.microsoft.com/office/drawing/2014/main" id="{0BBEF0F6-A239-5FA3-E495-5490E0676EA0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8501826" y="4339399"/>
              <a:ext cx="90781" cy="97109"/>
            </a:xfrm>
            <a:custGeom>
              <a:avLst/>
              <a:gdLst/>
              <a:ahLst/>
              <a:cxnLst/>
              <a:rect l="0" t="0" r="0" b="0"/>
              <a:pathLst>
                <a:path w="90781" h="97109">
                  <a:moveTo>
                    <a:pt x="58985" y="2877"/>
                  </a:moveTo>
                  <a:lnTo>
                    <a:pt x="63366" y="8055"/>
                  </a:lnTo>
                  <a:lnTo>
                    <a:pt x="63929" y="16107"/>
                  </a:lnTo>
                  <a:lnTo>
                    <a:pt x="77410" y="24385"/>
                  </a:lnTo>
                  <a:lnTo>
                    <a:pt x="72466" y="39665"/>
                  </a:lnTo>
                  <a:lnTo>
                    <a:pt x="74714" y="62504"/>
                  </a:lnTo>
                  <a:lnTo>
                    <a:pt x="82016" y="79699"/>
                  </a:lnTo>
                  <a:lnTo>
                    <a:pt x="79770" y="85198"/>
                  </a:lnTo>
                  <a:lnTo>
                    <a:pt x="87971" y="89779"/>
                  </a:lnTo>
                  <a:lnTo>
                    <a:pt x="90780" y="95619"/>
                  </a:lnTo>
                  <a:lnTo>
                    <a:pt x="89881" y="97108"/>
                  </a:lnTo>
                  <a:lnTo>
                    <a:pt x="83140" y="91955"/>
                  </a:lnTo>
                  <a:lnTo>
                    <a:pt x="58535" y="91039"/>
                  </a:lnTo>
                  <a:lnTo>
                    <a:pt x="40560" y="69843"/>
                  </a:lnTo>
                  <a:lnTo>
                    <a:pt x="38761" y="64798"/>
                  </a:lnTo>
                  <a:lnTo>
                    <a:pt x="42694" y="59636"/>
                  </a:lnTo>
                  <a:lnTo>
                    <a:pt x="43705" y="51605"/>
                  </a:lnTo>
                  <a:lnTo>
                    <a:pt x="36740" y="50916"/>
                  </a:lnTo>
                  <a:lnTo>
                    <a:pt x="23819" y="35301"/>
                  </a:lnTo>
                  <a:lnTo>
                    <a:pt x="9437" y="26799"/>
                  </a:lnTo>
                  <a:lnTo>
                    <a:pt x="1910" y="10816"/>
                  </a:lnTo>
                  <a:lnTo>
                    <a:pt x="0" y="230"/>
                  </a:lnTo>
                  <a:lnTo>
                    <a:pt x="16852" y="2992"/>
                  </a:lnTo>
                  <a:lnTo>
                    <a:pt x="5336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oPE_MapPart_PHL_5_145" descr="Philippinen">
              <a:extLst>
                <a:ext uri="{FF2B5EF4-FFF2-40B4-BE49-F238E27FC236}">
                  <a16:creationId xmlns:a16="http://schemas.microsoft.com/office/drawing/2014/main" id="{1796F739-543C-D043-2A02-109070027D16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8351726" y="4382510"/>
              <a:ext cx="79095" cy="92536"/>
            </a:xfrm>
            <a:custGeom>
              <a:avLst/>
              <a:gdLst/>
              <a:ahLst/>
              <a:cxnLst/>
              <a:rect l="0" t="0" r="0" b="0"/>
              <a:pathLst>
                <a:path w="79095" h="92536">
                  <a:moveTo>
                    <a:pt x="37750" y="18017"/>
                  </a:moveTo>
                  <a:lnTo>
                    <a:pt x="45052" y="21228"/>
                  </a:lnTo>
                  <a:lnTo>
                    <a:pt x="52130" y="18476"/>
                  </a:lnTo>
                  <a:lnTo>
                    <a:pt x="59096" y="19278"/>
                  </a:lnTo>
                  <a:lnTo>
                    <a:pt x="64939" y="23521"/>
                  </a:lnTo>
                  <a:lnTo>
                    <a:pt x="62691" y="29139"/>
                  </a:lnTo>
                  <a:lnTo>
                    <a:pt x="79094" y="23062"/>
                  </a:lnTo>
                  <a:lnTo>
                    <a:pt x="76735" y="38995"/>
                  </a:lnTo>
                  <a:lnTo>
                    <a:pt x="70331" y="49761"/>
                  </a:lnTo>
                  <a:lnTo>
                    <a:pt x="56961" y="57774"/>
                  </a:lnTo>
                  <a:lnTo>
                    <a:pt x="54939" y="68414"/>
                  </a:lnTo>
                  <a:lnTo>
                    <a:pt x="39435" y="76763"/>
                  </a:lnTo>
                  <a:lnTo>
                    <a:pt x="19212" y="81107"/>
                  </a:lnTo>
                  <a:lnTo>
                    <a:pt x="3931" y="92535"/>
                  </a:lnTo>
                  <a:lnTo>
                    <a:pt x="5617" y="80193"/>
                  </a:lnTo>
                  <a:lnTo>
                    <a:pt x="3707" y="72647"/>
                  </a:lnTo>
                  <a:lnTo>
                    <a:pt x="9998" y="51020"/>
                  </a:lnTo>
                  <a:lnTo>
                    <a:pt x="13257" y="16296"/>
                  </a:lnTo>
                  <a:lnTo>
                    <a:pt x="11010" y="11133"/>
                  </a:lnTo>
                  <a:lnTo>
                    <a:pt x="0" y="6887"/>
                  </a:lnTo>
                  <a:lnTo>
                    <a:pt x="4606" y="0"/>
                  </a:lnTo>
                  <a:lnTo>
                    <a:pt x="8651" y="115"/>
                  </a:lnTo>
                  <a:lnTo>
                    <a:pt x="31795" y="125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6" name="oPE_MapPart_PHL_6_146" descr="Philippinen">
              <a:extLst>
                <a:ext uri="{FF2B5EF4-FFF2-40B4-BE49-F238E27FC236}">
                  <a16:creationId xmlns:a16="http://schemas.microsoft.com/office/drawing/2014/main" id="{5369DD8C-BD97-2E2A-9B4C-F7BD0393A7EE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8060062" y="4417609"/>
              <a:ext cx="154146" cy="188864"/>
            </a:xfrm>
            <a:custGeom>
              <a:avLst/>
              <a:gdLst/>
              <a:ahLst/>
              <a:cxnLst/>
              <a:rect l="0" t="0" r="0" b="0"/>
              <a:pathLst>
                <a:path w="154146" h="188864">
                  <a:moveTo>
                    <a:pt x="5843" y="184206"/>
                  </a:moveTo>
                  <a:lnTo>
                    <a:pt x="0" y="188863"/>
                  </a:lnTo>
                  <a:lnTo>
                    <a:pt x="675" y="183185"/>
                  </a:lnTo>
                  <a:lnTo>
                    <a:pt x="8202" y="166936"/>
                  </a:lnTo>
                  <a:lnTo>
                    <a:pt x="41683" y="133609"/>
                  </a:lnTo>
                  <a:lnTo>
                    <a:pt x="50334" y="131788"/>
                  </a:lnTo>
                  <a:lnTo>
                    <a:pt x="55951" y="126892"/>
                  </a:lnTo>
                  <a:lnTo>
                    <a:pt x="112689" y="63147"/>
                  </a:lnTo>
                  <a:lnTo>
                    <a:pt x="125159" y="55265"/>
                  </a:lnTo>
                  <a:lnTo>
                    <a:pt x="130778" y="42007"/>
                  </a:lnTo>
                  <a:lnTo>
                    <a:pt x="127519" y="31943"/>
                  </a:lnTo>
                  <a:lnTo>
                    <a:pt x="142574" y="0"/>
                  </a:lnTo>
                  <a:lnTo>
                    <a:pt x="146169" y="5155"/>
                  </a:lnTo>
                  <a:lnTo>
                    <a:pt x="144147" y="25078"/>
                  </a:lnTo>
                  <a:lnTo>
                    <a:pt x="154145" y="53780"/>
                  </a:lnTo>
                  <a:lnTo>
                    <a:pt x="148416" y="59721"/>
                  </a:lnTo>
                  <a:lnTo>
                    <a:pt x="134260" y="64860"/>
                  </a:lnTo>
                  <a:lnTo>
                    <a:pt x="128979" y="69656"/>
                  </a:lnTo>
                  <a:lnTo>
                    <a:pt x="123249" y="81755"/>
                  </a:lnTo>
                  <a:lnTo>
                    <a:pt x="97634" y="90882"/>
                  </a:lnTo>
                  <a:lnTo>
                    <a:pt x="97071" y="100345"/>
                  </a:lnTo>
                  <a:lnTo>
                    <a:pt x="75950" y="132699"/>
                  </a:lnTo>
                  <a:lnTo>
                    <a:pt x="57187" y="142486"/>
                  </a:lnTo>
                  <a:lnTo>
                    <a:pt x="48199" y="156591"/>
                  </a:lnTo>
                  <a:lnTo>
                    <a:pt x="22133" y="171482"/>
                  </a:lnTo>
                  <a:lnTo>
                    <a:pt x="18651" y="177959"/>
                  </a:lnTo>
                  <a:lnTo>
                    <a:pt x="12134" y="18068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7" name="oPE_MapPart_PHL_7_147" descr="Philippinen">
              <a:extLst>
                <a:ext uri="{FF2B5EF4-FFF2-40B4-BE49-F238E27FC236}">
                  <a16:creationId xmlns:a16="http://schemas.microsoft.com/office/drawing/2014/main" id="{B36354E0-B55F-24CD-C389-0D3215E8834E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8254879" y="4278966"/>
              <a:ext cx="75052" cy="83095"/>
            </a:xfrm>
            <a:custGeom>
              <a:avLst/>
              <a:gdLst/>
              <a:ahLst/>
              <a:cxnLst/>
              <a:rect l="0" t="0" r="0" b="0"/>
              <a:pathLst>
                <a:path w="75052" h="83095">
                  <a:moveTo>
                    <a:pt x="22807" y="2311"/>
                  </a:moveTo>
                  <a:lnTo>
                    <a:pt x="35952" y="925"/>
                  </a:lnTo>
                  <a:lnTo>
                    <a:pt x="48873" y="8665"/>
                  </a:lnTo>
                  <a:lnTo>
                    <a:pt x="53929" y="5430"/>
                  </a:lnTo>
                  <a:lnTo>
                    <a:pt x="73927" y="24709"/>
                  </a:lnTo>
                  <a:lnTo>
                    <a:pt x="70893" y="37509"/>
                  </a:lnTo>
                  <a:lnTo>
                    <a:pt x="75051" y="56288"/>
                  </a:lnTo>
                  <a:lnTo>
                    <a:pt x="73703" y="59741"/>
                  </a:lnTo>
                  <a:lnTo>
                    <a:pt x="66961" y="69984"/>
                  </a:lnTo>
                  <a:lnTo>
                    <a:pt x="65837" y="77805"/>
                  </a:lnTo>
                  <a:lnTo>
                    <a:pt x="61344" y="77690"/>
                  </a:lnTo>
                  <a:lnTo>
                    <a:pt x="56063" y="83094"/>
                  </a:lnTo>
                  <a:lnTo>
                    <a:pt x="51008" y="81945"/>
                  </a:lnTo>
                  <a:lnTo>
                    <a:pt x="38874" y="68488"/>
                  </a:lnTo>
                  <a:lnTo>
                    <a:pt x="34941" y="55828"/>
                  </a:lnTo>
                  <a:lnTo>
                    <a:pt x="28537" y="49263"/>
                  </a:lnTo>
                  <a:lnTo>
                    <a:pt x="26515" y="35089"/>
                  </a:lnTo>
                  <a:lnTo>
                    <a:pt x="21347" y="24709"/>
                  </a:lnTo>
                  <a:lnTo>
                    <a:pt x="10561" y="16400"/>
                  </a:lnTo>
                  <a:lnTo>
                    <a:pt x="7303" y="7856"/>
                  </a:lnTo>
                  <a:lnTo>
                    <a:pt x="0" y="6701"/>
                  </a:lnTo>
                  <a:lnTo>
                    <a:pt x="3932" y="0"/>
                  </a:lnTo>
                  <a:lnTo>
                    <a:pt x="19661" y="11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8" name="oPE_MapPart_PHL_8_148" descr="Philippinen">
              <a:extLst>
                <a:ext uri="{FF2B5EF4-FFF2-40B4-BE49-F238E27FC236}">
                  <a16:creationId xmlns:a16="http://schemas.microsoft.com/office/drawing/2014/main" id="{1505AB6E-8C0A-8C3D-2E41-C9CF00BB3E3D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8502613" y="4405688"/>
              <a:ext cx="59996" cy="95389"/>
            </a:xfrm>
            <a:custGeom>
              <a:avLst/>
              <a:gdLst/>
              <a:ahLst/>
              <a:cxnLst/>
              <a:rect l="0" t="0" r="0" b="0"/>
              <a:pathLst>
                <a:path w="59996" h="95389">
                  <a:moveTo>
                    <a:pt x="16628" y="12150"/>
                  </a:moveTo>
                  <a:lnTo>
                    <a:pt x="21009" y="14441"/>
                  </a:lnTo>
                  <a:lnTo>
                    <a:pt x="32020" y="8483"/>
                  </a:lnTo>
                  <a:lnTo>
                    <a:pt x="38873" y="10317"/>
                  </a:lnTo>
                  <a:lnTo>
                    <a:pt x="45950" y="25438"/>
                  </a:lnTo>
                  <a:lnTo>
                    <a:pt x="44041" y="47639"/>
                  </a:lnTo>
                  <a:lnTo>
                    <a:pt x="53479" y="57015"/>
                  </a:lnTo>
                  <a:lnTo>
                    <a:pt x="59995" y="77924"/>
                  </a:lnTo>
                  <a:lnTo>
                    <a:pt x="58984" y="80778"/>
                  </a:lnTo>
                  <a:lnTo>
                    <a:pt x="52468" y="80207"/>
                  </a:lnTo>
                  <a:lnTo>
                    <a:pt x="52131" y="85459"/>
                  </a:lnTo>
                  <a:lnTo>
                    <a:pt x="42356" y="74155"/>
                  </a:lnTo>
                  <a:lnTo>
                    <a:pt x="44828" y="95388"/>
                  </a:lnTo>
                  <a:lnTo>
                    <a:pt x="29548" y="86828"/>
                  </a:lnTo>
                  <a:lnTo>
                    <a:pt x="30110" y="76667"/>
                  </a:lnTo>
                  <a:lnTo>
                    <a:pt x="26852" y="69585"/>
                  </a:lnTo>
                  <a:lnTo>
                    <a:pt x="29885" y="47867"/>
                  </a:lnTo>
                  <a:lnTo>
                    <a:pt x="22133" y="36427"/>
                  </a:lnTo>
                  <a:lnTo>
                    <a:pt x="12134" y="40089"/>
                  </a:lnTo>
                  <a:lnTo>
                    <a:pt x="8538" y="38830"/>
                  </a:lnTo>
                  <a:lnTo>
                    <a:pt x="3595" y="10431"/>
                  </a:lnTo>
                  <a:lnTo>
                    <a:pt x="0" y="3096"/>
                  </a:lnTo>
                  <a:lnTo>
                    <a:pt x="1460" y="0"/>
                  </a:lnTo>
                  <a:lnTo>
                    <a:pt x="14942" y="88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9" name="oPE_MapPart_PHL_9_149" descr="Philippinen">
              <a:extLst>
                <a:ext uri="{FF2B5EF4-FFF2-40B4-BE49-F238E27FC236}">
                  <a16:creationId xmlns:a16="http://schemas.microsoft.com/office/drawing/2014/main" id="{C800607D-C4A5-A48B-1FA3-23B472DB30EC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8440707" y="4422306"/>
              <a:ext cx="45840" cy="117413"/>
            </a:xfrm>
            <a:custGeom>
              <a:avLst/>
              <a:gdLst/>
              <a:ahLst/>
              <a:cxnLst/>
              <a:rect l="0" t="0" r="0" b="0"/>
              <a:pathLst>
                <a:path w="45840" h="117413">
                  <a:moveTo>
                    <a:pt x="3371" y="115704"/>
                  </a:moveTo>
                  <a:lnTo>
                    <a:pt x="1012" y="117412"/>
                  </a:lnTo>
                  <a:lnTo>
                    <a:pt x="0" y="113198"/>
                  </a:lnTo>
                  <a:lnTo>
                    <a:pt x="5506" y="87895"/>
                  </a:lnTo>
                  <a:lnTo>
                    <a:pt x="4382" y="82990"/>
                  </a:lnTo>
                  <a:lnTo>
                    <a:pt x="24717" y="50797"/>
                  </a:lnTo>
                  <a:lnTo>
                    <a:pt x="38312" y="19694"/>
                  </a:lnTo>
                  <a:lnTo>
                    <a:pt x="40671" y="5498"/>
                  </a:lnTo>
                  <a:lnTo>
                    <a:pt x="45053" y="0"/>
                  </a:lnTo>
                  <a:lnTo>
                    <a:pt x="45839" y="43711"/>
                  </a:lnTo>
                  <a:lnTo>
                    <a:pt x="43031" y="55480"/>
                  </a:lnTo>
                  <a:lnTo>
                    <a:pt x="39661" y="60848"/>
                  </a:lnTo>
                  <a:lnTo>
                    <a:pt x="23931" y="72721"/>
                  </a:lnTo>
                  <a:lnTo>
                    <a:pt x="11123" y="1069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0" name="oPE_MapPart_PHL_10_150" descr="Philippinen">
              <a:extLst>
                <a:ext uri="{FF2B5EF4-FFF2-40B4-BE49-F238E27FC236}">
                  <a16:creationId xmlns:a16="http://schemas.microsoft.com/office/drawing/2014/main" id="{C77E99F5-7633-6DFC-09E3-B2C3BA79E9C8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8471941" y="4493087"/>
              <a:ext cx="48537" cy="35469"/>
            </a:xfrm>
            <a:custGeom>
              <a:avLst/>
              <a:gdLst/>
              <a:ahLst/>
              <a:cxnLst/>
              <a:rect l="0" t="0" r="0" b="0"/>
              <a:pathLst>
                <a:path w="48537" h="35469">
                  <a:moveTo>
                    <a:pt x="48536" y="23613"/>
                  </a:moveTo>
                  <a:lnTo>
                    <a:pt x="47861" y="25894"/>
                  </a:lnTo>
                  <a:lnTo>
                    <a:pt x="41232" y="26008"/>
                  </a:lnTo>
                  <a:lnTo>
                    <a:pt x="33930" y="33530"/>
                  </a:lnTo>
                  <a:lnTo>
                    <a:pt x="19100" y="35468"/>
                  </a:lnTo>
                  <a:lnTo>
                    <a:pt x="7415" y="33872"/>
                  </a:lnTo>
                  <a:lnTo>
                    <a:pt x="787" y="25209"/>
                  </a:lnTo>
                  <a:lnTo>
                    <a:pt x="0" y="21675"/>
                  </a:lnTo>
                  <a:lnTo>
                    <a:pt x="2922" y="17798"/>
                  </a:lnTo>
                  <a:lnTo>
                    <a:pt x="15167" y="10042"/>
                  </a:lnTo>
                  <a:lnTo>
                    <a:pt x="22246" y="1484"/>
                  </a:lnTo>
                  <a:lnTo>
                    <a:pt x="32357" y="0"/>
                  </a:lnTo>
                  <a:lnTo>
                    <a:pt x="47524" y="8445"/>
                  </a:lnTo>
                  <a:lnTo>
                    <a:pt x="47749" y="2087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1" name="oPE_MapPart_PHL_11_151" descr="Philippinen">
              <a:extLst>
                <a:ext uri="{FF2B5EF4-FFF2-40B4-BE49-F238E27FC236}">
                  <a16:creationId xmlns:a16="http://schemas.microsoft.com/office/drawing/2014/main" id="{4E41879D-6058-2D84-01F0-5417C9AFBE34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8430820" y="4338707"/>
              <a:ext cx="55390" cy="53101"/>
            </a:xfrm>
            <a:custGeom>
              <a:avLst/>
              <a:gdLst/>
              <a:ahLst/>
              <a:cxnLst/>
              <a:rect l="0" t="0" r="0" b="0"/>
              <a:pathLst>
                <a:path w="55390" h="53101">
                  <a:moveTo>
                    <a:pt x="34829" y="18984"/>
                  </a:moveTo>
                  <a:lnTo>
                    <a:pt x="46850" y="26456"/>
                  </a:lnTo>
                  <a:lnTo>
                    <a:pt x="55053" y="39439"/>
                  </a:lnTo>
                  <a:lnTo>
                    <a:pt x="55389" y="53100"/>
                  </a:lnTo>
                  <a:lnTo>
                    <a:pt x="43031" y="42769"/>
                  </a:lnTo>
                  <a:lnTo>
                    <a:pt x="35390" y="40357"/>
                  </a:lnTo>
                  <a:lnTo>
                    <a:pt x="36065" y="37142"/>
                  </a:lnTo>
                  <a:lnTo>
                    <a:pt x="19774" y="23468"/>
                  </a:lnTo>
                  <a:lnTo>
                    <a:pt x="0" y="42081"/>
                  </a:lnTo>
                  <a:lnTo>
                    <a:pt x="6854" y="12083"/>
                  </a:lnTo>
                  <a:lnTo>
                    <a:pt x="4944" y="0"/>
                  </a:lnTo>
                  <a:lnTo>
                    <a:pt x="19100" y="5295"/>
                  </a:lnTo>
                  <a:lnTo>
                    <a:pt x="26065" y="1127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2" name="oPE_MapPart_PHL_12_152" descr="Philippinen">
              <a:extLst>
                <a:ext uri="{FF2B5EF4-FFF2-40B4-BE49-F238E27FC236}">
                  <a16:creationId xmlns:a16="http://schemas.microsoft.com/office/drawing/2014/main" id="{83DB3053-730B-D7C0-D207-34230141FF1F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8485760" y="4242871"/>
              <a:ext cx="23708" cy="35056"/>
            </a:xfrm>
            <a:custGeom>
              <a:avLst/>
              <a:gdLst/>
              <a:ahLst/>
              <a:cxnLst/>
              <a:rect l="0" t="0" r="0" b="0"/>
              <a:pathLst>
                <a:path w="23708" h="35056">
                  <a:moveTo>
                    <a:pt x="19662" y="28699"/>
                  </a:moveTo>
                  <a:lnTo>
                    <a:pt x="18088" y="32859"/>
                  </a:lnTo>
                  <a:lnTo>
                    <a:pt x="13144" y="31588"/>
                  </a:lnTo>
                  <a:lnTo>
                    <a:pt x="8539" y="35055"/>
                  </a:lnTo>
                  <a:lnTo>
                    <a:pt x="1236" y="30317"/>
                  </a:lnTo>
                  <a:lnTo>
                    <a:pt x="0" y="26617"/>
                  </a:lnTo>
                  <a:lnTo>
                    <a:pt x="5393" y="18522"/>
                  </a:lnTo>
                  <a:lnTo>
                    <a:pt x="5281" y="6370"/>
                  </a:lnTo>
                  <a:lnTo>
                    <a:pt x="9213" y="1158"/>
                  </a:lnTo>
                  <a:lnTo>
                    <a:pt x="11684" y="0"/>
                  </a:lnTo>
                  <a:lnTo>
                    <a:pt x="16853" y="8453"/>
                  </a:lnTo>
                  <a:lnTo>
                    <a:pt x="23707" y="13315"/>
                  </a:lnTo>
                  <a:lnTo>
                    <a:pt x="22807" y="2557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3" name="oPE_MapPart_PHL_13_153" descr="Philippinen">
              <a:extLst>
                <a:ext uri="{FF2B5EF4-FFF2-40B4-BE49-F238E27FC236}">
                  <a16:creationId xmlns:a16="http://schemas.microsoft.com/office/drawing/2014/main" id="{6F1C3B6F-2543-A82E-7207-862805EF5D29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8346557" y="4708816"/>
              <a:ext cx="32246" cy="20472"/>
            </a:xfrm>
            <a:custGeom>
              <a:avLst/>
              <a:gdLst/>
              <a:ahLst/>
              <a:cxnLst/>
              <a:rect l="0" t="0" r="0" b="0"/>
              <a:pathLst>
                <a:path w="32246" h="20472">
                  <a:moveTo>
                    <a:pt x="17752" y="19679"/>
                  </a:moveTo>
                  <a:lnTo>
                    <a:pt x="9438" y="20471"/>
                  </a:lnTo>
                  <a:lnTo>
                    <a:pt x="0" y="8032"/>
                  </a:lnTo>
                  <a:lnTo>
                    <a:pt x="1461" y="4864"/>
                  </a:lnTo>
                  <a:lnTo>
                    <a:pt x="15616" y="0"/>
                  </a:lnTo>
                  <a:lnTo>
                    <a:pt x="29998" y="6448"/>
                  </a:lnTo>
                  <a:lnTo>
                    <a:pt x="32245" y="8711"/>
                  </a:lnTo>
                  <a:lnTo>
                    <a:pt x="27751" y="10181"/>
                  </a:lnTo>
                  <a:lnTo>
                    <a:pt x="24493" y="161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4" name="oPE_MapPart_PHL_14_154" descr="Philippinen">
              <a:extLst>
                <a:ext uri="{FF2B5EF4-FFF2-40B4-BE49-F238E27FC236}">
                  <a16:creationId xmlns:a16="http://schemas.microsoft.com/office/drawing/2014/main" id="{8F7B9C1B-285D-3631-5CEA-2FC03BB7EEFF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8225330" y="4355621"/>
              <a:ext cx="29662" cy="20803"/>
            </a:xfrm>
            <a:custGeom>
              <a:avLst/>
              <a:gdLst/>
              <a:ahLst/>
              <a:cxnLst/>
              <a:rect l="0" t="0" r="0" b="0"/>
              <a:pathLst>
                <a:path w="29662" h="20803">
                  <a:moveTo>
                    <a:pt x="14606" y="9658"/>
                  </a:moveTo>
                  <a:lnTo>
                    <a:pt x="20448" y="9772"/>
                  </a:lnTo>
                  <a:lnTo>
                    <a:pt x="22584" y="6324"/>
                  </a:lnTo>
                  <a:lnTo>
                    <a:pt x="29661" y="15403"/>
                  </a:lnTo>
                  <a:lnTo>
                    <a:pt x="27976" y="19539"/>
                  </a:lnTo>
                  <a:lnTo>
                    <a:pt x="14606" y="20802"/>
                  </a:lnTo>
                  <a:lnTo>
                    <a:pt x="9101" y="19883"/>
                  </a:lnTo>
                  <a:lnTo>
                    <a:pt x="0" y="7703"/>
                  </a:lnTo>
                  <a:lnTo>
                    <a:pt x="3147" y="0"/>
                  </a:lnTo>
                  <a:lnTo>
                    <a:pt x="13259" y="77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5" name="oPE_MapPart_PHL_15_155" descr="Philippinen">
              <a:extLst>
                <a:ext uri="{FF2B5EF4-FFF2-40B4-BE49-F238E27FC236}">
                  <a16:creationId xmlns:a16="http://schemas.microsoft.com/office/drawing/2014/main" id="{96F71A9D-29E5-A979-8E6D-176C730C4FC8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8347007" y="4275730"/>
              <a:ext cx="19212" cy="23215"/>
            </a:xfrm>
            <a:custGeom>
              <a:avLst/>
              <a:gdLst/>
              <a:ahLst/>
              <a:cxnLst/>
              <a:rect l="0" t="0" r="0" b="0"/>
              <a:pathLst>
                <a:path w="19212" h="23215">
                  <a:moveTo>
                    <a:pt x="6179" y="1734"/>
                  </a:moveTo>
                  <a:lnTo>
                    <a:pt x="11235" y="1272"/>
                  </a:lnTo>
                  <a:lnTo>
                    <a:pt x="18650" y="6587"/>
                  </a:lnTo>
                  <a:lnTo>
                    <a:pt x="19211" y="12940"/>
                  </a:lnTo>
                  <a:lnTo>
                    <a:pt x="11796" y="23214"/>
                  </a:lnTo>
                  <a:lnTo>
                    <a:pt x="898" y="15249"/>
                  </a:lnTo>
                  <a:lnTo>
                    <a:pt x="0" y="9129"/>
                  </a:lnTo>
                  <a:lnTo>
                    <a:pt x="314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6" name="oPE_MapPart_PHL_16_156" descr="Philippinen">
              <a:extLst>
                <a:ext uri="{FF2B5EF4-FFF2-40B4-BE49-F238E27FC236}">
                  <a16:creationId xmlns:a16="http://schemas.microsoft.com/office/drawing/2014/main" id="{FBBBF04F-7BB7-87D5-2350-DF22890E07DA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8288472" y="4749292"/>
              <a:ext cx="33369" cy="14235"/>
            </a:xfrm>
            <a:custGeom>
              <a:avLst/>
              <a:gdLst/>
              <a:ahLst/>
              <a:cxnLst/>
              <a:rect l="0" t="0" r="0" b="0"/>
              <a:pathLst>
                <a:path w="33369" h="14235">
                  <a:moveTo>
                    <a:pt x="17639" y="1356"/>
                  </a:moveTo>
                  <a:lnTo>
                    <a:pt x="21009" y="5875"/>
                  </a:lnTo>
                  <a:lnTo>
                    <a:pt x="32133" y="5875"/>
                  </a:lnTo>
                  <a:lnTo>
                    <a:pt x="33368" y="9829"/>
                  </a:lnTo>
                  <a:lnTo>
                    <a:pt x="26065" y="14234"/>
                  </a:lnTo>
                  <a:lnTo>
                    <a:pt x="21235" y="9603"/>
                  </a:lnTo>
                  <a:lnTo>
                    <a:pt x="12808" y="12765"/>
                  </a:lnTo>
                  <a:lnTo>
                    <a:pt x="8876" y="10845"/>
                  </a:lnTo>
                  <a:lnTo>
                    <a:pt x="3371" y="12540"/>
                  </a:lnTo>
                  <a:lnTo>
                    <a:pt x="0" y="9038"/>
                  </a:lnTo>
                  <a:lnTo>
                    <a:pt x="1348" y="5649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7" name="oPE_MapPart_QAT_1_157" descr="Katar">
              <a:extLst>
                <a:ext uri="{FF2B5EF4-FFF2-40B4-BE49-F238E27FC236}">
                  <a16:creationId xmlns:a16="http://schemas.microsoft.com/office/drawing/2014/main" id="{F1FF95A4-66A3-D54B-F691-E6927EC57A31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3911617" y="3438249"/>
              <a:ext cx="53368" cy="109173"/>
            </a:xfrm>
            <a:custGeom>
              <a:avLst/>
              <a:gdLst/>
              <a:ahLst/>
              <a:cxnLst/>
              <a:rect l="0" t="0" r="0" b="0"/>
              <a:pathLst>
                <a:path w="53368" h="109173">
                  <a:moveTo>
                    <a:pt x="32020" y="106825"/>
                  </a:moveTo>
                  <a:lnTo>
                    <a:pt x="13145" y="109172"/>
                  </a:lnTo>
                  <a:lnTo>
                    <a:pt x="6292" y="101881"/>
                  </a:lnTo>
                  <a:lnTo>
                    <a:pt x="3146" y="94335"/>
                  </a:lnTo>
                  <a:lnTo>
                    <a:pt x="5730" y="87526"/>
                  </a:lnTo>
                  <a:lnTo>
                    <a:pt x="0" y="52278"/>
                  </a:lnTo>
                  <a:lnTo>
                    <a:pt x="15505" y="12007"/>
                  </a:lnTo>
                  <a:lnTo>
                    <a:pt x="31683" y="0"/>
                  </a:lnTo>
                  <a:lnTo>
                    <a:pt x="49210" y="17505"/>
                  </a:lnTo>
                  <a:lnTo>
                    <a:pt x="51008" y="25869"/>
                  </a:lnTo>
                  <a:lnTo>
                    <a:pt x="45615" y="43692"/>
                  </a:lnTo>
                  <a:lnTo>
                    <a:pt x="53367" y="76247"/>
                  </a:lnTo>
                  <a:lnTo>
                    <a:pt x="40109" y="1042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8" name="oPE_MapPart_SAU_1_158" descr="Saudi-Arabien">
              <a:extLst>
                <a:ext uri="{FF2B5EF4-FFF2-40B4-BE49-F238E27FC236}">
                  <a16:creationId xmlns:a16="http://schemas.microsoft.com/office/drawing/2014/main" id="{2321A909-4BDB-44A8-3673-467735AC63C2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3022135" y="3470478"/>
              <a:ext cx="28089" cy="21169"/>
            </a:xfrm>
            <a:custGeom>
              <a:avLst/>
              <a:gdLst/>
              <a:ahLst/>
              <a:cxnLst/>
              <a:rect l="0" t="0" r="0" b="0"/>
              <a:pathLst>
                <a:path w="28089" h="21169">
                  <a:moveTo>
                    <a:pt x="24829" y="21168"/>
                  </a:moveTo>
                  <a:lnTo>
                    <a:pt x="13594" y="10716"/>
                  </a:lnTo>
                  <a:lnTo>
                    <a:pt x="1685" y="6107"/>
                  </a:lnTo>
                  <a:lnTo>
                    <a:pt x="0" y="3117"/>
                  </a:lnTo>
                  <a:lnTo>
                    <a:pt x="1797" y="0"/>
                  </a:lnTo>
                  <a:lnTo>
                    <a:pt x="5280" y="4861"/>
                  </a:lnTo>
                  <a:lnTo>
                    <a:pt x="28088" y="190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9" name="oPE_MapPart_SAU_2_159" descr="Saudi-Arabien">
              <a:extLst>
                <a:ext uri="{FF2B5EF4-FFF2-40B4-BE49-F238E27FC236}">
                  <a16:creationId xmlns:a16="http://schemas.microsoft.com/office/drawing/2014/main" id="{9EA4519C-0264-EBF8-6619-8ED00D6B6381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3351211" y="4053349"/>
              <a:ext cx="24606" cy="28166"/>
            </a:xfrm>
            <a:custGeom>
              <a:avLst/>
              <a:gdLst/>
              <a:ahLst/>
              <a:cxnLst/>
              <a:rect l="0" t="0" r="0" b="0"/>
              <a:pathLst>
                <a:path w="24606" h="28166">
                  <a:moveTo>
                    <a:pt x="13145" y="18784"/>
                  </a:moveTo>
                  <a:lnTo>
                    <a:pt x="17976" y="19136"/>
                  </a:lnTo>
                  <a:lnTo>
                    <a:pt x="15617" y="15969"/>
                  </a:lnTo>
                  <a:lnTo>
                    <a:pt x="17751" y="13035"/>
                  </a:lnTo>
                  <a:lnTo>
                    <a:pt x="24605" y="19136"/>
                  </a:lnTo>
                  <a:lnTo>
                    <a:pt x="23818" y="28165"/>
                  </a:lnTo>
                  <a:lnTo>
                    <a:pt x="18425" y="21599"/>
                  </a:lnTo>
                  <a:lnTo>
                    <a:pt x="11685" y="22772"/>
                  </a:lnTo>
                  <a:lnTo>
                    <a:pt x="1573" y="14560"/>
                  </a:lnTo>
                  <a:lnTo>
                    <a:pt x="0" y="10218"/>
                  </a:lnTo>
                  <a:lnTo>
                    <a:pt x="5168" y="7165"/>
                  </a:lnTo>
                  <a:lnTo>
                    <a:pt x="5280" y="0"/>
                  </a:lnTo>
                  <a:lnTo>
                    <a:pt x="8763" y="588"/>
                  </a:lnTo>
                  <a:lnTo>
                    <a:pt x="10673" y="1655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0" name="oPE_MapPart_SAU_3_160" descr="Saudi-Arabien">
              <a:extLst>
                <a:ext uri="{FF2B5EF4-FFF2-40B4-BE49-F238E27FC236}">
                  <a16:creationId xmlns:a16="http://schemas.microsoft.com/office/drawing/2014/main" id="{D01D74DE-2CCF-C0D2-9B99-593FCC48C36D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2904279" y="3011268"/>
              <a:ext cx="1312372" cy="1083252"/>
            </a:xfrm>
            <a:custGeom>
              <a:avLst/>
              <a:gdLst/>
              <a:ahLst/>
              <a:cxnLst/>
              <a:rect l="0" t="0" r="0" b="0"/>
              <a:pathLst>
                <a:path w="1312372" h="1083252">
                  <a:moveTo>
                    <a:pt x="1083624" y="911301"/>
                  </a:moveTo>
                  <a:lnTo>
                    <a:pt x="900493" y="938596"/>
                  </a:lnTo>
                  <a:lnTo>
                    <a:pt x="846115" y="966535"/>
                  </a:lnTo>
                  <a:lnTo>
                    <a:pt x="809151" y="1012910"/>
                  </a:lnTo>
                  <a:lnTo>
                    <a:pt x="800613" y="1034913"/>
                  </a:lnTo>
                  <a:lnTo>
                    <a:pt x="781962" y="1045723"/>
                  </a:lnTo>
                  <a:lnTo>
                    <a:pt x="771514" y="1045253"/>
                  </a:lnTo>
                  <a:lnTo>
                    <a:pt x="756009" y="1024917"/>
                  </a:lnTo>
                  <a:lnTo>
                    <a:pt x="729944" y="1027152"/>
                  </a:lnTo>
                  <a:lnTo>
                    <a:pt x="681520" y="1022563"/>
                  </a:lnTo>
                  <a:lnTo>
                    <a:pt x="657365" y="1014323"/>
                  </a:lnTo>
                  <a:lnTo>
                    <a:pt x="595460" y="1016207"/>
                  </a:lnTo>
                  <a:lnTo>
                    <a:pt x="580517" y="1021033"/>
                  </a:lnTo>
                  <a:lnTo>
                    <a:pt x="567821" y="1018326"/>
                  </a:lnTo>
                  <a:lnTo>
                    <a:pt x="560631" y="1011497"/>
                  </a:lnTo>
                  <a:lnTo>
                    <a:pt x="549396" y="1008552"/>
                  </a:lnTo>
                  <a:lnTo>
                    <a:pt x="535240" y="1018797"/>
                  </a:lnTo>
                  <a:lnTo>
                    <a:pt x="538160" y="1024917"/>
                  </a:lnTo>
                  <a:lnTo>
                    <a:pt x="533105" y="1028916"/>
                  </a:lnTo>
                  <a:lnTo>
                    <a:pt x="530633" y="1046075"/>
                  </a:lnTo>
                  <a:lnTo>
                    <a:pt x="534790" y="1054529"/>
                  </a:lnTo>
                  <a:lnTo>
                    <a:pt x="533667" y="1062507"/>
                  </a:lnTo>
                  <a:lnTo>
                    <a:pt x="510747" y="1083251"/>
                  </a:lnTo>
                  <a:lnTo>
                    <a:pt x="504568" y="1059457"/>
                  </a:lnTo>
                  <a:lnTo>
                    <a:pt x="495467" y="1050890"/>
                  </a:lnTo>
                  <a:lnTo>
                    <a:pt x="494906" y="1044901"/>
                  </a:lnTo>
                  <a:lnTo>
                    <a:pt x="484794" y="1034325"/>
                  </a:lnTo>
                  <a:lnTo>
                    <a:pt x="479289" y="1013852"/>
                  </a:lnTo>
                  <a:lnTo>
                    <a:pt x="445247" y="984257"/>
                  </a:lnTo>
                  <a:lnTo>
                    <a:pt x="430191" y="960030"/>
                  </a:lnTo>
                  <a:lnTo>
                    <a:pt x="425473" y="947128"/>
                  </a:lnTo>
                  <a:lnTo>
                    <a:pt x="412777" y="932194"/>
                  </a:lnTo>
                  <a:lnTo>
                    <a:pt x="405699" y="905596"/>
                  </a:lnTo>
                  <a:lnTo>
                    <a:pt x="383454" y="861042"/>
                  </a:lnTo>
                  <a:lnTo>
                    <a:pt x="374465" y="856625"/>
                  </a:lnTo>
                  <a:lnTo>
                    <a:pt x="366152" y="845273"/>
                  </a:lnTo>
                  <a:lnTo>
                    <a:pt x="341097" y="827085"/>
                  </a:lnTo>
                  <a:lnTo>
                    <a:pt x="328851" y="825288"/>
                  </a:lnTo>
                  <a:lnTo>
                    <a:pt x="319077" y="818818"/>
                  </a:lnTo>
                  <a:lnTo>
                    <a:pt x="290876" y="779908"/>
                  </a:lnTo>
                  <a:lnTo>
                    <a:pt x="279529" y="757382"/>
                  </a:lnTo>
                  <a:lnTo>
                    <a:pt x="282787" y="743383"/>
                  </a:lnTo>
                  <a:lnTo>
                    <a:pt x="272900" y="718957"/>
                  </a:lnTo>
                  <a:lnTo>
                    <a:pt x="279641" y="684631"/>
                  </a:lnTo>
                  <a:lnTo>
                    <a:pt x="277507" y="671134"/>
                  </a:lnTo>
                  <a:lnTo>
                    <a:pt x="273687" y="663829"/>
                  </a:lnTo>
                  <a:lnTo>
                    <a:pt x="274136" y="659079"/>
                  </a:lnTo>
                  <a:lnTo>
                    <a:pt x="266384" y="651521"/>
                  </a:lnTo>
                  <a:lnTo>
                    <a:pt x="269979" y="651521"/>
                  </a:lnTo>
                  <a:lnTo>
                    <a:pt x="260991" y="640173"/>
                  </a:lnTo>
                  <a:lnTo>
                    <a:pt x="255261" y="622696"/>
                  </a:lnTo>
                  <a:lnTo>
                    <a:pt x="240206" y="595129"/>
                  </a:lnTo>
                  <a:lnTo>
                    <a:pt x="229308" y="581498"/>
                  </a:lnTo>
                  <a:lnTo>
                    <a:pt x="206276" y="562797"/>
                  </a:lnTo>
                  <a:lnTo>
                    <a:pt x="200097" y="562551"/>
                  </a:lnTo>
                  <a:lnTo>
                    <a:pt x="193356" y="556637"/>
                  </a:lnTo>
                  <a:lnTo>
                    <a:pt x="182682" y="555527"/>
                  </a:lnTo>
                  <a:lnTo>
                    <a:pt x="160100" y="519212"/>
                  </a:lnTo>
                  <a:lnTo>
                    <a:pt x="165493" y="509551"/>
                  </a:lnTo>
                  <a:lnTo>
                    <a:pt x="158078" y="486718"/>
                  </a:lnTo>
                  <a:lnTo>
                    <a:pt x="143921" y="462576"/>
                  </a:lnTo>
                  <a:lnTo>
                    <a:pt x="134034" y="454970"/>
                  </a:lnTo>
                  <a:lnTo>
                    <a:pt x="128529" y="434988"/>
                  </a:lnTo>
                  <a:lnTo>
                    <a:pt x="118755" y="430360"/>
                  </a:lnTo>
                  <a:lnTo>
                    <a:pt x="102014" y="396257"/>
                  </a:lnTo>
                  <a:lnTo>
                    <a:pt x="77185" y="363018"/>
                  </a:lnTo>
                  <a:lnTo>
                    <a:pt x="71567" y="349758"/>
                  </a:lnTo>
                  <a:lnTo>
                    <a:pt x="60220" y="337615"/>
                  </a:lnTo>
                  <a:lnTo>
                    <a:pt x="50445" y="316320"/>
                  </a:lnTo>
                  <a:lnTo>
                    <a:pt x="35278" y="295093"/>
                  </a:lnTo>
                  <a:lnTo>
                    <a:pt x="28874" y="291400"/>
                  </a:lnTo>
                  <a:lnTo>
                    <a:pt x="6629" y="288343"/>
                  </a:lnTo>
                  <a:lnTo>
                    <a:pt x="562" y="293056"/>
                  </a:lnTo>
                  <a:lnTo>
                    <a:pt x="0" y="287069"/>
                  </a:lnTo>
                  <a:lnTo>
                    <a:pt x="10224" y="261670"/>
                  </a:lnTo>
                  <a:lnTo>
                    <a:pt x="20897" y="201206"/>
                  </a:lnTo>
                  <a:lnTo>
                    <a:pt x="90667" y="212155"/>
                  </a:lnTo>
                  <a:lnTo>
                    <a:pt x="116058" y="191145"/>
                  </a:lnTo>
                  <a:lnTo>
                    <a:pt x="130327" y="166967"/>
                  </a:lnTo>
                  <a:lnTo>
                    <a:pt x="178076" y="155172"/>
                  </a:lnTo>
                  <a:lnTo>
                    <a:pt x="189423" y="130872"/>
                  </a:lnTo>
                  <a:lnTo>
                    <a:pt x="209984" y="118755"/>
                  </a:lnTo>
                  <a:lnTo>
                    <a:pt x="146281" y="46537"/>
                  </a:lnTo>
                  <a:lnTo>
                    <a:pt x="271327" y="9545"/>
                  </a:lnTo>
                  <a:lnTo>
                    <a:pt x="282675" y="0"/>
                  </a:lnTo>
                  <a:lnTo>
                    <a:pt x="359073" y="13651"/>
                  </a:lnTo>
                  <a:lnTo>
                    <a:pt x="465582" y="76512"/>
                  </a:lnTo>
                  <a:lnTo>
                    <a:pt x="628828" y="212026"/>
                  </a:lnTo>
                  <a:lnTo>
                    <a:pt x="732865" y="222059"/>
                  </a:lnTo>
                  <a:lnTo>
                    <a:pt x="743763" y="219616"/>
                  </a:lnTo>
                  <a:lnTo>
                    <a:pt x="800051" y="227327"/>
                  </a:lnTo>
                  <a:lnTo>
                    <a:pt x="809376" y="253099"/>
                  </a:lnTo>
                  <a:lnTo>
                    <a:pt x="814881" y="259752"/>
                  </a:lnTo>
                  <a:lnTo>
                    <a:pt x="862967" y="259112"/>
                  </a:lnTo>
                  <a:lnTo>
                    <a:pt x="874540" y="288216"/>
                  </a:lnTo>
                  <a:lnTo>
                    <a:pt x="885887" y="304888"/>
                  </a:lnTo>
                  <a:lnTo>
                    <a:pt x="887348" y="311622"/>
                  </a:lnTo>
                  <a:lnTo>
                    <a:pt x="885213" y="317082"/>
                  </a:lnTo>
                  <a:lnTo>
                    <a:pt x="891954" y="323806"/>
                  </a:lnTo>
                  <a:lnTo>
                    <a:pt x="912626" y="333310"/>
                  </a:lnTo>
                  <a:lnTo>
                    <a:pt x="908694" y="337236"/>
                  </a:lnTo>
                  <a:lnTo>
                    <a:pt x="923075" y="355191"/>
                  </a:lnTo>
                  <a:lnTo>
                    <a:pt x="931389" y="357338"/>
                  </a:lnTo>
                  <a:lnTo>
                    <a:pt x="942512" y="371088"/>
                  </a:lnTo>
                  <a:lnTo>
                    <a:pt x="959364" y="379906"/>
                  </a:lnTo>
                  <a:lnTo>
                    <a:pt x="969588" y="391481"/>
                  </a:lnTo>
                  <a:lnTo>
                    <a:pt x="960713" y="390476"/>
                  </a:lnTo>
                  <a:lnTo>
                    <a:pt x="961948" y="401030"/>
                  </a:lnTo>
                  <a:lnTo>
                    <a:pt x="971835" y="409564"/>
                  </a:lnTo>
                  <a:lnTo>
                    <a:pt x="973633" y="416210"/>
                  </a:lnTo>
                  <a:lnTo>
                    <a:pt x="969925" y="430735"/>
                  </a:lnTo>
                  <a:lnTo>
                    <a:pt x="962173" y="429985"/>
                  </a:lnTo>
                  <a:lnTo>
                    <a:pt x="965319" y="440363"/>
                  </a:lnTo>
                  <a:lnTo>
                    <a:pt x="975206" y="463822"/>
                  </a:lnTo>
                  <a:lnTo>
                    <a:pt x="988688" y="477517"/>
                  </a:lnTo>
                  <a:lnTo>
                    <a:pt x="995092" y="500872"/>
                  </a:lnTo>
                  <a:lnTo>
                    <a:pt x="1013630" y="528862"/>
                  </a:lnTo>
                  <a:lnTo>
                    <a:pt x="1020483" y="536153"/>
                  </a:lnTo>
                  <a:lnTo>
                    <a:pt x="1039358" y="533806"/>
                  </a:lnTo>
                  <a:lnTo>
                    <a:pt x="1048346" y="536401"/>
                  </a:lnTo>
                  <a:lnTo>
                    <a:pt x="1041942" y="552199"/>
                  </a:lnTo>
                  <a:lnTo>
                    <a:pt x="1058121" y="555897"/>
                  </a:lnTo>
                  <a:lnTo>
                    <a:pt x="1059694" y="570061"/>
                  </a:lnTo>
                  <a:lnTo>
                    <a:pt x="1119689" y="648106"/>
                  </a:lnTo>
                  <a:lnTo>
                    <a:pt x="1278778" y="669186"/>
                  </a:lnTo>
                  <a:lnTo>
                    <a:pt x="1283946" y="663586"/>
                  </a:lnTo>
                  <a:lnTo>
                    <a:pt x="1312371" y="710963"/>
                  </a:lnTo>
                  <a:lnTo>
                    <a:pt x="1270913" y="845034"/>
                  </a:lnTo>
                  <a:lnTo>
                    <a:pt x="1092500" y="9080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1" name="oPE_MapPart_SAU_4_161" descr="Saudi-Arabien">
              <a:extLst>
                <a:ext uri="{FF2B5EF4-FFF2-40B4-BE49-F238E27FC236}">
                  <a16:creationId xmlns:a16="http://schemas.microsoft.com/office/drawing/2014/main" id="{034FD7BB-AD83-11C8-764A-AB33A71BE29D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3024607" y="3459000"/>
              <a:ext cx="3259" cy="9859"/>
            </a:xfrm>
            <a:custGeom>
              <a:avLst/>
              <a:gdLst/>
              <a:ahLst/>
              <a:cxnLst/>
              <a:rect l="0" t="0" r="0" b="0"/>
              <a:pathLst>
                <a:path w="3259" h="9859">
                  <a:moveTo>
                    <a:pt x="3258" y="9858"/>
                  </a:moveTo>
                  <a:lnTo>
                    <a:pt x="0" y="8361"/>
                  </a:lnTo>
                  <a:lnTo>
                    <a:pt x="2471" y="0"/>
                  </a:lnTo>
                  <a:lnTo>
                    <a:pt x="3258" y="836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2" name="oPE_MapPart_KAS_1_162" descr="Siachen-Gletscher">
              <a:extLst>
                <a:ext uri="{FF2B5EF4-FFF2-40B4-BE49-F238E27FC236}">
                  <a16:creationId xmlns:a16="http://schemas.microsoft.com/office/drawing/2014/main" id="{250330FE-0229-B785-83FF-0D718D5CDE29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5533740" y="2724864"/>
              <a:ext cx="67411" cy="82689"/>
            </a:xfrm>
            <a:custGeom>
              <a:avLst/>
              <a:gdLst/>
              <a:ahLst/>
              <a:cxnLst/>
              <a:rect l="0" t="0" r="0" b="0"/>
              <a:pathLst>
                <a:path w="67411" h="82689">
                  <a:moveTo>
                    <a:pt x="0" y="0"/>
                  </a:moveTo>
                  <a:lnTo>
                    <a:pt x="67410" y="0"/>
                  </a:lnTo>
                  <a:lnTo>
                    <a:pt x="67410" y="82688"/>
                  </a:lnTo>
                  <a:lnTo>
                    <a:pt x="0" y="826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3" name="oPE_MapPart_SGP_1_163" descr="Singapur">
              <a:extLst>
                <a:ext uri="{FF2B5EF4-FFF2-40B4-BE49-F238E27FC236}">
                  <a16:creationId xmlns:a16="http://schemas.microsoft.com/office/drawing/2014/main" id="{B3DC0A42-9440-B91B-7C6B-2A51C2598FD8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7190354" y="5012218"/>
              <a:ext cx="67412" cy="67431"/>
            </a:xfrm>
            <a:custGeom>
              <a:avLst/>
              <a:gdLst/>
              <a:ahLst/>
              <a:cxnLst/>
              <a:rect l="0" t="0" r="0" b="0"/>
              <a:pathLst>
                <a:path w="67412" h="67431">
                  <a:moveTo>
                    <a:pt x="0" y="0"/>
                  </a:moveTo>
                  <a:lnTo>
                    <a:pt x="67411" y="0"/>
                  </a:lnTo>
                  <a:lnTo>
                    <a:pt x="67411" y="67430"/>
                  </a:lnTo>
                  <a:lnTo>
                    <a:pt x="0" y="674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4" name="oPE_MapPart_KOR_1_164" descr="Südkorea">
              <a:extLst>
                <a:ext uri="{FF2B5EF4-FFF2-40B4-BE49-F238E27FC236}">
                  <a16:creationId xmlns:a16="http://schemas.microsoft.com/office/drawing/2014/main" id="{5E9571FA-5B84-0B30-41AA-D536C65772BF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8618221" y="2513320"/>
              <a:ext cx="213019" cy="334625"/>
            </a:xfrm>
            <a:custGeom>
              <a:avLst/>
              <a:gdLst/>
              <a:ahLst/>
              <a:cxnLst/>
              <a:rect l="0" t="0" r="0" b="0"/>
              <a:pathLst>
                <a:path w="213019" h="334625">
                  <a:moveTo>
                    <a:pt x="29549" y="66769"/>
                  </a:moveTo>
                  <a:lnTo>
                    <a:pt x="31571" y="56097"/>
                  </a:lnTo>
                  <a:lnTo>
                    <a:pt x="58086" y="26972"/>
                  </a:lnTo>
                  <a:lnTo>
                    <a:pt x="117295" y="24968"/>
                  </a:lnTo>
                  <a:lnTo>
                    <a:pt x="125385" y="20957"/>
                  </a:lnTo>
                  <a:lnTo>
                    <a:pt x="138193" y="0"/>
                  </a:lnTo>
                  <a:lnTo>
                    <a:pt x="153472" y="35553"/>
                  </a:lnTo>
                  <a:lnTo>
                    <a:pt x="180436" y="75008"/>
                  </a:lnTo>
                  <a:lnTo>
                    <a:pt x="198188" y="106720"/>
                  </a:lnTo>
                  <a:lnTo>
                    <a:pt x="203356" y="123638"/>
                  </a:lnTo>
                  <a:lnTo>
                    <a:pt x="206839" y="148365"/>
                  </a:lnTo>
                  <a:lnTo>
                    <a:pt x="201783" y="180944"/>
                  </a:lnTo>
                  <a:lnTo>
                    <a:pt x="202458" y="201825"/>
                  </a:lnTo>
                  <a:lnTo>
                    <a:pt x="205828" y="205298"/>
                  </a:lnTo>
                  <a:lnTo>
                    <a:pt x="213018" y="201963"/>
                  </a:lnTo>
                  <a:lnTo>
                    <a:pt x="203468" y="244477"/>
                  </a:lnTo>
                  <a:lnTo>
                    <a:pt x="190661" y="268717"/>
                  </a:lnTo>
                  <a:lnTo>
                    <a:pt x="182009" y="273114"/>
                  </a:lnTo>
                  <a:lnTo>
                    <a:pt x="146731" y="274762"/>
                  </a:lnTo>
                  <a:lnTo>
                    <a:pt x="141001" y="281351"/>
                  </a:lnTo>
                  <a:lnTo>
                    <a:pt x="142574" y="292452"/>
                  </a:lnTo>
                  <a:lnTo>
                    <a:pt x="120777" y="287520"/>
                  </a:lnTo>
                  <a:lnTo>
                    <a:pt x="117071" y="280802"/>
                  </a:lnTo>
                  <a:lnTo>
                    <a:pt x="97072" y="286013"/>
                  </a:lnTo>
                  <a:lnTo>
                    <a:pt x="92354" y="290946"/>
                  </a:lnTo>
                  <a:lnTo>
                    <a:pt x="98757" y="299022"/>
                  </a:lnTo>
                  <a:lnTo>
                    <a:pt x="97072" y="303808"/>
                  </a:lnTo>
                  <a:lnTo>
                    <a:pt x="91904" y="306131"/>
                  </a:lnTo>
                  <a:lnTo>
                    <a:pt x="85051" y="294643"/>
                  </a:lnTo>
                  <a:lnTo>
                    <a:pt x="77636" y="296012"/>
                  </a:lnTo>
                  <a:lnTo>
                    <a:pt x="76737" y="302031"/>
                  </a:lnTo>
                  <a:lnTo>
                    <a:pt x="82354" y="311048"/>
                  </a:lnTo>
                  <a:lnTo>
                    <a:pt x="72692" y="323324"/>
                  </a:lnTo>
                  <a:lnTo>
                    <a:pt x="63255" y="317053"/>
                  </a:lnTo>
                  <a:lnTo>
                    <a:pt x="68647" y="308317"/>
                  </a:lnTo>
                  <a:lnTo>
                    <a:pt x="67861" y="301210"/>
                  </a:lnTo>
                  <a:lnTo>
                    <a:pt x="54378" y="312413"/>
                  </a:lnTo>
                  <a:lnTo>
                    <a:pt x="46065" y="325095"/>
                  </a:lnTo>
                  <a:lnTo>
                    <a:pt x="37077" y="319644"/>
                  </a:lnTo>
                  <a:lnTo>
                    <a:pt x="28088" y="327819"/>
                  </a:lnTo>
                  <a:lnTo>
                    <a:pt x="26515" y="334352"/>
                  </a:lnTo>
                  <a:lnTo>
                    <a:pt x="23145" y="334624"/>
                  </a:lnTo>
                  <a:lnTo>
                    <a:pt x="20111" y="321007"/>
                  </a:lnTo>
                  <a:lnTo>
                    <a:pt x="6518" y="307361"/>
                  </a:lnTo>
                  <a:lnTo>
                    <a:pt x="8764" y="303808"/>
                  </a:lnTo>
                  <a:lnTo>
                    <a:pt x="22696" y="305448"/>
                  </a:lnTo>
                  <a:lnTo>
                    <a:pt x="19550" y="301073"/>
                  </a:lnTo>
                  <a:lnTo>
                    <a:pt x="27078" y="295875"/>
                  </a:lnTo>
                  <a:lnTo>
                    <a:pt x="16291" y="296012"/>
                  </a:lnTo>
                  <a:lnTo>
                    <a:pt x="8203" y="270778"/>
                  </a:lnTo>
                  <a:lnTo>
                    <a:pt x="12472" y="265967"/>
                  </a:lnTo>
                  <a:lnTo>
                    <a:pt x="20786" y="244201"/>
                  </a:lnTo>
                  <a:lnTo>
                    <a:pt x="28313" y="238816"/>
                  </a:lnTo>
                  <a:lnTo>
                    <a:pt x="20336" y="236191"/>
                  </a:lnTo>
                  <a:lnTo>
                    <a:pt x="20449" y="233012"/>
                  </a:lnTo>
                  <a:lnTo>
                    <a:pt x="34830" y="223603"/>
                  </a:lnTo>
                  <a:lnTo>
                    <a:pt x="36964" y="215705"/>
                  </a:lnTo>
                  <a:lnTo>
                    <a:pt x="30448" y="211822"/>
                  </a:lnTo>
                  <a:lnTo>
                    <a:pt x="33257" y="204742"/>
                  </a:lnTo>
                  <a:lnTo>
                    <a:pt x="23707" y="193063"/>
                  </a:lnTo>
                  <a:lnTo>
                    <a:pt x="24269" y="168940"/>
                  </a:lnTo>
                  <a:lnTo>
                    <a:pt x="20449" y="152149"/>
                  </a:lnTo>
                  <a:lnTo>
                    <a:pt x="14269" y="155371"/>
                  </a:lnTo>
                  <a:lnTo>
                    <a:pt x="1237" y="152290"/>
                  </a:lnTo>
                  <a:lnTo>
                    <a:pt x="0" y="145981"/>
                  </a:lnTo>
                  <a:lnTo>
                    <a:pt x="3596" y="138262"/>
                  </a:lnTo>
                  <a:lnTo>
                    <a:pt x="20449" y="127579"/>
                  </a:lnTo>
                  <a:lnTo>
                    <a:pt x="26066" y="126735"/>
                  </a:lnTo>
                  <a:lnTo>
                    <a:pt x="38987" y="132220"/>
                  </a:lnTo>
                  <a:lnTo>
                    <a:pt x="44379" y="141912"/>
                  </a:lnTo>
                  <a:lnTo>
                    <a:pt x="51008" y="132923"/>
                  </a:lnTo>
                  <a:lnTo>
                    <a:pt x="44267" y="130111"/>
                  </a:lnTo>
                  <a:lnTo>
                    <a:pt x="36627" y="113070"/>
                  </a:lnTo>
                  <a:lnTo>
                    <a:pt x="39323" y="105166"/>
                  </a:lnTo>
                  <a:lnTo>
                    <a:pt x="30560" y="93150"/>
                  </a:lnTo>
                  <a:lnTo>
                    <a:pt x="31009" y="84936"/>
                  </a:lnTo>
                  <a:lnTo>
                    <a:pt x="25168" y="71884"/>
                  </a:lnTo>
                  <a:lnTo>
                    <a:pt x="28763" y="689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5" name="oPE_MapPart_KOR_2_165" descr="Südkorea">
              <a:extLst>
                <a:ext uri="{FF2B5EF4-FFF2-40B4-BE49-F238E27FC236}">
                  <a16:creationId xmlns:a16="http://schemas.microsoft.com/office/drawing/2014/main" id="{547F8E00-54F3-B336-D8B7-2E48508E6F66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8763604" y="2794808"/>
              <a:ext cx="15729" cy="21090"/>
            </a:xfrm>
            <a:custGeom>
              <a:avLst/>
              <a:gdLst/>
              <a:ahLst/>
              <a:cxnLst/>
              <a:rect l="0" t="0" r="0" b="0"/>
              <a:pathLst>
                <a:path w="15729" h="21090">
                  <a:moveTo>
                    <a:pt x="15728" y="16302"/>
                  </a:moveTo>
                  <a:lnTo>
                    <a:pt x="9775" y="21089"/>
                  </a:lnTo>
                  <a:lnTo>
                    <a:pt x="0" y="11238"/>
                  </a:lnTo>
                  <a:lnTo>
                    <a:pt x="1449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6" name="oPE_MapPart_KOR_3_166" descr="Südkorea">
              <a:extLst>
                <a:ext uri="{FF2B5EF4-FFF2-40B4-BE49-F238E27FC236}">
                  <a16:creationId xmlns:a16="http://schemas.microsoft.com/office/drawing/2014/main" id="{804517E6-55B8-9855-2360-77AFD0EDDCD7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8722595" y="2801800"/>
              <a:ext cx="14608" cy="16559"/>
            </a:xfrm>
            <a:custGeom>
              <a:avLst/>
              <a:gdLst/>
              <a:ahLst/>
              <a:cxnLst/>
              <a:rect l="0" t="0" r="0" b="0"/>
              <a:pathLst>
                <a:path w="14608" h="16559">
                  <a:moveTo>
                    <a:pt x="14607" y="8763"/>
                  </a:moveTo>
                  <a:lnTo>
                    <a:pt x="13820" y="16284"/>
                  </a:lnTo>
                  <a:lnTo>
                    <a:pt x="9438" y="16558"/>
                  </a:lnTo>
                  <a:lnTo>
                    <a:pt x="6854" y="11773"/>
                  </a:lnTo>
                  <a:lnTo>
                    <a:pt x="2585" y="14234"/>
                  </a:lnTo>
                  <a:lnTo>
                    <a:pt x="338" y="8216"/>
                  </a:lnTo>
                  <a:lnTo>
                    <a:pt x="0" y="3561"/>
                  </a:lnTo>
                  <a:lnTo>
                    <a:pt x="5168" y="0"/>
                  </a:lnTo>
                  <a:lnTo>
                    <a:pt x="12809" y="32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7" name="oPE_MapPart_KOR_4_167" descr="Südkorea">
              <a:extLst>
                <a:ext uri="{FF2B5EF4-FFF2-40B4-BE49-F238E27FC236}">
                  <a16:creationId xmlns:a16="http://schemas.microsoft.com/office/drawing/2014/main" id="{28AA8797-2ED4-0E88-B8D3-E3C8A9106178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8614964" y="2829009"/>
              <a:ext cx="16966" cy="15807"/>
            </a:xfrm>
            <a:custGeom>
              <a:avLst/>
              <a:gdLst/>
              <a:ahLst/>
              <a:cxnLst/>
              <a:rect l="0" t="0" r="0" b="0"/>
              <a:pathLst>
                <a:path w="16966" h="15807">
                  <a:moveTo>
                    <a:pt x="7865" y="14581"/>
                  </a:moveTo>
                  <a:lnTo>
                    <a:pt x="3820" y="15806"/>
                  </a:lnTo>
                  <a:lnTo>
                    <a:pt x="0" y="12539"/>
                  </a:lnTo>
                  <a:lnTo>
                    <a:pt x="8651" y="0"/>
                  </a:lnTo>
                  <a:lnTo>
                    <a:pt x="16965" y="4909"/>
                  </a:lnTo>
                  <a:lnTo>
                    <a:pt x="14156" y="103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8" name="oPE_MapPart_KOR_5_168" descr="Südkorea">
              <a:extLst>
                <a:ext uri="{FF2B5EF4-FFF2-40B4-BE49-F238E27FC236}">
                  <a16:creationId xmlns:a16="http://schemas.microsoft.com/office/drawing/2014/main" id="{6217641F-EDB2-09B2-DEE4-00396C3758C8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8631255" y="2576818"/>
              <a:ext cx="9439" cy="17328"/>
            </a:xfrm>
            <a:custGeom>
              <a:avLst/>
              <a:gdLst/>
              <a:ahLst/>
              <a:cxnLst/>
              <a:rect l="0" t="0" r="0" b="0"/>
              <a:pathLst>
                <a:path w="9439" h="17328">
                  <a:moveTo>
                    <a:pt x="9438" y="6824"/>
                  </a:moveTo>
                  <a:lnTo>
                    <a:pt x="9212" y="17327"/>
                  </a:lnTo>
                  <a:lnTo>
                    <a:pt x="2359" y="13781"/>
                  </a:lnTo>
                  <a:lnTo>
                    <a:pt x="0" y="4123"/>
                  </a:lnTo>
                  <a:lnTo>
                    <a:pt x="2696" y="0"/>
                  </a:lnTo>
                  <a:lnTo>
                    <a:pt x="7752" y="32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9" name="oPE_MapPart_KOR_6_169" descr="Südkorea">
              <a:extLst>
                <a:ext uri="{FF2B5EF4-FFF2-40B4-BE49-F238E27FC236}">
                  <a16:creationId xmlns:a16="http://schemas.microsoft.com/office/drawing/2014/main" id="{74D2CFD1-8ECF-10EC-D94E-D94FA72E62AE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8648557" y="2841684"/>
              <a:ext cx="7753" cy="7485"/>
            </a:xfrm>
            <a:custGeom>
              <a:avLst/>
              <a:gdLst/>
              <a:ahLst/>
              <a:cxnLst/>
              <a:rect l="0" t="0" r="0" b="0"/>
              <a:pathLst>
                <a:path w="7753" h="7485">
                  <a:moveTo>
                    <a:pt x="6628" y="3947"/>
                  </a:moveTo>
                  <a:lnTo>
                    <a:pt x="7752" y="7484"/>
                  </a:lnTo>
                  <a:lnTo>
                    <a:pt x="2696" y="6804"/>
                  </a:lnTo>
                  <a:lnTo>
                    <a:pt x="0" y="3403"/>
                  </a:lnTo>
                  <a:lnTo>
                    <a:pt x="337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0" name="oPE_MapPart_KOR_7_170" descr="Südkorea">
              <a:extLst>
                <a:ext uri="{FF2B5EF4-FFF2-40B4-BE49-F238E27FC236}">
                  <a16:creationId xmlns:a16="http://schemas.microsoft.com/office/drawing/2014/main" id="{CC2FC3A4-3F70-1230-E501-451466B7821B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8716642" y="2819997"/>
              <a:ext cx="3821" cy="7511"/>
            </a:xfrm>
            <a:custGeom>
              <a:avLst/>
              <a:gdLst/>
              <a:ahLst/>
              <a:cxnLst/>
              <a:rect l="0" t="0" r="0" b="0"/>
              <a:pathLst>
                <a:path w="3821" h="7511">
                  <a:moveTo>
                    <a:pt x="3820" y="5054"/>
                  </a:moveTo>
                  <a:lnTo>
                    <a:pt x="3145" y="7510"/>
                  </a:lnTo>
                  <a:lnTo>
                    <a:pt x="0" y="3961"/>
                  </a:lnTo>
                  <a:lnTo>
                    <a:pt x="314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1" name="oPE_MapPart_KOR_8_171" descr="Südkorea">
              <a:extLst>
                <a:ext uri="{FF2B5EF4-FFF2-40B4-BE49-F238E27FC236}">
                  <a16:creationId xmlns:a16="http://schemas.microsoft.com/office/drawing/2014/main" id="{FAECF4B0-F512-AE0F-B7A1-7D9F1F692BE5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8628109" y="2671771"/>
              <a:ext cx="6180" cy="14261"/>
            </a:xfrm>
            <a:custGeom>
              <a:avLst/>
              <a:gdLst/>
              <a:ahLst/>
              <a:cxnLst/>
              <a:rect l="0" t="0" r="0" b="0"/>
              <a:pathLst>
                <a:path w="6180" h="14261">
                  <a:moveTo>
                    <a:pt x="6179" y="9231"/>
                  </a:moveTo>
                  <a:lnTo>
                    <a:pt x="5280" y="14260"/>
                  </a:lnTo>
                  <a:lnTo>
                    <a:pt x="1123" y="11048"/>
                  </a:lnTo>
                  <a:lnTo>
                    <a:pt x="0" y="0"/>
                  </a:lnTo>
                  <a:lnTo>
                    <a:pt x="4269" y="321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2" name="oPE_MapPart_KOR_9_172" descr="Südkorea">
              <a:extLst>
                <a:ext uri="{FF2B5EF4-FFF2-40B4-BE49-F238E27FC236}">
                  <a16:creationId xmlns:a16="http://schemas.microsoft.com/office/drawing/2014/main" id="{60835876-28F4-C02B-4C8D-6B195DA0657B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8608672" y="2802348"/>
              <a:ext cx="10338" cy="15191"/>
            </a:xfrm>
            <a:custGeom>
              <a:avLst/>
              <a:gdLst/>
              <a:ahLst/>
              <a:cxnLst/>
              <a:rect l="0" t="0" r="0" b="0"/>
              <a:pathLst>
                <a:path w="10338" h="15191">
                  <a:moveTo>
                    <a:pt x="10337" y="13960"/>
                  </a:moveTo>
                  <a:lnTo>
                    <a:pt x="6742" y="15190"/>
                  </a:lnTo>
                  <a:lnTo>
                    <a:pt x="0" y="3561"/>
                  </a:lnTo>
                  <a:lnTo>
                    <a:pt x="4494" y="0"/>
                  </a:lnTo>
                  <a:lnTo>
                    <a:pt x="10112" y="64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3" name="oPE_MapPart_KOR_10_173" descr="Südkorea">
              <a:extLst>
                <a:ext uri="{FF2B5EF4-FFF2-40B4-BE49-F238E27FC236}">
                  <a16:creationId xmlns:a16="http://schemas.microsoft.com/office/drawing/2014/main" id="{9756FE7B-C98E-AD13-CF27-E0AB8A005430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8908424" y="2598114"/>
              <a:ext cx="7754" cy="8215"/>
            </a:xfrm>
            <a:custGeom>
              <a:avLst/>
              <a:gdLst/>
              <a:ahLst/>
              <a:cxnLst/>
              <a:rect l="0" t="0" r="0" b="0"/>
              <a:pathLst>
                <a:path w="7754" h="8215">
                  <a:moveTo>
                    <a:pt x="6629" y="5950"/>
                  </a:moveTo>
                  <a:lnTo>
                    <a:pt x="3820" y="8214"/>
                  </a:lnTo>
                  <a:lnTo>
                    <a:pt x="0" y="3401"/>
                  </a:lnTo>
                  <a:lnTo>
                    <a:pt x="5843" y="0"/>
                  </a:lnTo>
                  <a:lnTo>
                    <a:pt x="7753" y="18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4" name="oPE_MapPart_KOR_11_174" descr="Südkorea">
              <a:extLst>
                <a:ext uri="{FF2B5EF4-FFF2-40B4-BE49-F238E27FC236}">
                  <a16:creationId xmlns:a16="http://schemas.microsoft.com/office/drawing/2014/main" id="{F6B209CA-659B-CE5A-7855-691FC7FAEEB1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8618558" y="2905359"/>
              <a:ext cx="47751" cy="24356"/>
            </a:xfrm>
            <a:custGeom>
              <a:avLst/>
              <a:gdLst/>
              <a:ahLst/>
              <a:cxnLst/>
              <a:rect l="0" t="0" r="0" b="0"/>
              <a:pathLst>
                <a:path w="47751" h="24356">
                  <a:moveTo>
                    <a:pt x="10112" y="24355"/>
                  </a:moveTo>
                  <a:lnTo>
                    <a:pt x="3933" y="24355"/>
                  </a:lnTo>
                  <a:lnTo>
                    <a:pt x="0" y="17771"/>
                  </a:lnTo>
                  <a:lnTo>
                    <a:pt x="2136" y="13602"/>
                  </a:lnTo>
                  <a:lnTo>
                    <a:pt x="10787" y="6737"/>
                  </a:lnTo>
                  <a:lnTo>
                    <a:pt x="33032" y="0"/>
                  </a:lnTo>
                  <a:lnTo>
                    <a:pt x="45952" y="2561"/>
                  </a:lnTo>
                  <a:lnTo>
                    <a:pt x="47750" y="7949"/>
                  </a:lnTo>
                  <a:lnTo>
                    <a:pt x="44155" y="15619"/>
                  </a:lnTo>
                  <a:lnTo>
                    <a:pt x="25954" y="232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oPE_MapPart_LKA_1_175" descr="Sri Lanka">
              <a:extLst>
                <a:ext uri="{FF2B5EF4-FFF2-40B4-BE49-F238E27FC236}">
                  <a16:creationId xmlns:a16="http://schemas.microsoft.com/office/drawing/2014/main" id="{17C232DC-96FC-47F0-0F94-F33FDA31C35A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5727433" y="4519550"/>
              <a:ext cx="7753" cy="7752"/>
            </a:xfrm>
            <a:custGeom>
              <a:avLst/>
              <a:gdLst/>
              <a:ahLst/>
              <a:cxnLst/>
              <a:rect l="0" t="0" r="0" b="0"/>
              <a:pathLst>
                <a:path w="7753" h="7752">
                  <a:moveTo>
                    <a:pt x="7752" y="7067"/>
                  </a:moveTo>
                  <a:lnTo>
                    <a:pt x="3819" y="7751"/>
                  </a:lnTo>
                  <a:lnTo>
                    <a:pt x="0" y="1710"/>
                  </a:lnTo>
                  <a:lnTo>
                    <a:pt x="2584" y="0"/>
                  </a:lnTo>
                  <a:lnTo>
                    <a:pt x="4157" y="39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6" name="oPE_MapPart_LKA_2_176" descr="Sri Lanka">
              <a:extLst>
                <a:ext uri="{FF2B5EF4-FFF2-40B4-BE49-F238E27FC236}">
                  <a16:creationId xmlns:a16="http://schemas.microsoft.com/office/drawing/2014/main" id="{E1850381-64C4-1654-1CB7-9E38BD67F5A8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5721253" y="4559867"/>
              <a:ext cx="9776" cy="8192"/>
            </a:xfrm>
            <a:custGeom>
              <a:avLst/>
              <a:gdLst/>
              <a:ahLst/>
              <a:cxnLst/>
              <a:rect l="0" t="0" r="0" b="0"/>
              <a:pathLst>
                <a:path w="9776" h="8192">
                  <a:moveTo>
                    <a:pt x="7978" y="3413"/>
                  </a:moveTo>
                  <a:lnTo>
                    <a:pt x="9775" y="8191"/>
                  </a:lnTo>
                  <a:lnTo>
                    <a:pt x="1236" y="2162"/>
                  </a:lnTo>
                  <a:lnTo>
                    <a:pt x="0" y="0"/>
                  </a:lnTo>
                  <a:lnTo>
                    <a:pt x="7078" y="23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7" name="oPE_MapPart_LKA_3_177" descr="Sri Lanka">
              <a:extLst>
                <a:ext uri="{FF2B5EF4-FFF2-40B4-BE49-F238E27FC236}">
                  <a16:creationId xmlns:a16="http://schemas.microsoft.com/office/drawing/2014/main" id="{9C44F9FC-5628-E23F-5A09-E9913CEBFD72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5719119" y="4515104"/>
              <a:ext cx="134934" cy="243453"/>
            </a:xfrm>
            <a:custGeom>
              <a:avLst/>
              <a:gdLst/>
              <a:ahLst/>
              <a:cxnLst/>
              <a:rect l="0" t="0" r="0" b="0"/>
              <a:pathLst>
                <a:path w="134934" h="243453">
                  <a:moveTo>
                    <a:pt x="16852" y="0"/>
                  </a:moveTo>
                  <a:lnTo>
                    <a:pt x="33705" y="1027"/>
                  </a:lnTo>
                  <a:lnTo>
                    <a:pt x="41345" y="10715"/>
                  </a:lnTo>
                  <a:lnTo>
                    <a:pt x="62354" y="28144"/>
                  </a:lnTo>
                  <a:lnTo>
                    <a:pt x="76286" y="53181"/>
                  </a:lnTo>
                  <a:lnTo>
                    <a:pt x="81342" y="55570"/>
                  </a:lnTo>
                  <a:lnTo>
                    <a:pt x="92689" y="72737"/>
                  </a:lnTo>
                  <a:lnTo>
                    <a:pt x="94487" y="82622"/>
                  </a:lnTo>
                  <a:lnTo>
                    <a:pt x="103588" y="87279"/>
                  </a:lnTo>
                  <a:lnTo>
                    <a:pt x="107520" y="107034"/>
                  </a:lnTo>
                  <a:lnTo>
                    <a:pt x="121900" y="128134"/>
                  </a:lnTo>
                  <a:lnTo>
                    <a:pt x="134933" y="159300"/>
                  </a:lnTo>
                  <a:lnTo>
                    <a:pt x="134147" y="183642"/>
                  </a:lnTo>
                  <a:lnTo>
                    <a:pt x="124822" y="208077"/>
                  </a:lnTo>
                  <a:lnTo>
                    <a:pt x="104037" y="225148"/>
                  </a:lnTo>
                  <a:lnTo>
                    <a:pt x="63141" y="241532"/>
                  </a:lnTo>
                  <a:lnTo>
                    <a:pt x="48872" y="243452"/>
                  </a:lnTo>
                  <a:lnTo>
                    <a:pt x="34604" y="239611"/>
                  </a:lnTo>
                  <a:lnTo>
                    <a:pt x="23818" y="230685"/>
                  </a:lnTo>
                  <a:lnTo>
                    <a:pt x="9100" y="188169"/>
                  </a:lnTo>
                  <a:lnTo>
                    <a:pt x="0" y="102948"/>
                  </a:lnTo>
                  <a:lnTo>
                    <a:pt x="2247" y="95910"/>
                  </a:lnTo>
                  <a:lnTo>
                    <a:pt x="2247" y="111346"/>
                  </a:lnTo>
                  <a:lnTo>
                    <a:pt x="4382" y="113276"/>
                  </a:lnTo>
                  <a:lnTo>
                    <a:pt x="5954" y="111346"/>
                  </a:lnTo>
                  <a:lnTo>
                    <a:pt x="8651" y="88529"/>
                  </a:lnTo>
                  <a:lnTo>
                    <a:pt x="14268" y="70805"/>
                  </a:lnTo>
                  <a:lnTo>
                    <a:pt x="13482" y="57731"/>
                  </a:lnTo>
                  <a:lnTo>
                    <a:pt x="24155" y="38049"/>
                  </a:lnTo>
                  <a:lnTo>
                    <a:pt x="23256" y="14818"/>
                  </a:lnTo>
                  <a:lnTo>
                    <a:pt x="37750" y="21880"/>
                  </a:lnTo>
                  <a:lnTo>
                    <a:pt x="44603" y="20970"/>
                  </a:lnTo>
                  <a:lnTo>
                    <a:pt x="42019" y="16640"/>
                  </a:lnTo>
                  <a:lnTo>
                    <a:pt x="34042" y="12653"/>
                  </a:lnTo>
                  <a:lnTo>
                    <a:pt x="20785" y="10259"/>
                  </a:lnTo>
                  <a:lnTo>
                    <a:pt x="15055" y="4446"/>
                  </a:lnTo>
                  <a:lnTo>
                    <a:pt x="15841" y="12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oPE_MapPart_SYR_1_178" descr="Syrien">
              <a:extLst>
                <a:ext uri="{FF2B5EF4-FFF2-40B4-BE49-F238E27FC236}">
                  <a16:creationId xmlns:a16="http://schemas.microsoft.com/office/drawing/2014/main" id="{BA956327-FF2F-1EF5-68A6-D89A2EED3748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2975959" y="2618204"/>
              <a:ext cx="411093" cy="378855"/>
            </a:xfrm>
            <a:custGeom>
              <a:avLst/>
              <a:gdLst/>
              <a:ahLst/>
              <a:cxnLst/>
              <a:rect l="0" t="0" r="0" b="0"/>
              <a:pathLst>
                <a:path w="411093" h="378855">
                  <a:moveTo>
                    <a:pt x="7977" y="107354"/>
                  </a:moveTo>
                  <a:lnTo>
                    <a:pt x="24268" y="113732"/>
                  </a:lnTo>
                  <a:lnTo>
                    <a:pt x="27301" y="105828"/>
                  </a:lnTo>
                  <a:lnTo>
                    <a:pt x="36401" y="100691"/>
                  </a:lnTo>
                  <a:lnTo>
                    <a:pt x="38199" y="87762"/>
                  </a:lnTo>
                  <a:lnTo>
                    <a:pt x="54490" y="82889"/>
                  </a:lnTo>
                  <a:lnTo>
                    <a:pt x="48311" y="65592"/>
                  </a:lnTo>
                  <a:lnTo>
                    <a:pt x="55838" y="38712"/>
                  </a:lnTo>
                  <a:lnTo>
                    <a:pt x="73477" y="42219"/>
                  </a:lnTo>
                  <a:lnTo>
                    <a:pt x="81229" y="50347"/>
                  </a:lnTo>
                  <a:lnTo>
                    <a:pt x="104374" y="51187"/>
                  </a:lnTo>
                  <a:lnTo>
                    <a:pt x="151561" y="30990"/>
                  </a:lnTo>
                  <a:lnTo>
                    <a:pt x="167290" y="34080"/>
                  </a:lnTo>
                  <a:lnTo>
                    <a:pt x="187401" y="47265"/>
                  </a:lnTo>
                  <a:lnTo>
                    <a:pt x="224252" y="48106"/>
                  </a:lnTo>
                  <a:lnTo>
                    <a:pt x="265373" y="36888"/>
                  </a:lnTo>
                  <a:lnTo>
                    <a:pt x="308403" y="15656"/>
                  </a:lnTo>
                  <a:lnTo>
                    <a:pt x="358961" y="16360"/>
                  </a:lnTo>
                  <a:lnTo>
                    <a:pt x="393003" y="7198"/>
                  </a:lnTo>
                  <a:lnTo>
                    <a:pt x="401879" y="0"/>
                  </a:lnTo>
                  <a:lnTo>
                    <a:pt x="408732" y="5364"/>
                  </a:lnTo>
                  <a:lnTo>
                    <a:pt x="411092" y="18613"/>
                  </a:lnTo>
                  <a:lnTo>
                    <a:pt x="376038" y="54687"/>
                  </a:lnTo>
                  <a:lnTo>
                    <a:pt x="352782" y="61121"/>
                  </a:lnTo>
                  <a:lnTo>
                    <a:pt x="345254" y="71317"/>
                  </a:lnTo>
                  <a:lnTo>
                    <a:pt x="342108" y="95273"/>
                  </a:lnTo>
                  <a:lnTo>
                    <a:pt x="348849" y="115672"/>
                  </a:lnTo>
                  <a:lnTo>
                    <a:pt x="348962" y="128681"/>
                  </a:lnTo>
                  <a:lnTo>
                    <a:pt x="340311" y="155580"/>
                  </a:lnTo>
                  <a:lnTo>
                    <a:pt x="338963" y="195232"/>
                  </a:lnTo>
                  <a:lnTo>
                    <a:pt x="326042" y="221029"/>
                  </a:lnTo>
                  <a:lnTo>
                    <a:pt x="307392" y="228380"/>
                  </a:lnTo>
                  <a:lnTo>
                    <a:pt x="187851" y="300488"/>
                  </a:lnTo>
                  <a:lnTo>
                    <a:pt x="65837" y="378854"/>
                  </a:lnTo>
                  <a:lnTo>
                    <a:pt x="37974" y="373667"/>
                  </a:lnTo>
                  <a:lnTo>
                    <a:pt x="28424" y="365680"/>
                  </a:lnTo>
                  <a:lnTo>
                    <a:pt x="18425" y="362882"/>
                  </a:lnTo>
                  <a:lnTo>
                    <a:pt x="8201" y="349542"/>
                  </a:lnTo>
                  <a:lnTo>
                    <a:pt x="1460" y="347940"/>
                  </a:lnTo>
                  <a:lnTo>
                    <a:pt x="7752" y="332428"/>
                  </a:lnTo>
                  <a:lnTo>
                    <a:pt x="1797" y="303312"/>
                  </a:lnTo>
                  <a:lnTo>
                    <a:pt x="16853" y="284593"/>
                  </a:lnTo>
                  <a:lnTo>
                    <a:pt x="11122" y="278386"/>
                  </a:lnTo>
                  <a:lnTo>
                    <a:pt x="12695" y="273525"/>
                  </a:lnTo>
                  <a:lnTo>
                    <a:pt x="20448" y="266090"/>
                  </a:lnTo>
                  <a:lnTo>
                    <a:pt x="37525" y="265414"/>
                  </a:lnTo>
                  <a:lnTo>
                    <a:pt x="32020" y="259054"/>
                  </a:lnTo>
                  <a:lnTo>
                    <a:pt x="43255" y="249162"/>
                  </a:lnTo>
                  <a:lnTo>
                    <a:pt x="51232" y="236673"/>
                  </a:lnTo>
                  <a:lnTo>
                    <a:pt x="46176" y="220756"/>
                  </a:lnTo>
                  <a:lnTo>
                    <a:pt x="35278" y="215714"/>
                  </a:lnTo>
                  <a:lnTo>
                    <a:pt x="41794" y="206983"/>
                  </a:lnTo>
                  <a:lnTo>
                    <a:pt x="38648" y="203706"/>
                  </a:lnTo>
                  <a:lnTo>
                    <a:pt x="33256" y="202067"/>
                  </a:lnTo>
                  <a:lnTo>
                    <a:pt x="31121" y="205618"/>
                  </a:lnTo>
                  <a:lnTo>
                    <a:pt x="13257" y="205891"/>
                  </a:lnTo>
                  <a:lnTo>
                    <a:pt x="7752" y="181540"/>
                  </a:lnTo>
                  <a:lnTo>
                    <a:pt x="11122" y="160533"/>
                  </a:lnTo>
                  <a:lnTo>
                    <a:pt x="8651" y="145524"/>
                  </a:lnTo>
                  <a:lnTo>
                    <a:pt x="0" y="133932"/>
                  </a:lnTo>
                  <a:lnTo>
                    <a:pt x="4718" y="1126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9" name="oPE_MapPart_TWN_1_179" descr="Republik China">
              <a:extLst>
                <a:ext uri="{FF2B5EF4-FFF2-40B4-BE49-F238E27FC236}">
                  <a16:creationId xmlns:a16="http://schemas.microsoft.com/office/drawing/2014/main" id="{E19F759C-06B8-79F7-AB59-DA376FA25CA5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8238251" y="3499104"/>
              <a:ext cx="115835" cy="228216"/>
            </a:xfrm>
            <a:custGeom>
              <a:avLst/>
              <a:gdLst/>
              <a:ahLst/>
              <a:cxnLst/>
              <a:rect l="0" t="0" r="0" b="0"/>
              <a:pathLst>
                <a:path w="115835" h="228216">
                  <a:moveTo>
                    <a:pt x="58422" y="181350"/>
                  </a:moveTo>
                  <a:lnTo>
                    <a:pt x="51457" y="197646"/>
                  </a:lnTo>
                  <a:lnTo>
                    <a:pt x="47862" y="228215"/>
                  </a:lnTo>
                  <a:lnTo>
                    <a:pt x="41795" y="226155"/>
                  </a:lnTo>
                  <a:lnTo>
                    <a:pt x="31795" y="199225"/>
                  </a:lnTo>
                  <a:lnTo>
                    <a:pt x="15168" y="186339"/>
                  </a:lnTo>
                  <a:lnTo>
                    <a:pt x="0" y="145497"/>
                  </a:lnTo>
                  <a:lnTo>
                    <a:pt x="4382" y="128619"/>
                  </a:lnTo>
                  <a:lnTo>
                    <a:pt x="5393" y="107415"/>
                  </a:lnTo>
                  <a:lnTo>
                    <a:pt x="34716" y="54863"/>
                  </a:lnTo>
                  <a:lnTo>
                    <a:pt x="60445" y="16757"/>
                  </a:lnTo>
                  <a:lnTo>
                    <a:pt x="80668" y="8072"/>
                  </a:lnTo>
                  <a:lnTo>
                    <a:pt x="85948" y="1864"/>
                  </a:lnTo>
                  <a:lnTo>
                    <a:pt x="94936" y="0"/>
                  </a:lnTo>
                  <a:lnTo>
                    <a:pt x="111115" y="11795"/>
                  </a:lnTo>
                  <a:lnTo>
                    <a:pt x="115834" y="20848"/>
                  </a:lnTo>
                  <a:lnTo>
                    <a:pt x="109092" y="31128"/>
                  </a:lnTo>
                  <a:lnTo>
                    <a:pt x="109543" y="51035"/>
                  </a:lnTo>
                  <a:lnTo>
                    <a:pt x="96172" y="83947"/>
                  </a:lnTo>
                  <a:lnTo>
                    <a:pt x="82691" y="143908"/>
                  </a:lnTo>
                  <a:lnTo>
                    <a:pt x="67972" y="17075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0" name="oPE_MapPart_TWN_2_180" descr="Republik China">
              <a:extLst>
                <a:ext uri="{FF2B5EF4-FFF2-40B4-BE49-F238E27FC236}">
                  <a16:creationId xmlns:a16="http://schemas.microsoft.com/office/drawing/2014/main" id="{FBA622A0-C125-4EAD-CDF1-581AE3835B90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8126799" y="3551003"/>
              <a:ext cx="9101" cy="7284"/>
            </a:xfrm>
            <a:custGeom>
              <a:avLst/>
              <a:gdLst/>
              <a:ahLst/>
              <a:cxnLst/>
              <a:rect l="0" t="0" r="0" b="0"/>
              <a:pathLst>
                <a:path w="9101" h="7284">
                  <a:moveTo>
                    <a:pt x="7527" y="0"/>
                  </a:moveTo>
                  <a:lnTo>
                    <a:pt x="9100" y="7283"/>
                  </a:lnTo>
                  <a:lnTo>
                    <a:pt x="562" y="5802"/>
                  </a:lnTo>
                  <a:lnTo>
                    <a:pt x="0" y="3087"/>
                  </a:lnTo>
                  <a:lnTo>
                    <a:pt x="3258" y="35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1" name="oPE_MapPart_TJK_1_181" descr="Tadschikistan">
              <a:extLst>
                <a:ext uri="{FF2B5EF4-FFF2-40B4-BE49-F238E27FC236}">
                  <a16:creationId xmlns:a16="http://schemas.microsoft.com/office/drawing/2014/main" id="{A803A207-8FDE-CA66-E886-05F015BB5239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4947942" y="2317247"/>
              <a:ext cx="484458" cy="348083"/>
            </a:xfrm>
            <a:custGeom>
              <a:avLst/>
              <a:gdLst/>
              <a:ahLst/>
              <a:cxnLst/>
              <a:rect l="0" t="0" r="0" b="0"/>
              <a:pathLst>
                <a:path w="484458" h="348083">
                  <a:moveTo>
                    <a:pt x="25054" y="310835"/>
                  </a:moveTo>
                  <a:lnTo>
                    <a:pt x="28537" y="286109"/>
                  </a:lnTo>
                  <a:lnTo>
                    <a:pt x="58423" y="243049"/>
                  </a:lnTo>
                  <a:lnTo>
                    <a:pt x="61906" y="228910"/>
                  </a:lnTo>
                  <a:lnTo>
                    <a:pt x="45502" y="207996"/>
                  </a:lnTo>
                  <a:lnTo>
                    <a:pt x="43030" y="192333"/>
                  </a:lnTo>
                  <a:lnTo>
                    <a:pt x="48311" y="171718"/>
                  </a:lnTo>
                  <a:lnTo>
                    <a:pt x="42806" y="167095"/>
                  </a:lnTo>
                  <a:lnTo>
                    <a:pt x="21010" y="166228"/>
                  </a:lnTo>
                  <a:lnTo>
                    <a:pt x="18089" y="155375"/>
                  </a:lnTo>
                  <a:lnTo>
                    <a:pt x="0" y="148419"/>
                  </a:lnTo>
                  <a:lnTo>
                    <a:pt x="4269" y="128372"/>
                  </a:lnTo>
                  <a:lnTo>
                    <a:pt x="22583" y="115696"/>
                  </a:lnTo>
                  <a:lnTo>
                    <a:pt x="68984" y="122547"/>
                  </a:lnTo>
                  <a:lnTo>
                    <a:pt x="76623" y="114675"/>
                  </a:lnTo>
                  <a:lnTo>
                    <a:pt x="79994" y="98020"/>
                  </a:lnTo>
                  <a:lnTo>
                    <a:pt x="85948" y="98312"/>
                  </a:lnTo>
                  <a:lnTo>
                    <a:pt x="88645" y="92749"/>
                  </a:lnTo>
                  <a:lnTo>
                    <a:pt x="94263" y="92456"/>
                  </a:lnTo>
                  <a:lnTo>
                    <a:pt x="89319" y="83808"/>
                  </a:lnTo>
                  <a:lnTo>
                    <a:pt x="90330" y="80874"/>
                  </a:lnTo>
                  <a:lnTo>
                    <a:pt x="100779" y="77644"/>
                  </a:lnTo>
                  <a:lnTo>
                    <a:pt x="97970" y="73824"/>
                  </a:lnTo>
                  <a:lnTo>
                    <a:pt x="79994" y="74412"/>
                  </a:lnTo>
                  <a:lnTo>
                    <a:pt x="79432" y="71325"/>
                  </a:lnTo>
                  <a:lnTo>
                    <a:pt x="99543" y="66766"/>
                  </a:lnTo>
                  <a:lnTo>
                    <a:pt x="119654" y="68825"/>
                  </a:lnTo>
                  <a:lnTo>
                    <a:pt x="116171" y="61466"/>
                  </a:lnTo>
                  <a:lnTo>
                    <a:pt x="121452" y="58225"/>
                  </a:lnTo>
                  <a:lnTo>
                    <a:pt x="115385" y="38589"/>
                  </a:lnTo>
                  <a:lnTo>
                    <a:pt x="122125" y="32966"/>
                  </a:lnTo>
                  <a:lnTo>
                    <a:pt x="121788" y="25707"/>
                  </a:lnTo>
                  <a:lnTo>
                    <a:pt x="124822" y="22000"/>
                  </a:lnTo>
                  <a:lnTo>
                    <a:pt x="128305" y="19625"/>
                  </a:lnTo>
                  <a:lnTo>
                    <a:pt x="146955" y="31189"/>
                  </a:lnTo>
                  <a:lnTo>
                    <a:pt x="183132" y="11754"/>
                  </a:lnTo>
                  <a:lnTo>
                    <a:pt x="189985" y="0"/>
                  </a:lnTo>
                  <a:lnTo>
                    <a:pt x="205939" y="16063"/>
                  </a:lnTo>
                  <a:lnTo>
                    <a:pt x="204816" y="21109"/>
                  </a:lnTo>
                  <a:lnTo>
                    <a:pt x="211781" y="25855"/>
                  </a:lnTo>
                  <a:lnTo>
                    <a:pt x="188750" y="47899"/>
                  </a:lnTo>
                  <a:lnTo>
                    <a:pt x="188076" y="53507"/>
                  </a:lnTo>
                  <a:lnTo>
                    <a:pt x="198187" y="58372"/>
                  </a:lnTo>
                  <a:lnTo>
                    <a:pt x="202569" y="67501"/>
                  </a:lnTo>
                  <a:lnTo>
                    <a:pt x="224702" y="65441"/>
                  </a:lnTo>
                  <a:lnTo>
                    <a:pt x="224028" y="69708"/>
                  </a:lnTo>
                  <a:lnTo>
                    <a:pt x="205153" y="78084"/>
                  </a:lnTo>
                  <a:lnTo>
                    <a:pt x="203917" y="84982"/>
                  </a:lnTo>
                  <a:lnTo>
                    <a:pt x="197063" y="89087"/>
                  </a:lnTo>
                  <a:lnTo>
                    <a:pt x="193131" y="80874"/>
                  </a:lnTo>
                  <a:lnTo>
                    <a:pt x="162796" y="68384"/>
                  </a:lnTo>
                  <a:lnTo>
                    <a:pt x="135607" y="77056"/>
                  </a:lnTo>
                  <a:lnTo>
                    <a:pt x="131787" y="83222"/>
                  </a:lnTo>
                  <a:lnTo>
                    <a:pt x="132237" y="91431"/>
                  </a:lnTo>
                  <a:lnTo>
                    <a:pt x="121676" y="87474"/>
                  </a:lnTo>
                  <a:lnTo>
                    <a:pt x="119878" y="91578"/>
                  </a:lnTo>
                  <a:lnTo>
                    <a:pt x="116845" y="104454"/>
                  </a:lnTo>
                  <a:lnTo>
                    <a:pt x="121114" y="123567"/>
                  </a:lnTo>
                  <a:lnTo>
                    <a:pt x="139877" y="119633"/>
                  </a:lnTo>
                  <a:lnTo>
                    <a:pt x="175604" y="118759"/>
                  </a:lnTo>
                  <a:lnTo>
                    <a:pt x="180211" y="122110"/>
                  </a:lnTo>
                  <a:lnTo>
                    <a:pt x="196165" y="118467"/>
                  </a:lnTo>
                  <a:lnTo>
                    <a:pt x="202906" y="120362"/>
                  </a:lnTo>
                  <a:lnTo>
                    <a:pt x="210658" y="132590"/>
                  </a:lnTo>
                  <a:lnTo>
                    <a:pt x="214815" y="134044"/>
                  </a:lnTo>
                  <a:lnTo>
                    <a:pt x="227623" y="132736"/>
                  </a:lnTo>
                  <a:lnTo>
                    <a:pt x="231443" y="126043"/>
                  </a:lnTo>
                  <a:lnTo>
                    <a:pt x="256722" y="117155"/>
                  </a:lnTo>
                  <a:lnTo>
                    <a:pt x="259643" y="121236"/>
                  </a:lnTo>
                  <a:lnTo>
                    <a:pt x="258744" y="127207"/>
                  </a:lnTo>
                  <a:lnTo>
                    <a:pt x="273013" y="131718"/>
                  </a:lnTo>
                  <a:lnTo>
                    <a:pt x="272676" y="141164"/>
                  </a:lnTo>
                  <a:lnTo>
                    <a:pt x="275934" y="143487"/>
                  </a:lnTo>
                  <a:lnTo>
                    <a:pt x="292449" y="137533"/>
                  </a:lnTo>
                  <a:lnTo>
                    <a:pt x="304134" y="149144"/>
                  </a:lnTo>
                  <a:lnTo>
                    <a:pt x="312111" y="138695"/>
                  </a:lnTo>
                  <a:lnTo>
                    <a:pt x="324919" y="135498"/>
                  </a:lnTo>
                  <a:lnTo>
                    <a:pt x="358961" y="136661"/>
                  </a:lnTo>
                  <a:lnTo>
                    <a:pt x="381544" y="128663"/>
                  </a:lnTo>
                  <a:lnTo>
                    <a:pt x="391543" y="129681"/>
                  </a:lnTo>
                  <a:lnTo>
                    <a:pt x="390083" y="147404"/>
                  </a:lnTo>
                  <a:lnTo>
                    <a:pt x="402441" y="168396"/>
                  </a:lnTo>
                  <a:lnTo>
                    <a:pt x="395588" y="177492"/>
                  </a:lnTo>
                  <a:lnTo>
                    <a:pt x="402216" y="197367"/>
                  </a:lnTo>
                  <a:lnTo>
                    <a:pt x="416148" y="202684"/>
                  </a:lnTo>
                  <a:lnTo>
                    <a:pt x="422777" y="193052"/>
                  </a:lnTo>
                  <a:lnTo>
                    <a:pt x="431877" y="193052"/>
                  </a:lnTo>
                  <a:lnTo>
                    <a:pt x="465245" y="209001"/>
                  </a:lnTo>
                  <a:lnTo>
                    <a:pt x="466818" y="213447"/>
                  </a:lnTo>
                  <a:lnTo>
                    <a:pt x="462998" y="230340"/>
                  </a:lnTo>
                  <a:lnTo>
                    <a:pt x="473110" y="263552"/>
                  </a:lnTo>
                  <a:lnTo>
                    <a:pt x="470413" y="277040"/>
                  </a:lnTo>
                  <a:lnTo>
                    <a:pt x="483109" y="288940"/>
                  </a:lnTo>
                  <a:lnTo>
                    <a:pt x="484457" y="294032"/>
                  </a:lnTo>
                  <a:lnTo>
                    <a:pt x="470189" y="306180"/>
                  </a:lnTo>
                  <a:lnTo>
                    <a:pt x="455695" y="293325"/>
                  </a:lnTo>
                  <a:lnTo>
                    <a:pt x="436371" y="291487"/>
                  </a:lnTo>
                  <a:lnTo>
                    <a:pt x="430753" y="291770"/>
                  </a:lnTo>
                  <a:lnTo>
                    <a:pt x="425024" y="298414"/>
                  </a:lnTo>
                  <a:lnTo>
                    <a:pt x="398958" y="306180"/>
                  </a:lnTo>
                  <a:lnTo>
                    <a:pt x="391318" y="303781"/>
                  </a:lnTo>
                  <a:lnTo>
                    <a:pt x="396936" y="298414"/>
                  </a:lnTo>
                  <a:lnTo>
                    <a:pt x="397160" y="291487"/>
                  </a:lnTo>
                  <a:lnTo>
                    <a:pt x="376038" y="288090"/>
                  </a:lnTo>
                  <a:lnTo>
                    <a:pt x="345704" y="303357"/>
                  </a:lnTo>
                  <a:lnTo>
                    <a:pt x="337052" y="310694"/>
                  </a:lnTo>
                  <a:lnTo>
                    <a:pt x="330761" y="321963"/>
                  </a:lnTo>
                  <a:lnTo>
                    <a:pt x="312111" y="325621"/>
                  </a:lnTo>
                  <a:lnTo>
                    <a:pt x="277394" y="348082"/>
                  </a:lnTo>
                  <a:lnTo>
                    <a:pt x="268856" y="347942"/>
                  </a:lnTo>
                  <a:lnTo>
                    <a:pt x="260429" y="336301"/>
                  </a:lnTo>
                  <a:lnTo>
                    <a:pt x="254363" y="314359"/>
                  </a:lnTo>
                  <a:lnTo>
                    <a:pt x="263688" y="252740"/>
                  </a:lnTo>
                  <a:lnTo>
                    <a:pt x="244700" y="252028"/>
                  </a:lnTo>
                  <a:lnTo>
                    <a:pt x="248071" y="232055"/>
                  </a:lnTo>
                  <a:lnTo>
                    <a:pt x="243352" y="221184"/>
                  </a:lnTo>
                  <a:lnTo>
                    <a:pt x="219758" y="209288"/>
                  </a:lnTo>
                  <a:lnTo>
                    <a:pt x="210883" y="212013"/>
                  </a:lnTo>
                  <a:lnTo>
                    <a:pt x="203355" y="219036"/>
                  </a:lnTo>
                  <a:lnTo>
                    <a:pt x="190997" y="239624"/>
                  </a:lnTo>
                  <a:lnTo>
                    <a:pt x="178301" y="251601"/>
                  </a:lnTo>
                  <a:lnTo>
                    <a:pt x="180660" y="272074"/>
                  </a:lnTo>
                  <a:lnTo>
                    <a:pt x="176728" y="278600"/>
                  </a:lnTo>
                  <a:lnTo>
                    <a:pt x="167740" y="281293"/>
                  </a:lnTo>
                  <a:lnTo>
                    <a:pt x="153696" y="276473"/>
                  </a:lnTo>
                  <a:lnTo>
                    <a:pt x="133248" y="280867"/>
                  </a:lnTo>
                  <a:lnTo>
                    <a:pt x="128754" y="286109"/>
                  </a:lnTo>
                  <a:lnTo>
                    <a:pt x="127406" y="293043"/>
                  </a:lnTo>
                  <a:lnTo>
                    <a:pt x="128417" y="308014"/>
                  </a:lnTo>
                  <a:lnTo>
                    <a:pt x="121452" y="315063"/>
                  </a:lnTo>
                  <a:lnTo>
                    <a:pt x="96959" y="298131"/>
                  </a:lnTo>
                  <a:lnTo>
                    <a:pt x="91454" y="303075"/>
                  </a:lnTo>
                  <a:lnTo>
                    <a:pt x="81904" y="304063"/>
                  </a:lnTo>
                  <a:lnTo>
                    <a:pt x="64265" y="313513"/>
                  </a:lnTo>
                  <a:lnTo>
                    <a:pt x="58759" y="317317"/>
                  </a:lnTo>
                  <a:lnTo>
                    <a:pt x="56400" y="323230"/>
                  </a:lnTo>
                  <a:lnTo>
                    <a:pt x="44266" y="328152"/>
                  </a:lnTo>
                  <a:lnTo>
                    <a:pt x="37413" y="326465"/>
                  </a:lnTo>
                  <a:lnTo>
                    <a:pt x="25504" y="3133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2" name="oPE_MapPart_TJK_2_182" descr="Tadschikistan">
              <a:extLst>
                <a:ext uri="{FF2B5EF4-FFF2-40B4-BE49-F238E27FC236}">
                  <a16:creationId xmlns:a16="http://schemas.microsoft.com/office/drawing/2014/main" id="{BD1AB64A-4D52-6B54-CB9B-5FA8086B91A2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5147140" y="2318885"/>
              <a:ext cx="6405" cy="6400"/>
            </a:xfrm>
            <a:custGeom>
              <a:avLst/>
              <a:gdLst/>
              <a:ahLst/>
              <a:cxnLst/>
              <a:rect l="0" t="0" r="0" b="0"/>
              <a:pathLst>
                <a:path w="6405" h="6400">
                  <a:moveTo>
                    <a:pt x="6404" y="6399"/>
                  </a:moveTo>
                  <a:lnTo>
                    <a:pt x="0" y="0"/>
                  </a:lnTo>
                  <a:lnTo>
                    <a:pt x="6292" y="446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3" name="oPE_MapPart_TJK_3_183" descr="Tadschikistan">
              <a:extLst>
                <a:ext uri="{FF2B5EF4-FFF2-40B4-BE49-F238E27FC236}">
                  <a16:creationId xmlns:a16="http://schemas.microsoft.com/office/drawing/2014/main" id="{A657414B-1D7F-BD0C-17FC-7C71F0276936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5142983" y="2411754"/>
              <a:ext cx="13708" cy="7463"/>
            </a:xfrm>
            <a:custGeom>
              <a:avLst/>
              <a:gdLst/>
              <a:ahLst/>
              <a:cxnLst/>
              <a:rect l="0" t="0" r="0" b="0"/>
              <a:pathLst>
                <a:path w="13708" h="7463">
                  <a:moveTo>
                    <a:pt x="13707" y="4683"/>
                  </a:moveTo>
                  <a:lnTo>
                    <a:pt x="4831" y="7462"/>
                  </a:lnTo>
                  <a:lnTo>
                    <a:pt x="0" y="0"/>
                  </a:lnTo>
                  <a:lnTo>
                    <a:pt x="13482" y="29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4" name="oPE_MapPart_THA_1_184" descr="Thailand">
              <a:extLst>
                <a:ext uri="{FF2B5EF4-FFF2-40B4-BE49-F238E27FC236}">
                  <a16:creationId xmlns:a16="http://schemas.microsoft.com/office/drawing/2014/main" id="{069B3602-6C14-2B6B-8A0C-102E89F99B37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7143504" y="4395708"/>
              <a:ext cx="4607" cy="7572"/>
            </a:xfrm>
            <a:custGeom>
              <a:avLst/>
              <a:gdLst/>
              <a:ahLst/>
              <a:cxnLst/>
              <a:rect l="0" t="0" r="0" b="0"/>
              <a:pathLst>
                <a:path w="4607" h="7572">
                  <a:moveTo>
                    <a:pt x="4606" y="918"/>
                  </a:moveTo>
                  <a:lnTo>
                    <a:pt x="3482" y="7571"/>
                  </a:lnTo>
                  <a:lnTo>
                    <a:pt x="0" y="4819"/>
                  </a:lnTo>
                  <a:lnTo>
                    <a:pt x="22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5" name="oPE_MapPart_THA_2_185" descr="Thailand">
              <a:extLst>
                <a:ext uri="{FF2B5EF4-FFF2-40B4-BE49-F238E27FC236}">
                  <a16:creationId xmlns:a16="http://schemas.microsoft.com/office/drawing/2014/main" id="{B48A564D-1B36-25A8-F031-5522072CB88E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7127549" y="4366313"/>
              <a:ext cx="9326" cy="10915"/>
            </a:xfrm>
            <a:custGeom>
              <a:avLst/>
              <a:gdLst/>
              <a:ahLst/>
              <a:cxnLst/>
              <a:rect l="0" t="0" r="0" b="0"/>
              <a:pathLst>
                <a:path w="9326" h="10915">
                  <a:moveTo>
                    <a:pt x="9325" y="10455"/>
                  </a:moveTo>
                  <a:lnTo>
                    <a:pt x="1461" y="10914"/>
                  </a:lnTo>
                  <a:lnTo>
                    <a:pt x="0" y="0"/>
                  </a:lnTo>
                  <a:lnTo>
                    <a:pt x="8203" y="80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6" name="oPE_MapPart_THA_3_186" descr="Thailand">
              <a:extLst>
                <a:ext uri="{FF2B5EF4-FFF2-40B4-BE49-F238E27FC236}">
                  <a16:creationId xmlns:a16="http://schemas.microsoft.com/office/drawing/2014/main" id="{1963CC0F-4AB0-75FF-60F9-6B7713B478A6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6876895" y="4619074"/>
              <a:ext cx="10786" cy="24619"/>
            </a:xfrm>
            <a:custGeom>
              <a:avLst/>
              <a:gdLst/>
              <a:ahLst/>
              <a:cxnLst/>
              <a:rect l="0" t="0" r="0" b="0"/>
              <a:pathLst>
                <a:path w="10786" h="24619">
                  <a:moveTo>
                    <a:pt x="9213" y="16679"/>
                  </a:moveTo>
                  <a:lnTo>
                    <a:pt x="8539" y="21330"/>
                  </a:lnTo>
                  <a:lnTo>
                    <a:pt x="2135" y="24618"/>
                  </a:lnTo>
                  <a:lnTo>
                    <a:pt x="0" y="15204"/>
                  </a:lnTo>
                  <a:lnTo>
                    <a:pt x="3707" y="0"/>
                  </a:lnTo>
                  <a:lnTo>
                    <a:pt x="5505" y="3518"/>
                  </a:lnTo>
                  <a:lnTo>
                    <a:pt x="10785" y="5107"/>
                  </a:lnTo>
                  <a:lnTo>
                    <a:pt x="8539" y="1270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7" name="oPE_MapPart_THA_4_187" descr="Thailand">
              <a:extLst>
                <a:ext uri="{FF2B5EF4-FFF2-40B4-BE49-F238E27FC236}">
                  <a16:creationId xmlns:a16="http://schemas.microsoft.com/office/drawing/2014/main" id="{ABA73EB1-517A-F2E5-2780-0681DD843D0C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6821506" y="3827808"/>
              <a:ext cx="515917" cy="950285"/>
            </a:xfrm>
            <a:custGeom>
              <a:avLst/>
              <a:gdLst/>
              <a:ahLst/>
              <a:cxnLst/>
              <a:rect l="0" t="0" r="0" b="0"/>
              <a:pathLst>
                <a:path w="515917" h="950285">
                  <a:moveTo>
                    <a:pt x="171560" y="7190"/>
                  </a:moveTo>
                  <a:lnTo>
                    <a:pt x="172571" y="11982"/>
                  </a:lnTo>
                  <a:lnTo>
                    <a:pt x="183694" y="2637"/>
                  </a:lnTo>
                  <a:lnTo>
                    <a:pt x="196276" y="16411"/>
                  </a:lnTo>
                  <a:lnTo>
                    <a:pt x="197738" y="22395"/>
                  </a:lnTo>
                  <a:lnTo>
                    <a:pt x="188637" y="44383"/>
                  </a:lnTo>
                  <a:lnTo>
                    <a:pt x="190098" y="51782"/>
                  </a:lnTo>
                  <a:lnTo>
                    <a:pt x="195940" y="57864"/>
                  </a:lnTo>
                  <a:lnTo>
                    <a:pt x="202906" y="61441"/>
                  </a:lnTo>
                  <a:lnTo>
                    <a:pt x="224252" y="54048"/>
                  </a:lnTo>
                  <a:lnTo>
                    <a:pt x="239532" y="58222"/>
                  </a:lnTo>
                  <a:lnTo>
                    <a:pt x="238634" y="72757"/>
                  </a:lnTo>
                  <a:lnTo>
                    <a:pt x="244139" y="95949"/>
                  </a:lnTo>
                  <a:lnTo>
                    <a:pt x="236610" y="119567"/>
                  </a:lnTo>
                  <a:lnTo>
                    <a:pt x="229195" y="131180"/>
                  </a:lnTo>
                  <a:lnTo>
                    <a:pt x="234814" y="141478"/>
                  </a:lnTo>
                  <a:lnTo>
                    <a:pt x="235262" y="150941"/>
                  </a:lnTo>
                  <a:lnTo>
                    <a:pt x="220545" y="187534"/>
                  </a:lnTo>
                  <a:lnTo>
                    <a:pt x="223579" y="190362"/>
                  </a:lnTo>
                  <a:lnTo>
                    <a:pt x="232904" y="194367"/>
                  </a:lnTo>
                  <a:lnTo>
                    <a:pt x="236724" y="193072"/>
                  </a:lnTo>
                  <a:lnTo>
                    <a:pt x="252115" y="178691"/>
                  </a:lnTo>
                  <a:lnTo>
                    <a:pt x="269193" y="167481"/>
                  </a:lnTo>
                  <a:lnTo>
                    <a:pt x="274698" y="158032"/>
                  </a:lnTo>
                  <a:lnTo>
                    <a:pt x="285371" y="154960"/>
                  </a:lnTo>
                  <a:lnTo>
                    <a:pt x="295033" y="146447"/>
                  </a:lnTo>
                  <a:lnTo>
                    <a:pt x="317392" y="161340"/>
                  </a:lnTo>
                  <a:lnTo>
                    <a:pt x="323234" y="162521"/>
                  </a:lnTo>
                  <a:lnTo>
                    <a:pt x="327166" y="171258"/>
                  </a:lnTo>
                  <a:lnTo>
                    <a:pt x="329975" y="172202"/>
                  </a:lnTo>
                  <a:lnTo>
                    <a:pt x="339075" y="163820"/>
                  </a:lnTo>
                  <a:lnTo>
                    <a:pt x="354354" y="158387"/>
                  </a:lnTo>
                  <a:lnTo>
                    <a:pt x="360422" y="145738"/>
                  </a:lnTo>
                  <a:lnTo>
                    <a:pt x="368623" y="140296"/>
                  </a:lnTo>
                  <a:lnTo>
                    <a:pt x="366826" y="135797"/>
                  </a:lnTo>
                  <a:lnTo>
                    <a:pt x="369073" y="133430"/>
                  </a:lnTo>
                  <a:lnTo>
                    <a:pt x="381543" y="132838"/>
                  </a:lnTo>
                  <a:lnTo>
                    <a:pt x="400531" y="139467"/>
                  </a:lnTo>
                  <a:lnTo>
                    <a:pt x="410418" y="139348"/>
                  </a:lnTo>
                  <a:lnTo>
                    <a:pt x="440303" y="179988"/>
                  </a:lnTo>
                  <a:lnTo>
                    <a:pt x="459739" y="195546"/>
                  </a:lnTo>
                  <a:lnTo>
                    <a:pt x="464459" y="206141"/>
                  </a:lnTo>
                  <a:lnTo>
                    <a:pt x="459964" y="233293"/>
                  </a:lnTo>
                  <a:lnTo>
                    <a:pt x="460414" y="248665"/>
                  </a:lnTo>
                  <a:lnTo>
                    <a:pt x="464683" y="260503"/>
                  </a:lnTo>
                  <a:lnTo>
                    <a:pt x="472885" y="268702"/>
                  </a:lnTo>
                  <a:lnTo>
                    <a:pt x="478952" y="280404"/>
                  </a:lnTo>
                  <a:lnTo>
                    <a:pt x="501310" y="291628"/>
                  </a:lnTo>
                  <a:lnTo>
                    <a:pt x="499400" y="294550"/>
                  </a:lnTo>
                  <a:lnTo>
                    <a:pt x="500860" y="301909"/>
                  </a:lnTo>
                  <a:lnTo>
                    <a:pt x="515916" y="313115"/>
                  </a:lnTo>
                  <a:lnTo>
                    <a:pt x="514342" y="323962"/>
                  </a:lnTo>
                  <a:lnTo>
                    <a:pt x="507938" y="332237"/>
                  </a:lnTo>
                  <a:lnTo>
                    <a:pt x="506590" y="338993"/>
                  </a:lnTo>
                  <a:lnTo>
                    <a:pt x="510073" y="359939"/>
                  </a:lnTo>
                  <a:lnTo>
                    <a:pt x="505692" y="385961"/>
                  </a:lnTo>
                  <a:lnTo>
                    <a:pt x="486479" y="398490"/>
                  </a:lnTo>
                  <a:lnTo>
                    <a:pt x="480637" y="405446"/>
                  </a:lnTo>
                  <a:lnTo>
                    <a:pt x="476143" y="403707"/>
                  </a:lnTo>
                  <a:lnTo>
                    <a:pt x="474121" y="396519"/>
                  </a:lnTo>
                  <a:lnTo>
                    <a:pt x="462212" y="392575"/>
                  </a:lnTo>
                  <a:lnTo>
                    <a:pt x="412440" y="396982"/>
                  </a:lnTo>
                  <a:lnTo>
                    <a:pt x="388621" y="392923"/>
                  </a:lnTo>
                  <a:lnTo>
                    <a:pt x="363567" y="398606"/>
                  </a:lnTo>
                  <a:lnTo>
                    <a:pt x="353006" y="403824"/>
                  </a:lnTo>
                  <a:lnTo>
                    <a:pt x="345479" y="411240"/>
                  </a:lnTo>
                  <a:lnTo>
                    <a:pt x="334244" y="430229"/>
                  </a:lnTo>
                  <a:lnTo>
                    <a:pt x="322672" y="441911"/>
                  </a:lnTo>
                  <a:lnTo>
                    <a:pt x="322784" y="446651"/>
                  </a:lnTo>
                  <a:lnTo>
                    <a:pt x="308628" y="449656"/>
                  </a:lnTo>
                  <a:lnTo>
                    <a:pt x="309302" y="465826"/>
                  </a:lnTo>
                  <a:lnTo>
                    <a:pt x="317503" y="483248"/>
                  </a:lnTo>
                  <a:lnTo>
                    <a:pt x="319863" y="505373"/>
                  </a:lnTo>
                  <a:lnTo>
                    <a:pt x="335817" y="521027"/>
                  </a:lnTo>
                  <a:lnTo>
                    <a:pt x="332783" y="531838"/>
                  </a:lnTo>
                  <a:lnTo>
                    <a:pt x="334693" y="542411"/>
                  </a:lnTo>
                  <a:lnTo>
                    <a:pt x="346939" y="566868"/>
                  </a:lnTo>
                  <a:lnTo>
                    <a:pt x="338063" y="555276"/>
                  </a:lnTo>
                  <a:lnTo>
                    <a:pt x="336378" y="547352"/>
                  </a:lnTo>
                  <a:lnTo>
                    <a:pt x="325817" y="535286"/>
                  </a:lnTo>
                  <a:lnTo>
                    <a:pt x="322447" y="541263"/>
                  </a:lnTo>
                  <a:lnTo>
                    <a:pt x="310088" y="532068"/>
                  </a:lnTo>
                  <a:lnTo>
                    <a:pt x="304920" y="522982"/>
                  </a:lnTo>
                  <a:lnTo>
                    <a:pt x="303011" y="527008"/>
                  </a:lnTo>
                  <a:lnTo>
                    <a:pt x="290877" y="514238"/>
                  </a:lnTo>
                  <a:lnTo>
                    <a:pt x="278405" y="507330"/>
                  </a:lnTo>
                  <a:lnTo>
                    <a:pt x="271439" y="504107"/>
                  </a:lnTo>
                  <a:lnTo>
                    <a:pt x="254025" y="508597"/>
                  </a:lnTo>
                  <a:lnTo>
                    <a:pt x="231892" y="505143"/>
                  </a:lnTo>
                  <a:lnTo>
                    <a:pt x="223354" y="508482"/>
                  </a:lnTo>
                  <a:lnTo>
                    <a:pt x="219870" y="506410"/>
                  </a:lnTo>
                  <a:lnTo>
                    <a:pt x="217736" y="502494"/>
                  </a:lnTo>
                  <a:lnTo>
                    <a:pt x="223915" y="456588"/>
                  </a:lnTo>
                  <a:lnTo>
                    <a:pt x="201558" y="447807"/>
                  </a:lnTo>
                  <a:lnTo>
                    <a:pt x="197400" y="451273"/>
                  </a:lnTo>
                  <a:lnTo>
                    <a:pt x="178526" y="453238"/>
                  </a:lnTo>
                  <a:lnTo>
                    <a:pt x="164931" y="461670"/>
                  </a:lnTo>
                  <a:lnTo>
                    <a:pt x="163246" y="468712"/>
                  </a:lnTo>
                  <a:lnTo>
                    <a:pt x="169537" y="481288"/>
                  </a:lnTo>
                  <a:lnTo>
                    <a:pt x="161672" y="504107"/>
                  </a:lnTo>
                  <a:lnTo>
                    <a:pt x="163134" y="537240"/>
                  </a:lnTo>
                  <a:lnTo>
                    <a:pt x="153696" y="552291"/>
                  </a:lnTo>
                  <a:lnTo>
                    <a:pt x="151337" y="564229"/>
                  </a:lnTo>
                  <a:lnTo>
                    <a:pt x="140663" y="582465"/>
                  </a:lnTo>
                  <a:lnTo>
                    <a:pt x="131901" y="618884"/>
                  </a:lnTo>
                  <a:lnTo>
                    <a:pt x="119204" y="639238"/>
                  </a:lnTo>
                  <a:lnTo>
                    <a:pt x="116283" y="650778"/>
                  </a:lnTo>
                  <a:lnTo>
                    <a:pt x="111789" y="655118"/>
                  </a:lnTo>
                  <a:lnTo>
                    <a:pt x="113587" y="664252"/>
                  </a:lnTo>
                  <a:lnTo>
                    <a:pt x="111452" y="692198"/>
                  </a:lnTo>
                  <a:lnTo>
                    <a:pt x="119428" y="712480"/>
                  </a:lnTo>
                  <a:lnTo>
                    <a:pt x="117294" y="721930"/>
                  </a:lnTo>
                  <a:lnTo>
                    <a:pt x="126058" y="725117"/>
                  </a:lnTo>
                  <a:lnTo>
                    <a:pt x="146618" y="718742"/>
                  </a:lnTo>
                  <a:lnTo>
                    <a:pt x="153584" y="720450"/>
                  </a:lnTo>
                  <a:lnTo>
                    <a:pt x="157966" y="731490"/>
                  </a:lnTo>
                  <a:lnTo>
                    <a:pt x="163246" y="764578"/>
                  </a:lnTo>
                  <a:lnTo>
                    <a:pt x="171897" y="774803"/>
                  </a:lnTo>
                  <a:lnTo>
                    <a:pt x="174031" y="769691"/>
                  </a:lnTo>
                  <a:lnTo>
                    <a:pt x="181335" y="784796"/>
                  </a:lnTo>
                  <a:lnTo>
                    <a:pt x="192233" y="836854"/>
                  </a:lnTo>
                  <a:lnTo>
                    <a:pt x="197850" y="850447"/>
                  </a:lnTo>
                  <a:lnTo>
                    <a:pt x="191334" y="847049"/>
                  </a:lnTo>
                  <a:lnTo>
                    <a:pt x="187626" y="830621"/>
                  </a:lnTo>
                  <a:lnTo>
                    <a:pt x="181559" y="830054"/>
                  </a:lnTo>
                  <a:lnTo>
                    <a:pt x="183694" y="819625"/>
                  </a:lnTo>
                  <a:lnTo>
                    <a:pt x="179874" y="815998"/>
                  </a:lnTo>
                  <a:lnTo>
                    <a:pt x="173695" y="818946"/>
                  </a:lnTo>
                  <a:lnTo>
                    <a:pt x="173919" y="826994"/>
                  </a:lnTo>
                  <a:lnTo>
                    <a:pt x="190323" y="852938"/>
                  </a:lnTo>
                  <a:lnTo>
                    <a:pt x="200434" y="853618"/>
                  </a:lnTo>
                  <a:lnTo>
                    <a:pt x="227399" y="873428"/>
                  </a:lnTo>
                  <a:lnTo>
                    <a:pt x="245149" y="870485"/>
                  </a:lnTo>
                  <a:lnTo>
                    <a:pt x="257396" y="873201"/>
                  </a:lnTo>
                  <a:lnTo>
                    <a:pt x="276158" y="897748"/>
                  </a:lnTo>
                  <a:lnTo>
                    <a:pt x="295033" y="912331"/>
                  </a:lnTo>
                  <a:lnTo>
                    <a:pt x="292113" y="921484"/>
                  </a:lnTo>
                  <a:lnTo>
                    <a:pt x="284697" y="928828"/>
                  </a:lnTo>
                  <a:lnTo>
                    <a:pt x="280765" y="938541"/>
                  </a:lnTo>
                  <a:lnTo>
                    <a:pt x="268631" y="941478"/>
                  </a:lnTo>
                  <a:lnTo>
                    <a:pt x="260991" y="933346"/>
                  </a:lnTo>
                  <a:lnTo>
                    <a:pt x="242341" y="940800"/>
                  </a:lnTo>
                  <a:lnTo>
                    <a:pt x="238184" y="948365"/>
                  </a:lnTo>
                  <a:lnTo>
                    <a:pt x="233353" y="950284"/>
                  </a:lnTo>
                  <a:lnTo>
                    <a:pt x="225151" y="941930"/>
                  </a:lnTo>
                  <a:lnTo>
                    <a:pt x="230994" y="930296"/>
                  </a:lnTo>
                  <a:lnTo>
                    <a:pt x="229645" y="912331"/>
                  </a:lnTo>
                  <a:lnTo>
                    <a:pt x="218410" y="912104"/>
                  </a:lnTo>
                  <a:lnTo>
                    <a:pt x="210995" y="898652"/>
                  </a:lnTo>
                  <a:lnTo>
                    <a:pt x="203130" y="899444"/>
                  </a:lnTo>
                  <a:lnTo>
                    <a:pt x="185379" y="892998"/>
                  </a:lnTo>
                  <a:lnTo>
                    <a:pt x="180211" y="884628"/>
                  </a:lnTo>
                  <a:lnTo>
                    <a:pt x="174931" y="885307"/>
                  </a:lnTo>
                  <a:lnTo>
                    <a:pt x="171335" y="899783"/>
                  </a:lnTo>
                  <a:lnTo>
                    <a:pt x="155719" y="880443"/>
                  </a:lnTo>
                  <a:lnTo>
                    <a:pt x="144932" y="872522"/>
                  </a:lnTo>
                  <a:lnTo>
                    <a:pt x="146393" y="858034"/>
                  </a:lnTo>
                  <a:lnTo>
                    <a:pt x="135945" y="851013"/>
                  </a:lnTo>
                  <a:lnTo>
                    <a:pt x="138753" y="842405"/>
                  </a:lnTo>
                  <a:lnTo>
                    <a:pt x="128642" y="843651"/>
                  </a:lnTo>
                  <a:lnTo>
                    <a:pt x="123810" y="841272"/>
                  </a:lnTo>
                  <a:lnTo>
                    <a:pt x="117856" y="825747"/>
                  </a:lnTo>
                  <a:lnTo>
                    <a:pt x="112913" y="819512"/>
                  </a:lnTo>
                  <a:lnTo>
                    <a:pt x="106284" y="819512"/>
                  </a:lnTo>
                  <a:lnTo>
                    <a:pt x="104598" y="808852"/>
                  </a:lnTo>
                  <a:lnTo>
                    <a:pt x="88308" y="797962"/>
                  </a:lnTo>
                  <a:lnTo>
                    <a:pt x="82914" y="785590"/>
                  </a:lnTo>
                  <a:lnTo>
                    <a:pt x="75163" y="780027"/>
                  </a:lnTo>
                  <a:lnTo>
                    <a:pt x="70219" y="781730"/>
                  </a:lnTo>
                  <a:lnTo>
                    <a:pt x="65276" y="790585"/>
                  </a:lnTo>
                  <a:lnTo>
                    <a:pt x="61568" y="790017"/>
                  </a:lnTo>
                  <a:lnTo>
                    <a:pt x="58085" y="787520"/>
                  </a:lnTo>
                  <a:lnTo>
                    <a:pt x="53929" y="775144"/>
                  </a:lnTo>
                  <a:lnTo>
                    <a:pt x="54153" y="753327"/>
                  </a:lnTo>
                  <a:lnTo>
                    <a:pt x="59434" y="740591"/>
                  </a:lnTo>
                  <a:lnTo>
                    <a:pt x="62243" y="720336"/>
                  </a:lnTo>
                  <a:lnTo>
                    <a:pt x="82914" y="663339"/>
                  </a:lnTo>
                  <a:lnTo>
                    <a:pt x="86959" y="648037"/>
                  </a:lnTo>
                  <a:lnTo>
                    <a:pt x="86286" y="633409"/>
                  </a:lnTo>
                  <a:lnTo>
                    <a:pt x="113362" y="605149"/>
                  </a:lnTo>
                  <a:lnTo>
                    <a:pt x="139877" y="562163"/>
                  </a:lnTo>
                  <a:lnTo>
                    <a:pt x="130327" y="536091"/>
                  </a:lnTo>
                  <a:lnTo>
                    <a:pt x="126732" y="513202"/>
                  </a:lnTo>
                  <a:lnTo>
                    <a:pt x="115159" y="500881"/>
                  </a:lnTo>
                  <a:lnTo>
                    <a:pt x="109205" y="482326"/>
                  </a:lnTo>
                  <a:lnTo>
                    <a:pt x="108193" y="477597"/>
                  </a:lnTo>
                  <a:lnTo>
                    <a:pt x="112463" y="469289"/>
                  </a:lnTo>
                  <a:lnTo>
                    <a:pt x="109992" y="438327"/>
                  </a:lnTo>
                  <a:lnTo>
                    <a:pt x="97296" y="416917"/>
                  </a:lnTo>
                  <a:lnTo>
                    <a:pt x="74601" y="396867"/>
                  </a:lnTo>
                  <a:lnTo>
                    <a:pt x="54378" y="367611"/>
                  </a:lnTo>
                  <a:lnTo>
                    <a:pt x="51681" y="357148"/>
                  </a:lnTo>
                  <a:lnTo>
                    <a:pt x="51008" y="342370"/>
                  </a:lnTo>
                  <a:lnTo>
                    <a:pt x="67298" y="332470"/>
                  </a:lnTo>
                  <a:lnTo>
                    <a:pt x="73814" y="331771"/>
                  </a:lnTo>
                  <a:lnTo>
                    <a:pt x="76061" y="287537"/>
                  </a:lnTo>
                  <a:lnTo>
                    <a:pt x="90105" y="279117"/>
                  </a:lnTo>
                  <a:lnTo>
                    <a:pt x="94487" y="267999"/>
                  </a:lnTo>
                  <a:lnTo>
                    <a:pt x="91229" y="263666"/>
                  </a:lnTo>
                  <a:lnTo>
                    <a:pt x="82016" y="270926"/>
                  </a:lnTo>
                  <a:lnTo>
                    <a:pt x="80331" y="269404"/>
                  </a:lnTo>
                  <a:lnTo>
                    <a:pt x="68871" y="243152"/>
                  </a:lnTo>
                  <a:lnTo>
                    <a:pt x="66399" y="227304"/>
                  </a:lnTo>
                  <a:lnTo>
                    <a:pt x="20672" y="173618"/>
                  </a:lnTo>
                  <a:lnTo>
                    <a:pt x="22807" y="164529"/>
                  </a:lnTo>
                  <a:lnTo>
                    <a:pt x="16066" y="141242"/>
                  </a:lnTo>
                  <a:lnTo>
                    <a:pt x="9325" y="140887"/>
                  </a:lnTo>
                  <a:lnTo>
                    <a:pt x="4718" y="136626"/>
                  </a:lnTo>
                  <a:lnTo>
                    <a:pt x="0" y="126204"/>
                  </a:lnTo>
                  <a:lnTo>
                    <a:pt x="8763" y="127508"/>
                  </a:lnTo>
                  <a:lnTo>
                    <a:pt x="23144" y="121582"/>
                  </a:lnTo>
                  <a:lnTo>
                    <a:pt x="20672" y="98919"/>
                  </a:lnTo>
                  <a:lnTo>
                    <a:pt x="26852" y="85846"/>
                  </a:lnTo>
                  <a:lnTo>
                    <a:pt x="27638" y="64062"/>
                  </a:lnTo>
                  <a:lnTo>
                    <a:pt x="38536" y="51185"/>
                  </a:lnTo>
                  <a:lnTo>
                    <a:pt x="39997" y="44861"/>
                  </a:lnTo>
                  <a:lnTo>
                    <a:pt x="45952" y="44025"/>
                  </a:lnTo>
                  <a:lnTo>
                    <a:pt x="53929" y="48799"/>
                  </a:lnTo>
                  <a:lnTo>
                    <a:pt x="62243" y="48918"/>
                  </a:lnTo>
                  <a:lnTo>
                    <a:pt x="96284" y="43308"/>
                  </a:lnTo>
                  <a:lnTo>
                    <a:pt x="106059" y="21677"/>
                  </a:lnTo>
                  <a:lnTo>
                    <a:pt x="122575" y="22993"/>
                  </a:lnTo>
                  <a:lnTo>
                    <a:pt x="131787" y="18326"/>
                  </a:lnTo>
                  <a:lnTo>
                    <a:pt x="130102" y="4075"/>
                  </a:lnTo>
                  <a:lnTo>
                    <a:pt x="141337" y="6951"/>
                  </a:lnTo>
                  <a:lnTo>
                    <a:pt x="149764" y="5513"/>
                  </a:lnTo>
                  <a:lnTo>
                    <a:pt x="157066" y="0"/>
                  </a:lnTo>
                  <a:lnTo>
                    <a:pt x="164145" y="29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8" name="oPE_MapPart_THA_5_188" descr="Thailand">
              <a:extLst>
                <a:ext uri="{FF2B5EF4-FFF2-40B4-BE49-F238E27FC236}">
                  <a16:creationId xmlns:a16="http://schemas.microsoft.com/office/drawing/2014/main" id="{C6B7D12B-0336-4E1C-03C1-D28DB40AD55D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6984302" y="4516244"/>
              <a:ext cx="5731" cy="6158"/>
            </a:xfrm>
            <a:custGeom>
              <a:avLst/>
              <a:gdLst/>
              <a:ahLst/>
              <a:cxnLst/>
              <a:rect l="0" t="0" r="0" b="0"/>
              <a:pathLst>
                <a:path w="5731" h="6158">
                  <a:moveTo>
                    <a:pt x="5730" y="6157"/>
                  </a:moveTo>
                  <a:lnTo>
                    <a:pt x="0" y="0"/>
                  </a:lnTo>
                  <a:lnTo>
                    <a:pt x="5618" y="28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9" name="oPE_MapPart_THA_6_189" descr="Thailand">
              <a:extLst>
                <a:ext uri="{FF2B5EF4-FFF2-40B4-BE49-F238E27FC236}">
                  <a16:creationId xmlns:a16="http://schemas.microsoft.com/office/drawing/2014/main" id="{9E48F748-D70C-C540-A49E-356F659E975B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6981606" y="4529352"/>
              <a:ext cx="8202" cy="10481"/>
            </a:xfrm>
            <a:custGeom>
              <a:avLst/>
              <a:gdLst/>
              <a:ahLst/>
              <a:cxnLst/>
              <a:rect l="0" t="0" r="0" b="0"/>
              <a:pathLst>
                <a:path w="8202" h="10481">
                  <a:moveTo>
                    <a:pt x="8201" y="0"/>
                  </a:moveTo>
                  <a:lnTo>
                    <a:pt x="7077" y="7974"/>
                  </a:lnTo>
                  <a:lnTo>
                    <a:pt x="1461" y="10480"/>
                  </a:lnTo>
                  <a:lnTo>
                    <a:pt x="0" y="1709"/>
                  </a:lnTo>
                  <a:lnTo>
                    <a:pt x="6404" y="68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0" name="oPE_MapPart_THA_7_190" descr="Thailand">
              <a:extLst>
                <a:ext uri="{FF2B5EF4-FFF2-40B4-BE49-F238E27FC236}">
                  <a16:creationId xmlns:a16="http://schemas.microsoft.com/office/drawing/2014/main" id="{BFD4508D-F600-4C39-4360-6D18ECDB2B7C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6960821" y="4710513"/>
              <a:ext cx="5956" cy="12104"/>
            </a:xfrm>
            <a:custGeom>
              <a:avLst/>
              <a:gdLst/>
              <a:ahLst/>
              <a:cxnLst/>
              <a:rect l="0" t="0" r="0" b="0"/>
              <a:pathLst>
                <a:path w="5956" h="12104">
                  <a:moveTo>
                    <a:pt x="3483" y="12103"/>
                  </a:moveTo>
                  <a:lnTo>
                    <a:pt x="0" y="7353"/>
                  </a:lnTo>
                  <a:lnTo>
                    <a:pt x="2921" y="0"/>
                  </a:lnTo>
                  <a:lnTo>
                    <a:pt x="5955" y="9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1" name="oPE_MapPart_THA_8_191" descr="Thailand">
              <a:extLst>
                <a:ext uri="{FF2B5EF4-FFF2-40B4-BE49-F238E27FC236}">
                  <a16:creationId xmlns:a16="http://schemas.microsoft.com/office/drawing/2014/main" id="{256A21C8-ECCE-8ED9-BC53-00705D959F93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6893635" y="4622705"/>
              <a:ext cx="4607" cy="11008"/>
            </a:xfrm>
            <a:custGeom>
              <a:avLst/>
              <a:gdLst/>
              <a:ahLst/>
              <a:cxnLst/>
              <a:rect l="0" t="0" r="0" b="0"/>
              <a:pathLst>
                <a:path w="4607" h="11008">
                  <a:moveTo>
                    <a:pt x="3820" y="11007"/>
                  </a:moveTo>
                  <a:lnTo>
                    <a:pt x="0" y="0"/>
                  </a:lnTo>
                  <a:lnTo>
                    <a:pt x="4606" y="32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2" name="oPE_MapPart_THA_9_192" descr="Thailand">
              <a:extLst>
                <a:ext uri="{FF2B5EF4-FFF2-40B4-BE49-F238E27FC236}">
                  <a16:creationId xmlns:a16="http://schemas.microsoft.com/office/drawing/2014/main" id="{4AABA975-0A18-338E-EF37-2489D4205D90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6876221" y="4557705"/>
              <a:ext cx="3821" cy="6145"/>
            </a:xfrm>
            <a:custGeom>
              <a:avLst/>
              <a:gdLst/>
              <a:ahLst/>
              <a:cxnLst/>
              <a:rect l="0" t="0" r="0" b="0"/>
              <a:pathLst>
                <a:path w="3821" h="6145">
                  <a:moveTo>
                    <a:pt x="3483" y="5461"/>
                  </a:moveTo>
                  <a:lnTo>
                    <a:pt x="0" y="6144"/>
                  </a:lnTo>
                  <a:lnTo>
                    <a:pt x="449" y="2731"/>
                  </a:lnTo>
                  <a:lnTo>
                    <a:pt x="3145" y="0"/>
                  </a:lnTo>
                  <a:lnTo>
                    <a:pt x="3820" y="36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3" name="oPE_MapPart_THA_10_193" descr="Thailand">
              <a:extLst>
                <a:ext uri="{FF2B5EF4-FFF2-40B4-BE49-F238E27FC236}">
                  <a16:creationId xmlns:a16="http://schemas.microsoft.com/office/drawing/2014/main" id="{692E3C2B-92BB-62AC-4576-DD7C7EBEB00C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6925768" y="4652422"/>
              <a:ext cx="3708" cy="10428"/>
            </a:xfrm>
            <a:custGeom>
              <a:avLst/>
              <a:gdLst/>
              <a:ahLst/>
              <a:cxnLst/>
              <a:rect l="0" t="0" r="0" b="0"/>
              <a:pathLst>
                <a:path w="3708" h="10428">
                  <a:moveTo>
                    <a:pt x="2135" y="2833"/>
                  </a:moveTo>
                  <a:lnTo>
                    <a:pt x="3707" y="10427"/>
                  </a:lnTo>
                  <a:lnTo>
                    <a:pt x="1460" y="8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4" name="oPE_MapPart_TUR_1_194" descr="Türkei">
              <a:extLst>
                <a:ext uri="{FF2B5EF4-FFF2-40B4-BE49-F238E27FC236}">
                  <a16:creationId xmlns:a16="http://schemas.microsoft.com/office/drawing/2014/main" id="{67750DE4-B7F8-0094-6ABE-3A65AB5E20BF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2345895" y="2383130"/>
              <a:ext cx="19213" cy="10440"/>
            </a:xfrm>
            <a:custGeom>
              <a:avLst/>
              <a:gdLst/>
              <a:ahLst/>
              <a:cxnLst/>
              <a:rect l="0" t="0" r="0" b="0"/>
              <a:pathLst>
                <a:path w="19213" h="10440">
                  <a:moveTo>
                    <a:pt x="18762" y="7941"/>
                  </a:moveTo>
                  <a:lnTo>
                    <a:pt x="4382" y="10439"/>
                  </a:lnTo>
                  <a:lnTo>
                    <a:pt x="0" y="7941"/>
                  </a:lnTo>
                  <a:lnTo>
                    <a:pt x="12808" y="0"/>
                  </a:lnTo>
                  <a:lnTo>
                    <a:pt x="19212" y="45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5" name="oPE_MapPart_TUR_2_195" descr="Türkei">
              <a:extLst>
                <a:ext uri="{FF2B5EF4-FFF2-40B4-BE49-F238E27FC236}">
                  <a16:creationId xmlns:a16="http://schemas.microsoft.com/office/drawing/2014/main" id="{049D67EE-D292-7CDD-008A-FDAB08FFB7F9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2373533" y="2231524"/>
              <a:ext cx="1167439" cy="500690"/>
            </a:xfrm>
            <a:custGeom>
              <a:avLst/>
              <a:gdLst/>
              <a:ahLst/>
              <a:cxnLst/>
              <a:rect l="0" t="0" r="0" b="0"/>
              <a:pathLst>
                <a:path w="1167439" h="500690">
                  <a:moveTo>
                    <a:pt x="961050" y="45659"/>
                  </a:moveTo>
                  <a:lnTo>
                    <a:pt x="980599" y="52706"/>
                  </a:lnTo>
                  <a:lnTo>
                    <a:pt x="987003" y="47459"/>
                  </a:lnTo>
                  <a:lnTo>
                    <a:pt x="1020708" y="52107"/>
                  </a:lnTo>
                  <a:lnTo>
                    <a:pt x="1029472" y="40555"/>
                  </a:lnTo>
                  <a:lnTo>
                    <a:pt x="1040819" y="41756"/>
                  </a:lnTo>
                  <a:lnTo>
                    <a:pt x="1042954" y="47759"/>
                  </a:lnTo>
                  <a:lnTo>
                    <a:pt x="1064750" y="64681"/>
                  </a:lnTo>
                  <a:lnTo>
                    <a:pt x="1062840" y="66625"/>
                  </a:lnTo>
                  <a:lnTo>
                    <a:pt x="1066885" y="72152"/>
                  </a:lnTo>
                  <a:lnTo>
                    <a:pt x="1081153" y="75735"/>
                  </a:lnTo>
                  <a:lnTo>
                    <a:pt x="1082501" y="83191"/>
                  </a:lnTo>
                  <a:lnTo>
                    <a:pt x="1093512" y="94504"/>
                  </a:lnTo>
                  <a:lnTo>
                    <a:pt x="1099129" y="111727"/>
                  </a:lnTo>
                  <a:lnTo>
                    <a:pt x="1098567" y="117653"/>
                  </a:lnTo>
                  <a:lnTo>
                    <a:pt x="1089579" y="131259"/>
                  </a:lnTo>
                  <a:lnTo>
                    <a:pt x="1098343" y="157048"/>
                  </a:lnTo>
                  <a:lnTo>
                    <a:pt x="1095646" y="160429"/>
                  </a:lnTo>
                  <a:lnTo>
                    <a:pt x="1112836" y="168798"/>
                  </a:lnTo>
                  <a:lnTo>
                    <a:pt x="1134520" y="167330"/>
                  </a:lnTo>
                  <a:lnTo>
                    <a:pt x="1141373" y="170998"/>
                  </a:lnTo>
                  <a:lnTo>
                    <a:pt x="1167438" y="199085"/>
                  </a:lnTo>
                  <a:lnTo>
                    <a:pt x="1153170" y="189446"/>
                  </a:lnTo>
                  <a:lnTo>
                    <a:pt x="1144969" y="197772"/>
                  </a:lnTo>
                  <a:lnTo>
                    <a:pt x="1140811" y="217586"/>
                  </a:lnTo>
                  <a:lnTo>
                    <a:pt x="1117892" y="221221"/>
                  </a:lnTo>
                  <a:lnTo>
                    <a:pt x="1121375" y="233997"/>
                  </a:lnTo>
                  <a:lnTo>
                    <a:pt x="1127554" y="239939"/>
                  </a:lnTo>
                  <a:lnTo>
                    <a:pt x="1125532" y="251951"/>
                  </a:lnTo>
                  <a:lnTo>
                    <a:pt x="1127104" y="256864"/>
                  </a:lnTo>
                  <a:lnTo>
                    <a:pt x="1133396" y="264658"/>
                  </a:lnTo>
                  <a:lnTo>
                    <a:pt x="1135082" y="300604"/>
                  </a:lnTo>
                  <a:lnTo>
                    <a:pt x="1144519" y="304759"/>
                  </a:lnTo>
                  <a:lnTo>
                    <a:pt x="1129688" y="338606"/>
                  </a:lnTo>
                  <a:lnTo>
                    <a:pt x="1153282" y="354248"/>
                  </a:lnTo>
                  <a:lnTo>
                    <a:pt x="1150474" y="358365"/>
                  </a:lnTo>
                  <a:lnTo>
                    <a:pt x="1152271" y="375936"/>
                  </a:lnTo>
                  <a:lnTo>
                    <a:pt x="1166090" y="387245"/>
                  </a:lnTo>
                  <a:lnTo>
                    <a:pt x="1164293" y="398813"/>
                  </a:lnTo>
                  <a:lnTo>
                    <a:pt x="1154294" y="396276"/>
                  </a:lnTo>
                  <a:lnTo>
                    <a:pt x="1134070" y="411766"/>
                  </a:lnTo>
                  <a:lnTo>
                    <a:pt x="1129014" y="405997"/>
                  </a:lnTo>
                  <a:lnTo>
                    <a:pt x="1128453" y="390492"/>
                  </a:lnTo>
                  <a:lnTo>
                    <a:pt x="1123622" y="386397"/>
                  </a:lnTo>
                  <a:lnTo>
                    <a:pt x="1117330" y="385409"/>
                  </a:lnTo>
                  <a:lnTo>
                    <a:pt x="1106320" y="392468"/>
                  </a:lnTo>
                  <a:lnTo>
                    <a:pt x="1096208" y="392185"/>
                  </a:lnTo>
                  <a:lnTo>
                    <a:pt x="1059806" y="381169"/>
                  </a:lnTo>
                  <a:lnTo>
                    <a:pt x="1050144" y="384561"/>
                  </a:lnTo>
                  <a:lnTo>
                    <a:pt x="1040033" y="380886"/>
                  </a:lnTo>
                  <a:lnTo>
                    <a:pt x="1020146" y="399941"/>
                  </a:lnTo>
                  <a:lnTo>
                    <a:pt x="1014080" y="401491"/>
                  </a:lnTo>
                  <a:lnTo>
                    <a:pt x="1011158" y="392044"/>
                  </a:lnTo>
                  <a:lnTo>
                    <a:pt x="1004305" y="386680"/>
                  </a:lnTo>
                  <a:lnTo>
                    <a:pt x="995429" y="393878"/>
                  </a:lnTo>
                  <a:lnTo>
                    <a:pt x="961387" y="403040"/>
                  </a:lnTo>
                  <a:lnTo>
                    <a:pt x="910829" y="402336"/>
                  </a:lnTo>
                  <a:lnTo>
                    <a:pt x="867799" y="423568"/>
                  </a:lnTo>
                  <a:lnTo>
                    <a:pt x="826678" y="434786"/>
                  </a:lnTo>
                  <a:lnTo>
                    <a:pt x="789827" y="433945"/>
                  </a:lnTo>
                  <a:lnTo>
                    <a:pt x="769716" y="420760"/>
                  </a:lnTo>
                  <a:lnTo>
                    <a:pt x="753987" y="417670"/>
                  </a:lnTo>
                  <a:lnTo>
                    <a:pt x="706800" y="437867"/>
                  </a:lnTo>
                  <a:lnTo>
                    <a:pt x="683655" y="437027"/>
                  </a:lnTo>
                  <a:lnTo>
                    <a:pt x="675903" y="428899"/>
                  </a:lnTo>
                  <a:lnTo>
                    <a:pt x="658264" y="425392"/>
                  </a:lnTo>
                  <a:lnTo>
                    <a:pt x="650737" y="452272"/>
                  </a:lnTo>
                  <a:lnTo>
                    <a:pt x="656916" y="469569"/>
                  </a:lnTo>
                  <a:lnTo>
                    <a:pt x="640625" y="474442"/>
                  </a:lnTo>
                  <a:lnTo>
                    <a:pt x="638827" y="487371"/>
                  </a:lnTo>
                  <a:lnTo>
                    <a:pt x="629727" y="492508"/>
                  </a:lnTo>
                  <a:lnTo>
                    <a:pt x="625121" y="500689"/>
                  </a:lnTo>
                  <a:lnTo>
                    <a:pt x="610403" y="494034"/>
                  </a:lnTo>
                  <a:lnTo>
                    <a:pt x="614447" y="487788"/>
                  </a:lnTo>
                  <a:lnTo>
                    <a:pt x="605347" y="463716"/>
                  </a:lnTo>
                  <a:lnTo>
                    <a:pt x="628941" y="436607"/>
                  </a:lnTo>
                  <a:lnTo>
                    <a:pt x="628379" y="425112"/>
                  </a:lnTo>
                  <a:lnTo>
                    <a:pt x="620177" y="416967"/>
                  </a:lnTo>
                  <a:lnTo>
                    <a:pt x="596022" y="431563"/>
                  </a:lnTo>
                  <a:lnTo>
                    <a:pt x="588270" y="441367"/>
                  </a:lnTo>
                  <a:lnTo>
                    <a:pt x="579281" y="443046"/>
                  </a:lnTo>
                  <a:lnTo>
                    <a:pt x="536251" y="424270"/>
                  </a:lnTo>
                  <a:lnTo>
                    <a:pt x="510972" y="440807"/>
                  </a:lnTo>
                  <a:lnTo>
                    <a:pt x="489513" y="464831"/>
                  </a:lnTo>
                  <a:lnTo>
                    <a:pt x="473222" y="473607"/>
                  </a:lnTo>
                  <a:lnTo>
                    <a:pt x="425473" y="480285"/>
                  </a:lnTo>
                  <a:lnTo>
                    <a:pt x="417047" y="484871"/>
                  </a:lnTo>
                  <a:lnTo>
                    <a:pt x="391094" y="473468"/>
                  </a:lnTo>
                  <a:lnTo>
                    <a:pt x="368848" y="446263"/>
                  </a:lnTo>
                  <a:lnTo>
                    <a:pt x="320088" y="423849"/>
                  </a:lnTo>
                  <a:lnTo>
                    <a:pt x="282787" y="420479"/>
                  </a:lnTo>
                  <a:lnTo>
                    <a:pt x="278967" y="425813"/>
                  </a:lnTo>
                  <a:lnTo>
                    <a:pt x="277507" y="446962"/>
                  </a:lnTo>
                  <a:lnTo>
                    <a:pt x="270429" y="466783"/>
                  </a:lnTo>
                  <a:lnTo>
                    <a:pt x="266834" y="468872"/>
                  </a:lnTo>
                  <a:lnTo>
                    <a:pt x="257059" y="463855"/>
                  </a:lnTo>
                  <a:lnTo>
                    <a:pt x="223241" y="475555"/>
                  </a:lnTo>
                  <a:lnTo>
                    <a:pt x="194142" y="462601"/>
                  </a:lnTo>
                  <a:lnTo>
                    <a:pt x="189199" y="456881"/>
                  </a:lnTo>
                  <a:lnTo>
                    <a:pt x="182570" y="433945"/>
                  </a:lnTo>
                  <a:lnTo>
                    <a:pt x="178301" y="432264"/>
                  </a:lnTo>
                  <a:lnTo>
                    <a:pt x="168751" y="435346"/>
                  </a:lnTo>
                  <a:lnTo>
                    <a:pt x="147966" y="425252"/>
                  </a:lnTo>
                  <a:lnTo>
                    <a:pt x="136731" y="424691"/>
                  </a:lnTo>
                  <a:lnTo>
                    <a:pt x="129990" y="434506"/>
                  </a:lnTo>
                  <a:lnTo>
                    <a:pt x="118980" y="438567"/>
                  </a:lnTo>
                  <a:lnTo>
                    <a:pt x="123024" y="429460"/>
                  </a:lnTo>
                  <a:lnTo>
                    <a:pt x="105610" y="430582"/>
                  </a:lnTo>
                  <a:lnTo>
                    <a:pt x="96285" y="435346"/>
                  </a:lnTo>
                  <a:lnTo>
                    <a:pt x="83702" y="432404"/>
                  </a:lnTo>
                  <a:lnTo>
                    <a:pt x="94712" y="426655"/>
                  </a:lnTo>
                  <a:lnTo>
                    <a:pt x="118193" y="423147"/>
                  </a:lnTo>
                  <a:lnTo>
                    <a:pt x="132911" y="407686"/>
                  </a:lnTo>
                  <a:lnTo>
                    <a:pt x="77185" y="408531"/>
                  </a:lnTo>
                  <a:lnTo>
                    <a:pt x="71792" y="411766"/>
                  </a:lnTo>
                  <a:lnTo>
                    <a:pt x="71006" y="403744"/>
                  </a:lnTo>
                  <a:lnTo>
                    <a:pt x="74152" y="400082"/>
                  </a:lnTo>
                  <a:lnTo>
                    <a:pt x="88757" y="397122"/>
                  </a:lnTo>
                  <a:lnTo>
                    <a:pt x="87859" y="390492"/>
                  </a:lnTo>
                  <a:lnTo>
                    <a:pt x="69096" y="379472"/>
                  </a:lnTo>
                  <a:lnTo>
                    <a:pt x="64602" y="362621"/>
                  </a:lnTo>
                  <a:lnTo>
                    <a:pt x="59658" y="358365"/>
                  </a:lnTo>
                  <a:lnTo>
                    <a:pt x="69433" y="352970"/>
                  </a:lnTo>
                  <a:lnTo>
                    <a:pt x="69882" y="333049"/>
                  </a:lnTo>
                  <a:lnTo>
                    <a:pt x="47862" y="326917"/>
                  </a:lnTo>
                  <a:lnTo>
                    <a:pt x="35615" y="315634"/>
                  </a:lnTo>
                  <a:lnTo>
                    <a:pt x="29324" y="319493"/>
                  </a:lnTo>
                  <a:lnTo>
                    <a:pt x="11123" y="309340"/>
                  </a:lnTo>
                  <a:lnTo>
                    <a:pt x="14381" y="301893"/>
                  </a:lnTo>
                  <a:lnTo>
                    <a:pt x="18987" y="302180"/>
                  </a:lnTo>
                  <a:lnTo>
                    <a:pt x="16516" y="281652"/>
                  </a:lnTo>
                  <a:lnTo>
                    <a:pt x="20560" y="280358"/>
                  </a:lnTo>
                  <a:lnTo>
                    <a:pt x="29548" y="286971"/>
                  </a:lnTo>
                  <a:lnTo>
                    <a:pt x="30110" y="298023"/>
                  </a:lnTo>
                  <a:lnTo>
                    <a:pt x="35054" y="304616"/>
                  </a:lnTo>
                  <a:lnTo>
                    <a:pt x="38424" y="298023"/>
                  </a:lnTo>
                  <a:lnTo>
                    <a:pt x="46738" y="301750"/>
                  </a:lnTo>
                  <a:lnTo>
                    <a:pt x="64377" y="295441"/>
                  </a:lnTo>
                  <a:lnTo>
                    <a:pt x="49547" y="293002"/>
                  </a:lnTo>
                  <a:lnTo>
                    <a:pt x="40671" y="274889"/>
                  </a:lnTo>
                  <a:lnTo>
                    <a:pt x="49772" y="269560"/>
                  </a:lnTo>
                  <a:lnTo>
                    <a:pt x="56288" y="260618"/>
                  </a:lnTo>
                  <a:lnTo>
                    <a:pt x="43817" y="254697"/>
                  </a:lnTo>
                  <a:lnTo>
                    <a:pt x="46289" y="242257"/>
                  </a:lnTo>
                  <a:lnTo>
                    <a:pt x="35503" y="228048"/>
                  </a:lnTo>
                  <a:lnTo>
                    <a:pt x="49884" y="209873"/>
                  </a:lnTo>
                  <a:lnTo>
                    <a:pt x="49097" y="207251"/>
                  </a:lnTo>
                  <a:lnTo>
                    <a:pt x="0" y="213949"/>
                  </a:lnTo>
                  <a:lnTo>
                    <a:pt x="4270" y="171438"/>
                  </a:lnTo>
                  <a:lnTo>
                    <a:pt x="12583" y="168651"/>
                  </a:lnTo>
                  <a:lnTo>
                    <a:pt x="38986" y="137902"/>
                  </a:lnTo>
                  <a:lnTo>
                    <a:pt x="56176" y="138345"/>
                  </a:lnTo>
                  <a:lnTo>
                    <a:pt x="63029" y="133622"/>
                  </a:lnTo>
                  <a:lnTo>
                    <a:pt x="73141" y="133474"/>
                  </a:lnTo>
                  <a:lnTo>
                    <a:pt x="76174" y="139967"/>
                  </a:lnTo>
                  <a:lnTo>
                    <a:pt x="85050" y="144537"/>
                  </a:lnTo>
                  <a:lnTo>
                    <a:pt x="100779" y="143800"/>
                  </a:lnTo>
                  <a:lnTo>
                    <a:pt x="108306" y="139525"/>
                  </a:lnTo>
                  <a:lnTo>
                    <a:pt x="101116" y="131259"/>
                  </a:lnTo>
                  <a:lnTo>
                    <a:pt x="109992" y="128747"/>
                  </a:lnTo>
                  <a:lnTo>
                    <a:pt x="117182" y="130668"/>
                  </a:lnTo>
                  <a:lnTo>
                    <a:pt x="113362" y="139525"/>
                  </a:lnTo>
                  <a:lnTo>
                    <a:pt x="115497" y="140410"/>
                  </a:lnTo>
                  <a:lnTo>
                    <a:pt x="180660" y="138787"/>
                  </a:lnTo>
                  <a:lnTo>
                    <a:pt x="183694" y="135984"/>
                  </a:lnTo>
                  <a:lnTo>
                    <a:pt x="166954" y="126974"/>
                  </a:lnTo>
                  <a:lnTo>
                    <a:pt x="177627" y="118985"/>
                  </a:lnTo>
                  <a:lnTo>
                    <a:pt x="233016" y="110244"/>
                  </a:lnTo>
                  <a:lnTo>
                    <a:pt x="203018" y="104310"/>
                  </a:lnTo>
                  <a:lnTo>
                    <a:pt x="187289" y="93760"/>
                  </a:lnTo>
                  <a:lnTo>
                    <a:pt x="183020" y="87957"/>
                  </a:lnTo>
                  <a:lnTo>
                    <a:pt x="186166" y="73944"/>
                  </a:lnTo>
                  <a:lnTo>
                    <a:pt x="189424" y="70211"/>
                  </a:lnTo>
                  <a:lnTo>
                    <a:pt x="237622" y="76033"/>
                  </a:lnTo>
                  <a:lnTo>
                    <a:pt x="264137" y="72302"/>
                  </a:lnTo>
                  <a:lnTo>
                    <a:pt x="293236" y="81551"/>
                  </a:lnTo>
                  <a:lnTo>
                    <a:pt x="320987" y="79613"/>
                  </a:lnTo>
                  <a:lnTo>
                    <a:pt x="326717" y="75436"/>
                  </a:lnTo>
                  <a:lnTo>
                    <a:pt x="333682" y="61989"/>
                  </a:lnTo>
                  <a:lnTo>
                    <a:pt x="372893" y="39653"/>
                  </a:lnTo>
                  <a:lnTo>
                    <a:pt x="386600" y="27924"/>
                  </a:lnTo>
                  <a:lnTo>
                    <a:pt x="453673" y="3782"/>
                  </a:lnTo>
                  <a:lnTo>
                    <a:pt x="539172" y="8921"/>
                  </a:lnTo>
                  <a:lnTo>
                    <a:pt x="555126" y="0"/>
                  </a:lnTo>
                  <a:lnTo>
                    <a:pt x="564339" y="2875"/>
                  </a:lnTo>
                  <a:lnTo>
                    <a:pt x="562316" y="14358"/>
                  </a:lnTo>
                  <a:lnTo>
                    <a:pt x="567822" y="22501"/>
                  </a:lnTo>
                  <a:lnTo>
                    <a:pt x="589506" y="35897"/>
                  </a:lnTo>
                  <a:lnTo>
                    <a:pt x="612088" y="29278"/>
                  </a:lnTo>
                  <a:lnTo>
                    <a:pt x="620402" y="31836"/>
                  </a:lnTo>
                  <a:lnTo>
                    <a:pt x="628379" y="53156"/>
                  </a:lnTo>
                  <a:lnTo>
                    <a:pt x="642423" y="65877"/>
                  </a:lnTo>
                  <a:lnTo>
                    <a:pt x="648939" y="66774"/>
                  </a:lnTo>
                  <a:lnTo>
                    <a:pt x="657478" y="59296"/>
                  </a:lnTo>
                  <a:lnTo>
                    <a:pt x="665679" y="58398"/>
                  </a:lnTo>
                  <a:lnTo>
                    <a:pt x="679049" y="65728"/>
                  </a:lnTo>
                  <a:lnTo>
                    <a:pt x="683655" y="73347"/>
                  </a:lnTo>
                  <a:lnTo>
                    <a:pt x="727360" y="81998"/>
                  </a:lnTo>
                  <a:lnTo>
                    <a:pt x="736348" y="88404"/>
                  </a:lnTo>
                  <a:lnTo>
                    <a:pt x="765784" y="94801"/>
                  </a:lnTo>
                  <a:lnTo>
                    <a:pt x="831060" y="79762"/>
                  </a:lnTo>
                  <a:lnTo>
                    <a:pt x="854878" y="90041"/>
                  </a:lnTo>
                  <a:lnTo>
                    <a:pt x="883415" y="91827"/>
                  </a:lnTo>
                  <a:lnTo>
                    <a:pt x="955095" y="534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6" name="oPE_MapPart_TUR_3_196" descr="Türkei">
              <a:extLst>
                <a:ext uri="{FF2B5EF4-FFF2-40B4-BE49-F238E27FC236}">
                  <a16:creationId xmlns:a16="http://schemas.microsoft.com/office/drawing/2014/main" id="{F064FE1E-B661-AF31-B861-3362F553F375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2368927" y="2228951"/>
              <a:ext cx="188413" cy="167115"/>
            </a:xfrm>
            <a:custGeom>
              <a:avLst/>
              <a:gdLst/>
              <a:ahLst/>
              <a:cxnLst/>
              <a:rect l="0" t="0" r="0" b="0"/>
              <a:pathLst>
                <a:path w="188413" h="167115">
                  <a:moveTo>
                    <a:pt x="123361" y="10437"/>
                  </a:moveTo>
                  <a:lnTo>
                    <a:pt x="121676" y="19948"/>
                  </a:lnTo>
                  <a:lnTo>
                    <a:pt x="134709" y="45080"/>
                  </a:lnTo>
                  <a:lnTo>
                    <a:pt x="144034" y="52431"/>
                  </a:lnTo>
                  <a:lnTo>
                    <a:pt x="188412" y="72186"/>
                  </a:lnTo>
                  <a:lnTo>
                    <a:pt x="182121" y="90530"/>
                  </a:lnTo>
                  <a:lnTo>
                    <a:pt x="171110" y="93358"/>
                  </a:lnTo>
                  <a:lnTo>
                    <a:pt x="133136" y="84422"/>
                  </a:lnTo>
                  <a:lnTo>
                    <a:pt x="117744" y="91870"/>
                  </a:lnTo>
                  <a:lnTo>
                    <a:pt x="106621" y="90083"/>
                  </a:lnTo>
                  <a:lnTo>
                    <a:pt x="91116" y="93358"/>
                  </a:lnTo>
                  <a:lnTo>
                    <a:pt x="86847" y="104359"/>
                  </a:lnTo>
                  <a:lnTo>
                    <a:pt x="76061" y="116967"/>
                  </a:lnTo>
                  <a:lnTo>
                    <a:pt x="45727" y="132503"/>
                  </a:lnTo>
                  <a:lnTo>
                    <a:pt x="18201" y="163149"/>
                  </a:lnTo>
                  <a:lnTo>
                    <a:pt x="10224" y="167114"/>
                  </a:lnTo>
                  <a:lnTo>
                    <a:pt x="13819" y="156680"/>
                  </a:lnTo>
                  <a:lnTo>
                    <a:pt x="13369" y="147552"/>
                  </a:lnTo>
                  <a:lnTo>
                    <a:pt x="25503" y="136933"/>
                  </a:lnTo>
                  <a:lnTo>
                    <a:pt x="42581" y="128660"/>
                  </a:lnTo>
                  <a:lnTo>
                    <a:pt x="46962" y="122002"/>
                  </a:lnTo>
                  <a:lnTo>
                    <a:pt x="4157" y="123186"/>
                  </a:lnTo>
                  <a:lnTo>
                    <a:pt x="0" y="113707"/>
                  </a:lnTo>
                  <a:lnTo>
                    <a:pt x="18201" y="94995"/>
                  </a:lnTo>
                  <a:lnTo>
                    <a:pt x="18201" y="71439"/>
                  </a:lnTo>
                  <a:lnTo>
                    <a:pt x="35166" y="61719"/>
                  </a:lnTo>
                  <a:lnTo>
                    <a:pt x="36626" y="57826"/>
                  </a:lnTo>
                  <a:lnTo>
                    <a:pt x="33817" y="41175"/>
                  </a:lnTo>
                  <a:lnTo>
                    <a:pt x="17639" y="31550"/>
                  </a:lnTo>
                  <a:lnTo>
                    <a:pt x="17976" y="26882"/>
                  </a:lnTo>
                  <a:lnTo>
                    <a:pt x="29548" y="22361"/>
                  </a:lnTo>
                  <a:lnTo>
                    <a:pt x="35952" y="10739"/>
                  </a:lnTo>
                  <a:lnTo>
                    <a:pt x="52805" y="8472"/>
                  </a:lnTo>
                  <a:lnTo>
                    <a:pt x="60782" y="2876"/>
                  </a:lnTo>
                  <a:lnTo>
                    <a:pt x="75275" y="0"/>
                  </a:lnTo>
                  <a:lnTo>
                    <a:pt x="93363" y="14515"/>
                  </a:lnTo>
                  <a:lnTo>
                    <a:pt x="114822" y="89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7" name="oPE_MapPart_CYN_1_197" descr="Türkische Republik Nordzypern">
              <a:extLst>
                <a:ext uri="{FF2B5EF4-FFF2-40B4-BE49-F238E27FC236}">
                  <a16:creationId xmlns:a16="http://schemas.microsoft.com/office/drawing/2014/main" id="{C3671461-D2E7-BB69-BBFA-C5BDD5ACD44E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2785973" y="2745226"/>
              <a:ext cx="114599" cy="50543"/>
            </a:xfrm>
            <a:custGeom>
              <a:avLst/>
              <a:gdLst/>
              <a:ahLst/>
              <a:cxnLst/>
              <a:rect l="0" t="0" r="0" b="0"/>
              <a:pathLst>
                <a:path w="114599" h="50543">
                  <a:moveTo>
                    <a:pt x="80107" y="45602"/>
                  </a:moveTo>
                  <a:lnTo>
                    <a:pt x="71568" y="43543"/>
                  </a:lnTo>
                  <a:lnTo>
                    <a:pt x="59659" y="49307"/>
                  </a:lnTo>
                  <a:lnTo>
                    <a:pt x="50221" y="47661"/>
                  </a:lnTo>
                  <a:lnTo>
                    <a:pt x="47188" y="50542"/>
                  </a:lnTo>
                  <a:lnTo>
                    <a:pt x="45952" y="42856"/>
                  </a:lnTo>
                  <a:lnTo>
                    <a:pt x="41458" y="38185"/>
                  </a:lnTo>
                  <a:lnTo>
                    <a:pt x="29324" y="37361"/>
                  </a:lnTo>
                  <a:lnTo>
                    <a:pt x="12471" y="43955"/>
                  </a:lnTo>
                  <a:lnTo>
                    <a:pt x="0" y="39560"/>
                  </a:lnTo>
                  <a:lnTo>
                    <a:pt x="10000" y="36811"/>
                  </a:lnTo>
                  <a:lnTo>
                    <a:pt x="13819" y="20845"/>
                  </a:lnTo>
                  <a:lnTo>
                    <a:pt x="36627" y="24565"/>
                  </a:lnTo>
                  <a:lnTo>
                    <a:pt x="55389" y="23601"/>
                  </a:lnTo>
                  <a:lnTo>
                    <a:pt x="114598" y="0"/>
                  </a:lnTo>
                  <a:lnTo>
                    <a:pt x="76287" y="28283"/>
                  </a:lnTo>
                  <a:lnTo>
                    <a:pt x="74152" y="35161"/>
                  </a:lnTo>
                  <a:lnTo>
                    <a:pt x="75612" y="399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8" name="oPE_MapPart_TKM_1_198" descr="Turkmenistan">
              <a:extLst>
                <a:ext uri="{FF2B5EF4-FFF2-40B4-BE49-F238E27FC236}">
                  <a16:creationId xmlns:a16="http://schemas.microsoft.com/office/drawing/2014/main" id="{96FF7D31-B8B8-B378-5AE2-C8ECF329345A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4052955" y="2475518"/>
              <a:ext cx="5618" cy="23404"/>
            </a:xfrm>
            <a:custGeom>
              <a:avLst/>
              <a:gdLst/>
              <a:ahLst/>
              <a:cxnLst/>
              <a:rect l="0" t="0" r="0" b="0"/>
              <a:pathLst>
                <a:path w="5618" h="23404">
                  <a:moveTo>
                    <a:pt x="5617" y="23403"/>
                  </a:moveTo>
                  <a:lnTo>
                    <a:pt x="0" y="3329"/>
                  </a:lnTo>
                  <a:lnTo>
                    <a:pt x="4606" y="0"/>
                  </a:lnTo>
                  <a:lnTo>
                    <a:pt x="2247" y="448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9" name="oPE_MapPart_TKM_2_199" descr="Turkmenistan">
              <a:extLst>
                <a:ext uri="{FF2B5EF4-FFF2-40B4-BE49-F238E27FC236}">
                  <a16:creationId xmlns:a16="http://schemas.microsoft.com/office/drawing/2014/main" id="{C5DD9696-B61C-D5BB-AA18-080EEA7BEB8C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4020148" y="2170950"/>
              <a:ext cx="882293" cy="611913"/>
            </a:xfrm>
            <a:custGeom>
              <a:avLst/>
              <a:gdLst/>
              <a:ahLst/>
              <a:cxnLst/>
              <a:rect l="0" t="0" r="0" b="0"/>
              <a:pathLst>
                <a:path w="882293" h="611913">
                  <a:moveTo>
                    <a:pt x="217512" y="122414"/>
                  </a:moveTo>
                  <a:lnTo>
                    <a:pt x="282451" y="127348"/>
                  </a:lnTo>
                  <a:lnTo>
                    <a:pt x="288742" y="120169"/>
                  </a:lnTo>
                  <a:lnTo>
                    <a:pt x="282451" y="111782"/>
                  </a:lnTo>
                  <a:lnTo>
                    <a:pt x="279080" y="77798"/>
                  </a:lnTo>
                  <a:lnTo>
                    <a:pt x="299415" y="55427"/>
                  </a:lnTo>
                  <a:lnTo>
                    <a:pt x="332110" y="49819"/>
                  </a:lnTo>
                  <a:lnTo>
                    <a:pt x="340311" y="30374"/>
                  </a:lnTo>
                  <a:lnTo>
                    <a:pt x="345479" y="24740"/>
                  </a:lnTo>
                  <a:lnTo>
                    <a:pt x="361321" y="29613"/>
                  </a:lnTo>
                  <a:lnTo>
                    <a:pt x="368511" y="41169"/>
                  </a:lnTo>
                  <a:lnTo>
                    <a:pt x="373342" y="40561"/>
                  </a:lnTo>
                  <a:lnTo>
                    <a:pt x="369859" y="31591"/>
                  </a:lnTo>
                  <a:lnTo>
                    <a:pt x="353119" y="12843"/>
                  </a:lnTo>
                  <a:lnTo>
                    <a:pt x="359860" y="7648"/>
                  </a:lnTo>
                  <a:lnTo>
                    <a:pt x="376937" y="8260"/>
                  </a:lnTo>
                  <a:lnTo>
                    <a:pt x="380421" y="0"/>
                  </a:lnTo>
                  <a:lnTo>
                    <a:pt x="398396" y="18490"/>
                  </a:lnTo>
                  <a:lnTo>
                    <a:pt x="416035" y="22759"/>
                  </a:lnTo>
                  <a:lnTo>
                    <a:pt x="423339" y="35850"/>
                  </a:lnTo>
                  <a:lnTo>
                    <a:pt x="428282" y="38586"/>
                  </a:lnTo>
                  <a:lnTo>
                    <a:pt x="459740" y="41017"/>
                  </a:lnTo>
                  <a:lnTo>
                    <a:pt x="467604" y="47999"/>
                  </a:lnTo>
                  <a:lnTo>
                    <a:pt x="464908" y="67984"/>
                  </a:lnTo>
                  <a:lnTo>
                    <a:pt x="475245" y="73573"/>
                  </a:lnTo>
                  <a:lnTo>
                    <a:pt x="481087" y="82322"/>
                  </a:lnTo>
                  <a:lnTo>
                    <a:pt x="473222" y="85938"/>
                  </a:lnTo>
                  <a:lnTo>
                    <a:pt x="477154" y="99777"/>
                  </a:lnTo>
                  <a:lnTo>
                    <a:pt x="472885" y="109683"/>
                  </a:lnTo>
                  <a:lnTo>
                    <a:pt x="474121" y="115977"/>
                  </a:lnTo>
                  <a:lnTo>
                    <a:pt x="496928" y="130785"/>
                  </a:lnTo>
                  <a:lnTo>
                    <a:pt x="522656" y="128544"/>
                  </a:lnTo>
                  <a:lnTo>
                    <a:pt x="546138" y="133473"/>
                  </a:lnTo>
                  <a:lnTo>
                    <a:pt x="561979" y="126302"/>
                  </a:lnTo>
                  <a:lnTo>
                    <a:pt x="571192" y="129291"/>
                  </a:lnTo>
                  <a:lnTo>
                    <a:pt x="587258" y="141380"/>
                  </a:lnTo>
                  <a:lnTo>
                    <a:pt x="599280" y="175265"/>
                  </a:lnTo>
                  <a:lnTo>
                    <a:pt x="616807" y="204080"/>
                  </a:lnTo>
                  <a:lnTo>
                    <a:pt x="623548" y="233185"/>
                  </a:lnTo>
                  <a:lnTo>
                    <a:pt x="687363" y="281795"/>
                  </a:lnTo>
                  <a:lnTo>
                    <a:pt x="703429" y="299210"/>
                  </a:lnTo>
                  <a:lnTo>
                    <a:pt x="728371" y="315849"/>
                  </a:lnTo>
                  <a:lnTo>
                    <a:pt x="737584" y="313970"/>
                  </a:lnTo>
                  <a:lnTo>
                    <a:pt x="757021" y="331719"/>
                  </a:lnTo>
                  <a:lnTo>
                    <a:pt x="818926" y="372919"/>
                  </a:lnTo>
                  <a:lnTo>
                    <a:pt x="841284" y="372490"/>
                  </a:lnTo>
                  <a:lnTo>
                    <a:pt x="880831" y="392911"/>
                  </a:lnTo>
                  <a:lnTo>
                    <a:pt x="882292" y="397328"/>
                  </a:lnTo>
                  <a:lnTo>
                    <a:pt x="875888" y="408854"/>
                  </a:lnTo>
                  <a:lnTo>
                    <a:pt x="875663" y="443298"/>
                  </a:lnTo>
                  <a:lnTo>
                    <a:pt x="849822" y="438067"/>
                  </a:lnTo>
                  <a:lnTo>
                    <a:pt x="828363" y="425889"/>
                  </a:lnTo>
                  <a:lnTo>
                    <a:pt x="820611" y="433963"/>
                  </a:lnTo>
                  <a:lnTo>
                    <a:pt x="815218" y="450925"/>
                  </a:lnTo>
                  <a:lnTo>
                    <a:pt x="786232" y="451913"/>
                  </a:lnTo>
                  <a:lnTo>
                    <a:pt x="769155" y="460233"/>
                  </a:lnTo>
                  <a:lnTo>
                    <a:pt x="750055" y="521919"/>
                  </a:lnTo>
                  <a:lnTo>
                    <a:pt x="723990" y="539468"/>
                  </a:lnTo>
                  <a:lnTo>
                    <a:pt x="718821" y="547251"/>
                  </a:lnTo>
                  <a:lnTo>
                    <a:pt x="709609" y="547251"/>
                  </a:lnTo>
                  <a:lnTo>
                    <a:pt x="674667" y="559185"/>
                  </a:lnTo>
                  <a:lnTo>
                    <a:pt x="663882" y="560016"/>
                  </a:lnTo>
                  <a:lnTo>
                    <a:pt x="662534" y="562233"/>
                  </a:lnTo>
                  <a:lnTo>
                    <a:pt x="666354" y="573031"/>
                  </a:lnTo>
                  <a:lnTo>
                    <a:pt x="663208" y="576073"/>
                  </a:lnTo>
                  <a:lnTo>
                    <a:pt x="659275" y="590847"/>
                  </a:lnTo>
                  <a:lnTo>
                    <a:pt x="636356" y="605449"/>
                  </a:lnTo>
                  <a:lnTo>
                    <a:pt x="622312" y="605724"/>
                  </a:lnTo>
                  <a:lnTo>
                    <a:pt x="612537" y="611912"/>
                  </a:lnTo>
                  <a:lnTo>
                    <a:pt x="606695" y="602696"/>
                  </a:lnTo>
                  <a:lnTo>
                    <a:pt x="592314" y="590985"/>
                  </a:lnTo>
                  <a:lnTo>
                    <a:pt x="569732" y="591813"/>
                  </a:lnTo>
                  <a:lnTo>
                    <a:pt x="552429" y="576764"/>
                  </a:lnTo>
                  <a:lnTo>
                    <a:pt x="547262" y="577455"/>
                  </a:lnTo>
                  <a:lnTo>
                    <a:pt x="546700" y="558491"/>
                  </a:lnTo>
                  <a:lnTo>
                    <a:pt x="540520" y="550028"/>
                  </a:lnTo>
                  <a:lnTo>
                    <a:pt x="544228" y="533485"/>
                  </a:lnTo>
                  <a:lnTo>
                    <a:pt x="541532" y="503900"/>
                  </a:lnTo>
                  <a:lnTo>
                    <a:pt x="538386" y="498441"/>
                  </a:lnTo>
                  <a:lnTo>
                    <a:pt x="489850" y="498861"/>
                  </a:lnTo>
                  <a:lnTo>
                    <a:pt x="465358" y="467275"/>
                  </a:lnTo>
                  <a:lnTo>
                    <a:pt x="434573" y="450784"/>
                  </a:lnTo>
                  <a:lnTo>
                    <a:pt x="429068" y="444428"/>
                  </a:lnTo>
                  <a:lnTo>
                    <a:pt x="427608" y="435661"/>
                  </a:lnTo>
                  <a:lnTo>
                    <a:pt x="423226" y="429431"/>
                  </a:lnTo>
                  <a:lnTo>
                    <a:pt x="394576" y="416952"/>
                  </a:lnTo>
                  <a:lnTo>
                    <a:pt x="384241" y="419365"/>
                  </a:lnTo>
                  <a:lnTo>
                    <a:pt x="378061" y="416526"/>
                  </a:lnTo>
                  <a:lnTo>
                    <a:pt x="367837" y="420642"/>
                  </a:lnTo>
                  <a:lnTo>
                    <a:pt x="360085" y="418371"/>
                  </a:lnTo>
                  <a:lnTo>
                    <a:pt x="342446" y="405299"/>
                  </a:lnTo>
                  <a:lnTo>
                    <a:pt x="303348" y="394051"/>
                  </a:lnTo>
                  <a:lnTo>
                    <a:pt x="300539" y="381495"/>
                  </a:lnTo>
                  <a:lnTo>
                    <a:pt x="293348" y="374778"/>
                  </a:lnTo>
                  <a:lnTo>
                    <a:pt x="246386" y="372061"/>
                  </a:lnTo>
                  <a:lnTo>
                    <a:pt x="239083" y="376780"/>
                  </a:lnTo>
                  <a:lnTo>
                    <a:pt x="235825" y="385493"/>
                  </a:lnTo>
                  <a:lnTo>
                    <a:pt x="192570" y="383923"/>
                  </a:lnTo>
                  <a:lnTo>
                    <a:pt x="180211" y="387777"/>
                  </a:lnTo>
                  <a:lnTo>
                    <a:pt x="150213" y="409423"/>
                  </a:lnTo>
                  <a:lnTo>
                    <a:pt x="137742" y="433680"/>
                  </a:lnTo>
                  <a:lnTo>
                    <a:pt x="105947" y="444570"/>
                  </a:lnTo>
                  <a:lnTo>
                    <a:pt x="88645" y="443722"/>
                  </a:lnTo>
                  <a:lnTo>
                    <a:pt x="83028" y="397613"/>
                  </a:lnTo>
                  <a:lnTo>
                    <a:pt x="85836" y="316282"/>
                  </a:lnTo>
                  <a:lnTo>
                    <a:pt x="76848" y="303845"/>
                  </a:lnTo>
                  <a:lnTo>
                    <a:pt x="75612" y="295296"/>
                  </a:lnTo>
                  <a:lnTo>
                    <a:pt x="52580" y="284701"/>
                  </a:lnTo>
                  <a:lnTo>
                    <a:pt x="44267" y="286589"/>
                  </a:lnTo>
                  <a:lnTo>
                    <a:pt x="41345" y="290799"/>
                  </a:lnTo>
                  <a:lnTo>
                    <a:pt x="39435" y="277288"/>
                  </a:lnTo>
                  <a:lnTo>
                    <a:pt x="46289" y="263014"/>
                  </a:lnTo>
                  <a:lnTo>
                    <a:pt x="55951" y="268844"/>
                  </a:lnTo>
                  <a:lnTo>
                    <a:pt x="69321" y="267970"/>
                  </a:lnTo>
                  <a:lnTo>
                    <a:pt x="67973" y="263160"/>
                  </a:lnTo>
                  <a:lnTo>
                    <a:pt x="61119" y="258200"/>
                  </a:lnTo>
                  <a:lnTo>
                    <a:pt x="62018" y="238607"/>
                  </a:lnTo>
                  <a:lnTo>
                    <a:pt x="56850" y="234504"/>
                  </a:lnTo>
                  <a:lnTo>
                    <a:pt x="30897" y="232305"/>
                  </a:lnTo>
                  <a:lnTo>
                    <a:pt x="28650" y="239779"/>
                  </a:lnTo>
                  <a:lnTo>
                    <a:pt x="33818" y="249582"/>
                  </a:lnTo>
                  <a:lnTo>
                    <a:pt x="19437" y="226877"/>
                  </a:lnTo>
                  <a:lnTo>
                    <a:pt x="14943" y="198624"/>
                  </a:lnTo>
                  <a:lnTo>
                    <a:pt x="28088" y="145999"/>
                  </a:lnTo>
                  <a:lnTo>
                    <a:pt x="40671" y="163547"/>
                  </a:lnTo>
                  <a:lnTo>
                    <a:pt x="52356" y="167110"/>
                  </a:lnTo>
                  <a:lnTo>
                    <a:pt x="69995" y="164142"/>
                  </a:lnTo>
                  <a:lnTo>
                    <a:pt x="79320" y="176746"/>
                  </a:lnTo>
                  <a:lnTo>
                    <a:pt x="85949" y="178079"/>
                  </a:lnTo>
                  <a:lnTo>
                    <a:pt x="106059" y="172301"/>
                  </a:lnTo>
                  <a:lnTo>
                    <a:pt x="117632" y="174524"/>
                  </a:lnTo>
                  <a:lnTo>
                    <a:pt x="113924" y="162805"/>
                  </a:lnTo>
                  <a:lnTo>
                    <a:pt x="117407" y="159834"/>
                  </a:lnTo>
                  <a:lnTo>
                    <a:pt x="128193" y="162954"/>
                  </a:lnTo>
                  <a:lnTo>
                    <a:pt x="136844" y="159686"/>
                  </a:lnTo>
                  <a:lnTo>
                    <a:pt x="139203" y="153144"/>
                  </a:lnTo>
                  <a:lnTo>
                    <a:pt x="137967" y="143318"/>
                  </a:lnTo>
                  <a:lnTo>
                    <a:pt x="131001" y="133174"/>
                  </a:lnTo>
                  <a:lnTo>
                    <a:pt x="99993" y="106083"/>
                  </a:lnTo>
                  <a:lnTo>
                    <a:pt x="84488" y="58152"/>
                  </a:lnTo>
                  <a:lnTo>
                    <a:pt x="81792" y="55881"/>
                  </a:lnTo>
                  <a:lnTo>
                    <a:pt x="41907" y="58001"/>
                  </a:lnTo>
                  <a:lnTo>
                    <a:pt x="29773" y="67833"/>
                  </a:lnTo>
                  <a:lnTo>
                    <a:pt x="20111" y="90003"/>
                  </a:lnTo>
                  <a:lnTo>
                    <a:pt x="24380" y="94967"/>
                  </a:lnTo>
                  <a:lnTo>
                    <a:pt x="21010" y="120768"/>
                  </a:lnTo>
                  <a:lnTo>
                    <a:pt x="22246" y="132577"/>
                  </a:lnTo>
                  <a:lnTo>
                    <a:pt x="7191" y="105182"/>
                  </a:lnTo>
                  <a:lnTo>
                    <a:pt x="0" y="84281"/>
                  </a:lnTo>
                  <a:lnTo>
                    <a:pt x="23594" y="60726"/>
                  </a:lnTo>
                  <a:lnTo>
                    <a:pt x="35054" y="53457"/>
                  </a:lnTo>
                  <a:lnTo>
                    <a:pt x="74376" y="40865"/>
                  </a:lnTo>
                  <a:lnTo>
                    <a:pt x="101566" y="37522"/>
                  </a:lnTo>
                  <a:lnTo>
                    <a:pt x="147292" y="68740"/>
                  </a:lnTo>
                  <a:lnTo>
                    <a:pt x="172009" y="111182"/>
                  </a:lnTo>
                  <a:lnTo>
                    <a:pt x="183581" y="124657"/>
                  </a:lnTo>
                  <a:lnTo>
                    <a:pt x="190435" y="127348"/>
                  </a:lnTo>
                  <a:lnTo>
                    <a:pt x="214815" y="1222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0" name="oPE_MapPart_ARE_1_200" descr="Vereinigte Arabische Emirate">
              <a:extLst>
                <a:ext uri="{FF2B5EF4-FFF2-40B4-BE49-F238E27FC236}">
                  <a16:creationId xmlns:a16="http://schemas.microsoft.com/office/drawing/2014/main" id="{FFE0D253-B536-E848-50CB-9AB167B8526C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3962400" y="3444630"/>
              <a:ext cx="300876" cy="235582"/>
            </a:xfrm>
            <a:custGeom>
              <a:avLst/>
              <a:gdLst/>
              <a:ahLst/>
              <a:cxnLst/>
              <a:rect l="0" t="0" r="0" b="0"/>
              <a:pathLst>
                <a:path w="300876" h="235582">
                  <a:moveTo>
                    <a:pt x="295258" y="28591"/>
                  </a:moveTo>
                  <a:lnTo>
                    <a:pt x="299303" y="34198"/>
                  </a:lnTo>
                  <a:lnTo>
                    <a:pt x="300875" y="74950"/>
                  </a:lnTo>
                  <a:lnTo>
                    <a:pt x="280653" y="91419"/>
                  </a:lnTo>
                  <a:lnTo>
                    <a:pt x="274810" y="83126"/>
                  </a:lnTo>
                  <a:lnTo>
                    <a:pt x="277057" y="82011"/>
                  </a:lnTo>
                  <a:lnTo>
                    <a:pt x="276608" y="76685"/>
                  </a:lnTo>
                  <a:lnTo>
                    <a:pt x="271327" y="75445"/>
                  </a:lnTo>
                  <a:lnTo>
                    <a:pt x="263912" y="82507"/>
                  </a:lnTo>
                  <a:lnTo>
                    <a:pt x="262114" y="108473"/>
                  </a:lnTo>
                  <a:lnTo>
                    <a:pt x="264474" y="118097"/>
                  </a:lnTo>
                  <a:lnTo>
                    <a:pt x="261665" y="125493"/>
                  </a:lnTo>
                  <a:lnTo>
                    <a:pt x="272114" y="127341"/>
                  </a:lnTo>
                  <a:lnTo>
                    <a:pt x="275709" y="137683"/>
                  </a:lnTo>
                  <a:lnTo>
                    <a:pt x="248408" y="142603"/>
                  </a:lnTo>
                  <a:lnTo>
                    <a:pt x="243464" y="146046"/>
                  </a:lnTo>
                  <a:lnTo>
                    <a:pt x="247397" y="154401"/>
                  </a:lnTo>
                  <a:lnTo>
                    <a:pt x="245936" y="160908"/>
                  </a:lnTo>
                  <a:lnTo>
                    <a:pt x="226724" y="207787"/>
                  </a:lnTo>
                  <a:lnTo>
                    <a:pt x="225825" y="230224"/>
                  </a:lnTo>
                  <a:lnTo>
                    <a:pt x="221668" y="235581"/>
                  </a:lnTo>
                  <a:lnTo>
                    <a:pt x="61568" y="214744"/>
                  </a:lnTo>
                  <a:lnTo>
                    <a:pt x="1573" y="136699"/>
                  </a:lnTo>
                  <a:lnTo>
                    <a:pt x="0" y="122535"/>
                  </a:lnTo>
                  <a:lnTo>
                    <a:pt x="2359" y="118960"/>
                  </a:lnTo>
                  <a:lnTo>
                    <a:pt x="6067" y="125000"/>
                  </a:lnTo>
                  <a:lnTo>
                    <a:pt x="12471" y="124630"/>
                  </a:lnTo>
                  <a:lnTo>
                    <a:pt x="13931" y="136944"/>
                  </a:lnTo>
                  <a:lnTo>
                    <a:pt x="21122" y="143095"/>
                  </a:lnTo>
                  <a:lnTo>
                    <a:pt x="42581" y="142357"/>
                  </a:lnTo>
                  <a:lnTo>
                    <a:pt x="67411" y="131528"/>
                  </a:lnTo>
                  <a:lnTo>
                    <a:pt x="145157" y="136822"/>
                  </a:lnTo>
                  <a:lnTo>
                    <a:pt x="176616" y="123028"/>
                  </a:lnTo>
                  <a:lnTo>
                    <a:pt x="198412" y="86468"/>
                  </a:lnTo>
                  <a:lnTo>
                    <a:pt x="220320" y="70610"/>
                  </a:lnTo>
                  <a:lnTo>
                    <a:pt x="246835" y="39053"/>
                  </a:lnTo>
                  <a:lnTo>
                    <a:pt x="272900" y="18614"/>
                  </a:lnTo>
                  <a:lnTo>
                    <a:pt x="281663" y="0"/>
                  </a:lnTo>
                  <a:lnTo>
                    <a:pt x="287057" y="1001"/>
                  </a:lnTo>
                  <a:lnTo>
                    <a:pt x="285596" y="25724"/>
                  </a:lnTo>
                  <a:lnTo>
                    <a:pt x="294022" y="300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1" name="oPE_MapPart_ARE_2_201" descr="Vereinigte Arabische Emirate">
              <a:extLst>
                <a:ext uri="{FF2B5EF4-FFF2-40B4-BE49-F238E27FC236}">
                  <a16:creationId xmlns:a16="http://schemas.microsoft.com/office/drawing/2014/main" id="{14D5B015-63CC-14E9-BBDB-9CEB7CB9DAAA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4063740" y="3558533"/>
              <a:ext cx="15843" cy="10482"/>
            </a:xfrm>
            <a:custGeom>
              <a:avLst/>
              <a:gdLst/>
              <a:ahLst/>
              <a:cxnLst/>
              <a:rect l="0" t="0" r="0" b="0"/>
              <a:pathLst>
                <a:path w="15843" h="10482">
                  <a:moveTo>
                    <a:pt x="8764" y="10481"/>
                  </a:moveTo>
                  <a:lnTo>
                    <a:pt x="0" y="8262"/>
                  </a:lnTo>
                  <a:lnTo>
                    <a:pt x="13820" y="0"/>
                  </a:lnTo>
                  <a:lnTo>
                    <a:pt x="15842" y="2714"/>
                  </a:lnTo>
                  <a:lnTo>
                    <a:pt x="11910" y="900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2" name="oPE_MapPart_ARE_3_202" descr="Vereinigte Arabische Emirate">
              <a:extLst>
                <a:ext uri="{FF2B5EF4-FFF2-40B4-BE49-F238E27FC236}">
                  <a16:creationId xmlns:a16="http://schemas.microsoft.com/office/drawing/2014/main" id="{41246604-1C73-ECB4-5C55-18F926F06439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4025766" y="3560877"/>
              <a:ext cx="4607" cy="6043"/>
            </a:xfrm>
            <a:custGeom>
              <a:avLst/>
              <a:gdLst/>
              <a:ahLst/>
              <a:cxnLst/>
              <a:rect l="0" t="0" r="0" b="0"/>
              <a:pathLst>
                <a:path w="4607" h="6043">
                  <a:moveTo>
                    <a:pt x="2135" y="6042"/>
                  </a:moveTo>
                  <a:lnTo>
                    <a:pt x="0" y="1726"/>
                  </a:lnTo>
                  <a:lnTo>
                    <a:pt x="2921" y="0"/>
                  </a:lnTo>
                  <a:lnTo>
                    <a:pt x="4606" y="30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3" name="oPE_MapPart_ARE_4_203" descr="Vereinigte Arabische Emirate">
              <a:extLst>
                <a:ext uri="{FF2B5EF4-FFF2-40B4-BE49-F238E27FC236}">
                  <a16:creationId xmlns:a16="http://schemas.microsoft.com/office/drawing/2014/main" id="{65B8200E-7497-D1F3-A19F-E8669EA956B9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4091379" y="3569014"/>
              <a:ext cx="18314" cy="8377"/>
            </a:xfrm>
            <a:custGeom>
              <a:avLst/>
              <a:gdLst/>
              <a:ahLst/>
              <a:cxnLst/>
              <a:rect l="0" t="0" r="0" b="0"/>
              <a:pathLst>
                <a:path w="18314" h="8377">
                  <a:moveTo>
                    <a:pt x="18313" y="5544"/>
                  </a:moveTo>
                  <a:lnTo>
                    <a:pt x="18313" y="7883"/>
                  </a:lnTo>
                  <a:lnTo>
                    <a:pt x="10223" y="8376"/>
                  </a:lnTo>
                  <a:lnTo>
                    <a:pt x="0" y="6036"/>
                  </a:lnTo>
                  <a:lnTo>
                    <a:pt x="12471" y="0"/>
                  </a:lnTo>
                  <a:lnTo>
                    <a:pt x="16178" y="29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4" name="oPE_MapPart_ARE_5_204" descr="Vereinigte Arabische Emirate">
              <a:extLst>
                <a:ext uri="{FF2B5EF4-FFF2-40B4-BE49-F238E27FC236}">
                  <a16:creationId xmlns:a16="http://schemas.microsoft.com/office/drawing/2014/main" id="{39E2339B-20AC-9224-D7E0-98A3C539E871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4135083" y="3552115"/>
              <a:ext cx="8203" cy="4321"/>
            </a:xfrm>
            <a:custGeom>
              <a:avLst/>
              <a:gdLst/>
              <a:ahLst/>
              <a:cxnLst/>
              <a:rect l="0" t="0" r="0" b="0"/>
              <a:pathLst>
                <a:path w="8203" h="4321">
                  <a:moveTo>
                    <a:pt x="8202" y="4320"/>
                  </a:moveTo>
                  <a:lnTo>
                    <a:pt x="1461" y="4320"/>
                  </a:lnTo>
                  <a:lnTo>
                    <a:pt x="0" y="2346"/>
                  </a:lnTo>
                  <a:lnTo>
                    <a:pt x="2809" y="0"/>
                  </a:lnTo>
                  <a:lnTo>
                    <a:pt x="5730" y="23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5" name="oPE_MapPart_UZB_1_205" descr="Usbekistan">
              <a:extLst>
                <a:ext uri="{FF2B5EF4-FFF2-40B4-BE49-F238E27FC236}">
                  <a16:creationId xmlns:a16="http://schemas.microsoft.com/office/drawing/2014/main" id="{A93BB180-D992-17F3-EFAA-0071D86BFBD4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4237547" y="1929204"/>
              <a:ext cx="1071155" cy="698879"/>
            </a:xfrm>
            <a:custGeom>
              <a:avLst/>
              <a:gdLst/>
              <a:ahLst/>
              <a:cxnLst/>
              <a:rect l="0" t="0" r="0" b="0"/>
              <a:pathLst>
                <a:path w="1071155" h="698879">
                  <a:moveTo>
                    <a:pt x="934423" y="286710"/>
                  </a:moveTo>
                  <a:lnTo>
                    <a:pt x="939928" y="283674"/>
                  </a:lnTo>
                  <a:lnTo>
                    <a:pt x="951051" y="290200"/>
                  </a:lnTo>
                  <a:lnTo>
                    <a:pt x="951949" y="293839"/>
                  </a:lnTo>
                  <a:lnTo>
                    <a:pt x="928805" y="305044"/>
                  </a:lnTo>
                  <a:lnTo>
                    <a:pt x="925435" y="314111"/>
                  </a:lnTo>
                  <a:lnTo>
                    <a:pt x="914649" y="318036"/>
                  </a:lnTo>
                  <a:lnTo>
                    <a:pt x="886561" y="343475"/>
                  </a:lnTo>
                  <a:lnTo>
                    <a:pt x="887797" y="348129"/>
                  </a:lnTo>
                  <a:lnTo>
                    <a:pt x="904762" y="356675"/>
                  </a:lnTo>
                  <a:lnTo>
                    <a:pt x="918357" y="353528"/>
                  </a:lnTo>
                  <a:lnTo>
                    <a:pt x="924199" y="369094"/>
                  </a:lnTo>
                  <a:lnTo>
                    <a:pt x="929030" y="372232"/>
                  </a:lnTo>
                  <a:lnTo>
                    <a:pt x="962286" y="380740"/>
                  </a:lnTo>
                  <a:lnTo>
                    <a:pt x="963971" y="362514"/>
                  </a:lnTo>
                  <a:lnTo>
                    <a:pt x="968914" y="365356"/>
                  </a:lnTo>
                  <a:lnTo>
                    <a:pt x="974307" y="363262"/>
                  </a:lnTo>
                  <a:lnTo>
                    <a:pt x="975319" y="349179"/>
                  </a:lnTo>
                  <a:lnTo>
                    <a:pt x="979251" y="346028"/>
                  </a:lnTo>
                  <a:lnTo>
                    <a:pt x="981498" y="353228"/>
                  </a:lnTo>
                  <a:lnTo>
                    <a:pt x="987228" y="356675"/>
                  </a:lnTo>
                  <a:lnTo>
                    <a:pt x="991272" y="365057"/>
                  </a:lnTo>
                  <a:lnTo>
                    <a:pt x="992621" y="374771"/>
                  </a:lnTo>
                  <a:lnTo>
                    <a:pt x="1010372" y="376562"/>
                  </a:lnTo>
                  <a:lnTo>
                    <a:pt x="1011833" y="388788"/>
                  </a:lnTo>
                  <a:lnTo>
                    <a:pt x="1022843" y="387298"/>
                  </a:lnTo>
                  <a:lnTo>
                    <a:pt x="1041268" y="401580"/>
                  </a:lnTo>
                  <a:lnTo>
                    <a:pt x="1061941" y="402472"/>
                  </a:lnTo>
                  <a:lnTo>
                    <a:pt x="1071154" y="406481"/>
                  </a:lnTo>
                  <a:lnTo>
                    <a:pt x="1048459" y="419677"/>
                  </a:lnTo>
                  <a:lnTo>
                    <a:pt x="1037898" y="430033"/>
                  </a:lnTo>
                  <a:lnTo>
                    <a:pt x="1025202" y="425745"/>
                  </a:lnTo>
                  <a:lnTo>
                    <a:pt x="1023180" y="430476"/>
                  </a:lnTo>
                  <a:lnTo>
                    <a:pt x="1025539" y="435204"/>
                  </a:lnTo>
                  <a:lnTo>
                    <a:pt x="1022506" y="440222"/>
                  </a:lnTo>
                  <a:lnTo>
                    <a:pt x="1014641" y="435794"/>
                  </a:lnTo>
                  <a:lnTo>
                    <a:pt x="1008350" y="437123"/>
                  </a:lnTo>
                  <a:lnTo>
                    <a:pt x="997340" y="451865"/>
                  </a:lnTo>
                  <a:lnTo>
                    <a:pt x="980936" y="460545"/>
                  </a:lnTo>
                  <a:lnTo>
                    <a:pt x="977004" y="455250"/>
                  </a:lnTo>
                  <a:lnTo>
                    <a:pt x="970263" y="455986"/>
                  </a:lnTo>
                  <a:lnTo>
                    <a:pt x="956781" y="449509"/>
                  </a:lnTo>
                  <a:lnTo>
                    <a:pt x="912964" y="455544"/>
                  </a:lnTo>
                  <a:lnTo>
                    <a:pt x="908582" y="446415"/>
                  </a:lnTo>
                  <a:lnTo>
                    <a:pt x="898471" y="441550"/>
                  </a:lnTo>
                  <a:lnTo>
                    <a:pt x="898808" y="437123"/>
                  </a:lnTo>
                  <a:lnTo>
                    <a:pt x="919705" y="418196"/>
                  </a:lnTo>
                  <a:lnTo>
                    <a:pt x="922176" y="412416"/>
                  </a:lnTo>
                  <a:lnTo>
                    <a:pt x="915211" y="409152"/>
                  </a:lnTo>
                  <a:lnTo>
                    <a:pt x="916334" y="404106"/>
                  </a:lnTo>
                  <a:lnTo>
                    <a:pt x="900380" y="388043"/>
                  </a:lnTo>
                  <a:lnTo>
                    <a:pt x="893527" y="399797"/>
                  </a:lnTo>
                  <a:lnTo>
                    <a:pt x="857350" y="419232"/>
                  </a:lnTo>
                  <a:lnTo>
                    <a:pt x="838700" y="407668"/>
                  </a:lnTo>
                  <a:lnTo>
                    <a:pt x="835217" y="410043"/>
                  </a:lnTo>
                  <a:lnTo>
                    <a:pt x="832183" y="413750"/>
                  </a:lnTo>
                  <a:lnTo>
                    <a:pt x="832520" y="421009"/>
                  </a:lnTo>
                  <a:lnTo>
                    <a:pt x="825780" y="426632"/>
                  </a:lnTo>
                  <a:lnTo>
                    <a:pt x="831847" y="446268"/>
                  </a:lnTo>
                  <a:lnTo>
                    <a:pt x="826566" y="449509"/>
                  </a:lnTo>
                  <a:lnTo>
                    <a:pt x="830049" y="456868"/>
                  </a:lnTo>
                  <a:lnTo>
                    <a:pt x="809938" y="454809"/>
                  </a:lnTo>
                  <a:lnTo>
                    <a:pt x="789827" y="459368"/>
                  </a:lnTo>
                  <a:lnTo>
                    <a:pt x="790389" y="462455"/>
                  </a:lnTo>
                  <a:lnTo>
                    <a:pt x="808365" y="461867"/>
                  </a:lnTo>
                  <a:lnTo>
                    <a:pt x="811174" y="465687"/>
                  </a:lnTo>
                  <a:lnTo>
                    <a:pt x="800725" y="468917"/>
                  </a:lnTo>
                  <a:lnTo>
                    <a:pt x="799714" y="471851"/>
                  </a:lnTo>
                  <a:lnTo>
                    <a:pt x="804658" y="480499"/>
                  </a:lnTo>
                  <a:lnTo>
                    <a:pt x="799040" y="480792"/>
                  </a:lnTo>
                  <a:lnTo>
                    <a:pt x="796343" y="486355"/>
                  </a:lnTo>
                  <a:lnTo>
                    <a:pt x="790389" y="486063"/>
                  </a:lnTo>
                  <a:lnTo>
                    <a:pt x="787018" y="502718"/>
                  </a:lnTo>
                  <a:lnTo>
                    <a:pt x="782075" y="508550"/>
                  </a:lnTo>
                  <a:lnTo>
                    <a:pt x="775334" y="511319"/>
                  </a:lnTo>
                  <a:lnTo>
                    <a:pt x="732978" y="503739"/>
                  </a:lnTo>
                  <a:lnTo>
                    <a:pt x="714664" y="516415"/>
                  </a:lnTo>
                  <a:lnTo>
                    <a:pt x="710395" y="536462"/>
                  </a:lnTo>
                  <a:lnTo>
                    <a:pt x="728484" y="543418"/>
                  </a:lnTo>
                  <a:lnTo>
                    <a:pt x="731405" y="554271"/>
                  </a:lnTo>
                  <a:lnTo>
                    <a:pt x="753201" y="555138"/>
                  </a:lnTo>
                  <a:lnTo>
                    <a:pt x="758706" y="559761"/>
                  </a:lnTo>
                  <a:lnTo>
                    <a:pt x="753425" y="580376"/>
                  </a:lnTo>
                  <a:lnTo>
                    <a:pt x="755897" y="596039"/>
                  </a:lnTo>
                  <a:lnTo>
                    <a:pt x="772301" y="616953"/>
                  </a:lnTo>
                  <a:lnTo>
                    <a:pt x="768818" y="631092"/>
                  </a:lnTo>
                  <a:lnTo>
                    <a:pt x="738932" y="674152"/>
                  </a:lnTo>
                  <a:lnTo>
                    <a:pt x="735449" y="698878"/>
                  </a:lnTo>
                  <a:lnTo>
                    <a:pt x="731742" y="694505"/>
                  </a:lnTo>
                  <a:lnTo>
                    <a:pt x="720395" y="691400"/>
                  </a:lnTo>
                  <a:lnTo>
                    <a:pt x="708036" y="695916"/>
                  </a:lnTo>
                  <a:lnTo>
                    <a:pt x="700283" y="693941"/>
                  </a:lnTo>
                  <a:lnTo>
                    <a:pt x="692306" y="686033"/>
                  </a:lnTo>
                  <a:lnTo>
                    <a:pt x="677364" y="683206"/>
                  </a:lnTo>
                  <a:lnTo>
                    <a:pt x="658264" y="685044"/>
                  </a:lnTo>
                  <a:lnTo>
                    <a:pt x="658489" y="650600"/>
                  </a:lnTo>
                  <a:lnTo>
                    <a:pt x="664893" y="639074"/>
                  </a:lnTo>
                  <a:lnTo>
                    <a:pt x="661522" y="632803"/>
                  </a:lnTo>
                  <a:lnTo>
                    <a:pt x="649950" y="629665"/>
                  </a:lnTo>
                  <a:lnTo>
                    <a:pt x="623885" y="614236"/>
                  </a:lnTo>
                  <a:lnTo>
                    <a:pt x="601527" y="614665"/>
                  </a:lnTo>
                  <a:lnTo>
                    <a:pt x="539622" y="573465"/>
                  </a:lnTo>
                  <a:lnTo>
                    <a:pt x="520185" y="555716"/>
                  </a:lnTo>
                  <a:lnTo>
                    <a:pt x="510972" y="557595"/>
                  </a:lnTo>
                  <a:lnTo>
                    <a:pt x="486030" y="540956"/>
                  </a:lnTo>
                  <a:lnTo>
                    <a:pt x="469964" y="523541"/>
                  </a:lnTo>
                  <a:lnTo>
                    <a:pt x="406149" y="474931"/>
                  </a:lnTo>
                  <a:lnTo>
                    <a:pt x="399408" y="445826"/>
                  </a:lnTo>
                  <a:lnTo>
                    <a:pt x="381881" y="417011"/>
                  </a:lnTo>
                  <a:lnTo>
                    <a:pt x="369859" y="383126"/>
                  </a:lnTo>
                  <a:lnTo>
                    <a:pt x="353793" y="371037"/>
                  </a:lnTo>
                  <a:lnTo>
                    <a:pt x="344580" y="368048"/>
                  </a:lnTo>
                  <a:lnTo>
                    <a:pt x="328739" y="375219"/>
                  </a:lnTo>
                  <a:lnTo>
                    <a:pt x="305257" y="370290"/>
                  </a:lnTo>
                  <a:lnTo>
                    <a:pt x="279529" y="372531"/>
                  </a:lnTo>
                  <a:lnTo>
                    <a:pt x="256722" y="357723"/>
                  </a:lnTo>
                  <a:lnTo>
                    <a:pt x="255486" y="351429"/>
                  </a:lnTo>
                  <a:lnTo>
                    <a:pt x="259755" y="341523"/>
                  </a:lnTo>
                  <a:lnTo>
                    <a:pt x="255823" y="327684"/>
                  </a:lnTo>
                  <a:lnTo>
                    <a:pt x="263688" y="324068"/>
                  </a:lnTo>
                  <a:lnTo>
                    <a:pt x="257846" y="315319"/>
                  </a:lnTo>
                  <a:lnTo>
                    <a:pt x="247509" y="309730"/>
                  </a:lnTo>
                  <a:lnTo>
                    <a:pt x="250205" y="289745"/>
                  </a:lnTo>
                  <a:lnTo>
                    <a:pt x="242341" y="282763"/>
                  </a:lnTo>
                  <a:lnTo>
                    <a:pt x="210883" y="280332"/>
                  </a:lnTo>
                  <a:lnTo>
                    <a:pt x="205940" y="277596"/>
                  </a:lnTo>
                  <a:lnTo>
                    <a:pt x="198636" y="264505"/>
                  </a:lnTo>
                  <a:lnTo>
                    <a:pt x="180997" y="260236"/>
                  </a:lnTo>
                  <a:lnTo>
                    <a:pt x="163022" y="241746"/>
                  </a:lnTo>
                  <a:lnTo>
                    <a:pt x="159538" y="250006"/>
                  </a:lnTo>
                  <a:lnTo>
                    <a:pt x="142461" y="249394"/>
                  </a:lnTo>
                  <a:lnTo>
                    <a:pt x="135720" y="254589"/>
                  </a:lnTo>
                  <a:lnTo>
                    <a:pt x="152460" y="273337"/>
                  </a:lnTo>
                  <a:lnTo>
                    <a:pt x="155943" y="282307"/>
                  </a:lnTo>
                  <a:lnTo>
                    <a:pt x="151112" y="282915"/>
                  </a:lnTo>
                  <a:lnTo>
                    <a:pt x="143922" y="271359"/>
                  </a:lnTo>
                  <a:lnTo>
                    <a:pt x="128080" y="266486"/>
                  </a:lnTo>
                  <a:lnTo>
                    <a:pt x="122912" y="272120"/>
                  </a:lnTo>
                  <a:lnTo>
                    <a:pt x="114711" y="291565"/>
                  </a:lnTo>
                  <a:lnTo>
                    <a:pt x="82016" y="297173"/>
                  </a:lnTo>
                  <a:lnTo>
                    <a:pt x="61681" y="319544"/>
                  </a:lnTo>
                  <a:lnTo>
                    <a:pt x="65052" y="353528"/>
                  </a:lnTo>
                  <a:lnTo>
                    <a:pt x="71343" y="361915"/>
                  </a:lnTo>
                  <a:lnTo>
                    <a:pt x="65052" y="369094"/>
                  </a:lnTo>
                  <a:lnTo>
                    <a:pt x="113" y="364160"/>
                  </a:lnTo>
                  <a:lnTo>
                    <a:pt x="0" y="49813"/>
                  </a:lnTo>
                  <a:lnTo>
                    <a:pt x="160999" y="0"/>
                  </a:lnTo>
                  <a:lnTo>
                    <a:pt x="314021" y="102601"/>
                  </a:lnTo>
                  <a:lnTo>
                    <a:pt x="323571" y="122218"/>
                  </a:lnTo>
                  <a:lnTo>
                    <a:pt x="375364" y="180777"/>
                  </a:lnTo>
                  <a:lnTo>
                    <a:pt x="451314" y="168994"/>
                  </a:lnTo>
                  <a:lnTo>
                    <a:pt x="528499" y="175664"/>
                  </a:lnTo>
                  <a:lnTo>
                    <a:pt x="557373" y="161539"/>
                  </a:lnTo>
                  <a:lnTo>
                    <a:pt x="580068" y="187123"/>
                  </a:lnTo>
                  <a:lnTo>
                    <a:pt x="594224" y="196395"/>
                  </a:lnTo>
                  <a:lnTo>
                    <a:pt x="613324" y="233321"/>
                  </a:lnTo>
                  <a:lnTo>
                    <a:pt x="631862" y="223653"/>
                  </a:lnTo>
                  <a:lnTo>
                    <a:pt x="626244" y="307161"/>
                  </a:lnTo>
                  <a:lnTo>
                    <a:pt x="656804" y="308068"/>
                  </a:lnTo>
                  <a:lnTo>
                    <a:pt x="669949" y="376115"/>
                  </a:lnTo>
                  <a:lnTo>
                    <a:pt x="676465" y="379099"/>
                  </a:lnTo>
                  <a:lnTo>
                    <a:pt x="746460" y="374622"/>
                  </a:lnTo>
                  <a:lnTo>
                    <a:pt x="757582" y="388490"/>
                  </a:lnTo>
                  <a:lnTo>
                    <a:pt x="753425" y="406630"/>
                  </a:lnTo>
                  <a:lnTo>
                    <a:pt x="776345" y="422342"/>
                  </a:lnTo>
                  <a:lnTo>
                    <a:pt x="786232" y="422046"/>
                  </a:lnTo>
                  <a:lnTo>
                    <a:pt x="786906" y="401135"/>
                  </a:lnTo>
                  <a:lnTo>
                    <a:pt x="796456" y="387447"/>
                  </a:lnTo>
                  <a:lnTo>
                    <a:pt x="812073" y="373875"/>
                  </a:lnTo>
                  <a:lnTo>
                    <a:pt x="816904" y="360418"/>
                  </a:lnTo>
                  <a:lnTo>
                    <a:pt x="835891" y="350229"/>
                  </a:lnTo>
                  <a:lnTo>
                    <a:pt x="848137" y="338668"/>
                  </a:lnTo>
                  <a:lnTo>
                    <a:pt x="881281" y="322560"/>
                  </a:lnTo>
                  <a:lnTo>
                    <a:pt x="901279" y="300958"/>
                  </a:lnTo>
                  <a:lnTo>
                    <a:pt x="911728" y="304590"/>
                  </a:lnTo>
                  <a:lnTo>
                    <a:pt x="919930" y="293384"/>
                  </a:lnTo>
                  <a:lnTo>
                    <a:pt x="929030" y="290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6" name="oPE_MapPart_UZB_2_206" descr="Usbekistan">
              <a:extLst>
                <a:ext uri="{FF2B5EF4-FFF2-40B4-BE49-F238E27FC236}">
                  <a16:creationId xmlns:a16="http://schemas.microsoft.com/office/drawing/2014/main" id="{C36586BA-07AF-4E6C-AF59-EDAF410395A4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5173655" y="2390042"/>
              <a:ext cx="15955" cy="20834"/>
            </a:xfrm>
            <a:custGeom>
              <a:avLst/>
              <a:gdLst/>
              <a:ahLst/>
              <a:cxnLst/>
              <a:rect l="0" t="0" r="0" b="0"/>
              <a:pathLst>
                <a:path w="15955" h="20834">
                  <a:moveTo>
                    <a:pt x="14493" y="20833"/>
                  </a:moveTo>
                  <a:lnTo>
                    <a:pt x="2359" y="20687"/>
                  </a:lnTo>
                  <a:lnTo>
                    <a:pt x="4382" y="12773"/>
                  </a:lnTo>
                  <a:lnTo>
                    <a:pt x="0" y="8959"/>
                  </a:lnTo>
                  <a:lnTo>
                    <a:pt x="113" y="1323"/>
                  </a:lnTo>
                  <a:lnTo>
                    <a:pt x="3146" y="0"/>
                  </a:lnTo>
                  <a:lnTo>
                    <a:pt x="6629" y="5583"/>
                  </a:lnTo>
                  <a:lnTo>
                    <a:pt x="15954" y="8226"/>
                  </a:lnTo>
                  <a:lnTo>
                    <a:pt x="12808" y="13800"/>
                  </a:lnTo>
                  <a:lnTo>
                    <a:pt x="15055" y="198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7" name="oPE_MapPart_UZB_3_207" descr="Usbekistan">
              <a:extLst>
                <a:ext uri="{FF2B5EF4-FFF2-40B4-BE49-F238E27FC236}">
                  <a16:creationId xmlns:a16="http://schemas.microsoft.com/office/drawing/2014/main" id="{AA3648EC-2D47-3DEF-79A0-6E42038DC5EA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5217023" y="2402522"/>
              <a:ext cx="7528" cy="7182"/>
            </a:xfrm>
            <a:custGeom>
              <a:avLst/>
              <a:gdLst/>
              <a:ahLst/>
              <a:cxnLst/>
              <a:rect l="0" t="0" r="0" b="0"/>
              <a:pathLst>
                <a:path w="7528" h="7182">
                  <a:moveTo>
                    <a:pt x="6965" y="3665"/>
                  </a:moveTo>
                  <a:lnTo>
                    <a:pt x="5280" y="7181"/>
                  </a:lnTo>
                  <a:lnTo>
                    <a:pt x="0" y="4105"/>
                  </a:lnTo>
                  <a:lnTo>
                    <a:pt x="752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8" name="oPE_MapPart_VNM_1_208" descr="Vietnam">
              <a:extLst>
                <a:ext uri="{FF2B5EF4-FFF2-40B4-BE49-F238E27FC236}">
                  <a16:creationId xmlns:a16="http://schemas.microsoft.com/office/drawing/2014/main" id="{2B5649CE-7E9B-E051-6BB8-F03142EA39DE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7225632" y="4475959"/>
              <a:ext cx="14157" cy="25346"/>
            </a:xfrm>
            <a:custGeom>
              <a:avLst/>
              <a:gdLst/>
              <a:ahLst/>
              <a:cxnLst/>
              <a:rect l="0" t="0" r="0" b="0"/>
              <a:pathLst>
                <a:path w="14157" h="25346">
                  <a:moveTo>
                    <a:pt x="13370" y="2399"/>
                  </a:moveTo>
                  <a:lnTo>
                    <a:pt x="14156" y="13019"/>
                  </a:lnTo>
                  <a:lnTo>
                    <a:pt x="10561" y="25345"/>
                  </a:lnTo>
                  <a:lnTo>
                    <a:pt x="6404" y="11763"/>
                  </a:lnTo>
                  <a:lnTo>
                    <a:pt x="0" y="3655"/>
                  </a:lnTo>
                  <a:lnTo>
                    <a:pt x="1112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9" name="oPE_MapPart_VNM_2_209" descr="Vietnam">
              <a:extLst>
                <a:ext uri="{FF2B5EF4-FFF2-40B4-BE49-F238E27FC236}">
                  <a16:creationId xmlns:a16="http://schemas.microsoft.com/office/drawing/2014/main" id="{0E348C96-930C-5936-DEE6-037DD72BA1CB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7118113" y="3631272"/>
              <a:ext cx="456819" cy="960661"/>
            </a:xfrm>
            <a:custGeom>
              <a:avLst/>
              <a:gdLst/>
              <a:ahLst/>
              <a:cxnLst/>
              <a:rect l="0" t="0" r="0" b="0"/>
              <a:pathLst>
                <a:path w="456819" h="960661">
                  <a:moveTo>
                    <a:pt x="364916" y="124103"/>
                  </a:moveTo>
                  <a:lnTo>
                    <a:pt x="354691" y="124828"/>
                  </a:lnTo>
                  <a:lnTo>
                    <a:pt x="343906" y="133518"/>
                  </a:lnTo>
                  <a:lnTo>
                    <a:pt x="329749" y="139066"/>
                  </a:lnTo>
                  <a:lnTo>
                    <a:pt x="326267" y="154488"/>
                  </a:lnTo>
                  <a:lnTo>
                    <a:pt x="314469" y="161588"/>
                  </a:lnTo>
                  <a:lnTo>
                    <a:pt x="308852" y="158219"/>
                  </a:lnTo>
                  <a:lnTo>
                    <a:pt x="297055" y="161468"/>
                  </a:lnTo>
                  <a:lnTo>
                    <a:pt x="284472" y="158099"/>
                  </a:lnTo>
                  <a:lnTo>
                    <a:pt x="288741" y="175894"/>
                  </a:lnTo>
                  <a:lnTo>
                    <a:pt x="276158" y="189700"/>
                  </a:lnTo>
                  <a:lnTo>
                    <a:pt x="277506" y="198693"/>
                  </a:lnTo>
                  <a:lnTo>
                    <a:pt x="274136" y="205523"/>
                  </a:lnTo>
                  <a:lnTo>
                    <a:pt x="252115" y="225269"/>
                  </a:lnTo>
                  <a:lnTo>
                    <a:pt x="240767" y="228855"/>
                  </a:lnTo>
                  <a:lnTo>
                    <a:pt x="230206" y="252134"/>
                  </a:lnTo>
                  <a:lnTo>
                    <a:pt x="228746" y="271555"/>
                  </a:lnTo>
                  <a:lnTo>
                    <a:pt x="218185" y="293199"/>
                  </a:lnTo>
                  <a:lnTo>
                    <a:pt x="234813" y="323807"/>
                  </a:lnTo>
                  <a:lnTo>
                    <a:pt x="245824" y="336003"/>
                  </a:lnTo>
                  <a:lnTo>
                    <a:pt x="256721" y="342274"/>
                  </a:lnTo>
                  <a:lnTo>
                    <a:pt x="272899" y="360356"/>
                  </a:lnTo>
                  <a:lnTo>
                    <a:pt x="270428" y="365079"/>
                  </a:lnTo>
                  <a:lnTo>
                    <a:pt x="271664" y="375227"/>
                  </a:lnTo>
                  <a:lnTo>
                    <a:pt x="264923" y="373458"/>
                  </a:lnTo>
                  <a:lnTo>
                    <a:pt x="274023" y="378883"/>
                  </a:lnTo>
                  <a:lnTo>
                    <a:pt x="287730" y="398322"/>
                  </a:lnTo>
                  <a:lnTo>
                    <a:pt x="311661" y="418670"/>
                  </a:lnTo>
                  <a:lnTo>
                    <a:pt x="315481" y="428890"/>
                  </a:lnTo>
                  <a:lnTo>
                    <a:pt x="338512" y="445552"/>
                  </a:lnTo>
                  <a:lnTo>
                    <a:pt x="337951" y="447780"/>
                  </a:lnTo>
                  <a:lnTo>
                    <a:pt x="354354" y="461139"/>
                  </a:lnTo>
                  <a:lnTo>
                    <a:pt x="356264" y="466408"/>
                  </a:lnTo>
                  <a:lnTo>
                    <a:pt x="368397" y="465823"/>
                  </a:lnTo>
                  <a:lnTo>
                    <a:pt x="379633" y="481501"/>
                  </a:lnTo>
                  <a:lnTo>
                    <a:pt x="383341" y="481501"/>
                  </a:lnTo>
                  <a:lnTo>
                    <a:pt x="384465" y="488047"/>
                  </a:lnTo>
                  <a:lnTo>
                    <a:pt x="402665" y="514318"/>
                  </a:lnTo>
                  <a:lnTo>
                    <a:pt x="417832" y="527725"/>
                  </a:lnTo>
                  <a:lnTo>
                    <a:pt x="425247" y="552056"/>
                  </a:lnTo>
                  <a:lnTo>
                    <a:pt x="434348" y="570421"/>
                  </a:lnTo>
                  <a:lnTo>
                    <a:pt x="434460" y="580988"/>
                  </a:lnTo>
                  <a:lnTo>
                    <a:pt x="447943" y="625839"/>
                  </a:lnTo>
                  <a:lnTo>
                    <a:pt x="447044" y="631740"/>
                  </a:lnTo>
                  <a:lnTo>
                    <a:pt x="444459" y="625955"/>
                  </a:lnTo>
                  <a:lnTo>
                    <a:pt x="446032" y="662940"/>
                  </a:lnTo>
                  <a:lnTo>
                    <a:pt x="455470" y="683589"/>
                  </a:lnTo>
                  <a:lnTo>
                    <a:pt x="456818" y="706400"/>
                  </a:lnTo>
                  <a:lnTo>
                    <a:pt x="449965" y="696727"/>
                  </a:lnTo>
                  <a:lnTo>
                    <a:pt x="442662" y="703522"/>
                  </a:lnTo>
                  <a:lnTo>
                    <a:pt x="448055" y="719748"/>
                  </a:lnTo>
                  <a:lnTo>
                    <a:pt x="441875" y="718253"/>
                  </a:lnTo>
                  <a:lnTo>
                    <a:pt x="442437" y="740097"/>
                  </a:lnTo>
                  <a:lnTo>
                    <a:pt x="445246" y="747678"/>
                  </a:lnTo>
                  <a:lnTo>
                    <a:pt x="444459" y="750549"/>
                  </a:lnTo>
                  <a:lnTo>
                    <a:pt x="441426" y="744807"/>
                  </a:lnTo>
                  <a:lnTo>
                    <a:pt x="438842" y="755141"/>
                  </a:lnTo>
                  <a:lnTo>
                    <a:pt x="441426" y="762257"/>
                  </a:lnTo>
                  <a:lnTo>
                    <a:pt x="437269" y="770172"/>
                  </a:lnTo>
                  <a:lnTo>
                    <a:pt x="431539" y="770745"/>
                  </a:lnTo>
                  <a:lnTo>
                    <a:pt x="428169" y="787024"/>
                  </a:lnTo>
                  <a:lnTo>
                    <a:pt x="417832" y="788399"/>
                  </a:lnTo>
                  <a:lnTo>
                    <a:pt x="383566" y="812559"/>
                  </a:lnTo>
                  <a:lnTo>
                    <a:pt x="372555" y="814962"/>
                  </a:lnTo>
                  <a:lnTo>
                    <a:pt x="366712" y="826171"/>
                  </a:lnTo>
                  <a:lnTo>
                    <a:pt x="356938" y="827543"/>
                  </a:lnTo>
                  <a:lnTo>
                    <a:pt x="320537" y="846629"/>
                  </a:lnTo>
                  <a:lnTo>
                    <a:pt x="316267" y="841945"/>
                  </a:lnTo>
                  <a:lnTo>
                    <a:pt x="309638" y="840346"/>
                  </a:lnTo>
                  <a:lnTo>
                    <a:pt x="304583" y="829945"/>
                  </a:lnTo>
                  <a:lnTo>
                    <a:pt x="300874" y="846514"/>
                  </a:lnTo>
                  <a:lnTo>
                    <a:pt x="298067" y="847657"/>
                  </a:lnTo>
                  <a:lnTo>
                    <a:pt x="292449" y="844458"/>
                  </a:lnTo>
                  <a:lnTo>
                    <a:pt x="287168" y="837946"/>
                  </a:lnTo>
                  <a:lnTo>
                    <a:pt x="279528" y="842402"/>
                  </a:lnTo>
                  <a:lnTo>
                    <a:pt x="288067" y="843773"/>
                  </a:lnTo>
                  <a:lnTo>
                    <a:pt x="290314" y="848000"/>
                  </a:lnTo>
                  <a:lnTo>
                    <a:pt x="289078" y="853139"/>
                  </a:lnTo>
                  <a:lnTo>
                    <a:pt x="270765" y="853025"/>
                  </a:lnTo>
                  <a:lnTo>
                    <a:pt x="287281" y="859646"/>
                  </a:lnTo>
                  <a:lnTo>
                    <a:pt x="290763" y="864554"/>
                  </a:lnTo>
                  <a:lnTo>
                    <a:pt x="282899" y="872428"/>
                  </a:lnTo>
                  <a:lnTo>
                    <a:pt x="282787" y="878131"/>
                  </a:lnTo>
                  <a:lnTo>
                    <a:pt x="278966" y="880753"/>
                  </a:lnTo>
                  <a:lnTo>
                    <a:pt x="269754" y="875736"/>
                  </a:lnTo>
                  <a:lnTo>
                    <a:pt x="250317" y="857820"/>
                  </a:lnTo>
                  <a:lnTo>
                    <a:pt x="273461" y="883263"/>
                  </a:lnTo>
                  <a:lnTo>
                    <a:pt x="277506" y="894662"/>
                  </a:lnTo>
                  <a:lnTo>
                    <a:pt x="272000" y="899789"/>
                  </a:lnTo>
                  <a:lnTo>
                    <a:pt x="265372" y="900017"/>
                  </a:lnTo>
                  <a:lnTo>
                    <a:pt x="254474" y="892496"/>
                  </a:lnTo>
                  <a:lnTo>
                    <a:pt x="237172" y="874367"/>
                  </a:lnTo>
                  <a:lnTo>
                    <a:pt x="231217" y="871857"/>
                  </a:lnTo>
                  <a:lnTo>
                    <a:pt x="251665" y="897624"/>
                  </a:lnTo>
                  <a:lnTo>
                    <a:pt x="254587" y="903434"/>
                  </a:lnTo>
                  <a:lnTo>
                    <a:pt x="252228" y="910155"/>
                  </a:lnTo>
                  <a:lnTo>
                    <a:pt x="210657" y="929278"/>
                  </a:lnTo>
                  <a:lnTo>
                    <a:pt x="199423" y="947703"/>
                  </a:lnTo>
                  <a:lnTo>
                    <a:pt x="186502" y="958615"/>
                  </a:lnTo>
                  <a:lnTo>
                    <a:pt x="165042" y="960660"/>
                  </a:lnTo>
                  <a:lnTo>
                    <a:pt x="172907" y="951227"/>
                  </a:lnTo>
                  <a:lnTo>
                    <a:pt x="168076" y="947703"/>
                  </a:lnTo>
                  <a:lnTo>
                    <a:pt x="169649" y="896827"/>
                  </a:lnTo>
                  <a:lnTo>
                    <a:pt x="173357" y="883604"/>
                  </a:lnTo>
                  <a:lnTo>
                    <a:pt x="185154" y="878131"/>
                  </a:lnTo>
                  <a:lnTo>
                    <a:pt x="185266" y="875393"/>
                  </a:lnTo>
                  <a:lnTo>
                    <a:pt x="181109" y="867636"/>
                  </a:lnTo>
                  <a:lnTo>
                    <a:pt x="171447" y="864668"/>
                  </a:lnTo>
                  <a:lnTo>
                    <a:pt x="166952" y="859076"/>
                  </a:lnTo>
                  <a:lnTo>
                    <a:pt x="158302" y="861131"/>
                  </a:lnTo>
                  <a:lnTo>
                    <a:pt x="143583" y="845829"/>
                  </a:lnTo>
                  <a:lnTo>
                    <a:pt x="152122" y="839202"/>
                  </a:lnTo>
                  <a:lnTo>
                    <a:pt x="169986" y="838060"/>
                  </a:lnTo>
                  <a:lnTo>
                    <a:pt x="182232" y="827429"/>
                  </a:lnTo>
                  <a:lnTo>
                    <a:pt x="182232" y="814047"/>
                  </a:lnTo>
                  <a:lnTo>
                    <a:pt x="198973" y="818280"/>
                  </a:lnTo>
                  <a:lnTo>
                    <a:pt x="204703" y="811530"/>
                  </a:lnTo>
                  <a:lnTo>
                    <a:pt x="226499" y="809012"/>
                  </a:lnTo>
                  <a:lnTo>
                    <a:pt x="232565" y="817136"/>
                  </a:lnTo>
                  <a:lnTo>
                    <a:pt x="237959" y="815763"/>
                  </a:lnTo>
                  <a:lnTo>
                    <a:pt x="252002" y="821483"/>
                  </a:lnTo>
                  <a:lnTo>
                    <a:pt x="249980" y="813361"/>
                  </a:lnTo>
                  <a:lnTo>
                    <a:pt x="251777" y="806036"/>
                  </a:lnTo>
                  <a:lnTo>
                    <a:pt x="232790" y="789660"/>
                  </a:lnTo>
                  <a:lnTo>
                    <a:pt x="232454" y="767993"/>
                  </a:lnTo>
                  <a:lnTo>
                    <a:pt x="237172" y="766846"/>
                  </a:lnTo>
                  <a:lnTo>
                    <a:pt x="242115" y="760191"/>
                  </a:lnTo>
                  <a:lnTo>
                    <a:pt x="266720" y="764666"/>
                  </a:lnTo>
                  <a:lnTo>
                    <a:pt x="267619" y="748022"/>
                  </a:lnTo>
                  <a:lnTo>
                    <a:pt x="285483" y="746070"/>
                  </a:lnTo>
                  <a:lnTo>
                    <a:pt x="289528" y="741360"/>
                  </a:lnTo>
                  <a:lnTo>
                    <a:pt x="299864" y="739752"/>
                  </a:lnTo>
                  <a:lnTo>
                    <a:pt x="317391" y="725269"/>
                  </a:lnTo>
                  <a:lnTo>
                    <a:pt x="324806" y="724349"/>
                  </a:lnTo>
                  <a:lnTo>
                    <a:pt x="328738" y="728143"/>
                  </a:lnTo>
                  <a:lnTo>
                    <a:pt x="335817" y="721474"/>
                  </a:lnTo>
                  <a:lnTo>
                    <a:pt x="338850" y="710199"/>
                  </a:lnTo>
                  <a:lnTo>
                    <a:pt x="333907" y="678862"/>
                  </a:lnTo>
                  <a:lnTo>
                    <a:pt x="341996" y="652777"/>
                  </a:lnTo>
                  <a:lnTo>
                    <a:pt x="324918" y="608472"/>
                  </a:lnTo>
                  <a:lnTo>
                    <a:pt x="326941" y="592823"/>
                  </a:lnTo>
                  <a:lnTo>
                    <a:pt x="332221" y="587602"/>
                  </a:lnTo>
                  <a:lnTo>
                    <a:pt x="337613" y="574719"/>
                  </a:lnTo>
                  <a:lnTo>
                    <a:pt x="334131" y="553451"/>
                  </a:lnTo>
                  <a:lnTo>
                    <a:pt x="344917" y="535645"/>
                  </a:lnTo>
                  <a:lnTo>
                    <a:pt x="339412" y="526792"/>
                  </a:lnTo>
                  <a:lnTo>
                    <a:pt x="321660" y="512101"/>
                  </a:lnTo>
                  <a:lnTo>
                    <a:pt x="314582" y="500197"/>
                  </a:lnTo>
                  <a:lnTo>
                    <a:pt x="328626" y="490501"/>
                  </a:lnTo>
                  <a:lnTo>
                    <a:pt x="328963" y="484541"/>
                  </a:lnTo>
                  <a:lnTo>
                    <a:pt x="299864" y="464418"/>
                  </a:lnTo>
                  <a:lnTo>
                    <a:pt x="294921" y="453876"/>
                  </a:lnTo>
                  <a:lnTo>
                    <a:pt x="287954" y="457976"/>
                  </a:lnTo>
                  <a:lnTo>
                    <a:pt x="282787" y="455282"/>
                  </a:lnTo>
                  <a:lnTo>
                    <a:pt x="275821" y="445083"/>
                  </a:lnTo>
                  <a:lnTo>
                    <a:pt x="273124" y="425249"/>
                  </a:lnTo>
                  <a:lnTo>
                    <a:pt x="258631" y="408088"/>
                  </a:lnTo>
                  <a:lnTo>
                    <a:pt x="242115" y="395143"/>
                  </a:lnTo>
                  <a:lnTo>
                    <a:pt x="222454" y="374048"/>
                  </a:lnTo>
                  <a:lnTo>
                    <a:pt x="216050" y="357876"/>
                  </a:lnTo>
                  <a:lnTo>
                    <a:pt x="207961" y="346650"/>
                  </a:lnTo>
                  <a:lnTo>
                    <a:pt x="200209" y="344402"/>
                  </a:lnTo>
                  <a:lnTo>
                    <a:pt x="186502" y="330202"/>
                  </a:lnTo>
                  <a:lnTo>
                    <a:pt x="184816" y="324162"/>
                  </a:lnTo>
                  <a:lnTo>
                    <a:pt x="188525" y="313969"/>
                  </a:lnTo>
                  <a:lnTo>
                    <a:pt x="161672" y="304004"/>
                  </a:lnTo>
                  <a:lnTo>
                    <a:pt x="110216" y="270841"/>
                  </a:lnTo>
                  <a:lnTo>
                    <a:pt x="120889" y="259049"/>
                  </a:lnTo>
                  <a:lnTo>
                    <a:pt x="118979" y="246290"/>
                  </a:lnTo>
                  <a:lnTo>
                    <a:pt x="133136" y="245693"/>
                  </a:lnTo>
                  <a:lnTo>
                    <a:pt x="153583" y="250107"/>
                  </a:lnTo>
                  <a:lnTo>
                    <a:pt x="163357" y="241038"/>
                  </a:lnTo>
                  <a:lnTo>
                    <a:pt x="174817" y="223595"/>
                  </a:lnTo>
                  <a:lnTo>
                    <a:pt x="174930" y="219289"/>
                  </a:lnTo>
                  <a:lnTo>
                    <a:pt x="169874" y="211271"/>
                  </a:lnTo>
                  <a:lnTo>
                    <a:pt x="160548" y="211152"/>
                  </a:lnTo>
                  <a:lnTo>
                    <a:pt x="155606" y="199892"/>
                  </a:lnTo>
                  <a:lnTo>
                    <a:pt x="139877" y="195456"/>
                  </a:lnTo>
                  <a:lnTo>
                    <a:pt x="150212" y="187900"/>
                  </a:lnTo>
                  <a:lnTo>
                    <a:pt x="153359" y="181779"/>
                  </a:lnTo>
                  <a:lnTo>
                    <a:pt x="123248" y="161829"/>
                  </a:lnTo>
                  <a:lnTo>
                    <a:pt x="109542" y="167361"/>
                  </a:lnTo>
                  <a:lnTo>
                    <a:pt x="99093" y="177096"/>
                  </a:lnTo>
                  <a:lnTo>
                    <a:pt x="94149" y="178417"/>
                  </a:lnTo>
                  <a:lnTo>
                    <a:pt x="61005" y="165437"/>
                  </a:lnTo>
                  <a:lnTo>
                    <a:pt x="45277" y="140392"/>
                  </a:lnTo>
                  <a:lnTo>
                    <a:pt x="51344" y="112504"/>
                  </a:lnTo>
                  <a:lnTo>
                    <a:pt x="44827" y="108876"/>
                  </a:lnTo>
                  <a:lnTo>
                    <a:pt x="43030" y="104036"/>
                  </a:lnTo>
                  <a:lnTo>
                    <a:pt x="38199" y="112745"/>
                  </a:lnTo>
                  <a:lnTo>
                    <a:pt x="33368" y="112866"/>
                  </a:lnTo>
                  <a:lnTo>
                    <a:pt x="28424" y="97500"/>
                  </a:lnTo>
                  <a:lnTo>
                    <a:pt x="22470" y="93867"/>
                  </a:lnTo>
                  <a:lnTo>
                    <a:pt x="0" y="65478"/>
                  </a:lnTo>
                  <a:lnTo>
                    <a:pt x="21459" y="40415"/>
                  </a:lnTo>
                  <a:lnTo>
                    <a:pt x="43929" y="51495"/>
                  </a:lnTo>
                  <a:lnTo>
                    <a:pt x="53366" y="60859"/>
                  </a:lnTo>
                  <a:lnTo>
                    <a:pt x="63029" y="54536"/>
                  </a:lnTo>
                  <a:lnTo>
                    <a:pt x="63140" y="51008"/>
                  </a:lnTo>
                  <a:lnTo>
                    <a:pt x="74938" y="39075"/>
                  </a:lnTo>
                  <a:lnTo>
                    <a:pt x="85274" y="51373"/>
                  </a:lnTo>
                  <a:lnTo>
                    <a:pt x="93251" y="38221"/>
                  </a:lnTo>
                  <a:lnTo>
                    <a:pt x="113249" y="54658"/>
                  </a:lnTo>
                  <a:lnTo>
                    <a:pt x="120327" y="40293"/>
                  </a:lnTo>
                  <a:lnTo>
                    <a:pt x="125832" y="37003"/>
                  </a:lnTo>
                  <a:lnTo>
                    <a:pt x="130214" y="36393"/>
                  </a:lnTo>
                  <a:lnTo>
                    <a:pt x="135607" y="42973"/>
                  </a:lnTo>
                  <a:lnTo>
                    <a:pt x="140101" y="43582"/>
                  </a:lnTo>
                  <a:lnTo>
                    <a:pt x="149763" y="36759"/>
                  </a:lnTo>
                  <a:lnTo>
                    <a:pt x="159875" y="35540"/>
                  </a:lnTo>
                  <a:lnTo>
                    <a:pt x="166616" y="29565"/>
                  </a:lnTo>
                  <a:lnTo>
                    <a:pt x="170885" y="14184"/>
                  </a:lnTo>
                  <a:lnTo>
                    <a:pt x="196501" y="0"/>
                  </a:lnTo>
                  <a:lnTo>
                    <a:pt x="206838" y="7462"/>
                  </a:lnTo>
                  <a:lnTo>
                    <a:pt x="213578" y="18581"/>
                  </a:lnTo>
                  <a:lnTo>
                    <a:pt x="232004" y="28712"/>
                  </a:lnTo>
                  <a:lnTo>
                    <a:pt x="241779" y="25173"/>
                  </a:lnTo>
                  <a:lnTo>
                    <a:pt x="250991" y="25540"/>
                  </a:lnTo>
                  <a:lnTo>
                    <a:pt x="259193" y="33102"/>
                  </a:lnTo>
                  <a:lnTo>
                    <a:pt x="275596" y="29687"/>
                  </a:lnTo>
                  <a:lnTo>
                    <a:pt x="290427" y="38465"/>
                  </a:lnTo>
                  <a:lnTo>
                    <a:pt x="285595" y="47965"/>
                  </a:lnTo>
                  <a:lnTo>
                    <a:pt x="278068" y="52346"/>
                  </a:lnTo>
                  <a:lnTo>
                    <a:pt x="276158" y="57212"/>
                  </a:lnTo>
                  <a:lnTo>
                    <a:pt x="276270" y="68029"/>
                  </a:lnTo>
                  <a:lnTo>
                    <a:pt x="282562" y="74829"/>
                  </a:lnTo>
                  <a:lnTo>
                    <a:pt x="283236" y="92413"/>
                  </a:lnTo>
                  <a:lnTo>
                    <a:pt x="287281" y="91080"/>
                  </a:lnTo>
                  <a:lnTo>
                    <a:pt x="302336" y="96168"/>
                  </a:lnTo>
                  <a:lnTo>
                    <a:pt x="308065" y="104884"/>
                  </a:lnTo>
                  <a:lnTo>
                    <a:pt x="315368" y="110085"/>
                  </a:lnTo>
                  <a:lnTo>
                    <a:pt x="321211" y="110569"/>
                  </a:lnTo>
                  <a:lnTo>
                    <a:pt x="326154" y="117339"/>
                  </a:lnTo>
                  <a:lnTo>
                    <a:pt x="331210" y="115163"/>
                  </a:lnTo>
                  <a:lnTo>
                    <a:pt x="333569" y="118064"/>
                  </a:lnTo>
                  <a:lnTo>
                    <a:pt x="344242" y="116976"/>
                  </a:lnTo>
                  <a:lnTo>
                    <a:pt x="351546" y="114196"/>
                  </a:lnTo>
                  <a:lnTo>
                    <a:pt x="360871" y="1206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0" name="oPE_MapPart_VNM_3_210" descr="Vietnam">
              <a:extLst>
                <a:ext uri="{FF2B5EF4-FFF2-40B4-BE49-F238E27FC236}">
                  <a16:creationId xmlns:a16="http://schemas.microsoft.com/office/drawing/2014/main" id="{8780968D-81D2-CB0A-558B-32C34AB88771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7395282" y="4581249"/>
              <a:ext cx="5731" cy="5229"/>
            </a:xfrm>
            <a:custGeom>
              <a:avLst/>
              <a:gdLst/>
              <a:ahLst/>
              <a:cxnLst/>
              <a:rect l="0" t="0" r="0" b="0"/>
              <a:pathLst>
                <a:path w="5731" h="5229">
                  <a:moveTo>
                    <a:pt x="3145" y="5228"/>
                  </a:moveTo>
                  <a:lnTo>
                    <a:pt x="0" y="4092"/>
                  </a:lnTo>
                  <a:lnTo>
                    <a:pt x="5730" y="0"/>
                  </a:lnTo>
                  <a:lnTo>
                    <a:pt x="5280" y="40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1" name="oPE_MapPart_VNM_4_211" descr="Vietnam">
              <a:extLst>
                <a:ext uri="{FF2B5EF4-FFF2-40B4-BE49-F238E27FC236}">
                  <a16:creationId xmlns:a16="http://schemas.microsoft.com/office/drawing/2014/main" id="{5C3A304A-B054-7310-0B71-9D4621C1A1D1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7427190" y="4474931"/>
              <a:ext cx="7303" cy="6854"/>
            </a:xfrm>
            <a:custGeom>
              <a:avLst/>
              <a:gdLst/>
              <a:ahLst/>
              <a:cxnLst/>
              <a:rect l="0" t="0" r="0" b="0"/>
              <a:pathLst>
                <a:path w="7303" h="6854">
                  <a:moveTo>
                    <a:pt x="5617" y="3084"/>
                  </a:moveTo>
                  <a:lnTo>
                    <a:pt x="336" y="6853"/>
                  </a:lnTo>
                  <a:lnTo>
                    <a:pt x="0" y="3655"/>
                  </a:lnTo>
                  <a:lnTo>
                    <a:pt x="730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2" name="oPE_MapPart_VNM_5_212" descr="Vietnam">
              <a:extLst>
                <a:ext uri="{FF2B5EF4-FFF2-40B4-BE49-F238E27FC236}">
                  <a16:creationId xmlns:a16="http://schemas.microsoft.com/office/drawing/2014/main" id="{05B2442F-A5BD-6B0A-3A45-7794E16F19FF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7407866" y="3794184"/>
              <a:ext cx="6067" cy="7576"/>
            </a:xfrm>
            <a:custGeom>
              <a:avLst/>
              <a:gdLst/>
              <a:ahLst/>
              <a:cxnLst/>
              <a:rect l="0" t="0" r="0" b="0"/>
              <a:pathLst>
                <a:path w="6067" h="7576">
                  <a:moveTo>
                    <a:pt x="6066" y="7575"/>
                  </a:moveTo>
                  <a:lnTo>
                    <a:pt x="0" y="4329"/>
                  </a:lnTo>
                  <a:lnTo>
                    <a:pt x="1685" y="0"/>
                  </a:lnTo>
                  <a:lnTo>
                    <a:pt x="5392" y="46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3" name="oPE_MapPart_VNM_6_213" descr="Vietnam">
              <a:extLst>
                <a:ext uri="{FF2B5EF4-FFF2-40B4-BE49-F238E27FC236}">
                  <a16:creationId xmlns:a16="http://schemas.microsoft.com/office/drawing/2014/main" id="{AB4B9F31-2372-79C4-E7E5-7F382C2B5457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7447525" y="3771423"/>
              <a:ext cx="12360" cy="11810"/>
            </a:xfrm>
            <a:custGeom>
              <a:avLst/>
              <a:gdLst/>
              <a:ahLst/>
              <a:cxnLst/>
              <a:rect l="0" t="0" r="0" b="0"/>
              <a:pathLst>
                <a:path w="12360" h="11810">
                  <a:moveTo>
                    <a:pt x="12359" y="3496"/>
                  </a:moveTo>
                  <a:lnTo>
                    <a:pt x="3371" y="11809"/>
                  </a:lnTo>
                  <a:lnTo>
                    <a:pt x="0" y="11688"/>
                  </a:lnTo>
                  <a:lnTo>
                    <a:pt x="4495" y="0"/>
                  </a:lnTo>
                  <a:lnTo>
                    <a:pt x="9886" y="325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4" name="oPE_MapPart_VNM_7_214" descr="Vietnam">
              <a:extLst>
                <a:ext uri="{FF2B5EF4-FFF2-40B4-BE49-F238E27FC236}">
                  <a16:creationId xmlns:a16="http://schemas.microsoft.com/office/drawing/2014/main" id="{C9E37C21-170B-20D7-D4A3-123CECA2DDD9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7447188" y="3787084"/>
              <a:ext cx="9551" cy="8785"/>
            </a:xfrm>
            <a:custGeom>
              <a:avLst/>
              <a:gdLst/>
              <a:ahLst/>
              <a:cxnLst/>
              <a:rect l="0" t="0" r="0" b="0"/>
              <a:pathLst>
                <a:path w="9551" h="8785">
                  <a:moveTo>
                    <a:pt x="7641" y="7220"/>
                  </a:moveTo>
                  <a:lnTo>
                    <a:pt x="0" y="8784"/>
                  </a:lnTo>
                  <a:lnTo>
                    <a:pt x="9550" y="0"/>
                  </a:lnTo>
                  <a:lnTo>
                    <a:pt x="9550" y="36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5" name="oPE_MapPart_VNM_8_215" descr="Vietnam">
              <a:extLst>
                <a:ext uri="{FF2B5EF4-FFF2-40B4-BE49-F238E27FC236}">
                  <a16:creationId xmlns:a16="http://schemas.microsoft.com/office/drawing/2014/main" id="{163CF765-253B-00E0-E363-529EEF45F36E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7416741" y="3798273"/>
              <a:ext cx="8315" cy="8053"/>
            </a:xfrm>
            <a:custGeom>
              <a:avLst/>
              <a:gdLst/>
              <a:ahLst/>
              <a:cxnLst/>
              <a:rect l="0" t="0" r="0" b="0"/>
              <a:pathLst>
                <a:path w="8315" h="8053">
                  <a:moveTo>
                    <a:pt x="7528" y="8052"/>
                  </a:moveTo>
                  <a:lnTo>
                    <a:pt x="0" y="2885"/>
                  </a:lnTo>
                  <a:lnTo>
                    <a:pt x="2696" y="0"/>
                  </a:lnTo>
                  <a:lnTo>
                    <a:pt x="8314" y="2043"/>
                  </a:lnTo>
                  <a:lnTo>
                    <a:pt x="8201" y="70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6" name="oPE_MapPart_YEM_1_216" descr="Jemen">
              <a:extLst>
                <a:ext uri="{FF2B5EF4-FFF2-40B4-BE49-F238E27FC236}">
                  <a16:creationId xmlns:a16="http://schemas.microsoft.com/office/drawing/2014/main" id="{54AB4213-972B-8DC0-07A9-A591DEBD005D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3406263" y="3922569"/>
              <a:ext cx="650850" cy="414643"/>
            </a:xfrm>
            <a:custGeom>
              <a:avLst/>
              <a:gdLst/>
              <a:ahLst/>
              <a:cxnLst/>
              <a:rect l="0" t="0" r="0" b="0"/>
              <a:pathLst>
                <a:path w="650850" h="414643">
                  <a:moveTo>
                    <a:pt x="650849" y="153904"/>
                  </a:moveTo>
                  <a:lnTo>
                    <a:pt x="619391" y="165508"/>
                  </a:lnTo>
                  <a:lnTo>
                    <a:pt x="603549" y="176984"/>
                  </a:lnTo>
                  <a:lnTo>
                    <a:pt x="597931" y="184941"/>
                  </a:lnTo>
                  <a:lnTo>
                    <a:pt x="593999" y="198854"/>
                  </a:lnTo>
                  <a:lnTo>
                    <a:pt x="596695" y="218354"/>
                  </a:lnTo>
                  <a:lnTo>
                    <a:pt x="540745" y="246211"/>
                  </a:lnTo>
                  <a:lnTo>
                    <a:pt x="491198" y="258316"/>
                  </a:lnTo>
                  <a:lnTo>
                    <a:pt x="468615" y="270409"/>
                  </a:lnTo>
                  <a:lnTo>
                    <a:pt x="452437" y="271920"/>
                  </a:lnTo>
                  <a:lnTo>
                    <a:pt x="417721" y="284234"/>
                  </a:lnTo>
                  <a:lnTo>
                    <a:pt x="398845" y="295958"/>
                  </a:lnTo>
                  <a:lnTo>
                    <a:pt x="391430" y="308135"/>
                  </a:lnTo>
                  <a:lnTo>
                    <a:pt x="375140" y="322039"/>
                  </a:lnTo>
                  <a:lnTo>
                    <a:pt x="350759" y="325514"/>
                  </a:lnTo>
                  <a:lnTo>
                    <a:pt x="332783" y="322271"/>
                  </a:lnTo>
                  <a:lnTo>
                    <a:pt x="310538" y="334427"/>
                  </a:lnTo>
                  <a:lnTo>
                    <a:pt x="296494" y="347035"/>
                  </a:lnTo>
                  <a:lnTo>
                    <a:pt x="257845" y="359632"/>
                  </a:lnTo>
                  <a:lnTo>
                    <a:pt x="187177" y="367833"/>
                  </a:lnTo>
                  <a:lnTo>
                    <a:pt x="170773" y="385258"/>
                  </a:lnTo>
                  <a:lnTo>
                    <a:pt x="156392" y="389641"/>
                  </a:lnTo>
                  <a:lnTo>
                    <a:pt x="148528" y="401282"/>
                  </a:lnTo>
                  <a:lnTo>
                    <a:pt x="130889" y="404623"/>
                  </a:lnTo>
                  <a:lnTo>
                    <a:pt x="122350" y="401166"/>
                  </a:lnTo>
                  <a:lnTo>
                    <a:pt x="106171" y="410728"/>
                  </a:lnTo>
                  <a:lnTo>
                    <a:pt x="84151" y="414642"/>
                  </a:lnTo>
                  <a:lnTo>
                    <a:pt x="60894" y="405890"/>
                  </a:lnTo>
                  <a:lnTo>
                    <a:pt x="51793" y="408770"/>
                  </a:lnTo>
                  <a:lnTo>
                    <a:pt x="51007" y="399784"/>
                  </a:lnTo>
                  <a:lnTo>
                    <a:pt x="35840" y="372336"/>
                  </a:lnTo>
                  <a:lnTo>
                    <a:pt x="38986" y="345069"/>
                  </a:lnTo>
                  <a:lnTo>
                    <a:pt x="35952" y="334427"/>
                  </a:lnTo>
                  <a:lnTo>
                    <a:pt x="26851" y="324587"/>
                  </a:lnTo>
                  <a:lnTo>
                    <a:pt x="27189" y="312192"/>
                  </a:lnTo>
                  <a:lnTo>
                    <a:pt x="16515" y="272618"/>
                  </a:lnTo>
                  <a:lnTo>
                    <a:pt x="17414" y="264829"/>
                  </a:lnTo>
                  <a:lnTo>
                    <a:pt x="12359" y="252265"/>
                  </a:lnTo>
                  <a:lnTo>
                    <a:pt x="0" y="245746"/>
                  </a:lnTo>
                  <a:lnTo>
                    <a:pt x="2472" y="239689"/>
                  </a:lnTo>
                  <a:lnTo>
                    <a:pt x="8089" y="243650"/>
                  </a:lnTo>
                  <a:lnTo>
                    <a:pt x="8763" y="239689"/>
                  </a:lnTo>
                  <a:lnTo>
                    <a:pt x="3707" y="218470"/>
                  </a:lnTo>
                  <a:lnTo>
                    <a:pt x="11347" y="193945"/>
                  </a:lnTo>
                  <a:lnTo>
                    <a:pt x="8763" y="171950"/>
                  </a:lnTo>
                  <a:lnTo>
                    <a:pt x="31683" y="151206"/>
                  </a:lnTo>
                  <a:lnTo>
                    <a:pt x="32806" y="143228"/>
                  </a:lnTo>
                  <a:lnTo>
                    <a:pt x="28649" y="134774"/>
                  </a:lnTo>
                  <a:lnTo>
                    <a:pt x="29773" y="123612"/>
                  </a:lnTo>
                  <a:lnTo>
                    <a:pt x="31121" y="117615"/>
                  </a:lnTo>
                  <a:lnTo>
                    <a:pt x="36176" y="113616"/>
                  </a:lnTo>
                  <a:lnTo>
                    <a:pt x="33256" y="107496"/>
                  </a:lnTo>
                  <a:lnTo>
                    <a:pt x="42918" y="99253"/>
                  </a:lnTo>
                  <a:lnTo>
                    <a:pt x="54939" y="98311"/>
                  </a:lnTo>
                  <a:lnTo>
                    <a:pt x="65837" y="107025"/>
                  </a:lnTo>
                  <a:lnTo>
                    <a:pt x="78533" y="109732"/>
                  </a:lnTo>
                  <a:lnTo>
                    <a:pt x="93476" y="104906"/>
                  </a:lnTo>
                  <a:lnTo>
                    <a:pt x="155381" y="103022"/>
                  </a:lnTo>
                  <a:lnTo>
                    <a:pt x="179536" y="111262"/>
                  </a:lnTo>
                  <a:lnTo>
                    <a:pt x="227960" y="115851"/>
                  </a:lnTo>
                  <a:lnTo>
                    <a:pt x="254025" y="113616"/>
                  </a:lnTo>
                  <a:lnTo>
                    <a:pt x="269530" y="133952"/>
                  </a:lnTo>
                  <a:lnTo>
                    <a:pt x="279978" y="134422"/>
                  </a:lnTo>
                  <a:lnTo>
                    <a:pt x="298629" y="123612"/>
                  </a:lnTo>
                  <a:lnTo>
                    <a:pt x="307167" y="101609"/>
                  </a:lnTo>
                  <a:lnTo>
                    <a:pt x="344131" y="55234"/>
                  </a:lnTo>
                  <a:lnTo>
                    <a:pt x="398509" y="27295"/>
                  </a:lnTo>
                  <a:lnTo>
                    <a:pt x="581640" y="0"/>
                  </a:lnTo>
                  <a:lnTo>
                    <a:pt x="628603" y="111380"/>
                  </a:lnTo>
                  <a:lnTo>
                    <a:pt x="633097" y="113498"/>
                  </a:lnTo>
                  <a:lnTo>
                    <a:pt x="647029" y="1453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7" name="oPE_MapPart_YEM_2_217" descr="Jemen">
              <a:extLst>
                <a:ext uri="{FF2B5EF4-FFF2-40B4-BE49-F238E27FC236}">
                  <a16:creationId xmlns:a16="http://schemas.microsoft.com/office/drawing/2014/main" id="{1E56B740-E300-EAC1-2A35-4CBFDDDFBB26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3399410" y="4155384"/>
              <a:ext cx="3820" cy="9788"/>
            </a:xfrm>
            <a:custGeom>
              <a:avLst/>
              <a:gdLst/>
              <a:ahLst/>
              <a:cxnLst/>
              <a:rect l="0" t="0" r="0" b="0"/>
              <a:pathLst>
                <a:path w="3820" h="9788">
                  <a:moveTo>
                    <a:pt x="2584" y="8389"/>
                  </a:moveTo>
                  <a:lnTo>
                    <a:pt x="674" y="9787"/>
                  </a:lnTo>
                  <a:lnTo>
                    <a:pt x="0" y="7340"/>
                  </a:lnTo>
                  <a:lnTo>
                    <a:pt x="1348" y="1631"/>
                  </a:lnTo>
                  <a:lnTo>
                    <a:pt x="3370" y="0"/>
                  </a:lnTo>
                  <a:lnTo>
                    <a:pt x="3819" y="65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8" name="oPE_MapPart_YEM_3_218" descr="Jemen">
              <a:extLst>
                <a:ext uri="{FF2B5EF4-FFF2-40B4-BE49-F238E27FC236}">
                  <a16:creationId xmlns:a16="http://schemas.microsoft.com/office/drawing/2014/main" id="{32F6A11A-5A44-4632-F46C-FD759C9834A3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3408285" y="4262896"/>
              <a:ext cx="6518" cy="6015"/>
            </a:xfrm>
            <a:custGeom>
              <a:avLst/>
              <a:gdLst/>
              <a:ahLst/>
              <a:cxnLst/>
              <a:rect l="0" t="0" r="0" b="0"/>
              <a:pathLst>
                <a:path w="6518" h="6015">
                  <a:moveTo>
                    <a:pt x="4045" y="4048"/>
                  </a:moveTo>
                  <a:lnTo>
                    <a:pt x="0" y="6014"/>
                  </a:lnTo>
                  <a:lnTo>
                    <a:pt x="2809" y="810"/>
                  </a:lnTo>
                  <a:lnTo>
                    <a:pt x="651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9" name="oPE_MapPart_YEM_4_219" descr="Jemen">
              <a:extLst>
                <a:ext uri="{FF2B5EF4-FFF2-40B4-BE49-F238E27FC236}">
                  <a16:creationId xmlns:a16="http://schemas.microsoft.com/office/drawing/2014/main" id="{784A74A2-7F94-ADD1-29CB-FDA08FC82F89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3408510" y="4243566"/>
              <a:ext cx="6517" cy="6138"/>
            </a:xfrm>
            <a:custGeom>
              <a:avLst/>
              <a:gdLst/>
              <a:ahLst/>
              <a:cxnLst/>
              <a:rect l="0" t="0" r="0" b="0"/>
              <a:pathLst>
                <a:path w="6517" h="6138">
                  <a:moveTo>
                    <a:pt x="5842" y="6137"/>
                  </a:moveTo>
                  <a:lnTo>
                    <a:pt x="0" y="3822"/>
                  </a:lnTo>
                  <a:lnTo>
                    <a:pt x="4269" y="0"/>
                  </a:lnTo>
                  <a:lnTo>
                    <a:pt x="6516" y="347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0" name="oPE_MapPart_YEM_5_220" descr="Jemen">
              <a:extLst>
                <a:ext uri="{FF2B5EF4-FFF2-40B4-BE49-F238E27FC236}">
                  <a16:creationId xmlns:a16="http://schemas.microsoft.com/office/drawing/2014/main" id="{37E9CEBD-9563-A2FF-034F-4298DC335C0A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4071493" y="4330302"/>
              <a:ext cx="74601" cy="25320"/>
            </a:xfrm>
            <a:custGeom>
              <a:avLst/>
              <a:gdLst/>
              <a:ahLst/>
              <a:cxnLst/>
              <a:rect l="0" t="0" r="0" b="0"/>
              <a:pathLst>
                <a:path w="74601" h="25320">
                  <a:moveTo>
                    <a:pt x="27862" y="5067"/>
                  </a:moveTo>
                  <a:lnTo>
                    <a:pt x="54377" y="3225"/>
                  </a:lnTo>
                  <a:lnTo>
                    <a:pt x="74600" y="10363"/>
                  </a:lnTo>
                  <a:lnTo>
                    <a:pt x="50782" y="22674"/>
                  </a:lnTo>
                  <a:lnTo>
                    <a:pt x="25166" y="25319"/>
                  </a:lnTo>
                  <a:lnTo>
                    <a:pt x="17639" y="23824"/>
                  </a:lnTo>
                  <a:lnTo>
                    <a:pt x="0" y="11628"/>
                  </a:lnTo>
                  <a:lnTo>
                    <a:pt x="7190" y="3340"/>
                  </a:lnTo>
                  <a:lnTo>
                    <a:pt x="13706" y="0"/>
                  </a:lnTo>
                  <a:lnTo>
                    <a:pt x="20110" y="46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030583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oPE_Map_CONTINENT_EUROPE_204" descr="Europe – Countries and Territories">
            <a:extLst>
              <a:ext uri="{FF2B5EF4-FFF2-40B4-BE49-F238E27FC236}">
                <a16:creationId xmlns:a16="http://schemas.microsoft.com/office/drawing/2014/main" id="{074101B4-7409-C926-68AF-A612446D82ED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97280" y="1077577"/>
            <a:ext cx="9997441" cy="4702847"/>
            <a:chOff x="1097280" y="1077577"/>
            <a:chExt cx="9997441" cy="4702847"/>
          </a:xfrm>
        </p:grpSpPr>
        <p:sp>
          <p:nvSpPr>
            <p:cNvPr id="2" name="oPE_MapPart_ALB_1_2" descr="Albanien">
              <a:extLst>
                <a:ext uri="{FF2B5EF4-FFF2-40B4-BE49-F238E27FC236}">
                  <a16:creationId xmlns:a16="http://schemas.microsoft.com/office/drawing/2014/main" id="{80D47690-91FF-3AFF-5726-A423E8D634EE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6631412" y="3861222"/>
              <a:ext cx="48639" cy="110433"/>
            </a:xfrm>
            <a:custGeom>
              <a:avLst/>
              <a:gdLst/>
              <a:ahLst/>
              <a:cxnLst/>
              <a:rect l="0" t="0" r="0" b="0"/>
              <a:pathLst>
                <a:path w="48639" h="110433">
                  <a:moveTo>
                    <a:pt x="1751" y="29178"/>
                  </a:moveTo>
                  <a:lnTo>
                    <a:pt x="2250" y="21715"/>
                  </a:lnTo>
                  <a:lnTo>
                    <a:pt x="0" y="17874"/>
                  </a:lnTo>
                  <a:lnTo>
                    <a:pt x="11748" y="0"/>
                  </a:lnTo>
                  <a:lnTo>
                    <a:pt x="14097" y="6448"/>
                  </a:lnTo>
                  <a:lnTo>
                    <a:pt x="21794" y="3803"/>
                  </a:lnTo>
                  <a:lnTo>
                    <a:pt x="26693" y="11593"/>
                  </a:lnTo>
                  <a:lnTo>
                    <a:pt x="31343" y="14026"/>
                  </a:lnTo>
                  <a:lnTo>
                    <a:pt x="34542" y="17874"/>
                  </a:lnTo>
                  <a:lnTo>
                    <a:pt x="36141" y="27432"/>
                  </a:lnTo>
                  <a:lnTo>
                    <a:pt x="34042" y="35279"/>
                  </a:lnTo>
                  <a:lnTo>
                    <a:pt x="34342" y="40162"/>
                  </a:lnTo>
                  <a:lnTo>
                    <a:pt x="32442" y="42165"/>
                  </a:lnTo>
                  <a:lnTo>
                    <a:pt x="33592" y="51361"/>
                  </a:lnTo>
                  <a:lnTo>
                    <a:pt x="35791" y="56676"/>
                  </a:lnTo>
                  <a:lnTo>
                    <a:pt x="38241" y="59130"/>
                  </a:lnTo>
                  <a:lnTo>
                    <a:pt x="39690" y="64031"/>
                  </a:lnTo>
                  <a:lnTo>
                    <a:pt x="45939" y="64957"/>
                  </a:lnTo>
                  <a:lnTo>
                    <a:pt x="48638" y="75253"/>
                  </a:lnTo>
                  <a:lnTo>
                    <a:pt x="46388" y="79924"/>
                  </a:lnTo>
                  <a:lnTo>
                    <a:pt x="42390" y="81699"/>
                  </a:lnTo>
                  <a:lnTo>
                    <a:pt x="38241" y="93689"/>
                  </a:lnTo>
                  <a:lnTo>
                    <a:pt x="31343" y="96107"/>
                  </a:lnTo>
                  <a:lnTo>
                    <a:pt x="28643" y="98652"/>
                  </a:lnTo>
                  <a:lnTo>
                    <a:pt x="30643" y="105037"/>
                  </a:lnTo>
                  <a:lnTo>
                    <a:pt x="28493" y="105297"/>
                  </a:lnTo>
                  <a:lnTo>
                    <a:pt x="25744" y="110432"/>
                  </a:lnTo>
                  <a:lnTo>
                    <a:pt x="23645" y="110172"/>
                  </a:lnTo>
                  <a:lnTo>
                    <a:pt x="20046" y="108418"/>
                  </a:lnTo>
                  <a:lnTo>
                    <a:pt x="19046" y="102563"/>
                  </a:lnTo>
                  <a:lnTo>
                    <a:pt x="15897" y="96368"/>
                  </a:lnTo>
                  <a:lnTo>
                    <a:pt x="5699" y="90288"/>
                  </a:lnTo>
                  <a:lnTo>
                    <a:pt x="1200" y="83143"/>
                  </a:lnTo>
                  <a:lnTo>
                    <a:pt x="4450" y="84259"/>
                  </a:lnTo>
                  <a:lnTo>
                    <a:pt x="4998" y="83209"/>
                  </a:lnTo>
                  <a:lnTo>
                    <a:pt x="1600" y="73738"/>
                  </a:lnTo>
                  <a:lnTo>
                    <a:pt x="5050" y="63833"/>
                  </a:lnTo>
                  <a:lnTo>
                    <a:pt x="5549" y="52691"/>
                  </a:lnTo>
                  <a:lnTo>
                    <a:pt x="4450" y="45702"/>
                  </a:lnTo>
                  <a:lnTo>
                    <a:pt x="8198" y="37688"/>
                  </a:lnTo>
                  <a:lnTo>
                    <a:pt x="8248" y="32264"/>
                  </a:lnTo>
                  <a:lnTo>
                    <a:pt x="5250" y="2971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oPE_MapPart_AND_1_3" descr="Andorra">
              <a:extLst>
                <a:ext uri="{FF2B5EF4-FFF2-40B4-BE49-F238E27FC236}">
                  <a16:creationId xmlns:a16="http://schemas.microsoft.com/office/drawing/2014/main" id="{A054EA07-0DE5-9D2D-2D12-2FE756E8722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125042" y="3844855"/>
              <a:ext cx="29993" cy="40708"/>
            </a:xfrm>
            <a:custGeom>
              <a:avLst/>
              <a:gdLst/>
              <a:ahLst/>
              <a:cxnLst/>
              <a:rect l="0" t="0" r="0" b="0"/>
              <a:pathLst>
                <a:path w="29993" h="40708">
                  <a:moveTo>
                    <a:pt x="0" y="0"/>
                  </a:moveTo>
                  <a:lnTo>
                    <a:pt x="29992" y="0"/>
                  </a:lnTo>
                  <a:lnTo>
                    <a:pt x="29992" y="40707"/>
                  </a:lnTo>
                  <a:lnTo>
                    <a:pt x="0" y="407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oPE_MapPart_AUT_1_4" descr="Österreich">
              <a:extLst>
                <a:ext uri="{FF2B5EF4-FFF2-40B4-BE49-F238E27FC236}">
                  <a16:creationId xmlns:a16="http://schemas.microsoft.com/office/drawing/2014/main" id="{FF8B5B00-F692-54A9-D81B-96F2E4E70D0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360482" y="3607602"/>
              <a:ext cx="211697" cy="107360"/>
            </a:xfrm>
            <a:custGeom>
              <a:avLst/>
              <a:gdLst/>
              <a:ahLst/>
              <a:cxnLst/>
              <a:rect l="0" t="0" r="0" b="0"/>
              <a:pathLst>
                <a:path w="211697" h="107360">
                  <a:moveTo>
                    <a:pt x="100" y="71992"/>
                  </a:moveTo>
                  <a:lnTo>
                    <a:pt x="2849" y="63947"/>
                  </a:lnTo>
                  <a:lnTo>
                    <a:pt x="0" y="61653"/>
                  </a:lnTo>
                  <a:lnTo>
                    <a:pt x="6248" y="59505"/>
                  </a:lnTo>
                  <a:lnTo>
                    <a:pt x="12447" y="62393"/>
                  </a:lnTo>
                  <a:lnTo>
                    <a:pt x="14896" y="64686"/>
                  </a:lnTo>
                  <a:lnTo>
                    <a:pt x="15046" y="66976"/>
                  </a:lnTo>
                  <a:lnTo>
                    <a:pt x="18795" y="68231"/>
                  </a:lnTo>
                  <a:lnTo>
                    <a:pt x="18295" y="71697"/>
                  </a:lnTo>
                  <a:lnTo>
                    <a:pt x="23494" y="68157"/>
                  </a:lnTo>
                  <a:lnTo>
                    <a:pt x="25443" y="60469"/>
                  </a:lnTo>
                  <a:lnTo>
                    <a:pt x="37490" y="61801"/>
                  </a:lnTo>
                  <a:lnTo>
                    <a:pt x="40439" y="66829"/>
                  </a:lnTo>
                  <a:lnTo>
                    <a:pt x="42139" y="66976"/>
                  </a:lnTo>
                  <a:lnTo>
                    <a:pt x="49287" y="65721"/>
                  </a:lnTo>
                  <a:lnTo>
                    <a:pt x="60884" y="59209"/>
                  </a:lnTo>
                  <a:lnTo>
                    <a:pt x="73931" y="57726"/>
                  </a:lnTo>
                  <a:lnTo>
                    <a:pt x="74581" y="53644"/>
                  </a:lnTo>
                  <a:lnTo>
                    <a:pt x="82179" y="56985"/>
                  </a:lnTo>
                  <a:lnTo>
                    <a:pt x="87828" y="55649"/>
                  </a:lnTo>
                  <a:lnTo>
                    <a:pt x="90177" y="56911"/>
                  </a:lnTo>
                  <a:lnTo>
                    <a:pt x="91226" y="60913"/>
                  </a:lnTo>
                  <a:lnTo>
                    <a:pt x="96925" y="63503"/>
                  </a:lnTo>
                  <a:lnTo>
                    <a:pt x="98025" y="56243"/>
                  </a:lnTo>
                  <a:lnTo>
                    <a:pt x="97475" y="54461"/>
                  </a:lnTo>
                  <a:lnTo>
                    <a:pt x="93676" y="53495"/>
                  </a:lnTo>
                  <a:lnTo>
                    <a:pt x="95275" y="49926"/>
                  </a:lnTo>
                  <a:lnTo>
                    <a:pt x="95226" y="46499"/>
                  </a:lnTo>
                  <a:lnTo>
                    <a:pt x="89877" y="38807"/>
                  </a:lnTo>
                  <a:lnTo>
                    <a:pt x="91377" y="35288"/>
                  </a:lnTo>
                  <a:lnTo>
                    <a:pt x="106923" y="26954"/>
                  </a:lnTo>
                  <a:lnTo>
                    <a:pt x="110071" y="17680"/>
                  </a:lnTo>
                  <a:lnTo>
                    <a:pt x="115271" y="20172"/>
                  </a:lnTo>
                  <a:lnTo>
                    <a:pt x="116620" y="19342"/>
                  </a:lnTo>
                  <a:lnTo>
                    <a:pt x="118369" y="17453"/>
                  </a:lnTo>
                  <a:lnTo>
                    <a:pt x="119169" y="9883"/>
                  </a:lnTo>
                  <a:lnTo>
                    <a:pt x="124018" y="13065"/>
                  </a:lnTo>
                  <a:lnTo>
                    <a:pt x="125668" y="16848"/>
                  </a:lnTo>
                  <a:lnTo>
                    <a:pt x="143513" y="16924"/>
                  </a:lnTo>
                  <a:lnTo>
                    <a:pt x="143913" y="13898"/>
                  </a:lnTo>
                  <a:lnTo>
                    <a:pt x="147112" y="9580"/>
                  </a:lnTo>
                  <a:lnTo>
                    <a:pt x="149911" y="9731"/>
                  </a:lnTo>
                  <a:lnTo>
                    <a:pt x="151911" y="0"/>
                  </a:lnTo>
                  <a:lnTo>
                    <a:pt x="156559" y="2361"/>
                  </a:lnTo>
                  <a:lnTo>
                    <a:pt x="160709" y="1143"/>
                  </a:lnTo>
                  <a:lnTo>
                    <a:pt x="171556" y="5935"/>
                  </a:lnTo>
                  <a:lnTo>
                    <a:pt x="175004" y="5783"/>
                  </a:lnTo>
                  <a:lnTo>
                    <a:pt x="181454" y="10413"/>
                  </a:lnTo>
                  <a:lnTo>
                    <a:pt x="190051" y="11096"/>
                  </a:lnTo>
                  <a:lnTo>
                    <a:pt x="194950" y="8669"/>
                  </a:lnTo>
                  <a:lnTo>
                    <a:pt x="204397" y="12535"/>
                  </a:lnTo>
                  <a:lnTo>
                    <a:pt x="206297" y="17000"/>
                  </a:lnTo>
                  <a:lnTo>
                    <a:pt x="203898" y="25824"/>
                  </a:lnTo>
                  <a:lnTo>
                    <a:pt x="209996" y="40303"/>
                  </a:lnTo>
                  <a:lnTo>
                    <a:pt x="211696" y="41723"/>
                  </a:lnTo>
                  <a:lnTo>
                    <a:pt x="208446" y="48735"/>
                  </a:lnTo>
                  <a:lnTo>
                    <a:pt x="209446" y="54090"/>
                  </a:lnTo>
                  <a:lnTo>
                    <a:pt x="201699" y="55278"/>
                  </a:lnTo>
                  <a:lnTo>
                    <a:pt x="196250" y="52306"/>
                  </a:lnTo>
                  <a:lnTo>
                    <a:pt x="191551" y="55426"/>
                  </a:lnTo>
                  <a:lnTo>
                    <a:pt x="197600" y="58172"/>
                  </a:lnTo>
                  <a:lnTo>
                    <a:pt x="198649" y="61135"/>
                  </a:lnTo>
                  <a:lnTo>
                    <a:pt x="197150" y="64760"/>
                  </a:lnTo>
                  <a:lnTo>
                    <a:pt x="192151" y="66755"/>
                  </a:lnTo>
                  <a:lnTo>
                    <a:pt x="192701" y="71918"/>
                  </a:lnTo>
                  <a:lnTo>
                    <a:pt x="191400" y="73980"/>
                  </a:lnTo>
                  <a:lnTo>
                    <a:pt x="192001" y="77143"/>
                  </a:lnTo>
                  <a:lnTo>
                    <a:pt x="193551" y="78098"/>
                  </a:lnTo>
                  <a:lnTo>
                    <a:pt x="192451" y="82794"/>
                  </a:lnTo>
                  <a:lnTo>
                    <a:pt x="186852" y="84187"/>
                  </a:lnTo>
                  <a:lnTo>
                    <a:pt x="180903" y="89382"/>
                  </a:lnTo>
                  <a:lnTo>
                    <a:pt x="179204" y="91135"/>
                  </a:lnTo>
                  <a:lnTo>
                    <a:pt x="178654" y="96168"/>
                  </a:lnTo>
                  <a:lnTo>
                    <a:pt x="173355" y="94784"/>
                  </a:lnTo>
                  <a:lnTo>
                    <a:pt x="164258" y="98134"/>
                  </a:lnTo>
                  <a:lnTo>
                    <a:pt x="149111" y="99080"/>
                  </a:lnTo>
                  <a:lnTo>
                    <a:pt x="139564" y="107359"/>
                  </a:lnTo>
                  <a:lnTo>
                    <a:pt x="82079" y="96387"/>
                  </a:lnTo>
                  <a:lnTo>
                    <a:pt x="79530" y="95148"/>
                  </a:lnTo>
                  <a:lnTo>
                    <a:pt x="73031" y="85725"/>
                  </a:lnTo>
                  <a:lnTo>
                    <a:pt x="72381" y="83674"/>
                  </a:lnTo>
                  <a:lnTo>
                    <a:pt x="74331" y="80594"/>
                  </a:lnTo>
                  <a:lnTo>
                    <a:pt x="73481" y="79713"/>
                  </a:lnTo>
                  <a:lnTo>
                    <a:pt x="62534" y="83674"/>
                  </a:lnTo>
                  <a:lnTo>
                    <a:pt x="47787" y="84040"/>
                  </a:lnTo>
                  <a:lnTo>
                    <a:pt x="44688" y="85652"/>
                  </a:lnTo>
                  <a:lnTo>
                    <a:pt x="40789" y="92157"/>
                  </a:lnTo>
                  <a:lnTo>
                    <a:pt x="26543" y="88944"/>
                  </a:lnTo>
                  <a:lnTo>
                    <a:pt x="24744" y="84553"/>
                  </a:lnTo>
                  <a:lnTo>
                    <a:pt x="22944" y="83674"/>
                  </a:lnTo>
                  <a:lnTo>
                    <a:pt x="16946" y="89089"/>
                  </a:lnTo>
                  <a:lnTo>
                    <a:pt x="9847" y="85652"/>
                  </a:lnTo>
                  <a:lnTo>
                    <a:pt x="8948" y="82794"/>
                  </a:lnTo>
                  <a:lnTo>
                    <a:pt x="1550" y="80741"/>
                  </a:lnTo>
                  <a:lnTo>
                    <a:pt x="2399" y="78685"/>
                  </a:lnTo>
                  <a:lnTo>
                    <a:pt x="350" y="7265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oPE_MapPart_BLR_1_5" descr="Belarus">
              <a:extLst>
                <a:ext uri="{FF2B5EF4-FFF2-40B4-BE49-F238E27FC236}">
                  <a16:creationId xmlns:a16="http://schemas.microsoft.com/office/drawing/2014/main" id="{324455C1-53D9-1E2D-8525-B63C0321980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739585" y="3280211"/>
              <a:ext cx="264683" cy="229265"/>
            </a:xfrm>
            <a:custGeom>
              <a:avLst/>
              <a:gdLst/>
              <a:ahLst/>
              <a:cxnLst/>
              <a:rect l="0" t="0" r="0" b="0"/>
              <a:pathLst>
                <a:path w="264683" h="229265">
                  <a:moveTo>
                    <a:pt x="238488" y="191853"/>
                  </a:moveTo>
                  <a:lnTo>
                    <a:pt x="226892" y="191690"/>
                  </a:lnTo>
                  <a:lnTo>
                    <a:pt x="223342" y="194130"/>
                  </a:lnTo>
                  <a:lnTo>
                    <a:pt x="219493" y="192910"/>
                  </a:lnTo>
                  <a:lnTo>
                    <a:pt x="210496" y="201109"/>
                  </a:lnTo>
                  <a:lnTo>
                    <a:pt x="204348" y="214511"/>
                  </a:lnTo>
                  <a:lnTo>
                    <a:pt x="207096" y="225265"/>
                  </a:lnTo>
                  <a:lnTo>
                    <a:pt x="204647" y="229264"/>
                  </a:lnTo>
                  <a:lnTo>
                    <a:pt x="198799" y="226626"/>
                  </a:lnTo>
                  <a:lnTo>
                    <a:pt x="198099" y="223343"/>
                  </a:lnTo>
                  <a:lnTo>
                    <a:pt x="194000" y="219815"/>
                  </a:lnTo>
                  <a:lnTo>
                    <a:pt x="177104" y="221740"/>
                  </a:lnTo>
                  <a:lnTo>
                    <a:pt x="171406" y="224064"/>
                  </a:lnTo>
                  <a:lnTo>
                    <a:pt x="164608" y="213142"/>
                  </a:lnTo>
                  <a:lnTo>
                    <a:pt x="156010" y="218370"/>
                  </a:lnTo>
                  <a:lnTo>
                    <a:pt x="154310" y="221821"/>
                  </a:lnTo>
                  <a:lnTo>
                    <a:pt x="151961" y="220778"/>
                  </a:lnTo>
                  <a:lnTo>
                    <a:pt x="150611" y="216924"/>
                  </a:lnTo>
                  <a:lnTo>
                    <a:pt x="139115" y="214028"/>
                  </a:lnTo>
                  <a:lnTo>
                    <a:pt x="134315" y="216200"/>
                  </a:lnTo>
                  <a:lnTo>
                    <a:pt x="130067" y="214752"/>
                  </a:lnTo>
                  <a:lnTo>
                    <a:pt x="125667" y="219815"/>
                  </a:lnTo>
                  <a:lnTo>
                    <a:pt x="125368" y="215637"/>
                  </a:lnTo>
                  <a:lnTo>
                    <a:pt x="114470" y="214511"/>
                  </a:lnTo>
                  <a:lnTo>
                    <a:pt x="110171" y="207578"/>
                  </a:lnTo>
                  <a:lnTo>
                    <a:pt x="72481" y="199812"/>
                  </a:lnTo>
                  <a:lnTo>
                    <a:pt x="52537" y="199569"/>
                  </a:lnTo>
                  <a:lnTo>
                    <a:pt x="32941" y="202404"/>
                  </a:lnTo>
                  <a:lnTo>
                    <a:pt x="30692" y="206529"/>
                  </a:lnTo>
                  <a:lnTo>
                    <a:pt x="22294" y="214752"/>
                  </a:lnTo>
                  <a:lnTo>
                    <a:pt x="14746" y="212498"/>
                  </a:lnTo>
                  <a:lnTo>
                    <a:pt x="12046" y="213948"/>
                  </a:lnTo>
                  <a:lnTo>
                    <a:pt x="11947" y="218048"/>
                  </a:lnTo>
                  <a:lnTo>
                    <a:pt x="10147" y="213545"/>
                  </a:lnTo>
                  <a:lnTo>
                    <a:pt x="10247" y="209435"/>
                  </a:lnTo>
                  <a:lnTo>
                    <a:pt x="12497" y="204993"/>
                  </a:lnTo>
                  <a:lnTo>
                    <a:pt x="13246" y="194618"/>
                  </a:lnTo>
                  <a:lnTo>
                    <a:pt x="11747" y="191772"/>
                  </a:lnTo>
                  <a:lnTo>
                    <a:pt x="0" y="183454"/>
                  </a:lnTo>
                  <a:lnTo>
                    <a:pt x="6547" y="172967"/>
                  </a:lnTo>
                  <a:lnTo>
                    <a:pt x="18595" y="166220"/>
                  </a:lnTo>
                  <a:lnTo>
                    <a:pt x="20544" y="161351"/>
                  </a:lnTo>
                  <a:lnTo>
                    <a:pt x="18995" y="145591"/>
                  </a:lnTo>
                  <a:lnTo>
                    <a:pt x="11797" y="122977"/>
                  </a:lnTo>
                  <a:lnTo>
                    <a:pt x="8598" y="106907"/>
                  </a:lnTo>
                  <a:lnTo>
                    <a:pt x="15496" y="108266"/>
                  </a:lnTo>
                  <a:lnTo>
                    <a:pt x="28242" y="106483"/>
                  </a:lnTo>
                  <a:lnTo>
                    <a:pt x="31741" y="109114"/>
                  </a:lnTo>
                  <a:lnTo>
                    <a:pt x="40139" y="105038"/>
                  </a:lnTo>
                  <a:lnTo>
                    <a:pt x="44238" y="105293"/>
                  </a:lnTo>
                  <a:lnTo>
                    <a:pt x="47038" y="97202"/>
                  </a:lnTo>
                  <a:lnTo>
                    <a:pt x="51937" y="97800"/>
                  </a:lnTo>
                  <a:lnTo>
                    <a:pt x="55685" y="93957"/>
                  </a:lnTo>
                  <a:lnTo>
                    <a:pt x="63483" y="90192"/>
                  </a:lnTo>
                  <a:lnTo>
                    <a:pt x="65333" y="93871"/>
                  </a:lnTo>
                  <a:lnTo>
                    <a:pt x="64834" y="96520"/>
                  </a:lnTo>
                  <a:lnTo>
                    <a:pt x="71481" y="96691"/>
                  </a:lnTo>
                  <a:lnTo>
                    <a:pt x="71481" y="91818"/>
                  </a:lnTo>
                  <a:lnTo>
                    <a:pt x="65883" y="88393"/>
                  </a:lnTo>
                  <a:lnTo>
                    <a:pt x="70832" y="77302"/>
                  </a:lnTo>
                  <a:lnTo>
                    <a:pt x="70731" y="69874"/>
                  </a:lnTo>
                  <a:lnTo>
                    <a:pt x="74531" y="60157"/>
                  </a:lnTo>
                  <a:lnTo>
                    <a:pt x="83329" y="56152"/>
                  </a:lnTo>
                  <a:lnTo>
                    <a:pt x="86578" y="49517"/>
                  </a:lnTo>
                  <a:lnTo>
                    <a:pt x="95125" y="49954"/>
                  </a:lnTo>
                  <a:lnTo>
                    <a:pt x="97174" y="45314"/>
                  </a:lnTo>
                  <a:lnTo>
                    <a:pt x="99974" y="43034"/>
                  </a:lnTo>
                  <a:lnTo>
                    <a:pt x="91176" y="39609"/>
                  </a:lnTo>
                  <a:lnTo>
                    <a:pt x="94925" y="23721"/>
                  </a:lnTo>
                  <a:lnTo>
                    <a:pt x="101273" y="21593"/>
                  </a:lnTo>
                  <a:lnTo>
                    <a:pt x="104923" y="16529"/>
                  </a:lnTo>
                  <a:lnTo>
                    <a:pt x="107672" y="15639"/>
                  </a:lnTo>
                  <a:lnTo>
                    <a:pt x="122219" y="17240"/>
                  </a:lnTo>
                  <a:lnTo>
                    <a:pt x="124068" y="11630"/>
                  </a:lnTo>
                  <a:lnTo>
                    <a:pt x="131116" y="3497"/>
                  </a:lnTo>
                  <a:lnTo>
                    <a:pt x="137264" y="0"/>
                  </a:lnTo>
                  <a:lnTo>
                    <a:pt x="141863" y="4482"/>
                  </a:lnTo>
                  <a:lnTo>
                    <a:pt x="149661" y="2690"/>
                  </a:lnTo>
                  <a:lnTo>
                    <a:pt x="156060" y="10113"/>
                  </a:lnTo>
                  <a:lnTo>
                    <a:pt x="164208" y="6182"/>
                  </a:lnTo>
                  <a:lnTo>
                    <a:pt x="172156" y="10292"/>
                  </a:lnTo>
                  <a:lnTo>
                    <a:pt x="172805" y="13145"/>
                  </a:lnTo>
                  <a:lnTo>
                    <a:pt x="171556" y="17952"/>
                  </a:lnTo>
                  <a:lnTo>
                    <a:pt x="175155" y="22835"/>
                  </a:lnTo>
                  <a:lnTo>
                    <a:pt x="187801" y="14927"/>
                  </a:lnTo>
                  <a:lnTo>
                    <a:pt x="195999" y="14927"/>
                  </a:lnTo>
                  <a:lnTo>
                    <a:pt x="202197" y="17774"/>
                  </a:lnTo>
                  <a:lnTo>
                    <a:pt x="209596" y="25936"/>
                  </a:lnTo>
                  <a:lnTo>
                    <a:pt x="214045" y="27175"/>
                  </a:lnTo>
                  <a:lnTo>
                    <a:pt x="214545" y="36970"/>
                  </a:lnTo>
                  <a:lnTo>
                    <a:pt x="212146" y="42771"/>
                  </a:lnTo>
                  <a:lnTo>
                    <a:pt x="216145" y="49604"/>
                  </a:lnTo>
                  <a:lnTo>
                    <a:pt x="216694" y="53797"/>
                  </a:lnTo>
                  <a:lnTo>
                    <a:pt x="212595" y="60418"/>
                  </a:lnTo>
                  <a:lnTo>
                    <a:pt x="211696" y="66756"/>
                  </a:lnTo>
                  <a:lnTo>
                    <a:pt x="221543" y="74369"/>
                  </a:lnTo>
                  <a:lnTo>
                    <a:pt x="219393" y="80748"/>
                  </a:lnTo>
                  <a:lnTo>
                    <a:pt x="222443" y="82554"/>
                  </a:lnTo>
                  <a:lnTo>
                    <a:pt x="228492" y="94812"/>
                  </a:lnTo>
                  <a:lnTo>
                    <a:pt x="240239" y="102657"/>
                  </a:lnTo>
                  <a:lnTo>
                    <a:pt x="240239" y="107162"/>
                  </a:lnTo>
                  <a:lnTo>
                    <a:pt x="238239" y="113012"/>
                  </a:lnTo>
                  <a:lnTo>
                    <a:pt x="250636" y="114451"/>
                  </a:lnTo>
                  <a:lnTo>
                    <a:pt x="257583" y="118592"/>
                  </a:lnTo>
                  <a:lnTo>
                    <a:pt x="256884" y="122134"/>
                  </a:lnTo>
                  <a:lnTo>
                    <a:pt x="258134" y="125418"/>
                  </a:lnTo>
                  <a:lnTo>
                    <a:pt x="264682" y="131382"/>
                  </a:lnTo>
                  <a:lnTo>
                    <a:pt x="264632" y="135237"/>
                  </a:lnTo>
                  <a:lnTo>
                    <a:pt x="258134" y="138249"/>
                  </a:lnTo>
                  <a:lnTo>
                    <a:pt x="256934" y="141088"/>
                  </a:lnTo>
                  <a:lnTo>
                    <a:pt x="249036" y="146590"/>
                  </a:lnTo>
                  <a:lnTo>
                    <a:pt x="240888" y="145923"/>
                  </a:lnTo>
                  <a:lnTo>
                    <a:pt x="235840" y="141506"/>
                  </a:lnTo>
                  <a:lnTo>
                    <a:pt x="228891" y="141756"/>
                  </a:lnTo>
                  <a:lnTo>
                    <a:pt x="224492" y="149999"/>
                  </a:lnTo>
                  <a:lnTo>
                    <a:pt x="232989" y="161846"/>
                  </a:lnTo>
                  <a:lnTo>
                    <a:pt x="231740" y="164653"/>
                  </a:lnTo>
                  <a:lnTo>
                    <a:pt x="231941" y="167620"/>
                  </a:lnTo>
                  <a:lnTo>
                    <a:pt x="234389" y="171652"/>
                  </a:lnTo>
                  <a:lnTo>
                    <a:pt x="233340" y="182309"/>
                  </a:lnTo>
                  <a:lnTo>
                    <a:pt x="238389" y="19071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PE_MapPart_BEL_1_6" descr="Belgien">
              <a:extLst>
                <a:ext uri="{FF2B5EF4-FFF2-40B4-BE49-F238E27FC236}">
                  <a16:creationId xmlns:a16="http://schemas.microsoft.com/office/drawing/2014/main" id="{35D96F34-E7E6-FE55-D742-9ADF6B8B92D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166131" y="3499464"/>
              <a:ext cx="106624" cy="86465"/>
            </a:xfrm>
            <a:custGeom>
              <a:avLst/>
              <a:gdLst/>
              <a:ahLst/>
              <a:cxnLst/>
              <a:rect l="0" t="0" r="0" b="0"/>
              <a:pathLst>
                <a:path w="106624" h="86465">
                  <a:moveTo>
                    <a:pt x="47239" y="4651"/>
                  </a:moveTo>
                  <a:lnTo>
                    <a:pt x="51338" y="6012"/>
                  </a:lnTo>
                  <a:lnTo>
                    <a:pt x="52187" y="5532"/>
                  </a:lnTo>
                  <a:lnTo>
                    <a:pt x="51637" y="2808"/>
                  </a:lnTo>
                  <a:lnTo>
                    <a:pt x="54937" y="722"/>
                  </a:lnTo>
                  <a:lnTo>
                    <a:pt x="58536" y="3049"/>
                  </a:lnTo>
                  <a:lnTo>
                    <a:pt x="61935" y="0"/>
                  </a:lnTo>
                  <a:lnTo>
                    <a:pt x="64484" y="3930"/>
                  </a:lnTo>
                  <a:lnTo>
                    <a:pt x="67183" y="3690"/>
                  </a:lnTo>
                  <a:lnTo>
                    <a:pt x="69583" y="963"/>
                  </a:lnTo>
                  <a:lnTo>
                    <a:pt x="71482" y="6413"/>
                  </a:lnTo>
                  <a:lnTo>
                    <a:pt x="74681" y="9452"/>
                  </a:lnTo>
                  <a:lnTo>
                    <a:pt x="81979" y="9132"/>
                  </a:lnTo>
                  <a:lnTo>
                    <a:pt x="85629" y="12964"/>
                  </a:lnTo>
                  <a:lnTo>
                    <a:pt x="90827" y="15038"/>
                  </a:lnTo>
                  <a:lnTo>
                    <a:pt x="91427" y="17984"/>
                  </a:lnTo>
                  <a:lnTo>
                    <a:pt x="86478" y="28699"/>
                  </a:lnTo>
                  <a:lnTo>
                    <a:pt x="89477" y="32337"/>
                  </a:lnTo>
                  <a:lnTo>
                    <a:pt x="96326" y="32732"/>
                  </a:lnTo>
                  <a:lnTo>
                    <a:pt x="103024" y="39516"/>
                  </a:lnTo>
                  <a:lnTo>
                    <a:pt x="101475" y="42741"/>
                  </a:lnTo>
                  <a:lnTo>
                    <a:pt x="105974" y="45806"/>
                  </a:lnTo>
                  <a:lnTo>
                    <a:pt x="106623" y="51764"/>
                  </a:lnTo>
                  <a:lnTo>
                    <a:pt x="101374" y="55362"/>
                  </a:lnTo>
                  <a:lnTo>
                    <a:pt x="99725" y="60201"/>
                  </a:lnTo>
                  <a:lnTo>
                    <a:pt x="95826" y="58173"/>
                  </a:lnTo>
                  <a:lnTo>
                    <a:pt x="89377" y="68914"/>
                  </a:lnTo>
                  <a:lnTo>
                    <a:pt x="88878" y="73723"/>
                  </a:lnTo>
                  <a:lnTo>
                    <a:pt x="93177" y="80759"/>
                  </a:lnTo>
                  <a:lnTo>
                    <a:pt x="90678" y="85309"/>
                  </a:lnTo>
                  <a:lnTo>
                    <a:pt x="82829" y="86464"/>
                  </a:lnTo>
                  <a:lnTo>
                    <a:pt x="76481" y="79292"/>
                  </a:lnTo>
                  <a:lnTo>
                    <a:pt x="68933" y="74961"/>
                  </a:lnTo>
                  <a:lnTo>
                    <a:pt x="65034" y="74574"/>
                  </a:lnTo>
                  <a:lnTo>
                    <a:pt x="64334" y="69147"/>
                  </a:lnTo>
                  <a:lnTo>
                    <a:pt x="62885" y="67206"/>
                  </a:lnTo>
                  <a:lnTo>
                    <a:pt x="64834" y="59577"/>
                  </a:lnTo>
                  <a:lnTo>
                    <a:pt x="63684" y="58797"/>
                  </a:lnTo>
                  <a:lnTo>
                    <a:pt x="60585" y="61214"/>
                  </a:lnTo>
                  <a:lnTo>
                    <a:pt x="59185" y="65340"/>
                  </a:lnTo>
                  <a:lnTo>
                    <a:pt x="56086" y="67128"/>
                  </a:lnTo>
                  <a:lnTo>
                    <a:pt x="45089" y="66662"/>
                  </a:lnTo>
                  <a:lnTo>
                    <a:pt x="46289" y="61370"/>
                  </a:lnTo>
                  <a:lnTo>
                    <a:pt x="44689" y="59187"/>
                  </a:lnTo>
                  <a:lnTo>
                    <a:pt x="45789" y="54736"/>
                  </a:lnTo>
                  <a:lnTo>
                    <a:pt x="39541" y="50903"/>
                  </a:lnTo>
                  <a:lnTo>
                    <a:pt x="33942" y="50511"/>
                  </a:lnTo>
                  <a:lnTo>
                    <a:pt x="32342" y="52155"/>
                  </a:lnTo>
                  <a:lnTo>
                    <a:pt x="29694" y="44706"/>
                  </a:lnTo>
                  <a:lnTo>
                    <a:pt x="20796" y="42348"/>
                  </a:lnTo>
                  <a:lnTo>
                    <a:pt x="19695" y="36600"/>
                  </a:lnTo>
                  <a:lnTo>
                    <a:pt x="16146" y="31468"/>
                  </a:lnTo>
                  <a:lnTo>
                    <a:pt x="8748" y="34470"/>
                  </a:lnTo>
                  <a:lnTo>
                    <a:pt x="6499" y="32732"/>
                  </a:lnTo>
                  <a:lnTo>
                    <a:pt x="2000" y="27273"/>
                  </a:lnTo>
                  <a:lnTo>
                    <a:pt x="2100" y="23785"/>
                  </a:lnTo>
                  <a:lnTo>
                    <a:pt x="0" y="17507"/>
                  </a:lnTo>
                  <a:lnTo>
                    <a:pt x="22895" y="5052"/>
                  </a:lnTo>
                  <a:lnTo>
                    <a:pt x="25194" y="10889"/>
                  </a:lnTo>
                  <a:lnTo>
                    <a:pt x="29293" y="9132"/>
                  </a:lnTo>
                  <a:lnTo>
                    <a:pt x="38241" y="12566"/>
                  </a:lnTo>
                  <a:lnTo>
                    <a:pt x="46838" y="633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PE_MapPart_BIH_1_7" descr="Bosnien und Herzegowina">
              <a:extLst>
                <a:ext uri="{FF2B5EF4-FFF2-40B4-BE49-F238E27FC236}">
                  <a16:creationId xmlns:a16="http://schemas.microsoft.com/office/drawing/2014/main" id="{2A37166A-D135-1F65-30F6-E319DE158E7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533038" y="3759736"/>
              <a:ext cx="106824" cy="104815"/>
            </a:xfrm>
            <a:custGeom>
              <a:avLst/>
              <a:gdLst/>
              <a:ahLst/>
              <a:cxnLst/>
              <a:rect l="0" t="0" r="0" b="0"/>
              <a:pathLst>
                <a:path w="106824" h="104815">
                  <a:moveTo>
                    <a:pt x="100273" y="15574"/>
                  </a:moveTo>
                  <a:lnTo>
                    <a:pt x="98725" y="22758"/>
                  </a:lnTo>
                  <a:lnTo>
                    <a:pt x="94275" y="31111"/>
                  </a:lnTo>
                  <a:lnTo>
                    <a:pt x="93875" y="35940"/>
                  </a:lnTo>
                  <a:lnTo>
                    <a:pt x="94826" y="38107"/>
                  </a:lnTo>
                  <a:lnTo>
                    <a:pt x="100024" y="41108"/>
                  </a:lnTo>
                  <a:lnTo>
                    <a:pt x="106823" y="48143"/>
                  </a:lnTo>
                  <a:lnTo>
                    <a:pt x="105873" y="50367"/>
                  </a:lnTo>
                  <a:lnTo>
                    <a:pt x="97425" y="51201"/>
                  </a:lnTo>
                  <a:lnTo>
                    <a:pt x="104173" y="61249"/>
                  </a:lnTo>
                  <a:lnTo>
                    <a:pt x="103923" y="65394"/>
                  </a:lnTo>
                  <a:lnTo>
                    <a:pt x="103123" y="66705"/>
                  </a:lnTo>
                  <a:lnTo>
                    <a:pt x="98974" y="65532"/>
                  </a:lnTo>
                  <a:lnTo>
                    <a:pt x="96025" y="67808"/>
                  </a:lnTo>
                  <a:lnTo>
                    <a:pt x="89228" y="68084"/>
                  </a:lnTo>
                  <a:lnTo>
                    <a:pt x="91626" y="74556"/>
                  </a:lnTo>
                  <a:lnTo>
                    <a:pt x="91327" y="77029"/>
                  </a:lnTo>
                  <a:lnTo>
                    <a:pt x="86477" y="74968"/>
                  </a:lnTo>
                  <a:lnTo>
                    <a:pt x="81578" y="79363"/>
                  </a:lnTo>
                  <a:lnTo>
                    <a:pt x="80129" y="87103"/>
                  </a:lnTo>
                  <a:lnTo>
                    <a:pt x="76380" y="87650"/>
                  </a:lnTo>
                  <a:lnTo>
                    <a:pt x="75180" y="89359"/>
                  </a:lnTo>
                  <a:lnTo>
                    <a:pt x="77679" y="102506"/>
                  </a:lnTo>
                  <a:lnTo>
                    <a:pt x="74931" y="104814"/>
                  </a:lnTo>
                  <a:lnTo>
                    <a:pt x="71281" y="103320"/>
                  </a:lnTo>
                  <a:lnTo>
                    <a:pt x="58435" y="93999"/>
                  </a:lnTo>
                  <a:lnTo>
                    <a:pt x="57335" y="91817"/>
                  </a:lnTo>
                  <a:lnTo>
                    <a:pt x="53586" y="92021"/>
                  </a:lnTo>
                  <a:lnTo>
                    <a:pt x="51337" y="90451"/>
                  </a:lnTo>
                  <a:lnTo>
                    <a:pt x="53136" y="87855"/>
                  </a:lnTo>
                  <a:lnTo>
                    <a:pt x="43189" y="76480"/>
                  </a:lnTo>
                  <a:lnTo>
                    <a:pt x="42689" y="71115"/>
                  </a:lnTo>
                  <a:lnTo>
                    <a:pt x="37390" y="68429"/>
                  </a:lnTo>
                  <a:lnTo>
                    <a:pt x="15646" y="45012"/>
                  </a:lnTo>
                  <a:lnTo>
                    <a:pt x="13246" y="41527"/>
                  </a:lnTo>
                  <a:lnTo>
                    <a:pt x="10147" y="29640"/>
                  </a:lnTo>
                  <a:lnTo>
                    <a:pt x="0" y="20084"/>
                  </a:lnTo>
                  <a:lnTo>
                    <a:pt x="1400" y="3903"/>
                  </a:lnTo>
                  <a:lnTo>
                    <a:pt x="4199" y="2414"/>
                  </a:lnTo>
                  <a:lnTo>
                    <a:pt x="8098" y="3478"/>
                  </a:lnTo>
                  <a:lnTo>
                    <a:pt x="15446" y="10559"/>
                  </a:lnTo>
                  <a:lnTo>
                    <a:pt x="22044" y="2414"/>
                  </a:lnTo>
                  <a:lnTo>
                    <a:pt x="29242" y="3194"/>
                  </a:lnTo>
                  <a:lnTo>
                    <a:pt x="32791" y="0"/>
                  </a:lnTo>
                  <a:lnTo>
                    <a:pt x="38539" y="4187"/>
                  </a:lnTo>
                  <a:lnTo>
                    <a:pt x="49037" y="6172"/>
                  </a:lnTo>
                  <a:lnTo>
                    <a:pt x="53236" y="4471"/>
                  </a:lnTo>
                  <a:lnTo>
                    <a:pt x="57636" y="7871"/>
                  </a:lnTo>
                  <a:lnTo>
                    <a:pt x="62733" y="5321"/>
                  </a:lnTo>
                  <a:lnTo>
                    <a:pt x="81229" y="7871"/>
                  </a:lnTo>
                  <a:lnTo>
                    <a:pt x="83529" y="9853"/>
                  </a:lnTo>
                  <a:lnTo>
                    <a:pt x="84729" y="14233"/>
                  </a:lnTo>
                  <a:lnTo>
                    <a:pt x="88976" y="16209"/>
                  </a:lnTo>
                  <a:lnTo>
                    <a:pt x="99274" y="149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PE_MapPart_BGR_1_8" descr="Bulgarien">
              <a:extLst>
                <a:ext uri="{FF2B5EF4-FFF2-40B4-BE49-F238E27FC236}">
                  <a16:creationId xmlns:a16="http://schemas.microsoft.com/office/drawing/2014/main" id="{BC6F1FC0-18E3-A370-4478-3B678576430C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716491" y="3800356"/>
              <a:ext cx="173356" cy="113292"/>
            </a:xfrm>
            <a:custGeom>
              <a:avLst/>
              <a:gdLst/>
              <a:ahLst/>
              <a:cxnLst/>
              <a:rect l="0" t="0" r="0" b="0"/>
              <a:pathLst>
                <a:path w="173356" h="113292">
                  <a:moveTo>
                    <a:pt x="157510" y="86349"/>
                  </a:moveTo>
                  <a:lnTo>
                    <a:pt x="153711" y="85677"/>
                  </a:lnTo>
                  <a:lnTo>
                    <a:pt x="144163" y="88164"/>
                  </a:lnTo>
                  <a:lnTo>
                    <a:pt x="136116" y="81705"/>
                  </a:lnTo>
                  <a:lnTo>
                    <a:pt x="129666" y="82985"/>
                  </a:lnTo>
                  <a:lnTo>
                    <a:pt x="126117" y="85475"/>
                  </a:lnTo>
                  <a:lnTo>
                    <a:pt x="118620" y="86483"/>
                  </a:lnTo>
                  <a:lnTo>
                    <a:pt x="115769" y="91655"/>
                  </a:lnTo>
                  <a:lnTo>
                    <a:pt x="111571" y="92594"/>
                  </a:lnTo>
                  <a:lnTo>
                    <a:pt x="110471" y="95743"/>
                  </a:lnTo>
                  <a:lnTo>
                    <a:pt x="104524" y="95409"/>
                  </a:lnTo>
                  <a:lnTo>
                    <a:pt x="103373" y="97349"/>
                  </a:lnTo>
                  <a:lnTo>
                    <a:pt x="105522" y="102965"/>
                  </a:lnTo>
                  <a:lnTo>
                    <a:pt x="105323" y="108033"/>
                  </a:lnTo>
                  <a:lnTo>
                    <a:pt x="99424" y="110763"/>
                  </a:lnTo>
                  <a:lnTo>
                    <a:pt x="95575" y="110098"/>
                  </a:lnTo>
                  <a:lnTo>
                    <a:pt x="80729" y="113291"/>
                  </a:lnTo>
                  <a:lnTo>
                    <a:pt x="73581" y="108766"/>
                  </a:lnTo>
                  <a:lnTo>
                    <a:pt x="69532" y="107700"/>
                  </a:lnTo>
                  <a:lnTo>
                    <a:pt x="67483" y="109099"/>
                  </a:lnTo>
                  <a:lnTo>
                    <a:pt x="62534" y="105901"/>
                  </a:lnTo>
                  <a:lnTo>
                    <a:pt x="59534" y="101762"/>
                  </a:lnTo>
                  <a:lnTo>
                    <a:pt x="47538" y="102764"/>
                  </a:lnTo>
                  <a:lnTo>
                    <a:pt x="46338" y="105301"/>
                  </a:lnTo>
                  <a:lnTo>
                    <a:pt x="35891" y="107967"/>
                  </a:lnTo>
                  <a:lnTo>
                    <a:pt x="24893" y="108033"/>
                  </a:lnTo>
                  <a:lnTo>
                    <a:pt x="22544" y="110364"/>
                  </a:lnTo>
                  <a:lnTo>
                    <a:pt x="18945" y="110231"/>
                  </a:lnTo>
                  <a:lnTo>
                    <a:pt x="15896" y="109832"/>
                  </a:lnTo>
                  <a:lnTo>
                    <a:pt x="18344" y="94872"/>
                  </a:lnTo>
                  <a:lnTo>
                    <a:pt x="16695" y="93599"/>
                  </a:lnTo>
                  <a:lnTo>
                    <a:pt x="13697" y="85408"/>
                  </a:lnTo>
                  <a:lnTo>
                    <a:pt x="6648" y="81234"/>
                  </a:lnTo>
                  <a:lnTo>
                    <a:pt x="0" y="73406"/>
                  </a:lnTo>
                  <a:lnTo>
                    <a:pt x="2200" y="72865"/>
                  </a:lnTo>
                  <a:lnTo>
                    <a:pt x="4999" y="68669"/>
                  </a:lnTo>
                  <a:lnTo>
                    <a:pt x="2599" y="61546"/>
                  </a:lnTo>
                  <a:lnTo>
                    <a:pt x="3449" y="53515"/>
                  </a:lnTo>
                  <a:lnTo>
                    <a:pt x="10097" y="51947"/>
                  </a:lnTo>
                  <a:lnTo>
                    <a:pt x="16645" y="43815"/>
                  </a:lnTo>
                  <a:lnTo>
                    <a:pt x="17596" y="40389"/>
                  </a:lnTo>
                  <a:lnTo>
                    <a:pt x="11797" y="34005"/>
                  </a:lnTo>
                  <a:lnTo>
                    <a:pt x="5848" y="30220"/>
                  </a:lnTo>
                  <a:lnTo>
                    <a:pt x="749" y="17654"/>
                  </a:lnTo>
                  <a:lnTo>
                    <a:pt x="2149" y="8913"/>
                  </a:lnTo>
                  <a:lnTo>
                    <a:pt x="7047" y="6340"/>
                  </a:lnTo>
                  <a:lnTo>
                    <a:pt x="7847" y="1744"/>
                  </a:lnTo>
                  <a:lnTo>
                    <a:pt x="10047" y="0"/>
                  </a:lnTo>
                  <a:lnTo>
                    <a:pt x="19045" y="6201"/>
                  </a:lnTo>
                  <a:lnTo>
                    <a:pt x="14596" y="11206"/>
                  </a:lnTo>
                  <a:lnTo>
                    <a:pt x="14546" y="14467"/>
                  </a:lnTo>
                  <a:lnTo>
                    <a:pt x="15996" y="15645"/>
                  </a:lnTo>
                  <a:lnTo>
                    <a:pt x="24493" y="14120"/>
                  </a:lnTo>
                  <a:lnTo>
                    <a:pt x="52287" y="18346"/>
                  </a:lnTo>
                  <a:lnTo>
                    <a:pt x="57985" y="17169"/>
                  </a:lnTo>
                  <a:lnTo>
                    <a:pt x="87577" y="21873"/>
                  </a:lnTo>
                  <a:lnTo>
                    <a:pt x="96525" y="18208"/>
                  </a:lnTo>
                  <a:lnTo>
                    <a:pt x="99674" y="14189"/>
                  </a:lnTo>
                  <a:lnTo>
                    <a:pt x="107522" y="8983"/>
                  </a:lnTo>
                  <a:lnTo>
                    <a:pt x="131716" y="2789"/>
                  </a:lnTo>
                  <a:lnTo>
                    <a:pt x="141114" y="8427"/>
                  </a:lnTo>
                  <a:lnTo>
                    <a:pt x="144913" y="8427"/>
                  </a:lnTo>
                  <a:lnTo>
                    <a:pt x="149811" y="10928"/>
                  </a:lnTo>
                  <a:lnTo>
                    <a:pt x="153860" y="9747"/>
                  </a:lnTo>
                  <a:lnTo>
                    <a:pt x="158459" y="16061"/>
                  </a:lnTo>
                  <a:lnTo>
                    <a:pt x="163258" y="18000"/>
                  </a:lnTo>
                  <a:lnTo>
                    <a:pt x="173355" y="19176"/>
                  </a:lnTo>
                  <a:lnTo>
                    <a:pt x="172706" y="28429"/>
                  </a:lnTo>
                  <a:lnTo>
                    <a:pt x="170006" y="32698"/>
                  </a:lnTo>
                  <a:lnTo>
                    <a:pt x="165957" y="31253"/>
                  </a:lnTo>
                  <a:lnTo>
                    <a:pt x="160809" y="32422"/>
                  </a:lnTo>
                  <a:lnTo>
                    <a:pt x="155110" y="40458"/>
                  </a:lnTo>
                  <a:lnTo>
                    <a:pt x="154011" y="56990"/>
                  </a:lnTo>
                  <a:lnTo>
                    <a:pt x="150260" y="58622"/>
                  </a:lnTo>
                  <a:lnTo>
                    <a:pt x="142763" y="67653"/>
                  </a:lnTo>
                  <a:lnTo>
                    <a:pt x="148961" y="72053"/>
                  </a:lnTo>
                  <a:lnTo>
                    <a:pt x="156610" y="833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PE_MapPart_HRV_1_9" descr="Kroatien">
              <a:extLst>
                <a:ext uri="{FF2B5EF4-FFF2-40B4-BE49-F238E27FC236}">
                  <a16:creationId xmlns:a16="http://schemas.microsoft.com/office/drawing/2014/main" id="{BA4FF11F-3445-D3FB-1231-1C2E494DF09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471403" y="3709519"/>
              <a:ext cx="163360" cy="139849"/>
            </a:xfrm>
            <a:custGeom>
              <a:avLst/>
              <a:gdLst/>
              <a:ahLst/>
              <a:cxnLst/>
              <a:rect l="0" t="0" r="0" b="0"/>
              <a:pathLst>
                <a:path w="163360" h="139849">
                  <a:moveTo>
                    <a:pt x="1650" y="40749"/>
                  </a:moveTo>
                  <a:lnTo>
                    <a:pt x="2700" y="42318"/>
                  </a:lnTo>
                  <a:lnTo>
                    <a:pt x="9998" y="44242"/>
                  </a:lnTo>
                  <a:lnTo>
                    <a:pt x="13197" y="41034"/>
                  </a:lnTo>
                  <a:lnTo>
                    <a:pt x="23645" y="42175"/>
                  </a:lnTo>
                  <a:lnTo>
                    <a:pt x="29193" y="35178"/>
                  </a:lnTo>
                  <a:lnTo>
                    <a:pt x="35392" y="42247"/>
                  </a:lnTo>
                  <a:lnTo>
                    <a:pt x="39891" y="41391"/>
                  </a:lnTo>
                  <a:lnTo>
                    <a:pt x="47887" y="43743"/>
                  </a:lnTo>
                  <a:lnTo>
                    <a:pt x="50587" y="42746"/>
                  </a:lnTo>
                  <a:lnTo>
                    <a:pt x="49038" y="38251"/>
                  </a:lnTo>
                  <a:lnTo>
                    <a:pt x="51087" y="35607"/>
                  </a:lnTo>
                  <a:lnTo>
                    <a:pt x="48838" y="32172"/>
                  </a:lnTo>
                  <a:lnTo>
                    <a:pt x="59285" y="27010"/>
                  </a:lnTo>
                  <a:lnTo>
                    <a:pt x="59935" y="22195"/>
                  </a:lnTo>
                  <a:lnTo>
                    <a:pt x="57736" y="17154"/>
                  </a:lnTo>
                  <a:lnTo>
                    <a:pt x="58085" y="14629"/>
                  </a:lnTo>
                  <a:lnTo>
                    <a:pt x="68933" y="9281"/>
                  </a:lnTo>
                  <a:lnTo>
                    <a:pt x="70782" y="6602"/>
                  </a:lnTo>
                  <a:lnTo>
                    <a:pt x="75232" y="6529"/>
                  </a:lnTo>
                  <a:lnTo>
                    <a:pt x="75481" y="2106"/>
                  </a:lnTo>
                  <a:lnTo>
                    <a:pt x="77831" y="0"/>
                  </a:lnTo>
                  <a:lnTo>
                    <a:pt x="89677" y="4790"/>
                  </a:lnTo>
                  <a:lnTo>
                    <a:pt x="105323" y="21692"/>
                  </a:lnTo>
                  <a:lnTo>
                    <a:pt x="113572" y="24927"/>
                  </a:lnTo>
                  <a:lnTo>
                    <a:pt x="119120" y="29879"/>
                  </a:lnTo>
                  <a:lnTo>
                    <a:pt x="134415" y="31384"/>
                  </a:lnTo>
                  <a:lnTo>
                    <a:pt x="139265" y="29664"/>
                  </a:lnTo>
                  <a:lnTo>
                    <a:pt x="142964" y="25214"/>
                  </a:lnTo>
                  <a:lnTo>
                    <a:pt x="149611" y="24208"/>
                  </a:lnTo>
                  <a:lnTo>
                    <a:pt x="149262" y="26866"/>
                  </a:lnTo>
                  <a:lnTo>
                    <a:pt x="147763" y="28086"/>
                  </a:lnTo>
                  <a:lnTo>
                    <a:pt x="150762" y="35249"/>
                  </a:lnTo>
                  <a:lnTo>
                    <a:pt x="149962" y="37394"/>
                  </a:lnTo>
                  <a:lnTo>
                    <a:pt x="154011" y="40820"/>
                  </a:lnTo>
                  <a:lnTo>
                    <a:pt x="152461" y="42746"/>
                  </a:lnTo>
                  <a:lnTo>
                    <a:pt x="152362" y="45381"/>
                  </a:lnTo>
                  <a:lnTo>
                    <a:pt x="163359" y="52773"/>
                  </a:lnTo>
                  <a:lnTo>
                    <a:pt x="163009" y="54333"/>
                  </a:lnTo>
                  <a:lnTo>
                    <a:pt x="160659" y="54546"/>
                  </a:lnTo>
                  <a:lnTo>
                    <a:pt x="156061" y="53411"/>
                  </a:lnTo>
                  <a:lnTo>
                    <a:pt x="155861" y="55184"/>
                  </a:lnTo>
                  <a:lnTo>
                    <a:pt x="153962" y="55751"/>
                  </a:lnTo>
                  <a:lnTo>
                    <a:pt x="155011" y="62190"/>
                  </a:lnTo>
                  <a:lnTo>
                    <a:pt x="154611" y="64027"/>
                  </a:lnTo>
                  <a:lnTo>
                    <a:pt x="152112" y="64874"/>
                  </a:lnTo>
                  <a:lnTo>
                    <a:pt x="152461" y="66285"/>
                  </a:lnTo>
                  <a:lnTo>
                    <a:pt x="147712" y="65720"/>
                  </a:lnTo>
                  <a:lnTo>
                    <a:pt x="145164" y="60070"/>
                  </a:lnTo>
                  <a:lnTo>
                    <a:pt x="142864" y="58088"/>
                  </a:lnTo>
                  <a:lnTo>
                    <a:pt x="124368" y="55538"/>
                  </a:lnTo>
                  <a:lnTo>
                    <a:pt x="119271" y="58088"/>
                  </a:lnTo>
                  <a:lnTo>
                    <a:pt x="114871" y="54688"/>
                  </a:lnTo>
                  <a:lnTo>
                    <a:pt x="110672" y="56389"/>
                  </a:lnTo>
                  <a:lnTo>
                    <a:pt x="100174" y="54404"/>
                  </a:lnTo>
                  <a:lnTo>
                    <a:pt x="94426" y="50217"/>
                  </a:lnTo>
                  <a:lnTo>
                    <a:pt x="90877" y="53411"/>
                  </a:lnTo>
                  <a:lnTo>
                    <a:pt x="83679" y="52631"/>
                  </a:lnTo>
                  <a:lnTo>
                    <a:pt x="77081" y="60776"/>
                  </a:lnTo>
                  <a:lnTo>
                    <a:pt x="69733" y="53695"/>
                  </a:lnTo>
                  <a:lnTo>
                    <a:pt x="65834" y="52631"/>
                  </a:lnTo>
                  <a:lnTo>
                    <a:pt x="63035" y="54120"/>
                  </a:lnTo>
                  <a:lnTo>
                    <a:pt x="61635" y="70301"/>
                  </a:lnTo>
                  <a:lnTo>
                    <a:pt x="71782" y="79857"/>
                  </a:lnTo>
                  <a:lnTo>
                    <a:pt x="74881" y="91744"/>
                  </a:lnTo>
                  <a:lnTo>
                    <a:pt x="77281" y="95229"/>
                  </a:lnTo>
                  <a:lnTo>
                    <a:pt x="99025" y="118646"/>
                  </a:lnTo>
                  <a:lnTo>
                    <a:pt x="104324" y="121332"/>
                  </a:lnTo>
                  <a:lnTo>
                    <a:pt x="104824" y="126697"/>
                  </a:lnTo>
                  <a:lnTo>
                    <a:pt x="114071" y="136704"/>
                  </a:lnTo>
                  <a:lnTo>
                    <a:pt x="114571" y="139848"/>
                  </a:lnTo>
                  <a:lnTo>
                    <a:pt x="111622" y="139780"/>
                  </a:lnTo>
                  <a:lnTo>
                    <a:pt x="94026" y="123397"/>
                  </a:lnTo>
                  <a:lnTo>
                    <a:pt x="79879" y="117612"/>
                  </a:lnTo>
                  <a:lnTo>
                    <a:pt x="68533" y="118508"/>
                  </a:lnTo>
                  <a:lnTo>
                    <a:pt x="67283" y="113263"/>
                  </a:lnTo>
                  <a:lnTo>
                    <a:pt x="55036" y="103570"/>
                  </a:lnTo>
                  <a:lnTo>
                    <a:pt x="44589" y="90139"/>
                  </a:lnTo>
                  <a:lnTo>
                    <a:pt x="54237" y="89511"/>
                  </a:lnTo>
                  <a:lnTo>
                    <a:pt x="48638" y="85249"/>
                  </a:lnTo>
                  <a:lnTo>
                    <a:pt x="38240" y="72624"/>
                  </a:lnTo>
                  <a:lnTo>
                    <a:pt x="38541" y="62261"/>
                  </a:lnTo>
                  <a:lnTo>
                    <a:pt x="37141" y="57947"/>
                  </a:lnTo>
                  <a:lnTo>
                    <a:pt x="28693" y="49435"/>
                  </a:lnTo>
                  <a:lnTo>
                    <a:pt x="22045" y="47800"/>
                  </a:lnTo>
                  <a:lnTo>
                    <a:pt x="19945" y="54830"/>
                  </a:lnTo>
                  <a:lnTo>
                    <a:pt x="12447" y="67554"/>
                  </a:lnTo>
                  <a:lnTo>
                    <a:pt x="9498" y="67483"/>
                  </a:lnTo>
                  <a:lnTo>
                    <a:pt x="3099" y="56884"/>
                  </a:lnTo>
                  <a:lnTo>
                    <a:pt x="0" y="4210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oPE_MapPart_HRV_2_10" descr="Kroatien">
              <a:extLst>
                <a:ext uri="{FF2B5EF4-FFF2-40B4-BE49-F238E27FC236}">
                  <a16:creationId xmlns:a16="http://schemas.microsoft.com/office/drawing/2014/main" id="{45774075-9A6F-8336-33C9-17C3093EDEB3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558381" y="3848001"/>
              <a:ext cx="14947" cy="3825"/>
            </a:xfrm>
            <a:custGeom>
              <a:avLst/>
              <a:gdLst/>
              <a:ahLst/>
              <a:cxnLst/>
              <a:rect l="0" t="0" r="0" b="0"/>
              <a:pathLst>
                <a:path w="14947" h="3825">
                  <a:moveTo>
                    <a:pt x="0" y="0"/>
                  </a:moveTo>
                  <a:lnTo>
                    <a:pt x="12297" y="1230"/>
                  </a:lnTo>
                  <a:lnTo>
                    <a:pt x="14946" y="3005"/>
                  </a:lnTo>
                  <a:lnTo>
                    <a:pt x="5549" y="3824"/>
                  </a:lnTo>
                  <a:lnTo>
                    <a:pt x="450" y="136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oPE_MapPart_HRV_3_11" descr="Kroatien">
              <a:extLst>
                <a:ext uri="{FF2B5EF4-FFF2-40B4-BE49-F238E27FC236}">
                  <a16:creationId xmlns:a16="http://schemas.microsoft.com/office/drawing/2014/main" id="{8EB46FF6-E802-0345-D460-DD8CBC500E5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550783" y="3839168"/>
              <a:ext cx="22696" cy="4045"/>
            </a:xfrm>
            <a:custGeom>
              <a:avLst/>
              <a:gdLst/>
              <a:ahLst/>
              <a:cxnLst/>
              <a:rect l="0" t="0" r="0" b="0"/>
              <a:pathLst>
                <a:path w="22696" h="4045">
                  <a:moveTo>
                    <a:pt x="22695" y="3907"/>
                  </a:moveTo>
                  <a:lnTo>
                    <a:pt x="8398" y="4044"/>
                  </a:lnTo>
                  <a:lnTo>
                    <a:pt x="0" y="549"/>
                  </a:lnTo>
                  <a:lnTo>
                    <a:pt x="4049" y="0"/>
                  </a:lnTo>
                  <a:lnTo>
                    <a:pt x="18995" y="32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oPE_MapPart_HRV_4_12" descr="Kroatien">
              <a:extLst>
                <a:ext uri="{FF2B5EF4-FFF2-40B4-BE49-F238E27FC236}">
                  <a16:creationId xmlns:a16="http://schemas.microsoft.com/office/drawing/2014/main" id="{3AEB79EB-EBF4-1208-C355-93FD67E49CA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552083" y="3833123"/>
              <a:ext cx="12497" cy="4467"/>
            </a:xfrm>
            <a:custGeom>
              <a:avLst/>
              <a:gdLst/>
              <a:ahLst/>
              <a:cxnLst/>
              <a:rect l="0" t="0" r="0" b="0"/>
              <a:pathLst>
                <a:path w="12497" h="4467">
                  <a:moveTo>
                    <a:pt x="10047" y="4466"/>
                  </a:moveTo>
                  <a:lnTo>
                    <a:pt x="1849" y="3848"/>
                  </a:lnTo>
                  <a:lnTo>
                    <a:pt x="0" y="2681"/>
                  </a:lnTo>
                  <a:lnTo>
                    <a:pt x="700" y="0"/>
                  </a:lnTo>
                  <a:lnTo>
                    <a:pt x="11397" y="1375"/>
                  </a:lnTo>
                  <a:lnTo>
                    <a:pt x="12496" y="34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oPE_MapPart_HRV_5_13" descr="Kroatien">
              <a:extLst>
                <a:ext uri="{FF2B5EF4-FFF2-40B4-BE49-F238E27FC236}">
                  <a16:creationId xmlns:a16="http://schemas.microsoft.com/office/drawing/2014/main" id="{C02652A6-396C-16F4-7512-CEF415FA2FE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514392" y="3803493"/>
              <a:ext cx="5000" cy="5083"/>
            </a:xfrm>
            <a:custGeom>
              <a:avLst/>
              <a:gdLst/>
              <a:ahLst/>
              <a:cxnLst/>
              <a:rect l="0" t="0" r="0" b="0"/>
              <a:pathLst>
                <a:path w="5000" h="5083">
                  <a:moveTo>
                    <a:pt x="4599" y="3691"/>
                  </a:moveTo>
                  <a:lnTo>
                    <a:pt x="4999" y="5082"/>
                  </a:lnTo>
                  <a:lnTo>
                    <a:pt x="1550" y="25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oPE_MapPart_HRV_6_14" descr="Kroatien">
              <a:extLst>
                <a:ext uri="{FF2B5EF4-FFF2-40B4-BE49-F238E27FC236}">
                  <a16:creationId xmlns:a16="http://schemas.microsoft.com/office/drawing/2014/main" id="{C0C03C1F-4D60-55E6-2FEE-2836DCFFC51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497296" y="3761795"/>
              <a:ext cx="9999" cy="10622"/>
            </a:xfrm>
            <a:custGeom>
              <a:avLst/>
              <a:gdLst/>
              <a:ahLst/>
              <a:cxnLst/>
              <a:rect l="0" t="0" r="0" b="0"/>
              <a:pathLst>
                <a:path w="9999" h="10622">
                  <a:moveTo>
                    <a:pt x="9998" y="9773"/>
                  </a:moveTo>
                  <a:lnTo>
                    <a:pt x="6549" y="10621"/>
                  </a:lnTo>
                  <a:lnTo>
                    <a:pt x="4499" y="7864"/>
                  </a:lnTo>
                  <a:lnTo>
                    <a:pt x="0" y="5742"/>
                  </a:lnTo>
                  <a:lnTo>
                    <a:pt x="3350" y="0"/>
                  </a:lnTo>
                  <a:lnTo>
                    <a:pt x="7998" y="63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oPE_MapPart_HRV_7_15" descr="Kroatien">
              <a:extLst>
                <a:ext uri="{FF2B5EF4-FFF2-40B4-BE49-F238E27FC236}">
                  <a16:creationId xmlns:a16="http://schemas.microsoft.com/office/drawing/2014/main" id="{89A72C6C-F254-71C6-F991-E8DE18890AA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503645" y="3776580"/>
              <a:ext cx="4950" cy="5212"/>
            </a:xfrm>
            <a:custGeom>
              <a:avLst/>
              <a:gdLst/>
              <a:ahLst/>
              <a:cxnLst/>
              <a:rect l="0" t="0" r="0" b="0"/>
              <a:pathLst>
                <a:path w="4950" h="5212">
                  <a:moveTo>
                    <a:pt x="4249" y="3522"/>
                  </a:moveTo>
                  <a:lnTo>
                    <a:pt x="4949" y="5211"/>
                  </a:lnTo>
                  <a:lnTo>
                    <a:pt x="0" y="3100"/>
                  </a:lnTo>
                  <a:lnTo>
                    <a:pt x="300" y="0"/>
                  </a:lnTo>
                  <a:lnTo>
                    <a:pt x="2350" y="10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oPE_MapPart_HRV_8_16" descr="Kroatien">
              <a:extLst>
                <a:ext uri="{FF2B5EF4-FFF2-40B4-BE49-F238E27FC236}">
                  <a16:creationId xmlns:a16="http://schemas.microsoft.com/office/drawing/2014/main" id="{566AF5FA-EBE7-E310-312F-5F099F4A391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505395" y="3782494"/>
              <a:ext cx="13097" cy="15140"/>
            </a:xfrm>
            <a:custGeom>
              <a:avLst/>
              <a:gdLst/>
              <a:ahLst/>
              <a:cxnLst/>
              <a:rect l="0" t="0" r="0" b="0"/>
              <a:pathLst>
                <a:path w="13097" h="15140">
                  <a:moveTo>
                    <a:pt x="12396" y="14091"/>
                  </a:moveTo>
                  <a:lnTo>
                    <a:pt x="11697" y="15139"/>
                  </a:lnTo>
                  <a:lnTo>
                    <a:pt x="4749" y="8283"/>
                  </a:lnTo>
                  <a:lnTo>
                    <a:pt x="0" y="0"/>
                  </a:lnTo>
                  <a:lnTo>
                    <a:pt x="13096" y="1360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oPE_MapPart_HRV_9_17" descr="Kroatien">
              <a:extLst>
                <a:ext uri="{FF2B5EF4-FFF2-40B4-BE49-F238E27FC236}">
                  <a16:creationId xmlns:a16="http://schemas.microsoft.com/office/drawing/2014/main" id="{D38546D7-1580-CE4B-DA47-8FA8B08078E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6508793" y="3803076"/>
              <a:ext cx="8999" cy="10083"/>
            </a:xfrm>
            <a:custGeom>
              <a:avLst/>
              <a:gdLst/>
              <a:ahLst/>
              <a:cxnLst/>
              <a:rect l="0" t="0" r="0" b="0"/>
              <a:pathLst>
                <a:path w="8999" h="10083">
                  <a:moveTo>
                    <a:pt x="8998" y="9527"/>
                  </a:moveTo>
                  <a:lnTo>
                    <a:pt x="7549" y="10082"/>
                  </a:lnTo>
                  <a:lnTo>
                    <a:pt x="751" y="1672"/>
                  </a:lnTo>
                  <a:lnTo>
                    <a:pt x="0" y="0"/>
                  </a:lnTo>
                  <a:lnTo>
                    <a:pt x="2451" y="1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oPE_MapPart_HRV_10_18" descr="Kroatien">
              <a:extLst>
                <a:ext uri="{FF2B5EF4-FFF2-40B4-BE49-F238E27FC236}">
                  <a16:creationId xmlns:a16="http://schemas.microsoft.com/office/drawing/2014/main" id="{5D643D1D-789C-C616-2EA1-3B0E529E20C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520041" y="3809200"/>
              <a:ext cx="4650" cy="4236"/>
            </a:xfrm>
            <a:custGeom>
              <a:avLst/>
              <a:gdLst/>
              <a:ahLst/>
              <a:cxnLst/>
              <a:rect l="0" t="0" r="0" b="0"/>
              <a:pathLst>
                <a:path w="4650" h="4236">
                  <a:moveTo>
                    <a:pt x="2849" y="1389"/>
                  </a:moveTo>
                  <a:lnTo>
                    <a:pt x="4649" y="4235"/>
                  </a:lnTo>
                  <a:lnTo>
                    <a:pt x="2899" y="3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oPE_MapPart_HRV_11_19" descr="Kroatien">
              <a:extLst>
                <a:ext uri="{FF2B5EF4-FFF2-40B4-BE49-F238E27FC236}">
                  <a16:creationId xmlns:a16="http://schemas.microsoft.com/office/drawing/2014/main" id="{96A7CC23-97D4-74FC-EA2B-665819DBD381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6492748" y="3764065"/>
              <a:ext cx="5599" cy="21382"/>
            </a:xfrm>
            <a:custGeom>
              <a:avLst/>
              <a:gdLst/>
              <a:ahLst/>
              <a:cxnLst/>
              <a:rect l="0" t="0" r="0" b="0"/>
              <a:pathLst>
                <a:path w="5599" h="21382">
                  <a:moveTo>
                    <a:pt x="5598" y="19906"/>
                  </a:moveTo>
                  <a:lnTo>
                    <a:pt x="5399" y="21381"/>
                  </a:lnTo>
                  <a:lnTo>
                    <a:pt x="3699" y="19484"/>
                  </a:lnTo>
                  <a:lnTo>
                    <a:pt x="450" y="8916"/>
                  </a:lnTo>
                  <a:lnTo>
                    <a:pt x="1499" y="5806"/>
                  </a:lnTo>
                  <a:lnTo>
                    <a:pt x="0" y="921"/>
                  </a:lnTo>
                  <a:lnTo>
                    <a:pt x="1999" y="0"/>
                  </a:lnTo>
                  <a:lnTo>
                    <a:pt x="2999" y="5382"/>
                  </a:lnTo>
                  <a:lnTo>
                    <a:pt x="4998" y="7785"/>
                  </a:lnTo>
                  <a:lnTo>
                    <a:pt x="5448" y="1857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oPE_MapPart_HRV_12_20" descr="Kroatien">
              <a:extLst>
                <a:ext uri="{FF2B5EF4-FFF2-40B4-BE49-F238E27FC236}">
                  <a16:creationId xmlns:a16="http://schemas.microsoft.com/office/drawing/2014/main" id="{19EF87D7-A3B7-AA84-532E-86DCF0104E5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577676" y="3855439"/>
              <a:ext cx="11098" cy="3813"/>
            </a:xfrm>
            <a:custGeom>
              <a:avLst/>
              <a:gdLst/>
              <a:ahLst/>
              <a:cxnLst/>
              <a:rect l="0" t="0" r="0" b="0"/>
              <a:pathLst>
                <a:path w="11098" h="3813">
                  <a:moveTo>
                    <a:pt x="7299" y="1157"/>
                  </a:moveTo>
                  <a:lnTo>
                    <a:pt x="11097" y="3812"/>
                  </a:lnTo>
                  <a:lnTo>
                    <a:pt x="0" y="409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oPE_MapPart_HRV_13_21" descr="Kroatien">
              <a:extLst>
                <a:ext uri="{FF2B5EF4-FFF2-40B4-BE49-F238E27FC236}">
                  <a16:creationId xmlns:a16="http://schemas.microsoft.com/office/drawing/2014/main" id="{7258EA48-D41B-BF44-FC47-C010EC77208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569378" y="3846907"/>
              <a:ext cx="40841" cy="22390"/>
            </a:xfrm>
            <a:custGeom>
              <a:avLst/>
              <a:gdLst/>
              <a:ahLst/>
              <a:cxnLst/>
              <a:rect l="0" t="0" r="0" b="0"/>
              <a:pathLst>
                <a:path w="40841" h="22390">
                  <a:moveTo>
                    <a:pt x="38591" y="17643"/>
                  </a:moveTo>
                  <a:lnTo>
                    <a:pt x="40840" y="22389"/>
                  </a:lnTo>
                  <a:lnTo>
                    <a:pt x="21595" y="8668"/>
                  </a:lnTo>
                  <a:lnTo>
                    <a:pt x="0" y="410"/>
                  </a:lnTo>
                  <a:lnTo>
                    <a:pt x="4849" y="0"/>
                  </a:lnTo>
                  <a:lnTo>
                    <a:pt x="18795" y="6623"/>
                  </a:lnTo>
                  <a:lnTo>
                    <a:pt x="17246" y="4850"/>
                  </a:lnTo>
                  <a:lnTo>
                    <a:pt x="20995" y="4646"/>
                  </a:lnTo>
                  <a:lnTo>
                    <a:pt x="22095" y="6828"/>
                  </a:lnTo>
                  <a:lnTo>
                    <a:pt x="36141" y="166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oPE_MapPart_CZE_1_22" descr="Tschechien">
              <a:extLst>
                <a:ext uri="{FF2B5EF4-FFF2-40B4-BE49-F238E27FC236}">
                  <a16:creationId xmlns:a16="http://schemas.microsoft.com/office/drawing/2014/main" id="{CB5A4CE2-BDFD-1546-E886-C33C707A0A7E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6431764" y="3519914"/>
              <a:ext cx="187203" cy="105595"/>
            </a:xfrm>
            <a:custGeom>
              <a:avLst/>
              <a:gdLst/>
              <a:ahLst/>
              <a:cxnLst/>
              <a:rect l="0" t="0" r="0" b="0"/>
              <a:pathLst>
                <a:path w="187203" h="105595">
                  <a:moveTo>
                    <a:pt x="187202" y="66014"/>
                  </a:moveTo>
                  <a:lnTo>
                    <a:pt x="180653" y="66860"/>
                  </a:lnTo>
                  <a:lnTo>
                    <a:pt x="174255" y="73468"/>
                  </a:lnTo>
                  <a:lnTo>
                    <a:pt x="168557" y="76841"/>
                  </a:lnTo>
                  <a:lnTo>
                    <a:pt x="166507" y="85020"/>
                  </a:lnTo>
                  <a:lnTo>
                    <a:pt x="157409" y="92483"/>
                  </a:lnTo>
                  <a:lnTo>
                    <a:pt x="149761" y="94990"/>
                  </a:lnTo>
                  <a:lnTo>
                    <a:pt x="140114" y="94459"/>
                  </a:lnTo>
                  <a:lnTo>
                    <a:pt x="135015" y="104688"/>
                  </a:lnTo>
                  <a:lnTo>
                    <a:pt x="133115" y="100223"/>
                  </a:lnTo>
                  <a:lnTo>
                    <a:pt x="123668" y="96357"/>
                  </a:lnTo>
                  <a:lnTo>
                    <a:pt x="118769" y="98784"/>
                  </a:lnTo>
                  <a:lnTo>
                    <a:pt x="110172" y="98101"/>
                  </a:lnTo>
                  <a:lnTo>
                    <a:pt x="103722" y="93471"/>
                  </a:lnTo>
                  <a:lnTo>
                    <a:pt x="100274" y="93623"/>
                  </a:lnTo>
                  <a:lnTo>
                    <a:pt x="89427" y="88831"/>
                  </a:lnTo>
                  <a:lnTo>
                    <a:pt x="85277" y="90049"/>
                  </a:lnTo>
                  <a:lnTo>
                    <a:pt x="80629" y="87688"/>
                  </a:lnTo>
                  <a:lnTo>
                    <a:pt x="78629" y="97419"/>
                  </a:lnTo>
                  <a:lnTo>
                    <a:pt x="75830" y="97268"/>
                  </a:lnTo>
                  <a:lnTo>
                    <a:pt x="72631" y="101586"/>
                  </a:lnTo>
                  <a:lnTo>
                    <a:pt x="72231" y="104612"/>
                  </a:lnTo>
                  <a:lnTo>
                    <a:pt x="66582" y="103553"/>
                  </a:lnTo>
                  <a:lnTo>
                    <a:pt x="63234" y="105594"/>
                  </a:lnTo>
                  <a:lnTo>
                    <a:pt x="58285" y="105519"/>
                  </a:lnTo>
                  <a:lnTo>
                    <a:pt x="54386" y="104536"/>
                  </a:lnTo>
                  <a:lnTo>
                    <a:pt x="52736" y="100753"/>
                  </a:lnTo>
                  <a:lnTo>
                    <a:pt x="40439" y="89440"/>
                  </a:lnTo>
                  <a:lnTo>
                    <a:pt x="37490" y="89592"/>
                  </a:lnTo>
                  <a:lnTo>
                    <a:pt x="22944" y="73698"/>
                  </a:lnTo>
                  <a:lnTo>
                    <a:pt x="20095" y="73775"/>
                  </a:lnTo>
                  <a:lnTo>
                    <a:pt x="16395" y="70090"/>
                  </a:lnTo>
                  <a:lnTo>
                    <a:pt x="8348" y="56213"/>
                  </a:lnTo>
                  <a:lnTo>
                    <a:pt x="11697" y="49474"/>
                  </a:lnTo>
                  <a:lnTo>
                    <a:pt x="3249" y="40764"/>
                  </a:lnTo>
                  <a:lnTo>
                    <a:pt x="0" y="33348"/>
                  </a:lnTo>
                  <a:lnTo>
                    <a:pt x="1249" y="31470"/>
                  </a:lnTo>
                  <a:lnTo>
                    <a:pt x="5198" y="37098"/>
                  </a:lnTo>
                  <a:lnTo>
                    <a:pt x="12747" y="27945"/>
                  </a:lnTo>
                  <a:lnTo>
                    <a:pt x="18745" y="26298"/>
                  </a:lnTo>
                  <a:lnTo>
                    <a:pt x="23644" y="27318"/>
                  </a:lnTo>
                  <a:lnTo>
                    <a:pt x="25693" y="23707"/>
                  </a:lnTo>
                  <a:lnTo>
                    <a:pt x="30292" y="22842"/>
                  </a:lnTo>
                  <a:lnTo>
                    <a:pt x="31841" y="19932"/>
                  </a:lnTo>
                  <a:lnTo>
                    <a:pt x="35641" y="17963"/>
                  </a:lnTo>
                  <a:lnTo>
                    <a:pt x="37390" y="18830"/>
                  </a:lnTo>
                  <a:lnTo>
                    <a:pt x="40739" y="14335"/>
                  </a:lnTo>
                  <a:lnTo>
                    <a:pt x="63284" y="5793"/>
                  </a:lnTo>
                  <a:lnTo>
                    <a:pt x="60134" y="1271"/>
                  </a:lnTo>
                  <a:lnTo>
                    <a:pt x="60884" y="0"/>
                  </a:lnTo>
                  <a:lnTo>
                    <a:pt x="68182" y="1588"/>
                  </a:lnTo>
                  <a:lnTo>
                    <a:pt x="70332" y="5080"/>
                  </a:lnTo>
                  <a:lnTo>
                    <a:pt x="70082" y="7695"/>
                  </a:lnTo>
                  <a:lnTo>
                    <a:pt x="73130" y="9515"/>
                  </a:lnTo>
                  <a:lnTo>
                    <a:pt x="80329" y="6348"/>
                  </a:lnTo>
                  <a:lnTo>
                    <a:pt x="80629" y="715"/>
                  </a:lnTo>
                  <a:lnTo>
                    <a:pt x="87977" y="3176"/>
                  </a:lnTo>
                  <a:lnTo>
                    <a:pt x="90626" y="9595"/>
                  </a:lnTo>
                  <a:lnTo>
                    <a:pt x="101073" y="12756"/>
                  </a:lnTo>
                  <a:lnTo>
                    <a:pt x="107122" y="15835"/>
                  </a:lnTo>
                  <a:lnTo>
                    <a:pt x="108772" y="18357"/>
                  </a:lnTo>
                  <a:lnTo>
                    <a:pt x="116419" y="16465"/>
                  </a:lnTo>
                  <a:lnTo>
                    <a:pt x="118570" y="17963"/>
                  </a:lnTo>
                  <a:lnTo>
                    <a:pt x="120219" y="20089"/>
                  </a:lnTo>
                  <a:lnTo>
                    <a:pt x="119119" y="22528"/>
                  </a:lnTo>
                  <a:lnTo>
                    <a:pt x="114420" y="26611"/>
                  </a:lnTo>
                  <a:lnTo>
                    <a:pt x="117869" y="29042"/>
                  </a:lnTo>
                  <a:lnTo>
                    <a:pt x="126318" y="40531"/>
                  </a:lnTo>
                  <a:lnTo>
                    <a:pt x="136065" y="34755"/>
                  </a:lnTo>
                  <a:lnTo>
                    <a:pt x="133016" y="26455"/>
                  </a:lnTo>
                  <a:lnTo>
                    <a:pt x="140564" y="28572"/>
                  </a:lnTo>
                  <a:lnTo>
                    <a:pt x="147862" y="33974"/>
                  </a:lnTo>
                  <a:lnTo>
                    <a:pt x="155860" y="31705"/>
                  </a:lnTo>
                  <a:lnTo>
                    <a:pt x="156759" y="34990"/>
                  </a:lnTo>
                  <a:lnTo>
                    <a:pt x="152710" y="38191"/>
                  </a:lnTo>
                  <a:lnTo>
                    <a:pt x="153760" y="39985"/>
                  </a:lnTo>
                  <a:lnTo>
                    <a:pt x="160609" y="46212"/>
                  </a:lnTo>
                  <a:lnTo>
                    <a:pt x="165508" y="43568"/>
                  </a:lnTo>
                  <a:lnTo>
                    <a:pt x="172605" y="48697"/>
                  </a:lnTo>
                  <a:lnTo>
                    <a:pt x="178454" y="49163"/>
                  </a:lnTo>
                  <a:lnTo>
                    <a:pt x="179704" y="50172"/>
                  </a:lnTo>
                  <a:lnTo>
                    <a:pt x="180603" y="55440"/>
                  </a:lnTo>
                  <a:lnTo>
                    <a:pt x="186502" y="61621"/>
                  </a:lnTo>
                  <a:lnTo>
                    <a:pt x="187151" y="647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oPE_MapPart_DNK_1_23" descr="Dänemark">
              <a:extLst>
                <a:ext uri="{FF2B5EF4-FFF2-40B4-BE49-F238E27FC236}">
                  <a16:creationId xmlns:a16="http://schemas.microsoft.com/office/drawing/2014/main" id="{01EC9631-0F3E-EE52-4E1D-487955A2D933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6400871" y="3281557"/>
              <a:ext cx="45290" cy="65931"/>
            </a:xfrm>
            <a:custGeom>
              <a:avLst/>
              <a:gdLst/>
              <a:ahLst/>
              <a:cxnLst/>
              <a:rect l="0" t="0" r="0" b="0"/>
              <a:pathLst>
                <a:path w="45290" h="65931">
                  <a:moveTo>
                    <a:pt x="44189" y="16517"/>
                  </a:moveTo>
                  <a:lnTo>
                    <a:pt x="43540" y="22907"/>
                  </a:lnTo>
                  <a:lnTo>
                    <a:pt x="37291" y="26271"/>
                  </a:lnTo>
                  <a:lnTo>
                    <a:pt x="34342" y="32188"/>
                  </a:lnTo>
                  <a:lnTo>
                    <a:pt x="39091" y="36152"/>
                  </a:lnTo>
                  <a:lnTo>
                    <a:pt x="39840" y="40986"/>
                  </a:lnTo>
                  <a:lnTo>
                    <a:pt x="30893" y="45808"/>
                  </a:lnTo>
                  <a:lnTo>
                    <a:pt x="29793" y="63849"/>
                  </a:lnTo>
                  <a:lnTo>
                    <a:pt x="24544" y="65930"/>
                  </a:lnTo>
                  <a:lnTo>
                    <a:pt x="21195" y="58985"/>
                  </a:lnTo>
                  <a:lnTo>
                    <a:pt x="18745" y="45895"/>
                  </a:lnTo>
                  <a:lnTo>
                    <a:pt x="8549" y="45020"/>
                  </a:lnTo>
                  <a:lnTo>
                    <a:pt x="5349" y="38966"/>
                  </a:lnTo>
                  <a:lnTo>
                    <a:pt x="5899" y="32276"/>
                  </a:lnTo>
                  <a:lnTo>
                    <a:pt x="3949" y="25652"/>
                  </a:lnTo>
                  <a:lnTo>
                    <a:pt x="850" y="23439"/>
                  </a:lnTo>
                  <a:lnTo>
                    <a:pt x="0" y="19714"/>
                  </a:lnTo>
                  <a:lnTo>
                    <a:pt x="9548" y="18116"/>
                  </a:lnTo>
                  <a:lnTo>
                    <a:pt x="13497" y="11888"/>
                  </a:lnTo>
                  <a:lnTo>
                    <a:pt x="13797" y="8678"/>
                  </a:lnTo>
                  <a:lnTo>
                    <a:pt x="18046" y="8053"/>
                  </a:lnTo>
                  <a:lnTo>
                    <a:pt x="19946" y="10462"/>
                  </a:lnTo>
                  <a:lnTo>
                    <a:pt x="19795" y="19271"/>
                  </a:lnTo>
                  <a:lnTo>
                    <a:pt x="23395" y="20868"/>
                  </a:lnTo>
                  <a:lnTo>
                    <a:pt x="26544" y="11086"/>
                  </a:lnTo>
                  <a:lnTo>
                    <a:pt x="24644" y="7517"/>
                  </a:lnTo>
                  <a:lnTo>
                    <a:pt x="34442" y="0"/>
                  </a:lnTo>
                  <a:lnTo>
                    <a:pt x="44439" y="2688"/>
                  </a:lnTo>
                  <a:lnTo>
                    <a:pt x="45289" y="4299"/>
                  </a:lnTo>
                  <a:lnTo>
                    <a:pt x="42939" y="99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oPE_MapPart_DNK_2_24" descr="Dänemark">
              <a:extLst>
                <a:ext uri="{FF2B5EF4-FFF2-40B4-BE49-F238E27FC236}">
                  <a16:creationId xmlns:a16="http://schemas.microsoft.com/office/drawing/2014/main" id="{2E14AF15-EBCC-0182-536C-B8B26B7127C3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6321542" y="3199191"/>
              <a:ext cx="77881" cy="146563"/>
            </a:xfrm>
            <a:custGeom>
              <a:avLst/>
              <a:gdLst/>
              <a:ahLst/>
              <a:cxnLst/>
              <a:rect l="0" t="0" r="0" b="0"/>
              <a:pathLst>
                <a:path w="77881" h="146563">
                  <a:moveTo>
                    <a:pt x="44939" y="145694"/>
                  </a:moveTo>
                  <a:lnTo>
                    <a:pt x="41489" y="144305"/>
                  </a:lnTo>
                  <a:lnTo>
                    <a:pt x="31492" y="146562"/>
                  </a:lnTo>
                  <a:lnTo>
                    <a:pt x="21694" y="142307"/>
                  </a:lnTo>
                  <a:lnTo>
                    <a:pt x="15246" y="141959"/>
                  </a:lnTo>
                  <a:lnTo>
                    <a:pt x="12547" y="130799"/>
                  </a:lnTo>
                  <a:lnTo>
                    <a:pt x="15246" y="129749"/>
                  </a:lnTo>
                  <a:lnTo>
                    <a:pt x="13746" y="116934"/>
                  </a:lnTo>
                  <a:lnTo>
                    <a:pt x="300" y="108018"/>
                  </a:lnTo>
                  <a:lnTo>
                    <a:pt x="2250" y="89168"/>
                  </a:lnTo>
                  <a:lnTo>
                    <a:pt x="0" y="81289"/>
                  </a:lnTo>
                  <a:lnTo>
                    <a:pt x="1199" y="57910"/>
                  </a:lnTo>
                  <a:lnTo>
                    <a:pt x="11997" y="60271"/>
                  </a:lnTo>
                  <a:lnTo>
                    <a:pt x="15296" y="63533"/>
                  </a:lnTo>
                  <a:lnTo>
                    <a:pt x="17046" y="56820"/>
                  </a:lnTo>
                  <a:lnTo>
                    <a:pt x="21294" y="51451"/>
                  </a:lnTo>
                  <a:lnTo>
                    <a:pt x="26243" y="48441"/>
                  </a:lnTo>
                  <a:lnTo>
                    <a:pt x="29842" y="53091"/>
                  </a:lnTo>
                  <a:lnTo>
                    <a:pt x="31492" y="37365"/>
                  </a:lnTo>
                  <a:lnTo>
                    <a:pt x="27443" y="35712"/>
                  </a:lnTo>
                  <a:lnTo>
                    <a:pt x="24194" y="37089"/>
                  </a:lnTo>
                  <a:lnTo>
                    <a:pt x="18045" y="51907"/>
                  </a:lnTo>
                  <a:lnTo>
                    <a:pt x="9648" y="55002"/>
                  </a:lnTo>
                  <a:lnTo>
                    <a:pt x="4049" y="50448"/>
                  </a:lnTo>
                  <a:lnTo>
                    <a:pt x="4499" y="45427"/>
                  </a:lnTo>
                  <a:lnTo>
                    <a:pt x="8498" y="38742"/>
                  </a:lnTo>
                  <a:lnTo>
                    <a:pt x="13796" y="32309"/>
                  </a:lnTo>
                  <a:lnTo>
                    <a:pt x="36440" y="28992"/>
                  </a:lnTo>
                  <a:lnTo>
                    <a:pt x="39789" y="26039"/>
                  </a:lnTo>
                  <a:lnTo>
                    <a:pt x="51136" y="8129"/>
                  </a:lnTo>
                  <a:lnTo>
                    <a:pt x="59335" y="6263"/>
                  </a:lnTo>
                  <a:lnTo>
                    <a:pt x="69082" y="0"/>
                  </a:lnTo>
                  <a:lnTo>
                    <a:pt x="64933" y="6356"/>
                  </a:lnTo>
                  <a:lnTo>
                    <a:pt x="64533" y="9061"/>
                  </a:lnTo>
                  <a:lnTo>
                    <a:pt x="67083" y="14923"/>
                  </a:lnTo>
                  <a:lnTo>
                    <a:pt x="66733" y="25484"/>
                  </a:lnTo>
                  <a:lnTo>
                    <a:pt x="60384" y="38007"/>
                  </a:lnTo>
                  <a:lnTo>
                    <a:pt x="60034" y="57183"/>
                  </a:lnTo>
                  <a:lnTo>
                    <a:pt x="65783" y="62265"/>
                  </a:lnTo>
                  <a:lnTo>
                    <a:pt x="75631" y="62174"/>
                  </a:lnTo>
                  <a:lnTo>
                    <a:pt x="77880" y="66157"/>
                  </a:lnTo>
                  <a:lnTo>
                    <a:pt x="75930" y="73558"/>
                  </a:lnTo>
                  <a:lnTo>
                    <a:pt x="73081" y="76169"/>
                  </a:lnTo>
                  <a:lnTo>
                    <a:pt x="67133" y="78327"/>
                  </a:lnTo>
                  <a:lnTo>
                    <a:pt x="64033" y="74459"/>
                  </a:lnTo>
                  <a:lnTo>
                    <a:pt x="62533" y="75719"/>
                  </a:lnTo>
                  <a:lnTo>
                    <a:pt x="61034" y="77697"/>
                  </a:lnTo>
                  <a:lnTo>
                    <a:pt x="57235" y="94967"/>
                  </a:lnTo>
                  <a:lnTo>
                    <a:pt x="49487" y="96036"/>
                  </a:lnTo>
                  <a:lnTo>
                    <a:pt x="52837" y="100038"/>
                  </a:lnTo>
                  <a:lnTo>
                    <a:pt x="40789" y="113231"/>
                  </a:lnTo>
                  <a:lnTo>
                    <a:pt x="43039" y="124317"/>
                  </a:lnTo>
                  <a:lnTo>
                    <a:pt x="36990" y="135340"/>
                  </a:lnTo>
                  <a:lnTo>
                    <a:pt x="42339" y="136213"/>
                  </a:lnTo>
                  <a:lnTo>
                    <a:pt x="44738" y="138827"/>
                  </a:lnTo>
                  <a:lnTo>
                    <a:pt x="43989" y="1407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oPE_MapPart_DNK_3_25" descr="Dänemark">
              <a:extLst>
                <a:ext uri="{FF2B5EF4-FFF2-40B4-BE49-F238E27FC236}">
                  <a16:creationId xmlns:a16="http://schemas.microsoft.com/office/drawing/2014/main" id="{E15756AA-CEE3-6A55-05B7-9CEC71E62C2C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6369779" y="3306590"/>
              <a:ext cx="26694" cy="27506"/>
            </a:xfrm>
            <a:custGeom>
              <a:avLst/>
              <a:gdLst/>
              <a:ahLst/>
              <a:cxnLst/>
              <a:rect l="0" t="0" r="0" b="0"/>
              <a:pathLst>
                <a:path w="26694" h="27506">
                  <a:moveTo>
                    <a:pt x="21845" y="176"/>
                  </a:moveTo>
                  <a:lnTo>
                    <a:pt x="26693" y="14284"/>
                  </a:lnTo>
                  <a:lnTo>
                    <a:pt x="25744" y="23400"/>
                  </a:lnTo>
                  <a:lnTo>
                    <a:pt x="21245" y="27331"/>
                  </a:lnTo>
                  <a:lnTo>
                    <a:pt x="16246" y="27505"/>
                  </a:lnTo>
                  <a:lnTo>
                    <a:pt x="3600" y="22001"/>
                  </a:lnTo>
                  <a:lnTo>
                    <a:pt x="0" y="12527"/>
                  </a:lnTo>
                  <a:lnTo>
                    <a:pt x="50" y="4773"/>
                  </a:lnTo>
                  <a:lnTo>
                    <a:pt x="11897" y="88"/>
                  </a:lnTo>
                  <a:lnTo>
                    <a:pt x="17946" y="2653"/>
                  </a:lnTo>
                  <a:lnTo>
                    <a:pt x="2124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oPE_MapPart_DNK_4_26" descr="Dänemark">
              <a:extLst>
                <a:ext uri="{FF2B5EF4-FFF2-40B4-BE49-F238E27FC236}">
                  <a16:creationId xmlns:a16="http://schemas.microsoft.com/office/drawing/2014/main" id="{DA23357B-98BC-16CD-8FA7-7E57C1D8F7D4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6402471" y="3338802"/>
              <a:ext cx="20296" cy="15606"/>
            </a:xfrm>
            <a:custGeom>
              <a:avLst/>
              <a:gdLst/>
              <a:ahLst/>
              <a:cxnLst/>
              <a:rect l="0" t="0" r="0" b="0"/>
              <a:pathLst>
                <a:path w="20296" h="15606">
                  <a:moveTo>
                    <a:pt x="9048" y="2957"/>
                  </a:moveTo>
                  <a:lnTo>
                    <a:pt x="19545" y="6951"/>
                  </a:lnTo>
                  <a:lnTo>
                    <a:pt x="20295" y="13186"/>
                  </a:lnTo>
                  <a:lnTo>
                    <a:pt x="11697" y="15605"/>
                  </a:lnTo>
                  <a:lnTo>
                    <a:pt x="0" y="8685"/>
                  </a:lnTo>
                  <a:lnTo>
                    <a:pt x="650" y="522"/>
                  </a:lnTo>
                  <a:lnTo>
                    <a:pt x="61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oPE_MapPart_DNK_5_27" descr="Dänemark">
              <a:extLst>
                <a:ext uri="{FF2B5EF4-FFF2-40B4-BE49-F238E27FC236}">
                  <a16:creationId xmlns:a16="http://schemas.microsoft.com/office/drawing/2014/main" id="{BE2E899D-B2F1-F147-D037-177720192F76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6390974" y="3328940"/>
              <a:ext cx="9149" cy="19847"/>
            </a:xfrm>
            <a:custGeom>
              <a:avLst/>
              <a:gdLst/>
              <a:ahLst/>
              <a:cxnLst/>
              <a:rect l="0" t="0" r="0" b="0"/>
              <a:pathLst>
                <a:path w="9149" h="19847">
                  <a:moveTo>
                    <a:pt x="3099" y="19587"/>
                  </a:moveTo>
                  <a:lnTo>
                    <a:pt x="1899" y="19846"/>
                  </a:lnTo>
                  <a:lnTo>
                    <a:pt x="0" y="14730"/>
                  </a:lnTo>
                  <a:lnTo>
                    <a:pt x="9148" y="0"/>
                  </a:lnTo>
                  <a:lnTo>
                    <a:pt x="3999" y="172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oPE_MapPart_DNK_6_28" descr="Dänemark">
              <a:extLst>
                <a:ext uri="{FF2B5EF4-FFF2-40B4-BE49-F238E27FC236}">
                  <a16:creationId xmlns:a16="http://schemas.microsoft.com/office/drawing/2014/main" id="{7D3F9DEC-4529-B70B-7E98-133AE5234A31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6432564" y="3333397"/>
              <a:ext cx="11948" cy="8276"/>
            </a:xfrm>
            <a:custGeom>
              <a:avLst/>
              <a:gdLst/>
              <a:ahLst/>
              <a:cxnLst/>
              <a:rect l="0" t="0" r="0" b="0"/>
              <a:pathLst>
                <a:path w="11948" h="8276">
                  <a:moveTo>
                    <a:pt x="11947" y="4708"/>
                  </a:moveTo>
                  <a:lnTo>
                    <a:pt x="6598" y="4969"/>
                  </a:lnTo>
                  <a:lnTo>
                    <a:pt x="1799" y="8275"/>
                  </a:lnTo>
                  <a:lnTo>
                    <a:pt x="0" y="7232"/>
                  </a:lnTo>
                  <a:lnTo>
                    <a:pt x="4298" y="0"/>
                  </a:lnTo>
                  <a:lnTo>
                    <a:pt x="10947" y="32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oPE_MapPart_DNK_7_29" descr="Dänemark">
              <a:extLst>
                <a:ext uri="{FF2B5EF4-FFF2-40B4-BE49-F238E27FC236}">
                  <a16:creationId xmlns:a16="http://schemas.microsoft.com/office/drawing/2014/main" id="{E06638F0-D36E-8C67-8AE0-5BAAD286ED1F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6443711" y="3303312"/>
              <a:ext cx="4049" cy="6197"/>
            </a:xfrm>
            <a:custGeom>
              <a:avLst/>
              <a:gdLst/>
              <a:ahLst/>
              <a:cxnLst/>
              <a:rect l="0" t="0" r="0" b="0"/>
              <a:pathLst>
                <a:path w="4049" h="6197">
                  <a:moveTo>
                    <a:pt x="4048" y="4074"/>
                  </a:moveTo>
                  <a:lnTo>
                    <a:pt x="1399" y="6196"/>
                  </a:lnTo>
                  <a:lnTo>
                    <a:pt x="0" y="3189"/>
                  </a:lnTo>
                  <a:lnTo>
                    <a:pt x="2199" y="0"/>
                  </a:lnTo>
                  <a:lnTo>
                    <a:pt x="3548" y="15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oPE_MapPart_DNK_8_30" descr="Dänemark">
              <a:extLst>
                <a:ext uri="{FF2B5EF4-FFF2-40B4-BE49-F238E27FC236}">
                  <a16:creationId xmlns:a16="http://schemas.microsoft.com/office/drawing/2014/main" id="{6F8FEB46-D510-6E1A-FFD4-FD3145301782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6379277" y="3338279"/>
              <a:ext cx="8449" cy="5566"/>
            </a:xfrm>
            <a:custGeom>
              <a:avLst/>
              <a:gdLst/>
              <a:ahLst/>
              <a:cxnLst/>
              <a:rect l="0" t="0" r="0" b="0"/>
              <a:pathLst>
                <a:path w="8449" h="5566">
                  <a:moveTo>
                    <a:pt x="7898" y="5565"/>
                  </a:moveTo>
                  <a:lnTo>
                    <a:pt x="3899" y="5044"/>
                  </a:lnTo>
                  <a:lnTo>
                    <a:pt x="0" y="0"/>
                  </a:lnTo>
                  <a:lnTo>
                    <a:pt x="8448" y="49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oPE_MapPart_DNK_9_31" descr="Dänemark">
              <a:extLst>
                <a:ext uri="{FF2B5EF4-FFF2-40B4-BE49-F238E27FC236}">
                  <a16:creationId xmlns:a16="http://schemas.microsoft.com/office/drawing/2014/main" id="{A297C909-EE1D-1800-4AFB-7FE48E22D3AD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6367330" y="3333572"/>
              <a:ext cx="8099" cy="8449"/>
            </a:xfrm>
            <a:custGeom>
              <a:avLst/>
              <a:gdLst/>
              <a:ahLst/>
              <a:cxnLst/>
              <a:rect l="0" t="0" r="0" b="0"/>
              <a:pathLst>
                <a:path w="8099" h="8449">
                  <a:moveTo>
                    <a:pt x="8098" y="8448"/>
                  </a:moveTo>
                  <a:lnTo>
                    <a:pt x="1000" y="7492"/>
                  </a:lnTo>
                  <a:lnTo>
                    <a:pt x="0" y="0"/>
                  </a:lnTo>
                  <a:lnTo>
                    <a:pt x="6348" y="3575"/>
                  </a:lnTo>
                  <a:lnTo>
                    <a:pt x="7998" y="740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oPE_MapPart_DNK_10_32" descr="Dänemark">
              <a:extLst>
                <a:ext uri="{FF2B5EF4-FFF2-40B4-BE49-F238E27FC236}">
                  <a16:creationId xmlns:a16="http://schemas.microsoft.com/office/drawing/2014/main" id="{818C80D4-976D-A550-6122-F44950C79B31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6388024" y="3287823"/>
              <a:ext cx="4051" cy="10341"/>
            </a:xfrm>
            <a:custGeom>
              <a:avLst/>
              <a:gdLst/>
              <a:ahLst/>
              <a:cxnLst/>
              <a:rect l="0" t="0" r="0" b="0"/>
              <a:pathLst>
                <a:path w="4051" h="10341">
                  <a:moveTo>
                    <a:pt x="2550" y="10340"/>
                  </a:moveTo>
                  <a:lnTo>
                    <a:pt x="301" y="10340"/>
                  </a:lnTo>
                  <a:lnTo>
                    <a:pt x="0" y="1698"/>
                  </a:lnTo>
                  <a:lnTo>
                    <a:pt x="900" y="0"/>
                  </a:lnTo>
                  <a:lnTo>
                    <a:pt x="3350" y="3929"/>
                  </a:lnTo>
                  <a:lnTo>
                    <a:pt x="4050" y="5712"/>
                  </a:lnTo>
                  <a:lnTo>
                    <a:pt x="3100" y="7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oPE_MapPart_DNK_11_33" descr="Dänemark">
              <a:extLst>
                <a:ext uri="{FF2B5EF4-FFF2-40B4-BE49-F238E27FC236}">
                  <a16:creationId xmlns:a16="http://schemas.microsoft.com/office/drawing/2014/main" id="{0E2607C8-A4DF-9692-0863-4DAC2773E3DB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6397972" y="3220236"/>
              <a:ext cx="8349" cy="3978"/>
            </a:xfrm>
            <a:custGeom>
              <a:avLst/>
              <a:gdLst/>
              <a:ahLst/>
              <a:cxnLst/>
              <a:rect l="0" t="0" r="0" b="0"/>
              <a:pathLst>
                <a:path w="8349" h="3978">
                  <a:moveTo>
                    <a:pt x="4949" y="3977"/>
                  </a:moveTo>
                  <a:lnTo>
                    <a:pt x="0" y="3515"/>
                  </a:lnTo>
                  <a:lnTo>
                    <a:pt x="5898" y="0"/>
                  </a:lnTo>
                  <a:lnTo>
                    <a:pt x="8348" y="370"/>
                  </a:lnTo>
                  <a:lnTo>
                    <a:pt x="5649" y="26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oPE_MapPart_DNK_12_34" descr="Dänemark">
              <a:extLst>
                <a:ext uri="{FF2B5EF4-FFF2-40B4-BE49-F238E27FC236}">
                  <a16:creationId xmlns:a16="http://schemas.microsoft.com/office/drawing/2014/main" id="{39BB9058-5467-BB0A-D169-224DDF3128D0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6503795" y="3322104"/>
              <a:ext cx="12598" cy="13301"/>
            </a:xfrm>
            <a:custGeom>
              <a:avLst/>
              <a:gdLst/>
              <a:ahLst/>
              <a:cxnLst/>
              <a:rect l="0" t="0" r="0" b="0"/>
              <a:pathLst>
                <a:path w="12598" h="13301">
                  <a:moveTo>
                    <a:pt x="11197" y="13300"/>
                  </a:moveTo>
                  <a:lnTo>
                    <a:pt x="5598" y="12777"/>
                  </a:lnTo>
                  <a:lnTo>
                    <a:pt x="0" y="9459"/>
                  </a:lnTo>
                  <a:lnTo>
                    <a:pt x="800" y="2808"/>
                  </a:lnTo>
                  <a:lnTo>
                    <a:pt x="2250" y="0"/>
                  </a:lnTo>
                  <a:lnTo>
                    <a:pt x="12447" y="7361"/>
                  </a:lnTo>
                  <a:lnTo>
                    <a:pt x="12597" y="1015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oPE_MapPart_EST_1_35" descr="Estland">
              <a:extLst>
                <a:ext uri="{FF2B5EF4-FFF2-40B4-BE49-F238E27FC236}">
                  <a16:creationId xmlns:a16="http://schemas.microsoft.com/office/drawing/2014/main" id="{F31589B5-075C-4AA9-AC3D-401FEF7F320F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6746732" y="3097493"/>
              <a:ext cx="131018" cy="112530"/>
            </a:xfrm>
            <a:custGeom>
              <a:avLst/>
              <a:gdLst/>
              <a:ahLst/>
              <a:cxnLst/>
              <a:rect l="0" t="0" r="0" b="0"/>
              <a:pathLst>
                <a:path w="131018" h="112530">
                  <a:moveTo>
                    <a:pt x="108873" y="112529"/>
                  </a:moveTo>
                  <a:lnTo>
                    <a:pt x="98126" y="108334"/>
                  </a:lnTo>
                  <a:lnTo>
                    <a:pt x="84129" y="111691"/>
                  </a:lnTo>
                  <a:lnTo>
                    <a:pt x="79581" y="108708"/>
                  </a:lnTo>
                  <a:lnTo>
                    <a:pt x="71083" y="96446"/>
                  </a:lnTo>
                  <a:lnTo>
                    <a:pt x="65584" y="94849"/>
                  </a:lnTo>
                  <a:lnTo>
                    <a:pt x="51388" y="85427"/>
                  </a:lnTo>
                  <a:lnTo>
                    <a:pt x="50687" y="88164"/>
                  </a:lnTo>
                  <a:lnTo>
                    <a:pt x="46639" y="84671"/>
                  </a:lnTo>
                  <a:lnTo>
                    <a:pt x="24745" y="94755"/>
                  </a:lnTo>
                  <a:lnTo>
                    <a:pt x="28644" y="82402"/>
                  </a:lnTo>
                  <a:lnTo>
                    <a:pt x="29293" y="74153"/>
                  </a:lnTo>
                  <a:lnTo>
                    <a:pt x="31043" y="71966"/>
                  </a:lnTo>
                  <a:lnTo>
                    <a:pt x="30443" y="69300"/>
                  </a:lnTo>
                  <a:lnTo>
                    <a:pt x="25145" y="67871"/>
                  </a:lnTo>
                  <a:lnTo>
                    <a:pt x="22295" y="72727"/>
                  </a:lnTo>
                  <a:lnTo>
                    <a:pt x="18947" y="73963"/>
                  </a:lnTo>
                  <a:lnTo>
                    <a:pt x="9299" y="68919"/>
                  </a:lnTo>
                  <a:lnTo>
                    <a:pt x="7199" y="61280"/>
                  </a:lnTo>
                  <a:lnTo>
                    <a:pt x="3600" y="57544"/>
                  </a:lnTo>
                  <a:lnTo>
                    <a:pt x="2151" y="53129"/>
                  </a:lnTo>
                  <a:lnTo>
                    <a:pt x="2751" y="50051"/>
                  </a:lnTo>
                  <a:lnTo>
                    <a:pt x="6899" y="46197"/>
                  </a:lnTo>
                  <a:lnTo>
                    <a:pt x="2000" y="46100"/>
                  </a:lnTo>
                  <a:lnTo>
                    <a:pt x="0" y="39045"/>
                  </a:lnTo>
                  <a:lnTo>
                    <a:pt x="2301" y="34876"/>
                  </a:lnTo>
                  <a:lnTo>
                    <a:pt x="1000" y="33031"/>
                  </a:lnTo>
                  <a:lnTo>
                    <a:pt x="2351" y="28947"/>
                  </a:lnTo>
                  <a:lnTo>
                    <a:pt x="1700" y="24267"/>
                  </a:lnTo>
                  <a:lnTo>
                    <a:pt x="9749" y="19870"/>
                  </a:lnTo>
                  <a:lnTo>
                    <a:pt x="18097" y="18989"/>
                  </a:lnTo>
                  <a:lnTo>
                    <a:pt x="17247" y="14579"/>
                  </a:lnTo>
                  <a:lnTo>
                    <a:pt x="20646" y="14383"/>
                  </a:lnTo>
                  <a:lnTo>
                    <a:pt x="26345" y="9174"/>
                  </a:lnTo>
                  <a:lnTo>
                    <a:pt x="31992" y="10060"/>
                  </a:lnTo>
                  <a:lnTo>
                    <a:pt x="40141" y="6417"/>
                  </a:lnTo>
                  <a:lnTo>
                    <a:pt x="55837" y="6515"/>
                  </a:lnTo>
                  <a:lnTo>
                    <a:pt x="57986" y="4346"/>
                  </a:lnTo>
                  <a:lnTo>
                    <a:pt x="57687" y="0"/>
                  </a:lnTo>
                  <a:lnTo>
                    <a:pt x="88679" y="4642"/>
                  </a:lnTo>
                  <a:lnTo>
                    <a:pt x="98376" y="10355"/>
                  </a:lnTo>
                  <a:lnTo>
                    <a:pt x="123870" y="12321"/>
                  </a:lnTo>
                  <a:lnTo>
                    <a:pt x="127168" y="8485"/>
                  </a:lnTo>
                  <a:lnTo>
                    <a:pt x="131017" y="14481"/>
                  </a:lnTo>
                  <a:lnTo>
                    <a:pt x="124019" y="19772"/>
                  </a:lnTo>
                  <a:lnTo>
                    <a:pt x="120120" y="31962"/>
                  </a:lnTo>
                  <a:lnTo>
                    <a:pt x="111122" y="46197"/>
                  </a:lnTo>
                  <a:lnTo>
                    <a:pt x="113822" y="65008"/>
                  </a:lnTo>
                  <a:lnTo>
                    <a:pt x="113021" y="76337"/>
                  </a:lnTo>
                  <a:lnTo>
                    <a:pt x="117771" y="91368"/>
                  </a:lnTo>
                  <a:lnTo>
                    <a:pt x="120720" y="94755"/>
                  </a:lnTo>
                  <a:lnTo>
                    <a:pt x="114122" y="98417"/>
                  </a:lnTo>
                  <a:lnTo>
                    <a:pt x="110173" y="105346"/>
                  </a:lnTo>
                  <a:lnTo>
                    <a:pt x="108923" y="1114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oPE_MapPart_EST_2_36" descr="Estland">
              <a:extLst>
                <a:ext uri="{FF2B5EF4-FFF2-40B4-BE49-F238E27FC236}">
                  <a16:creationId xmlns:a16="http://schemas.microsoft.com/office/drawing/2014/main" id="{3F4A4A61-A065-205D-098D-B0A445101B64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6702895" y="3152255"/>
              <a:ext cx="40790" cy="36796"/>
            </a:xfrm>
            <a:custGeom>
              <a:avLst/>
              <a:gdLst/>
              <a:ahLst/>
              <a:cxnLst/>
              <a:rect l="0" t="0" r="0" b="0"/>
              <a:pathLst>
                <a:path w="40790" h="36796">
                  <a:moveTo>
                    <a:pt x="21194" y="384"/>
                  </a:moveTo>
                  <a:lnTo>
                    <a:pt x="30841" y="1152"/>
                  </a:lnTo>
                  <a:lnTo>
                    <a:pt x="40789" y="9386"/>
                  </a:lnTo>
                  <a:lnTo>
                    <a:pt x="35340" y="10246"/>
                  </a:lnTo>
                  <a:lnTo>
                    <a:pt x="24342" y="21101"/>
                  </a:lnTo>
                  <a:lnTo>
                    <a:pt x="14396" y="21765"/>
                  </a:lnTo>
                  <a:lnTo>
                    <a:pt x="11546" y="24705"/>
                  </a:lnTo>
                  <a:lnTo>
                    <a:pt x="8297" y="34911"/>
                  </a:lnTo>
                  <a:lnTo>
                    <a:pt x="3948" y="36795"/>
                  </a:lnTo>
                  <a:lnTo>
                    <a:pt x="3648" y="33402"/>
                  </a:lnTo>
                  <a:lnTo>
                    <a:pt x="9247" y="25084"/>
                  </a:lnTo>
                  <a:lnTo>
                    <a:pt x="799" y="19391"/>
                  </a:lnTo>
                  <a:lnTo>
                    <a:pt x="0" y="17299"/>
                  </a:lnTo>
                  <a:lnTo>
                    <a:pt x="3598" y="12823"/>
                  </a:lnTo>
                  <a:lnTo>
                    <a:pt x="249" y="6996"/>
                  </a:lnTo>
                  <a:lnTo>
                    <a:pt x="11446" y="6422"/>
                  </a:lnTo>
                  <a:lnTo>
                    <a:pt x="13196" y="2495"/>
                  </a:lnTo>
                  <a:lnTo>
                    <a:pt x="1924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oPE_MapPart_EST_3_37" descr="Estland">
              <a:extLst>
                <a:ext uri="{FF2B5EF4-FFF2-40B4-BE49-F238E27FC236}">
                  <a16:creationId xmlns:a16="http://schemas.microsoft.com/office/drawing/2014/main" id="{BB3C04E4-DD4C-616C-8D5F-1E13C475B584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6708493" y="3127608"/>
              <a:ext cx="26494" cy="21285"/>
            </a:xfrm>
            <a:custGeom>
              <a:avLst/>
              <a:gdLst/>
              <a:ahLst/>
              <a:cxnLst/>
              <a:rect l="0" t="0" r="0" b="0"/>
              <a:pathLst>
                <a:path w="26494" h="21285">
                  <a:moveTo>
                    <a:pt x="24093" y="13958"/>
                  </a:moveTo>
                  <a:lnTo>
                    <a:pt x="21843" y="16660"/>
                  </a:lnTo>
                  <a:lnTo>
                    <a:pt x="19744" y="14345"/>
                  </a:lnTo>
                  <a:lnTo>
                    <a:pt x="16845" y="20321"/>
                  </a:lnTo>
                  <a:lnTo>
                    <a:pt x="13496" y="21284"/>
                  </a:lnTo>
                  <a:lnTo>
                    <a:pt x="11597" y="20129"/>
                  </a:lnTo>
                  <a:lnTo>
                    <a:pt x="9897" y="12026"/>
                  </a:lnTo>
                  <a:lnTo>
                    <a:pt x="0" y="7767"/>
                  </a:lnTo>
                  <a:lnTo>
                    <a:pt x="11297" y="6022"/>
                  </a:lnTo>
                  <a:lnTo>
                    <a:pt x="14746" y="291"/>
                  </a:lnTo>
                  <a:lnTo>
                    <a:pt x="16496" y="0"/>
                  </a:lnTo>
                  <a:lnTo>
                    <a:pt x="18596" y="3887"/>
                  </a:lnTo>
                  <a:lnTo>
                    <a:pt x="23744" y="5149"/>
                  </a:lnTo>
                  <a:lnTo>
                    <a:pt x="26493" y="135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oPE_MapPart_EST_4_38" descr="Estland">
              <a:extLst>
                <a:ext uri="{FF2B5EF4-FFF2-40B4-BE49-F238E27FC236}">
                  <a16:creationId xmlns:a16="http://schemas.microsoft.com/office/drawing/2014/main" id="{DBABAA33-9BCB-5373-FC6F-7B0C0E5BF494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6736485" y="3149565"/>
              <a:ext cx="8149" cy="7390"/>
            </a:xfrm>
            <a:custGeom>
              <a:avLst/>
              <a:gdLst/>
              <a:ahLst/>
              <a:cxnLst/>
              <a:rect l="0" t="0" r="0" b="0"/>
              <a:pathLst>
                <a:path w="8149" h="7390">
                  <a:moveTo>
                    <a:pt x="7799" y="6814"/>
                  </a:moveTo>
                  <a:lnTo>
                    <a:pt x="5449" y="7389"/>
                  </a:lnTo>
                  <a:lnTo>
                    <a:pt x="0" y="3554"/>
                  </a:lnTo>
                  <a:lnTo>
                    <a:pt x="2849" y="0"/>
                  </a:lnTo>
                  <a:lnTo>
                    <a:pt x="7499" y="1537"/>
                  </a:lnTo>
                  <a:lnTo>
                    <a:pt x="8148" y="54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oPE_MapPart_FRO_1_39" descr="Färöer">
              <a:extLst>
                <a:ext uri="{FF2B5EF4-FFF2-40B4-BE49-F238E27FC236}">
                  <a16:creationId xmlns:a16="http://schemas.microsoft.com/office/drawing/2014/main" id="{CA5DE2A8-1B0F-D2B9-D68B-2AF11F6102C7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5888953" y="2936736"/>
              <a:ext cx="29993" cy="63686"/>
            </a:xfrm>
            <a:custGeom>
              <a:avLst/>
              <a:gdLst/>
              <a:ahLst/>
              <a:cxnLst/>
              <a:rect l="0" t="0" r="0" b="0"/>
              <a:pathLst>
                <a:path w="29993" h="63686">
                  <a:moveTo>
                    <a:pt x="0" y="0"/>
                  </a:moveTo>
                  <a:lnTo>
                    <a:pt x="29992" y="0"/>
                  </a:lnTo>
                  <a:lnTo>
                    <a:pt x="29992" y="63685"/>
                  </a:lnTo>
                  <a:lnTo>
                    <a:pt x="0" y="636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oPE_MapPart_FIN_1_40" descr="Finnland">
              <a:extLst>
                <a:ext uri="{FF2B5EF4-FFF2-40B4-BE49-F238E27FC236}">
                  <a16:creationId xmlns:a16="http://schemas.microsoft.com/office/drawing/2014/main" id="{0E7D142A-95CF-11C1-6994-E792C5EE34E4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6668703" y="2406755"/>
              <a:ext cx="303023" cy="681021"/>
            </a:xfrm>
            <a:custGeom>
              <a:avLst/>
              <a:gdLst/>
              <a:ahLst/>
              <a:cxnLst/>
              <a:rect l="0" t="0" r="0" b="0"/>
              <a:pathLst>
                <a:path w="303023" h="681021">
                  <a:moveTo>
                    <a:pt x="98124" y="315630"/>
                  </a:moveTo>
                  <a:lnTo>
                    <a:pt x="91227" y="292178"/>
                  </a:lnTo>
                  <a:lnTo>
                    <a:pt x="86878" y="289209"/>
                  </a:lnTo>
                  <a:lnTo>
                    <a:pt x="85479" y="284993"/>
                  </a:lnTo>
                  <a:lnTo>
                    <a:pt x="84728" y="276158"/>
                  </a:lnTo>
                  <a:lnTo>
                    <a:pt x="85479" y="269157"/>
                  </a:lnTo>
                  <a:lnTo>
                    <a:pt x="90077" y="262506"/>
                  </a:lnTo>
                  <a:lnTo>
                    <a:pt x="90877" y="253428"/>
                  </a:lnTo>
                  <a:lnTo>
                    <a:pt x="93476" y="246081"/>
                  </a:lnTo>
                  <a:lnTo>
                    <a:pt x="83829" y="223464"/>
                  </a:lnTo>
                  <a:lnTo>
                    <a:pt x="83429" y="215989"/>
                  </a:lnTo>
                  <a:lnTo>
                    <a:pt x="87527" y="209129"/>
                  </a:lnTo>
                  <a:lnTo>
                    <a:pt x="86378" y="202372"/>
                  </a:lnTo>
                  <a:lnTo>
                    <a:pt x="78630" y="199635"/>
                  </a:lnTo>
                  <a:lnTo>
                    <a:pt x="81079" y="188384"/>
                  </a:lnTo>
                  <a:lnTo>
                    <a:pt x="79930" y="182467"/>
                  </a:lnTo>
                  <a:lnTo>
                    <a:pt x="79980" y="169378"/>
                  </a:lnTo>
                  <a:lnTo>
                    <a:pt x="83779" y="163528"/>
                  </a:lnTo>
                  <a:lnTo>
                    <a:pt x="74881" y="150427"/>
                  </a:lnTo>
                  <a:lnTo>
                    <a:pt x="71082" y="149890"/>
                  </a:lnTo>
                  <a:lnTo>
                    <a:pt x="68732" y="140873"/>
                  </a:lnTo>
                  <a:lnTo>
                    <a:pt x="61984" y="132621"/>
                  </a:lnTo>
                  <a:lnTo>
                    <a:pt x="38190" y="121057"/>
                  </a:lnTo>
                  <a:lnTo>
                    <a:pt x="8198" y="91451"/>
                  </a:lnTo>
                  <a:lnTo>
                    <a:pt x="7548" y="85886"/>
                  </a:lnTo>
                  <a:lnTo>
                    <a:pt x="0" y="81421"/>
                  </a:lnTo>
                  <a:lnTo>
                    <a:pt x="1499" y="78904"/>
                  </a:lnTo>
                  <a:lnTo>
                    <a:pt x="12297" y="81002"/>
                  </a:lnTo>
                  <a:lnTo>
                    <a:pt x="14046" y="78064"/>
                  </a:lnTo>
                  <a:lnTo>
                    <a:pt x="11947" y="69784"/>
                  </a:lnTo>
                  <a:lnTo>
                    <a:pt x="14497" y="64995"/>
                  </a:lnTo>
                  <a:lnTo>
                    <a:pt x="27743" y="63159"/>
                  </a:lnTo>
                  <a:lnTo>
                    <a:pt x="46588" y="95475"/>
                  </a:lnTo>
                  <a:lnTo>
                    <a:pt x="49687" y="105836"/>
                  </a:lnTo>
                  <a:lnTo>
                    <a:pt x="75031" y="111337"/>
                  </a:lnTo>
                  <a:lnTo>
                    <a:pt x="85679" y="106387"/>
                  </a:lnTo>
                  <a:lnTo>
                    <a:pt x="89726" y="99212"/>
                  </a:lnTo>
                  <a:lnTo>
                    <a:pt x="119920" y="115588"/>
                  </a:lnTo>
                  <a:lnTo>
                    <a:pt x="123968" y="112023"/>
                  </a:lnTo>
                  <a:lnTo>
                    <a:pt x="128467" y="98106"/>
                  </a:lnTo>
                  <a:lnTo>
                    <a:pt x="137514" y="92978"/>
                  </a:lnTo>
                  <a:lnTo>
                    <a:pt x="142363" y="85050"/>
                  </a:lnTo>
                  <a:lnTo>
                    <a:pt x="142863" y="62312"/>
                  </a:lnTo>
                  <a:lnTo>
                    <a:pt x="149662" y="32952"/>
                  </a:lnTo>
                  <a:lnTo>
                    <a:pt x="163908" y="11832"/>
                  </a:lnTo>
                  <a:lnTo>
                    <a:pt x="180654" y="12559"/>
                  </a:lnTo>
                  <a:lnTo>
                    <a:pt x="193551" y="1612"/>
                  </a:lnTo>
                  <a:lnTo>
                    <a:pt x="201799" y="0"/>
                  </a:lnTo>
                  <a:lnTo>
                    <a:pt x="216295" y="19385"/>
                  </a:lnTo>
                  <a:lnTo>
                    <a:pt x="236589" y="31514"/>
                  </a:lnTo>
                  <a:lnTo>
                    <a:pt x="241888" y="47268"/>
                  </a:lnTo>
                  <a:lnTo>
                    <a:pt x="228391" y="70488"/>
                  </a:lnTo>
                  <a:lnTo>
                    <a:pt x="227992" y="75122"/>
                  </a:lnTo>
                  <a:lnTo>
                    <a:pt x="231691" y="82538"/>
                  </a:lnTo>
                  <a:lnTo>
                    <a:pt x="216395" y="91729"/>
                  </a:lnTo>
                  <a:lnTo>
                    <a:pt x="225543" y="95336"/>
                  </a:lnTo>
                  <a:lnTo>
                    <a:pt x="226492" y="98659"/>
                  </a:lnTo>
                  <a:lnTo>
                    <a:pt x="217944" y="123513"/>
                  </a:lnTo>
                  <a:lnTo>
                    <a:pt x="223893" y="145993"/>
                  </a:lnTo>
                  <a:lnTo>
                    <a:pt x="242188" y="155519"/>
                  </a:lnTo>
                  <a:lnTo>
                    <a:pt x="260083" y="184573"/>
                  </a:lnTo>
                  <a:lnTo>
                    <a:pt x="258783" y="193364"/>
                  </a:lnTo>
                  <a:lnTo>
                    <a:pt x="239389" y="225778"/>
                  </a:lnTo>
                  <a:lnTo>
                    <a:pt x="235040" y="234746"/>
                  </a:lnTo>
                  <a:lnTo>
                    <a:pt x="234490" y="240359"/>
                  </a:lnTo>
                  <a:lnTo>
                    <a:pt x="257733" y="296129"/>
                  </a:lnTo>
                  <a:lnTo>
                    <a:pt x="262833" y="316849"/>
                  </a:lnTo>
                  <a:lnTo>
                    <a:pt x="263082" y="323904"/>
                  </a:lnTo>
                  <a:lnTo>
                    <a:pt x="252535" y="327784"/>
                  </a:lnTo>
                  <a:lnTo>
                    <a:pt x="255384" y="331535"/>
                  </a:lnTo>
                  <a:lnTo>
                    <a:pt x="252885" y="337929"/>
                  </a:lnTo>
                  <a:lnTo>
                    <a:pt x="252485" y="347056"/>
                  </a:lnTo>
                  <a:lnTo>
                    <a:pt x="249536" y="352916"/>
                  </a:lnTo>
                  <a:lnTo>
                    <a:pt x="255135" y="355779"/>
                  </a:lnTo>
                  <a:lnTo>
                    <a:pt x="255634" y="359709"/>
                  </a:lnTo>
                  <a:lnTo>
                    <a:pt x="249936" y="366711"/>
                  </a:lnTo>
                  <a:lnTo>
                    <a:pt x="249436" y="371325"/>
                  </a:lnTo>
                  <a:lnTo>
                    <a:pt x="254385" y="382161"/>
                  </a:lnTo>
                  <a:lnTo>
                    <a:pt x="263482" y="386734"/>
                  </a:lnTo>
                  <a:lnTo>
                    <a:pt x="263733" y="392463"/>
                  </a:lnTo>
                  <a:lnTo>
                    <a:pt x="260034" y="400267"/>
                  </a:lnTo>
                  <a:lnTo>
                    <a:pt x="263432" y="410464"/>
                  </a:lnTo>
                  <a:lnTo>
                    <a:pt x="273979" y="418764"/>
                  </a:lnTo>
                  <a:lnTo>
                    <a:pt x="275030" y="428970"/>
                  </a:lnTo>
                  <a:lnTo>
                    <a:pt x="274430" y="432511"/>
                  </a:lnTo>
                  <a:lnTo>
                    <a:pt x="266232" y="446265"/>
                  </a:lnTo>
                  <a:lnTo>
                    <a:pt x="260183" y="450563"/>
                  </a:lnTo>
                  <a:lnTo>
                    <a:pt x="272030" y="464963"/>
                  </a:lnTo>
                  <a:lnTo>
                    <a:pt x="293226" y="483244"/>
                  </a:lnTo>
                  <a:lnTo>
                    <a:pt x="302323" y="498813"/>
                  </a:lnTo>
                  <a:lnTo>
                    <a:pt x="303022" y="503095"/>
                  </a:lnTo>
                  <a:lnTo>
                    <a:pt x="296125" y="522294"/>
                  </a:lnTo>
                  <a:lnTo>
                    <a:pt x="286426" y="536990"/>
                  </a:lnTo>
                  <a:lnTo>
                    <a:pt x="239639" y="597833"/>
                  </a:lnTo>
                  <a:lnTo>
                    <a:pt x="216195" y="620273"/>
                  </a:lnTo>
                  <a:lnTo>
                    <a:pt x="199249" y="640815"/>
                  </a:lnTo>
                  <a:lnTo>
                    <a:pt x="189951" y="644774"/>
                  </a:lnTo>
                  <a:lnTo>
                    <a:pt x="182803" y="640408"/>
                  </a:lnTo>
                  <a:lnTo>
                    <a:pt x="164158" y="647712"/>
                  </a:lnTo>
                  <a:lnTo>
                    <a:pt x="163758" y="644469"/>
                  </a:lnTo>
                  <a:lnTo>
                    <a:pt x="166057" y="637458"/>
                  </a:lnTo>
                  <a:lnTo>
                    <a:pt x="165157" y="635828"/>
                  </a:lnTo>
                  <a:lnTo>
                    <a:pt x="162009" y="644672"/>
                  </a:lnTo>
                  <a:lnTo>
                    <a:pt x="159809" y="647105"/>
                  </a:lnTo>
                  <a:lnTo>
                    <a:pt x="155011" y="648117"/>
                  </a:lnTo>
                  <a:lnTo>
                    <a:pt x="148112" y="644267"/>
                  </a:lnTo>
                  <a:lnTo>
                    <a:pt x="150312" y="651757"/>
                  </a:lnTo>
                  <a:lnTo>
                    <a:pt x="147812" y="651454"/>
                  </a:lnTo>
                  <a:lnTo>
                    <a:pt x="142613" y="655894"/>
                  </a:lnTo>
                  <a:lnTo>
                    <a:pt x="139814" y="652262"/>
                  </a:lnTo>
                  <a:lnTo>
                    <a:pt x="125868" y="660022"/>
                  </a:lnTo>
                  <a:lnTo>
                    <a:pt x="110472" y="664442"/>
                  </a:lnTo>
                  <a:lnTo>
                    <a:pt x="106173" y="669651"/>
                  </a:lnTo>
                  <a:lnTo>
                    <a:pt x="103323" y="668450"/>
                  </a:lnTo>
                  <a:lnTo>
                    <a:pt x="86078" y="672749"/>
                  </a:lnTo>
                  <a:lnTo>
                    <a:pt x="78880" y="671551"/>
                  </a:lnTo>
                  <a:lnTo>
                    <a:pt x="71082" y="679429"/>
                  </a:lnTo>
                  <a:lnTo>
                    <a:pt x="66633" y="681020"/>
                  </a:lnTo>
                  <a:lnTo>
                    <a:pt x="65033" y="680423"/>
                  </a:lnTo>
                  <a:lnTo>
                    <a:pt x="71231" y="672350"/>
                  </a:lnTo>
                  <a:lnTo>
                    <a:pt x="71532" y="669651"/>
                  </a:lnTo>
                  <a:lnTo>
                    <a:pt x="65883" y="665344"/>
                  </a:lnTo>
                  <a:lnTo>
                    <a:pt x="63584" y="659117"/>
                  </a:lnTo>
                  <a:lnTo>
                    <a:pt x="62334" y="658815"/>
                  </a:lnTo>
                  <a:lnTo>
                    <a:pt x="60984" y="665144"/>
                  </a:lnTo>
                  <a:lnTo>
                    <a:pt x="59085" y="667649"/>
                  </a:lnTo>
                  <a:lnTo>
                    <a:pt x="51087" y="669151"/>
                  </a:lnTo>
                  <a:lnTo>
                    <a:pt x="50437" y="665845"/>
                  </a:lnTo>
                  <a:lnTo>
                    <a:pt x="51336" y="662635"/>
                  </a:lnTo>
                  <a:lnTo>
                    <a:pt x="50537" y="662133"/>
                  </a:lnTo>
                  <a:lnTo>
                    <a:pt x="51287" y="659620"/>
                  </a:lnTo>
                  <a:lnTo>
                    <a:pt x="54635" y="658110"/>
                  </a:lnTo>
                  <a:lnTo>
                    <a:pt x="52487" y="655088"/>
                  </a:lnTo>
                  <a:lnTo>
                    <a:pt x="54487" y="649533"/>
                  </a:lnTo>
                  <a:lnTo>
                    <a:pt x="45438" y="648421"/>
                  </a:lnTo>
                  <a:lnTo>
                    <a:pt x="34192" y="642541"/>
                  </a:lnTo>
                  <a:lnTo>
                    <a:pt x="32841" y="637560"/>
                  </a:lnTo>
                  <a:lnTo>
                    <a:pt x="27493" y="641119"/>
                  </a:lnTo>
                  <a:lnTo>
                    <a:pt x="22594" y="637356"/>
                  </a:lnTo>
                  <a:lnTo>
                    <a:pt x="20495" y="616260"/>
                  </a:lnTo>
                  <a:lnTo>
                    <a:pt x="24743" y="598249"/>
                  </a:lnTo>
                  <a:lnTo>
                    <a:pt x="24544" y="586455"/>
                  </a:lnTo>
                  <a:lnTo>
                    <a:pt x="26193" y="586455"/>
                  </a:lnTo>
                  <a:lnTo>
                    <a:pt x="24293" y="582472"/>
                  </a:lnTo>
                  <a:lnTo>
                    <a:pt x="27293" y="580162"/>
                  </a:lnTo>
                  <a:lnTo>
                    <a:pt x="21144" y="561255"/>
                  </a:lnTo>
                  <a:lnTo>
                    <a:pt x="17596" y="556790"/>
                  </a:lnTo>
                  <a:lnTo>
                    <a:pt x="19994" y="539679"/>
                  </a:lnTo>
                  <a:lnTo>
                    <a:pt x="19445" y="535806"/>
                  </a:lnTo>
                  <a:lnTo>
                    <a:pt x="15096" y="531601"/>
                  </a:lnTo>
                  <a:lnTo>
                    <a:pt x="13346" y="518927"/>
                  </a:lnTo>
                  <a:lnTo>
                    <a:pt x="14497" y="511847"/>
                  </a:lnTo>
                  <a:lnTo>
                    <a:pt x="23194" y="499142"/>
                  </a:lnTo>
                  <a:lnTo>
                    <a:pt x="23644" y="494079"/>
                  </a:lnTo>
                  <a:lnTo>
                    <a:pt x="28542" y="493638"/>
                  </a:lnTo>
                  <a:lnTo>
                    <a:pt x="26293" y="489112"/>
                  </a:lnTo>
                  <a:lnTo>
                    <a:pt x="25643" y="483577"/>
                  </a:lnTo>
                  <a:lnTo>
                    <a:pt x="32691" y="481469"/>
                  </a:lnTo>
                  <a:lnTo>
                    <a:pt x="35341" y="483133"/>
                  </a:lnTo>
                  <a:lnTo>
                    <a:pt x="47137" y="477022"/>
                  </a:lnTo>
                  <a:lnTo>
                    <a:pt x="44988" y="469103"/>
                  </a:lnTo>
                  <a:lnTo>
                    <a:pt x="47837" y="468768"/>
                  </a:lnTo>
                  <a:lnTo>
                    <a:pt x="47089" y="464963"/>
                  </a:lnTo>
                  <a:lnTo>
                    <a:pt x="49287" y="465747"/>
                  </a:lnTo>
                  <a:lnTo>
                    <a:pt x="52887" y="460250"/>
                  </a:lnTo>
                  <a:lnTo>
                    <a:pt x="53036" y="455976"/>
                  </a:lnTo>
                  <a:lnTo>
                    <a:pt x="59235" y="453723"/>
                  </a:lnTo>
                  <a:lnTo>
                    <a:pt x="79729" y="431598"/>
                  </a:lnTo>
                  <a:lnTo>
                    <a:pt x="82679" y="431255"/>
                  </a:lnTo>
                  <a:lnTo>
                    <a:pt x="84178" y="425307"/>
                  </a:lnTo>
                  <a:lnTo>
                    <a:pt x="101524" y="400848"/>
                  </a:lnTo>
                  <a:lnTo>
                    <a:pt x="109272" y="382278"/>
                  </a:lnTo>
                  <a:lnTo>
                    <a:pt x="119969" y="376869"/>
                  </a:lnTo>
                  <a:lnTo>
                    <a:pt x="129567" y="378399"/>
                  </a:lnTo>
                  <a:lnTo>
                    <a:pt x="127917" y="372506"/>
                  </a:lnTo>
                  <a:lnTo>
                    <a:pt x="131916" y="368724"/>
                  </a:lnTo>
                  <a:lnTo>
                    <a:pt x="131016" y="362798"/>
                  </a:lnTo>
                  <a:lnTo>
                    <a:pt x="128667" y="359827"/>
                  </a:lnTo>
                  <a:lnTo>
                    <a:pt x="131217" y="337567"/>
                  </a:lnTo>
                  <a:lnTo>
                    <a:pt x="128267" y="332985"/>
                  </a:lnTo>
                  <a:lnTo>
                    <a:pt x="112521" y="324632"/>
                  </a:lnTo>
                  <a:lnTo>
                    <a:pt x="109922" y="318799"/>
                  </a:lnTo>
                  <a:lnTo>
                    <a:pt x="111221" y="311968"/>
                  </a:lnTo>
                  <a:lnTo>
                    <a:pt x="105023" y="317215"/>
                  </a:lnTo>
                  <a:lnTo>
                    <a:pt x="100374" y="3151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oPE_MapPart_FIN_2_41" descr="Finnland">
              <a:extLst>
                <a:ext uri="{FF2B5EF4-FFF2-40B4-BE49-F238E27FC236}">
                  <a16:creationId xmlns:a16="http://schemas.microsoft.com/office/drawing/2014/main" id="{DD8E7FC0-AE52-CAB8-3A19-2BD20FB0B171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6701895" y="3051326"/>
              <a:ext cx="4900" cy="7490"/>
            </a:xfrm>
            <a:custGeom>
              <a:avLst/>
              <a:gdLst/>
              <a:ahLst/>
              <a:cxnLst/>
              <a:rect l="0" t="0" r="0" b="0"/>
              <a:pathLst>
                <a:path w="4900" h="7490">
                  <a:moveTo>
                    <a:pt x="4899" y="7489"/>
                  </a:moveTo>
                  <a:lnTo>
                    <a:pt x="0" y="4962"/>
                  </a:lnTo>
                  <a:lnTo>
                    <a:pt x="249" y="0"/>
                  </a:lnTo>
                  <a:lnTo>
                    <a:pt x="4499" y="637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oPE_MapPart_FIN_3_42" descr="Finnland">
              <a:extLst>
                <a:ext uri="{FF2B5EF4-FFF2-40B4-BE49-F238E27FC236}">
                  <a16:creationId xmlns:a16="http://schemas.microsoft.com/office/drawing/2014/main" id="{7DF7F6B4-C318-050C-B815-87B029DF31D2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6681500" y="2885780"/>
              <a:ext cx="9398" cy="7765"/>
            </a:xfrm>
            <a:custGeom>
              <a:avLst/>
              <a:gdLst/>
              <a:ahLst/>
              <a:cxnLst/>
              <a:rect l="0" t="0" r="0" b="0"/>
              <a:pathLst>
                <a:path w="9398" h="7765">
                  <a:moveTo>
                    <a:pt x="3749" y="2221"/>
                  </a:moveTo>
                  <a:lnTo>
                    <a:pt x="7848" y="1000"/>
                  </a:lnTo>
                  <a:lnTo>
                    <a:pt x="9397" y="1888"/>
                  </a:lnTo>
                  <a:lnTo>
                    <a:pt x="9247" y="4884"/>
                  </a:lnTo>
                  <a:lnTo>
                    <a:pt x="4698" y="7764"/>
                  </a:lnTo>
                  <a:lnTo>
                    <a:pt x="0" y="0"/>
                  </a:lnTo>
                  <a:lnTo>
                    <a:pt x="3849" y="11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oPE_MapPart_FIN_4_43" descr="Finnland">
              <a:extLst>
                <a:ext uri="{FF2B5EF4-FFF2-40B4-BE49-F238E27FC236}">
                  <a16:creationId xmlns:a16="http://schemas.microsoft.com/office/drawing/2014/main" id="{BCAB6E4F-5EC6-4826-81D1-52B741AE333F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6709093" y="3056895"/>
              <a:ext cx="9398" cy="11491"/>
            </a:xfrm>
            <a:custGeom>
              <a:avLst/>
              <a:gdLst/>
              <a:ahLst/>
              <a:cxnLst/>
              <a:rect l="0" t="0" r="0" b="0"/>
              <a:pathLst>
                <a:path w="9398" h="11491">
                  <a:moveTo>
                    <a:pt x="2699" y="0"/>
                  </a:moveTo>
                  <a:lnTo>
                    <a:pt x="7697" y="809"/>
                  </a:lnTo>
                  <a:lnTo>
                    <a:pt x="9397" y="3737"/>
                  </a:lnTo>
                  <a:lnTo>
                    <a:pt x="6548" y="5654"/>
                  </a:lnTo>
                  <a:lnTo>
                    <a:pt x="7898" y="11490"/>
                  </a:lnTo>
                  <a:lnTo>
                    <a:pt x="5048" y="11490"/>
                  </a:lnTo>
                  <a:lnTo>
                    <a:pt x="0" y="4746"/>
                  </a:lnTo>
                  <a:lnTo>
                    <a:pt x="1349" y="80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oPE_MapPart_FIN_5_44" descr="Finnland">
              <a:extLst>
                <a:ext uri="{FF2B5EF4-FFF2-40B4-BE49-F238E27FC236}">
                  <a16:creationId xmlns:a16="http://schemas.microsoft.com/office/drawing/2014/main" id="{E9B4E315-C499-2F93-68F9-BF12F6DED08B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6685149" y="3041768"/>
              <a:ext cx="6549" cy="8950"/>
            </a:xfrm>
            <a:custGeom>
              <a:avLst/>
              <a:gdLst/>
              <a:ahLst/>
              <a:cxnLst/>
              <a:rect l="0" t="0" r="0" b="0"/>
              <a:pathLst>
                <a:path w="6549" h="8950">
                  <a:moveTo>
                    <a:pt x="6548" y="6106"/>
                  </a:moveTo>
                  <a:lnTo>
                    <a:pt x="6148" y="8746"/>
                  </a:lnTo>
                  <a:lnTo>
                    <a:pt x="2349" y="8949"/>
                  </a:lnTo>
                  <a:lnTo>
                    <a:pt x="0" y="1936"/>
                  </a:lnTo>
                  <a:lnTo>
                    <a:pt x="1499" y="0"/>
                  </a:lnTo>
                  <a:lnTo>
                    <a:pt x="2399" y="24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oPE_MapPart_FIN_6_45" descr="Finnland">
              <a:extLst>
                <a:ext uri="{FF2B5EF4-FFF2-40B4-BE49-F238E27FC236}">
                  <a16:creationId xmlns:a16="http://schemas.microsoft.com/office/drawing/2014/main" id="{7F2892EA-B84A-0329-7F3B-113AFC4B86BB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6698495" y="3066375"/>
              <a:ext cx="4700" cy="4823"/>
            </a:xfrm>
            <a:custGeom>
              <a:avLst/>
              <a:gdLst/>
              <a:ahLst/>
              <a:cxnLst/>
              <a:rect l="0" t="0" r="0" b="0"/>
              <a:pathLst>
                <a:path w="4700" h="4823">
                  <a:moveTo>
                    <a:pt x="3849" y="3416"/>
                  </a:moveTo>
                  <a:lnTo>
                    <a:pt x="0" y="4822"/>
                  </a:lnTo>
                  <a:lnTo>
                    <a:pt x="250" y="1608"/>
                  </a:lnTo>
                  <a:lnTo>
                    <a:pt x="46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oPE_MapPart_FIN_7_46" descr="Finnland">
              <a:extLst>
                <a:ext uri="{FF2B5EF4-FFF2-40B4-BE49-F238E27FC236}">
                  <a16:creationId xmlns:a16="http://schemas.microsoft.com/office/drawing/2014/main" id="{41FB216C-B637-97B1-FD40-08560E0B1421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6692697" y="3067983"/>
              <a:ext cx="4500" cy="3616"/>
            </a:xfrm>
            <a:custGeom>
              <a:avLst/>
              <a:gdLst/>
              <a:ahLst/>
              <a:cxnLst/>
              <a:rect l="0" t="0" r="0" b="0"/>
              <a:pathLst>
                <a:path w="4500" h="3616">
                  <a:moveTo>
                    <a:pt x="3949" y="3615"/>
                  </a:moveTo>
                  <a:lnTo>
                    <a:pt x="0" y="2511"/>
                  </a:lnTo>
                  <a:lnTo>
                    <a:pt x="2249" y="0"/>
                  </a:lnTo>
                  <a:lnTo>
                    <a:pt x="4499" y="17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oPE_MapPart_FIN_8_47" descr="Finnland">
              <a:extLst>
                <a:ext uri="{FF2B5EF4-FFF2-40B4-BE49-F238E27FC236}">
                  <a16:creationId xmlns:a16="http://schemas.microsoft.com/office/drawing/2014/main" id="{C37CC72B-441C-CAE4-6F7E-CD7CDF8A86FD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6778525" y="2770384"/>
              <a:ext cx="10948" cy="7106"/>
            </a:xfrm>
            <a:custGeom>
              <a:avLst/>
              <a:gdLst/>
              <a:ahLst/>
              <a:cxnLst/>
              <a:rect l="0" t="0" r="0" b="0"/>
              <a:pathLst>
                <a:path w="10948" h="7106">
                  <a:moveTo>
                    <a:pt x="7548" y="6278"/>
                  </a:moveTo>
                  <a:lnTo>
                    <a:pt x="50" y="7105"/>
                  </a:lnTo>
                  <a:lnTo>
                    <a:pt x="0" y="2845"/>
                  </a:lnTo>
                  <a:lnTo>
                    <a:pt x="5798" y="0"/>
                  </a:lnTo>
                  <a:lnTo>
                    <a:pt x="10947" y="2016"/>
                  </a:lnTo>
                  <a:lnTo>
                    <a:pt x="8748" y="39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oPE_MapPart_FRA_1_48" descr="Frankreich">
              <a:extLst>
                <a:ext uri="{FF2B5EF4-FFF2-40B4-BE49-F238E27FC236}">
                  <a16:creationId xmlns:a16="http://schemas.microsoft.com/office/drawing/2014/main" id="{07328A3B-AD33-B8BC-B89E-FD118D5460A5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6333889" y="3847181"/>
              <a:ext cx="27344" cy="61209"/>
            </a:xfrm>
            <a:custGeom>
              <a:avLst/>
              <a:gdLst/>
              <a:ahLst/>
              <a:cxnLst/>
              <a:rect l="0" t="0" r="0" b="0"/>
              <a:pathLst>
                <a:path w="27344" h="61209">
                  <a:moveTo>
                    <a:pt x="25393" y="8053"/>
                  </a:moveTo>
                  <a:lnTo>
                    <a:pt x="24643" y="13634"/>
                  </a:lnTo>
                  <a:lnTo>
                    <a:pt x="26643" y="17640"/>
                  </a:lnTo>
                  <a:lnTo>
                    <a:pt x="27343" y="33533"/>
                  </a:lnTo>
                  <a:lnTo>
                    <a:pt x="23194" y="41137"/>
                  </a:lnTo>
                  <a:lnTo>
                    <a:pt x="22444" y="50324"/>
                  </a:lnTo>
                  <a:lnTo>
                    <a:pt x="17195" y="61208"/>
                  </a:lnTo>
                  <a:lnTo>
                    <a:pt x="6698" y="53668"/>
                  </a:lnTo>
                  <a:lnTo>
                    <a:pt x="8897" y="49521"/>
                  </a:lnTo>
                  <a:lnTo>
                    <a:pt x="4199" y="47243"/>
                  </a:lnTo>
                  <a:lnTo>
                    <a:pt x="4849" y="41137"/>
                  </a:lnTo>
                  <a:lnTo>
                    <a:pt x="1349" y="39860"/>
                  </a:lnTo>
                  <a:lnTo>
                    <a:pt x="3799" y="36766"/>
                  </a:lnTo>
                  <a:lnTo>
                    <a:pt x="3749" y="34813"/>
                  </a:lnTo>
                  <a:lnTo>
                    <a:pt x="599" y="32319"/>
                  </a:lnTo>
                  <a:lnTo>
                    <a:pt x="0" y="30161"/>
                  </a:lnTo>
                  <a:lnTo>
                    <a:pt x="3049" y="27729"/>
                  </a:lnTo>
                  <a:lnTo>
                    <a:pt x="0" y="24958"/>
                  </a:lnTo>
                  <a:lnTo>
                    <a:pt x="4099" y="17709"/>
                  </a:lnTo>
                  <a:lnTo>
                    <a:pt x="13246" y="13498"/>
                  </a:lnTo>
                  <a:lnTo>
                    <a:pt x="15896" y="10777"/>
                  </a:lnTo>
                  <a:lnTo>
                    <a:pt x="20744" y="11525"/>
                  </a:lnTo>
                  <a:lnTo>
                    <a:pt x="22144" y="0"/>
                  </a:lnTo>
                  <a:lnTo>
                    <a:pt x="24893" y="1435"/>
                  </a:lnTo>
                  <a:lnTo>
                    <a:pt x="25343" y="600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oPE_MapPart_FRA_2_49" descr="Frankreich">
              <a:extLst>
                <a:ext uri="{FF2B5EF4-FFF2-40B4-BE49-F238E27FC236}">
                  <a16:creationId xmlns:a16="http://schemas.microsoft.com/office/drawing/2014/main" id="{5E1A9EBF-01BE-8E5B-758F-4FA548C99B62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5963734" y="3516971"/>
              <a:ext cx="358309" cy="355845"/>
            </a:xfrm>
            <a:custGeom>
              <a:avLst/>
              <a:gdLst/>
              <a:ahLst/>
              <a:cxnLst/>
              <a:rect l="0" t="0" r="0" b="0"/>
              <a:pathLst>
                <a:path w="358309" h="355845">
                  <a:moveTo>
                    <a:pt x="343762" y="149470"/>
                  </a:moveTo>
                  <a:lnTo>
                    <a:pt x="336213" y="155982"/>
                  </a:lnTo>
                  <a:lnTo>
                    <a:pt x="332314" y="155982"/>
                  </a:lnTo>
                  <a:lnTo>
                    <a:pt x="330415" y="153690"/>
                  </a:lnTo>
                  <a:lnTo>
                    <a:pt x="325766" y="155169"/>
                  </a:lnTo>
                  <a:lnTo>
                    <a:pt x="323916" y="157607"/>
                  </a:lnTo>
                  <a:lnTo>
                    <a:pt x="326666" y="160559"/>
                  </a:lnTo>
                  <a:lnTo>
                    <a:pt x="317418" y="172619"/>
                  </a:lnTo>
                  <a:lnTo>
                    <a:pt x="311569" y="175843"/>
                  </a:lnTo>
                  <a:lnTo>
                    <a:pt x="310270" y="183664"/>
                  </a:lnTo>
                  <a:lnTo>
                    <a:pt x="303372" y="189493"/>
                  </a:lnTo>
                  <a:lnTo>
                    <a:pt x="300772" y="195669"/>
                  </a:lnTo>
                  <a:lnTo>
                    <a:pt x="302322" y="198860"/>
                  </a:lnTo>
                  <a:lnTo>
                    <a:pt x="301572" y="202841"/>
                  </a:lnTo>
                  <a:lnTo>
                    <a:pt x="298073" y="205444"/>
                  </a:lnTo>
                  <a:lnTo>
                    <a:pt x="298073" y="207971"/>
                  </a:lnTo>
                  <a:lnTo>
                    <a:pt x="299073" y="208331"/>
                  </a:lnTo>
                  <a:lnTo>
                    <a:pt x="304422" y="206310"/>
                  </a:lnTo>
                  <a:lnTo>
                    <a:pt x="306471" y="203926"/>
                  </a:lnTo>
                  <a:lnTo>
                    <a:pt x="305421" y="200743"/>
                  </a:lnTo>
                  <a:lnTo>
                    <a:pt x="310820" y="196757"/>
                  </a:lnTo>
                  <a:lnTo>
                    <a:pt x="320417" y="197773"/>
                  </a:lnTo>
                  <a:lnTo>
                    <a:pt x="321567" y="203059"/>
                  </a:lnTo>
                  <a:lnTo>
                    <a:pt x="320317" y="207465"/>
                  </a:lnTo>
                  <a:lnTo>
                    <a:pt x="327266" y="217044"/>
                  </a:lnTo>
                  <a:lnTo>
                    <a:pt x="321217" y="221423"/>
                  </a:lnTo>
                  <a:lnTo>
                    <a:pt x="320867" y="224362"/>
                  </a:lnTo>
                  <a:lnTo>
                    <a:pt x="330915" y="237858"/>
                  </a:lnTo>
                  <a:lnTo>
                    <a:pt x="328815" y="244256"/>
                  </a:lnTo>
                  <a:lnTo>
                    <a:pt x="322267" y="248370"/>
                  </a:lnTo>
                  <a:lnTo>
                    <a:pt x="316319" y="249008"/>
                  </a:lnTo>
                  <a:lnTo>
                    <a:pt x="319368" y="256786"/>
                  </a:lnTo>
                  <a:lnTo>
                    <a:pt x="325916" y="259750"/>
                  </a:lnTo>
                  <a:lnTo>
                    <a:pt x="327516" y="264750"/>
                  </a:lnTo>
                  <a:lnTo>
                    <a:pt x="322317" y="272825"/>
                  </a:lnTo>
                  <a:lnTo>
                    <a:pt x="323717" y="276047"/>
                  </a:lnTo>
                  <a:lnTo>
                    <a:pt x="323167" y="277447"/>
                  </a:lnTo>
                  <a:lnTo>
                    <a:pt x="325766" y="281780"/>
                  </a:lnTo>
                  <a:lnTo>
                    <a:pt x="330815" y="284780"/>
                  </a:lnTo>
                  <a:lnTo>
                    <a:pt x="336963" y="287707"/>
                  </a:lnTo>
                  <a:lnTo>
                    <a:pt x="344362" y="286244"/>
                  </a:lnTo>
                  <a:lnTo>
                    <a:pt x="345461" y="289377"/>
                  </a:lnTo>
                  <a:lnTo>
                    <a:pt x="340062" y="297852"/>
                  </a:lnTo>
                  <a:lnTo>
                    <a:pt x="340363" y="301593"/>
                  </a:lnTo>
                  <a:lnTo>
                    <a:pt x="337613" y="301662"/>
                  </a:lnTo>
                  <a:lnTo>
                    <a:pt x="331714" y="305742"/>
                  </a:lnTo>
                  <a:lnTo>
                    <a:pt x="318768" y="316702"/>
                  </a:lnTo>
                  <a:lnTo>
                    <a:pt x="314719" y="323363"/>
                  </a:lnTo>
                  <a:lnTo>
                    <a:pt x="302122" y="328158"/>
                  </a:lnTo>
                  <a:lnTo>
                    <a:pt x="293574" y="327200"/>
                  </a:lnTo>
                  <a:lnTo>
                    <a:pt x="289775" y="324117"/>
                  </a:lnTo>
                  <a:lnTo>
                    <a:pt x="282427" y="322197"/>
                  </a:lnTo>
                  <a:lnTo>
                    <a:pt x="280028" y="317733"/>
                  </a:lnTo>
                  <a:lnTo>
                    <a:pt x="273129" y="316908"/>
                  </a:lnTo>
                  <a:lnTo>
                    <a:pt x="272780" y="313949"/>
                  </a:lnTo>
                  <a:lnTo>
                    <a:pt x="263132" y="316702"/>
                  </a:lnTo>
                  <a:lnTo>
                    <a:pt x="249586" y="312641"/>
                  </a:lnTo>
                  <a:lnTo>
                    <a:pt x="244787" y="308297"/>
                  </a:lnTo>
                  <a:lnTo>
                    <a:pt x="240888" y="309401"/>
                  </a:lnTo>
                  <a:lnTo>
                    <a:pt x="237388" y="313330"/>
                  </a:lnTo>
                  <a:lnTo>
                    <a:pt x="222743" y="323569"/>
                  </a:lnTo>
                  <a:lnTo>
                    <a:pt x="216994" y="334103"/>
                  </a:lnTo>
                  <a:lnTo>
                    <a:pt x="218093" y="346358"/>
                  </a:lnTo>
                  <a:lnTo>
                    <a:pt x="221443" y="352393"/>
                  </a:lnTo>
                  <a:lnTo>
                    <a:pt x="212545" y="351444"/>
                  </a:lnTo>
                  <a:lnTo>
                    <a:pt x="206397" y="353814"/>
                  </a:lnTo>
                  <a:lnTo>
                    <a:pt x="205897" y="355844"/>
                  </a:lnTo>
                  <a:lnTo>
                    <a:pt x="193350" y="352799"/>
                  </a:lnTo>
                  <a:lnTo>
                    <a:pt x="187451" y="355168"/>
                  </a:lnTo>
                  <a:lnTo>
                    <a:pt x="185802" y="352596"/>
                  </a:lnTo>
                  <a:lnTo>
                    <a:pt x="179653" y="349682"/>
                  </a:lnTo>
                  <a:lnTo>
                    <a:pt x="180603" y="347647"/>
                  </a:lnTo>
                  <a:lnTo>
                    <a:pt x="179753" y="345882"/>
                  </a:lnTo>
                  <a:lnTo>
                    <a:pt x="173955" y="344455"/>
                  </a:lnTo>
                  <a:lnTo>
                    <a:pt x="171956" y="346221"/>
                  </a:lnTo>
                  <a:lnTo>
                    <a:pt x="169756" y="342620"/>
                  </a:lnTo>
                  <a:lnTo>
                    <a:pt x="153510" y="337036"/>
                  </a:lnTo>
                  <a:lnTo>
                    <a:pt x="150861" y="337105"/>
                  </a:lnTo>
                  <a:lnTo>
                    <a:pt x="149811" y="342688"/>
                  </a:lnTo>
                  <a:lnTo>
                    <a:pt x="137864" y="341531"/>
                  </a:lnTo>
                  <a:lnTo>
                    <a:pt x="131116" y="342688"/>
                  </a:lnTo>
                  <a:lnTo>
                    <a:pt x="123968" y="337514"/>
                  </a:lnTo>
                  <a:lnTo>
                    <a:pt x="115970" y="338536"/>
                  </a:lnTo>
                  <a:lnTo>
                    <a:pt x="111071" y="333216"/>
                  </a:lnTo>
                  <a:lnTo>
                    <a:pt x="99624" y="330073"/>
                  </a:lnTo>
                  <a:lnTo>
                    <a:pt x="96575" y="328637"/>
                  </a:lnTo>
                  <a:lnTo>
                    <a:pt x="96175" y="327063"/>
                  </a:lnTo>
                  <a:lnTo>
                    <a:pt x="92576" y="329526"/>
                  </a:lnTo>
                  <a:lnTo>
                    <a:pt x="91176" y="328226"/>
                  </a:lnTo>
                  <a:lnTo>
                    <a:pt x="93076" y="321785"/>
                  </a:lnTo>
                  <a:lnTo>
                    <a:pt x="84678" y="319245"/>
                  </a:lnTo>
                  <a:lnTo>
                    <a:pt x="82428" y="315395"/>
                  </a:lnTo>
                  <a:lnTo>
                    <a:pt x="86977" y="314225"/>
                  </a:lnTo>
                  <a:lnTo>
                    <a:pt x="91026" y="309401"/>
                  </a:lnTo>
                  <a:lnTo>
                    <a:pt x="94875" y="291812"/>
                  </a:lnTo>
                  <a:lnTo>
                    <a:pt x="97675" y="270932"/>
                  </a:lnTo>
                  <a:lnTo>
                    <a:pt x="99774" y="266929"/>
                  </a:lnTo>
                  <a:lnTo>
                    <a:pt x="102373" y="265804"/>
                  </a:lnTo>
                  <a:lnTo>
                    <a:pt x="100274" y="262920"/>
                  </a:lnTo>
                  <a:lnTo>
                    <a:pt x="97675" y="266719"/>
                  </a:lnTo>
                  <a:lnTo>
                    <a:pt x="99224" y="247307"/>
                  </a:lnTo>
                  <a:lnTo>
                    <a:pt x="102223" y="232655"/>
                  </a:lnTo>
                  <a:lnTo>
                    <a:pt x="109322" y="238712"/>
                  </a:lnTo>
                  <a:lnTo>
                    <a:pt x="113070" y="249999"/>
                  </a:lnTo>
                  <a:lnTo>
                    <a:pt x="117019" y="253678"/>
                  </a:lnTo>
                  <a:lnTo>
                    <a:pt x="114470" y="250141"/>
                  </a:lnTo>
                  <a:lnTo>
                    <a:pt x="110321" y="235222"/>
                  </a:lnTo>
                  <a:lnTo>
                    <a:pt x="99074" y="225436"/>
                  </a:lnTo>
                  <a:lnTo>
                    <a:pt x="98674" y="223215"/>
                  </a:lnTo>
                  <a:lnTo>
                    <a:pt x="103623" y="224362"/>
                  </a:lnTo>
                  <a:lnTo>
                    <a:pt x="101574" y="217044"/>
                  </a:lnTo>
                  <a:lnTo>
                    <a:pt x="100424" y="201539"/>
                  </a:lnTo>
                  <a:lnTo>
                    <a:pt x="93575" y="200019"/>
                  </a:lnTo>
                  <a:lnTo>
                    <a:pt x="82628" y="193346"/>
                  </a:lnTo>
                  <a:lnTo>
                    <a:pt x="75080" y="181401"/>
                  </a:lnTo>
                  <a:lnTo>
                    <a:pt x="74231" y="176941"/>
                  </a:lnTo>
                  <a:lnTo>
                    <a:pt x="76180" y="172179"/>
                  </a:lnTo>
                  <a:lnTo>
                    <a:pt x="71231" y="167039"/>
                  </a:lnTo>
                  <a:lnTo>
                    <a:pt x="73731" y="162991"/>
                  </a:lnTo>
                  <a:lnTo>
                    <a:pt x="75980" y="162549"/>
                  </a:lnTo>
                  <a:lnTo>
                    <a:pt x="83878" y="164905"/>
                  </a:lnTo>
                  <a:lnTo>
                    <a:pt x="77430" y="161001"/>
                  </a:lnTo>
                  <a:lnTo>
                    <a:pt x="66932" y="162328"/>
                  </a:lnTo>
                  <a:lnTo>
                    <a:pt x="62733" y="161001"/>
                  </a:lnTo>
                  <a:lnTo>
                    <a:pt x="61983" y="158124"/>
                  </a:lnTo>
                  <a:lnTo>
                    <a:pt x="64833" y="154430"/>
                  </a:lnTo>
                  <a:lnTo>
                    <a:pt x="61334" y="152136"/>
                  </a:lnTo>
                  <a:lnTo>
                    <a:pt x="55335" y="152654"/>
                  </a:lnTo>
                  <a:lnTo>
                    <a:pt x="54585" y="151692"/>
                  </a:lnTo>
                  <a:lnTo>
                    <a:pt x="56385" y="149099"/>
                  </a:lnTo>
                  <a:lnTo>
                    <a:pt x="54885" y="148061"/>
                  </a:lnTo>
                  <a:lnTo>
                    <a:pt x="49937" y="149099"/>
                  </a:lnTo>
                  <a:lnTo>
                    <a:pt x="44538" y="145240"/>
                  </a:lnTo>
                  <a:lnTo>
                    <a:pt x="36640" y="144572"/>
                  </a:lnTo>
                  <a:lnTo>
                    <a:pt x="23944" y="139366"/>
                  </a:lnTo>
                  <a:lnTo>
                    <a:pt x="12496" y="139961"/>
                  </a:lnTo>
                  <a:lnTo>
                    <a:pt x="9297" y="133922"/>
                  </a:lnTo>
                  <a:lnTo>
                    <a:pt x="2349" y="130934"/>
                  </a:lnTo>
                  <a:lnTo>
                    <a:pt x="12047" y="125544"/>
                  </a:lnTo>
                  <a:lnTo>
                    <a:pt x="5148" y="120516"/>
                  </a:lnTo>
                  <a:lnTo>
                    <a:pt x="14496" y="119990"/>
                  </a:lnTo>
                  <a:lnTo>
                    <a:pt x="10247" y="117284"/>
                  </a:lnTo>
                  <a:lnTo>
                    <a:pt x="1199" y="117509"/>
                  </a:lnTo>
                  <a:lnTo>
                    <a:pt x="0" y="113820"/>
                  </a:lnTo>
                  <a:lnTo>
                    <a:pt x="1149" y="110048"/>
                  </a:lnTo>
                  <a:lnTo>
                    <a:pt x="6448" y="106723"/>
                  </a:lnTo>
                  <a:lnTo>
                    <a:pt x="19545" y="103015"/>
                  </a:lnTo>
                  <a:lnTo>
                    <a:pt x="29092" y="102939"/>
                  </a:lnTo>
                  <a:lnTo>
                    <a:pt x="35840" y="98617"/>
                  </a:lnTo>
                  <a:lnTo>
                    <a:pt x="42539" y="97402"/>
                  </a:lnTo>
                  <a:lnTo>
                    <a:pt x="48887" y="99528"/>
                  </a:lnTo>
                  <a:lnTo>
                    <a:pt x="57485" y="110199"/>
                  </a:lnTo>
                  <a:lnTo>
                    <a:pt x="64333" y="105513"/>
                  </a:lnTo>
                  <a:lnTo>
                    <a:pt x="74530" y="105664"/>
                  </a:lnTo>
                  <a:lnTo>
                    <a:pt x="76630" y="108311"/>
                  </a:lnTo>
                  <a:lnTo>
                    <a:pt x="79329" y="103469"/>
                  </a:lnTo>
                  <a:lnTo>
                    <a:pt x="81578" y="106270"/>
                  </a:lnTo>
                  <a:lnTo>
                    <a:pt x="94025" y="105362"/>
                  </a:lnTo>
                  <a:lnTo>
                    <a:pt x="91176" y="103469"/>
                  </a:lnTo>
                  <a:lnTo>
                    <a:pt x="88777" y="98921"/>
                  </a:lnTo>
                  <a:lnTo>
                    <a:pt x="88277" y="82080"/>
                  </a:lnTo>
                  <a:lnTo>
                    <a:pt x="81928" y="69803"/>
                  </a:lnTo>
                  <a:lnTo>
                    <a:pt x="80329" y="65335"/>
                  </a:lnTo>
                  <a:lnTo>
                    <a:pt x="80729" y="61553"/>
                  </a:lnTo>
                  <a:lnTo>
                    <a:pt x="97324" y="61707"/>
                  </a:lnTo>
                  <a:lnTo>
                    <a:pt x="98024" y="69650"/>
                  </a:lnTo>
                  <a:lnTo>
                    <a:pt x="100624" y="74185"/>
                  </a:lnTo>
                  <a:lnTo>
                    <a:pt x="127717" y="78098"/>
                  </a:lnTo>
                  <a:lnTo>
                    <a:pt x="143863" y="71649"/>
                  </a:lnTo>
                  <a:lnTo>
                    <a:pt x="144463" y="70573"/>
                  </a:lnTo>
                  <a:lnTo>
                    <a:pt x="139963" y="70957"/>
                  </a:lnTo>
                  <a:lnTo>
                    <a:pt x="135865" y="69034"/>
                  </a:lnTo>
                  <a:lnTo>
                    <a:pt x="135315" y="66954"/>
                  </a:lnTo>
                  <a:lnTo>
                    <a:pt x="137464" y="60703"/>
                  </a:lnTo>
                  <a:lnTo>
                    <a:pt x="149361" y="53813"/>
                  </a:lnTo>
                  <a:lnTo>
                    <a:pt x="166857" y="47989"/>
                  </a:lnTo>
                  <a:lnTo>
                    <a:pt x="176504" y="36995"/>
                  </a:lnTo>
                  <a:lnTo>
                    <a:pt x="175355" y="35196"/>
                  </a:lnTo>
                  <a:lnTo>
                    <a:pt x="176104" y="15778"/>
                  </a:lnTo>
                  <a:lnTo>
                    <a:pt x="178703" y="9370"/>
                  </a:lnTo>
                  <a:lnTo>
                    <a:pt x="185352" y="4690"/>
                  </a:lnTo>
                  <a:lnTo>
                    <a:pt x="202397" y="0"/>
                  </a:lnTo>
                  <a:lnTo>
                    <a:pt x="204497" y="6278"/>
                  </a:lnTo>
                  <a:lnTo>
                    <a:pt x="204397" y="9766"/>
                  </a:lnTo>
                  <a:lnTo>
                    <a:pt x="208896" y="15225"/>
                  </a:lnTo>
                  <a:lnTo>
                    <a:pt x="211145" y="16963"/>
                  </a:lnTo>
                  <a:lnTo>
                    <a:pt x="218543" y="13961"/>
                  </a:lnTo>
                  <a:lnTo>
                    <a:pt x="222092" y="19093"/>
                  </a:lnTo>
                  <a:lnTo>
                    <a:pt x="223193" y="24841"/>
                  </a:lnTo>
                  <a:lnTo>
                    <a:pt x="232091" y="27199"/>
                  </a:lnTo>
                  <a:lnTo>
                    <a:pt x="234739" y="34648"/>
                  </a:lnTo>
                  <a:lnTo>
                    <a:pt x="236339" y="33004"/>
                  </a:lnTo>
                  <a:lnTo>
                    <a:pt x="241938" y="33396"/>
                  </a:lnTo>
                  <a:lnTo>
                    <a:pt x="248186" y="37229"/>
                  </a:lnTo>
                  <a:lnTo>
                    <a:pt x="247086" y="41680"/>
                  </a:lnTo>
                  <a:lnTo>
                    <a:pt x="248686" y="43863"/>
                  </a:lnTo>
                  <a:lnTo>
                    <a:pt x="247136" y="47911"/>
                  </a:lnTo>
                  <a:lnTo>
                    <a:pt x="248236" y="49621"/>
                  </a:lnTo>
                  <a:lnTo>
                    <a:pt x="258483" y="49621"/>
                  </a:lnTo>
                  <a:lnTo>
                    <a:pt x="261582" y="47833"/>
                  </a:lnTo>
                  <a:lnTo>
                    <a:pt x="262982" y="43707"/>
                  </a:lnTo>
                  <a:lnTo>
                    <a:pt x="266081" y="41290"/>
                  </a:lnTo>
                  <a:lnTo>
                    <a:pt x="267231" y="42070"/>
                  </a:lnTo>
                  <a:lnTo>
                    <a:pt x="265282" y="49699"/>
                  </a:lnTo>
                  <a:lnTo>
                    <a:pt x="266731" y="51640"/>
                  </a:lnTo>
                  <a:lnTo>
                    <a:pt x="267431" y="57067"/>
                  </a:lnTo>
                  <a:lnTo>
                    <a:pt x="271330" y="57454"/>
                  </a:lnTo>
                  <a:lnTo>
                    <a:pt x="278878" y="61785"/>
                  </a:lnTo>
                  <a:lnTo>
                    <a:pt x="285226" y="68957"/>
                  </a:lnTo>
                  <a:lnTo>
                    <a:pt x="293075" y="67802"/>
                  </a:lnTo>
                  <a:lnTo>
                    <a:pt x="299223" y="71727"/>
                  </a:lnTo>
                  <a:lnTo>
                    <a:pt x="305621" y="69650"/>
                  </a:lnTo>
                  <a:lnTo>
                    <a:pt x="313719" y="73955"/>
                  </a:lnTo>
                  <a:lnTo>
                    <a:pt x="319318" y="83915"/>
                  </a:lnTo>
                  <a:lnTo>
                    <a:pt x="323617" y="81850"/>
                  </a:lnTo>
                  <a:lnTo>
                    <a:pt x="326716" y="83074"/>
                  </a:lnTo>
                  <a:lnTo>
                    <a:pt x="327666" y="85902"/>
                  </a:lnTo>
                  <a:lnTo>
                    <a:pt x="339162" y="84221"/>
                  </a:lnTo>
                  <a:lnTo>
                    <a:pt x="343611" y="88039"/>
                  </a:lnTo>
                  <a:lnTo>
                    <a:pt x="358158" y="91774"/>
                  </a:lnTo>
                  <a:lnTo>
                    <a:pt x="358308" y="95502"/>
                  </a:lnTo>
                  <a:lnTo>
                    <a:pt x="349910" y="106043"/>
                  </a:lnTo>
                  <a:lnTo>
                    <a:pt x="346261" y="120967"/>
                  </a:lnTo>
                  <a:lnTo>
                    <a:pt x="343762" y="126069"/>
                  </a:lnTo>
                  <a:lnTo>
                    <a:pt x="341612" y="141970"/>
                  </a:lnTo>
                  <a:lnTo>
                    <a:pt x="342362" y="14887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oPE_MapPart_FRA_3_50" descr="Frankreich">
              <a:extLst>
                <a:ext uri="{FF2B5EF4-FFF2-40B4-BE49-F238E27FC236}">
                  <a16:creationId xmlns:a16="http://schemas.microsoft.com/office/drawing/2014/main" id="{00765A32-9AE2-C55C-A3A9-D95A8FCC0AC4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6057460" y="3728979"/>
              <a:ext cx="5799" cy="9345"/>
            </a:xfrm>
            <a:custGeom>
              <a:avLst/>
              <a:gdLst/>
              <a:ahLst/>
              <a:cxnLst/>
              <a:rect l="0" t="0" r="0" b="0"/>
              <a:pathLst>
                <a:path w="5799" h="9345">
                  <a:moveTo>
                    <a:pt x="5798" y="5898"/>
                  </a:moveTo>
                  <a:lnTo>
                    <a:pt x="4848" y="9344"/>
                  </a:lnTo>
                  <a:lnTo>
                    <a:pt x="549" y="3310"/>
                  </a:lnTo>
                  <a:lnTo>
                    <a:pt x="0" y="0"/>
                  </a:lnTo>
                  <a:lnTo>
                    <a:pt x="2849" y="19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oPE_MapPart_FRA_4_51" descr="Frankreich">
              <a:extLst>
                <a:ext uri="{FF2B5EF4-FFF2-40B4-BE49-F238E27FC236}">
                  <a16:creationId xmlns:a16="http://schemas.microsoft.com/office/drawing/2014/main" id="{9168D7BD-9B76-9F88-FCD4-DC8CAEB60C02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7346879" y="5527291"/>
              <a:ext cx="5000" cy="9228"/>
            </a:xfrm>
            <a:custGeom>
              <a:avLst/>
              <a:gdLst/>
              <a:ahLst/>
              <a:cxnLst/>
              <a:rect l="0" t="0" r="0" b="0"/>
              <a:pathLst>
                <a:path w="5000" h="9228">
                  <a:moveTo>
                    <a:pt x="3799" y="9227"/>
                  </a:moveTo>
                  <a:lnTo>
                    <a:pt x="1249" y="8714"/>
                  </a:lnTo>
                  <a:lnTo>
                    <a:pt x="1400" y="3792"/>
                  </a:lnTo>
                  <a:lnTo>
                    <a:pt x="0" y="1383"/>
                  </a:lnTo>
                  <a:lnTo>
                    <a:pt x="1350" y="0"/>
                  </a:lnTo>
                  <a:lnTo>
                    <a:pt x="4999" y="2869"/>
                  </a:lnTo>
                  <a:lnTo>
                    <a:pt x="3799" y="76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oPE_MapPart_FRA_5_52" descr="Frankreich">
              <a:extLst>
                <a:ext uri="{FF2B5EF4-FFF2-40B4-BE49-F238E27FC236}">
                  <a16:creationId xmlns:a16="http://schemas.microsoft.com/office/drawing/2014/main" id="{5B90F6F5-5BDF-4FA0-C1DC-E938DDEFF8F1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7629857" y="5765741"/>
              <a:ext cx="16846" cy="14683"/>
            </a:xfrm>
            <a:custGeom>
              <a:avLst/>
              <a:gdLst/>
              <a:ahLst/>
              <a:cxnLst/>
              <a:rect l="0" t="0" r="0" b="0"/>
              <a:pathLst>
                <a:path w="16846" h="14683">
                  <a:moveTo>
                    <a:pt x="15696" y="14091"/>
                  </a:moveTo>
                  <a:lnTo>
                    <a:pt x="8998" y="14682"/>
                  </a:lnTo>
                  <a:lnTo>
                    <a:pt x="3598" y="12160"/>
                  </a:lnTo>
                  <a:lnTo>
                    <a:pt x="0" y="5728"/>
                  </a:lnTo>
                  <a:lnTo>
                    <a:pt x="449" y="4067"/>
                  </a:lnTo>
                  <a:lnTo>
                    <a:pt x="2200" y="1123"/>
                  </a:lnTo>
                  <a:lnTo>
                    <a:pt x="6049" y="0"/>
                  </a:lnTo>
                  <a:lnTo>
                    <a:pt x="11897" y="1230"/>
                  </a:lnTo>
                  <a:lnTo>
                    <a:pt x="16845" y="8138"/>
                  </a:lnTo>
                  <a:lnTo>
                    <a:pt x="16346" y="122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oPE_MapPart_FRA_6_53" descr="Frankreich">
              <a:extLst>
                <a:ext uri="{FF2B5EF4-FFF2-40B4-BE49-F238E27FC236}">
                  <a16:creationId xmlns:a16="http://schemas.microsoft.com/office/drawing/2014/main" id="{5541A0D4-34A9-A2FB-1896-659679FD0E8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4395885" y="4755328"/>
              <a:ext cx="10948" cy="12763"/>
            </a:xfrm>
            <a:custGeom>
              <a:avLst/>
              <a:gdLst/>
              <a:ahLst/>
              <a:cxnLst/>
              <a:rect l="0" t="0" r="0" b="0"/>
              <a:pathLst>
                <a:path w="10948" h="12763">
                  <a:moveTo>
                    <a:pt x="10947" y="10852"/>
                  </a:moveTo>
                  <a:lnTo>
                    <a:pt x="9948" y="12762"/>
                  </a:lnTo>
                  <a:lnTo>
                    <a:pt x="8898" y="11420"/>
                  </a:lnTo>
                  <a:lnTo>
                    <a:pt x="4349" y="11626"/>
                  </a:lnTo>
                  <a:lnTo>
                    <a:pt x="3599" y="9820"/>
                  </a:lnTo>
                  <a:lnTo>
                    <a:pt x="5799" y="7753"/>
                  </a:lnTo>
                  <a:lnTo>
                    <a:pt x="2200" y="6307"/>
                  </a:lnTo>
                  <a:lnTo>
                    <a:pt x="0" y="1914"/>
                  </a:lnTo>
                  <a:lnTo>
                    <a:pt x="1100" y="0"/>
                  </a:lnTo>
                  <a:lnTo>
                    <a:pt x="5349" y="1293"/>
                  </a:lnTo>
                  <a:lnTo>
                    <a:pt x="8148" y="3361"/>
                  </a:lnTo>
                  <a:lnTo>
                    <a:pt x="7948" y="5325"/>
                  </a:lnTo>
                  <a:lnTo>
                    <a:pt x="9698" y="73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oPE_MapPart_FRA_7_54" descr="Frankreich">
              <a:extLst>
                <a:ext uri="{FF2B5EF4-FFF2-40B4-BE49-F238E27FC236}">
                  <a16:creationId xmlns:a16="http://schemas.microsoft.com/office/drawing/2014/main" id="{D93E02D7-7438-D817-F910-AA045ACB0B9E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4387287" y="4708182"/>
              <a:ext cx="9899" cy="8024"/>
            </a:xfrm>
            <a:custGeom>
              <a:avLst/>
              <a:gdLst/>
              <a:ahLst/>
              <a:cxnLst/>
              <a:rect l="0" t="0" r="0" b="0"/>
              <a:pathLst>
                <a:path w="9899" h="8024">
                  <a:moveTo>
                    <a:pt x="5599" y="7971"/>
                  </a:moveTo>
                  <a:lnTo>
                    <a:pt x="200" y="8023"/>
                  </a:lnTo>
                  <a:lnTo>
                    <a:pt x="0" y="2085"/>
                  </a:lnTo>
                  <a:lnTo>
                    <a:pt x="1600" y="0"/>
                  </a:lnTo>
                  <a:lnTo>
                    <a:pt x="4849" y="4117"/>
                  </a:lnTo>
                  <a:lnTo>
                    <a:pt x="9898" y="72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oPE_MapPart_FRA_8_55" descr="Frankreich">
              <a:extLst>
                <a:ext uri="{FF2B5EF4-FFF2-40B4-BE49-F238E27FC236}">
                  <a16:creationId xmlns:a16="http://schemas.microsoft.com/office/drawing/2014/main" id="{C554652B-D009-F305-06E0-B4851E2CA1E0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4379939" y="4712560"/>
              <a:ext cx="6699" cy="10930"/>
            </a:xfrm>
            <a:custGeom>
              <a:avLst/>
              <a:gdLst/>
              <a:ahLst/>
              <a:cxnLst/>
              <a:rect l="0" t="0" r="0" b="0"/>
              <a:pathLst>
                <a:path w="6699" h="10930">
                  <a:moveTo>
                    <a:pt x="5699" y="10045"/>
                  </a:moveTo>
                  <a:lnTo>
                    <a:pt x="2350" y="10929"/>
                  </a:lnTo>
                  <a:lnTo>
                    <a:pt x="950" y="8484"/>
                  </a:lnTo>
                  <a:lnTo>
                    <a:pt x="0" y="1562"/>
                  </a:lnTo>
                  <a:lnTo>
                    <a:pt x="1300" y="0"/>
                  </a:lnTo>
                  <a:lnTo>
                    <a:pt x="6698" y="2448"/>
                  </a:lnTo>
                  <a:lnTo>
                    <a:pt x="6399" y="89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oPE_MapPart_FRA_9_56" descr="Frankreich">
              <a:extLst>
                <a:ext uri="{FF2B5EF4-FFF2-40B4-BE49-F238E27FC236}">
                  <a16:creationId xmlns:a16="http://schemas.microsoft.com/office/drawing/2014/main" id="{5C760335-B3E8-141B-EB6D-CB922B263535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4393136" y="4722657"/>
              <a:ext cx="3200" cy="3328"/>
            </a:xfrm>
            <a:custGeom>
              <a:avLst/>
              <a:gdLst/>
              <a:ahLst/>
              <a:cxnLst/>
              <a:rect l="0" t="0" r="0" b="0"/>
              <a:pathLst>
                <a:path w="3200" h="3328">
                  <a:moveTo>
                    <a:pt x="2449" y="3327"/>
                  </a:moveTo>
                  <a:lnTo>
                    <a:pt x="200" y="3223"/>
                  </a:lnTo>
                  <a:lnTo>
                    <a:pt x="0" y="1456"/>
                  </a:lnTo>
                  <a:lnTo>
                    <a:pt x="1899" y="0"/>
                  </a:lnTo>
                  <a:lnTo>
                    <a:pt x="3199" y="244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oPE_MapPart_FRA_10_57" descr="Frankreich">
              <a:extLst>
                <a:ext uri="{FF2B5EF4-FFF2-40B4-BE49-F238E27FC236}">
                  <a16:creationId xmlns:a16="http://schemas.microsoft.com/office/drawing/2014/main" id="{EE494689-7207-9B3F-73DC-66EFA482972F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4579288" y="5012208"/>
              <a:ext cx="82280" cy="101934"/>
            </a:xfrm>
            <a:custGeom>
              <a:avLst/>
              <a:gdLst/>
              <a:ahLst/>
              <a:cxnLst/>
              <a:rect l="0" t="0" r="0" b="0"/>
              <a:pathLst>
                <a:path w="82280" h="101934">
                  <a:moveTo>
                    <a:pt x="0" y="96180"/>
                  </a:moveTo>
                  <a:lnTo>
                    <a:pt x="2199" y="95730"/>
                  </a:lnTo>
                  <a:lnTo>
                    <a:pt x="5948" y="92428"/>
                  </a:lnTo>
                  <a:lnTo>
                    <a:pt x="11647" y="82570"/>
                  </a:lnTo>
                  <a:lnTo>
                    <a:pt x="12347" y="77665"/>
                  </a:lnTo>
                  <a:lnTo>
                    <a:pt x="11447" y="73660"/>
                  </a:lnTo>
                  <a:lnTo>
                    <a:pt x="16846" y="64998"/>
                  </a:lnTo>
                  <a:lnTo>
                    <a:pt x="17346" y="61092"/>
                  </a:lnTo>
                  <a:lnTo>
                    <a:pt x="7348" y="48166"/>
                  </a:lnTo>
                  <a:lnTo>
                    <a:pt x="7598" y="45761"/>
                  </a:lnTo>
                  <a:lnTo>
                    <a:pt x="6049" y="44007"/>
                  </a:lnTo>
                  <a:lnTo>
                    <a:pt x="4599" y="36136"/>
                  </a:lnTo>
                  <a:lnTo>
                    <a:pt x="5249" y="33428"/>
                  </a:lnTo>
                  <a:lnTo>
                    <a:pt x="3799" y="26356"/>
                  </a:lnTo>
                  <a:lnTo>
                    <a:pt x="4549" y="21439"/>
                  </a:lnTo>
                  <a:lnTo>
                    <a:pt x="10448" y="13760"/>
                  </a:lnTo>
                  <a:lnTo>
                    <a:pt x="14746" y="10296"/>
                  </a:lnTo>
                  <a:lnTo>
                    <a:pt x="19295" y="351"/>
                  </a:lnTo>
                  <a:lnTo>
                    <a:pt x="21345" y="0"/>
                  </a:lnTo>
                  <a:lnTo>
                    <a:pt x="32242" y="6078"/>
                  </a:lnTo>
                  <a:lnTo>
                    <a:pt x="47638" y="9945"/>
                  </a:lnTo>
                  <a:lnTo>
                    <a:pt x="60035" y="21188"/>
                  </a:lnTo>
                  <a:lnTo>
                    <a:pt x="64584" y="23396"/>
                  </a:lnTo>
                  <a:lnTo>
                    <a:pt x="63634" y="28212"/>
                  </a:lnTo>
                  <a:lnTo>
                    <a:pt x="66533" y="25603"/>
                  </a:lnTo>
                  <a:lnTo>
                    <a:pt x="71032" y="29667"/>
                  </a:lnTo>
                  <a:lnTo>
                    <a:pt x="73681" y="35334"/>
                  </a:lnTo>
                  <a:lnTo>
                    <a:pt x="72532" y="39846"/>
                  </a:lnTo>
                  <a:lnTo>
                    <a:pt x="74631" y="37490"/>
                  </a:lnTo>
                  <a:lnTo>
                    <a:pt x="75981" y="32024"/>
                  </a:lnTo>
                  <a:lnTo>
                    <a:pt x="77430" y="31974"/>
                  </a:lnTo>
                  <a:lnTo>
                    <a:pt x="81929" y="43305"/>
                  </a:lnTo>
                  <a:lnTo>
                    <a:pt x="82279" y="47966"/>
                  </a:lnTo>
                  <a:lnTo>
                    <a:pt x="79130" y="49870"/>
                  </a:lnTo>
                  <a:lnTo>
                    <a:pt x="72882" y="57936"/>
                  </a:lnTo>
                  <a:lnTo>
                    <a:pt x="68133" y="67352"/>
                  </a:lnTo>
                  <a:lnTo>
                    <a:pt x="63534" y="72409"/>
                  </a:lnTo>
                  <a:lnTo>
                    <a:pt x="56436" y="90577"/>
                  </a:lnTo>
                  <a:lnTo>
                    <a:pt x="53187" y="95180"/>
                  </a:lnTo>
                  <a:lnTo>
                    <a:pt x="47538" y="99382"/>
                  </a:lnTo>
                  <a:lnTo>
                    <a:pt x="44589" y="100232"/>
                  </a:lnTo>
                  <a:lnTo>
                    <a:pt x="38490" y="99582"/>
                  </a:lnTo>
                  <a:lnTo>
                    <a:pt x="35591" y="95830"/>
                  </a:lnTo>
                  <a:lnTo>
                    <a:pt x="30742" y="98231"/>
                  </a:lnTo>
                  <a:lnTo>
                    <a:pt x="24444" y="96681"/>
                  </a:lnTo>
                  <a:lnTo>
                    <a:pt x="23544" y="95430"/>
                  </a:lnTo>
                  <a:lnTo>
                    <a:pt x="13497" y="101933"/>
                  </a:lnTo>
                  <a:lnTo>
                    <a:pt x="5049" y="99532"/>
                  </a:lnTo>
                  <a:lnTo>
                    <a:pt x="650" y="965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oPE_MapPart_DEU_1_58" descr="Deutschland">
              <a:extLst>
                <a:ext uri="{FF2B5EF4-FFF2-40B4-BE49-F238E27FC236}">
                  <a16:creationId xmlns:a16="http://schemas.microsoft.com/office/drawing/2014/main" id="{A0ECC3DB-E171-0838-A278-CB41760BD03A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6258658" y="3341150"/>
              <a:ext cx="254386" cy="338150"/>
            </a:xfrm>
            <a:custGeom>
              <a:avLst/>
              <a:gdLst/>
              <a:ahLst/>
              <a:cxnLst/>
              <a:rect l="0" t="0" r="0" b="0"/>
              <a:pathLst>
                <a:path w="254386" h="338150">
                  <a:moveTo>
                    <a:pt x="101824" y="328105"/>
                  </a:moveTo>
                  <a:lnTo>
                    <a:pt x="92376" y="322027"/>
                  </a:lnTo>
                  <a:lnTo>
                    <a:pt x="83978" y="322621"/>
                  </a:lnTo>
                  <a:lnTo>
                    <a:pt x="75431" y="317717"/>
                  </a:lnTo>
                  <a:lnTo>
                    <a:pt x="70732" y="321359"/>
                  </a:lnTo>
                  <a:lnTo>
                    <a:pt x="75231" y="322843"/>
                  </a:lnTo>
                  <a:lnTo>
                    <a:pt x="72132" y="325142"/>
                  </a:lnTo>
                  <a:lnTo>
                    <a:pt x="57485" y="326476"/>
                  </a:lnTo>
                  <a:lnTo>
                    <a:pt x="47438" y="324698"/>
                  </a:lnTo>
                  <a:lnTo>
                    <a:pt x="46688" y="317791"/>
                  </a:lnTo>
                  <a:lnTo>
                    <a:pt x="48838" y="301890"/>
                  </a:lnTo>
                  <a:lnTo>
                    <a:pt x="51337" y="296788"/>
                  </a:lnTo>
                  <a:lnTo>
                    <a:pt x="54986" y="281864"/>
                  </a:lnTo>
                  <a:lnTo>
                    <a:pt x="63384" y="271323"/>
                  </a:lnTo>
                  <a:lnTo>
                    <a:pt x="63234" y="267595"/>
                  </a:lnTo>
                  <a:lnTo>
                    <a:pt x="48687" y="263860"/>
                  </a:lnTo>
                  <a:lnTo>
                    <a:pt x="44238" y="260042"/>
                  </a:lnTo>
                  <a:lnTo>
                    <a:pt x="32742" y="261723"/>
                  </a:lnTo>
                  <a:lnTo>
                    <a:pt x="31792" y="258895"/>
                  </a:lnTo>
                  <a:lnTo>
                    <a:pt x="28693" y="257671"/>
                  </a:lnTo>
                  <a:lnTo>
                    <a:pt x="24394" y="259736"/>
                  </a:lnTo>
                  <a:lnTo>
                    <a:pt x="18795" y="249776"/>
                  </a:lnTo>
                  <a:lnTo>
                    <a:pt x="13546" y="247239"/>
                  </a:lnTo>
                  <a:lnTo>
                    <a:pt x="14496" y="241002"/>
                  </a:lnTo>
                  <a:lnTo>
                    <a:pt x="17446" y="236370"/>
                  </a:lnTo>
                  <a:lnTo>
                    <a:pt x="17495" y="232423"/>
                  </a:lnTo>
                  <a:lnTo>
                    <a:pt x="11097" y="229246"/>
                  </a:lnTo>
                  <a:lnTo>
                    <a:pt x="6998" y="222254"/>
                  </a:lnTo>
                  <a:lnTo>
                    <a:pt x="8847" y="213676"/>
                  </a:lnTo>
                  <a:lnTo>
                    <a:pt x="14096" y="210078"/>
                  </a:lnTo>
                  <a:lnTo>
                    <a:pt x="13447" y="204120"/>
                  </a:lnTo>
                  <a:lnTo>
                    <a:pt x="8948" y="201055"/>
                  </a:lnTo>
                  <a:lnTo>
                    <a:pt x="10497" y="197830"/>
                  </a:lnTo>
                  <a:lnTo>
                    <a:pt x="3799" y="191046"/>
                  </a:lnTo>
                  <a:lnTo>
                    <a:pt x="5298" y="184320"/>
                  </a:lnTo>
                  <a:lnTo>
                    <a:pt x="0" y="178764"/>
                  </a:lnTo>
                  <a:lnTo>
                    <a:pt x="7598" y="173591"/>
                  </a:lnTo>
                  <a:lnTo>
                    <a:pt x="6049" y="170161"/>
                  </a:lnTo>
                  <a:lnTo>
                    <a:pt x="9498" y="160160"/>
                  </a:lnTo>
                  <a:lnTo>
                    <a:pt x="2549" y="144378"/>
                  </a:lnTo>
                  <a:lnTo>
                    <a:pt x="8598" y="140818"/>
                  </a:lnTo>
                  <a:lnTo>
                    <a:pt x="13847" y="143407"/>
                  </a:lnTo>
                  <a:lnTo>
                    <a:pt x="24543" y="139521"/>
                  </a:lnTo>
                  <a:lnTo>
                    <a:pt x="26243" y="136359"/>
                  </a:lnTo>
                  <a:lnTo>
                    <a:pt x="23844" y="133842"/>
                  </a:lnTo>
                  <a:lnTo>
                    <a:pt x="24093" y="131890"/>
                  </a:lnTo>
                  <a:lnTo>
                    <a:pt x="31092" y="126189"/>
                  </a:lnTo>
                  <a:lnTo>
                    <a:pt x="32292" y="123414"/>
                  </a:lnTo>
                  <a:lnTo>
                    <a:pt x="32692" y="118261"/>
                  </a:lnTo>
                  <a:lnTo>
                    <a:pt x="31792" y="116459"/>
                  </a:lnTo>
                  <a:lnTo>
                    <a:pt x="24744" y="114408"/>
                  </a:lnTo>
                  <a:lnTo>
                    <a:pt x="23194" y="111452"/>
                  </a:lnTo>
                  <a:lnTo>
                    <a:pt x="24744" y="106681"/>
                  </a:lnTo>
                  <a:lnTo>
                    <a:pt x="32092" y="106681"/>
                  </a:lnTo>
                  <a:lnTo>
                    <a:pt x="36741" y="91385"/>
                  </a:lnTo>
                  <a:lnTo>
                    <a:pt x="37191" y="76808"/>
                  </a:lnTo>
                  <a:lnTo>
                    <a:pt x="33242" y="72456"/>
                  </a:lnTo>
                  <a:lnTo>
                    <a:pt x="34691" y="63975"/>
                  </a:lnTo>
                  <a:lnTo>
                    <a:pt x="37490" y="59425"/>
                  </a:lnTo>
                  <a:lnTo>
                    <a:pt x="59785" y="57737"/>
                  </a:lnTo>
                  <a:lnTo>
                    <a:pt x="64134" y="64648"/>
                  </a:lnTo>
                  <a:lnTo>
                    <a:pt x="62534" y="68178"/>
                  </a:lnTo>
                  <a:lnTo>
                    <a:pt x="66333" y="69185"/>
                  </a:lnTo>
                  <a:lnTo>
                    <a:pt x="68783" y="61701"/>
                  </a:lnTo>
                  <a:lnTo>
                    <a:pt x="73181" y="65993"/>
                  </a:lnTo>
                  <a:lnTo>
                    <a:pt x="73281" y="71617"/>
                  </a:lnTo>
                  <a:lnTo>
                    <a:pt x="74481" y="63975"/>
                  </a:lnTo>
                  <a:lnTo>
                    <a:pt x="74181" y="53512"/>
                  </a:lnTo>
                  <a:lnTo>
                    <a:pt x="76680" y="49023"/>
                  </a:lnTo>
                  <a:lnTo>
                    <a:pt x="84428" y="50888"/>
                  </a:lnTo>
                  <a:lnTo>
                    <a:pt x="92976" y="49956"/>
                  </a:lnTo>
                  <a:lnTo>
                    <a:pt x="96225" y="51989"/>
                  </a:lnTo>
                  <a:lnTo>
                    <a:pt x="103523" y="61954"/>
                  </a:lnTo>
                  <a:lnTo>
                    <a:pt x="109072" y="64058"/>
                  </a:lnTo>
                  <a:lnTo>
                    <a:pt x="104823" y="61954"/>
                  </a:lnTo>
                  <a:lnTo>
                    <a:pt x="95925" y="49786"/>
                  </a:lnTo>
                  <a:lnTo>
                    <a:pt x="86678" y="46648"/>
                  </a:lnTo>
                  <a:lnTo>
                    <a:pt x="84578" y="43164"/>
                  </a:lnTo>
                  <a:lnTo>
                    <a:pt x="84678" y="30794"/>
                  </a:lnTo>
                  <a:lnTo>
                    <a:pt x="81179" y="28310"/>
                  </a:lnTo>
                  <a:lnTo>
                    <a:pt x="77430" y="29167"/>
                  </a:lnTo>
                  <a:lnTo>
                    <a:pt x="77480" y="24279"/>
                  </a:lnTo>
                  <a:lnTo>
                    <a:pt x="85928" y="20927"/>
                  </a:lnTo>
                  <a:lnTo>
                    <a:pt x="86078" y="17570"/>
                  </a:lnTo>
                  <a:lnTo>
                    <a:pt x="78480" y="5383"/>
                  </a:lnTo>
                  <a:lnTo>
                    <a:pt x="78130" y="0"/>
                  </a:lnTo>
                  <a:lnTo>
                    <a:pt x="84578" y="348"/>
                  </a:lnTo>
                  <a:lnTo>
                    <a:pt x="94376" y="4603"/>
                  </a:lnTo>
                  <a:lnTo>
                    <a:pt x="104373" y="2346"/>
                  </a:lnTo>
                  <a:lnTo>
                    <a:pt x="112071" y="5903"/>
                  </a:lnTo>
                  <a:lnTo>
                    <a:pt x="115670" y="11097"/>
                  </a:lnTo>
                  <a:lnTo>
                    <a:pt x="115870" y="15501"/>
                  </a:lnTo>
                  <a:lnTo>
                    <a:pt x="111421" y="20755"/>
                  </a:lnTo>
                  <a:lnTo>
                    <a:pt x="119019" y="19981"/>
                  </a:lnTo>
                  <a:lnTo>
                    <a:pt x="120969" y="23764"/>
                  </a:lnTo>
                  <a:lnTo>
                    <a:pt x="125068" y="22303"/>
                  </a:lnTo>
                  <a:lnTo>
                    <a:pt x="135365" y="28139"/>
                  </a:lnTo>
                  <a:lnTo>
                    <a:pt x="143213" y="25138"/>
                  </a:lnTo>
                  <a:lnTo>
                    <a:pt x="144613" y="29852"/>
                  </a:lnTo>
                  <a:lnTo>
                    <a:pt x="143063" y="34556"/>
                  </a:lnTo>
                  <a:lnTo>
                    <a:pt x="137565" y="39589"/>
                  </a:lnTo>
                  <a:lnTo>
                    <a:pt x="140514" y="43419"/>
                  </a:lnTo>
                  <a:lnTo>
                    <a:pt x="145712" y="42739"/>
                  </a:lnTo>
                  <a:lnTo>
                    <a:pt x="153911" y="45799"/>
                  </a:lnTo>
                  <a:lnTo>
                    <a:pt x="164907" y="36263"/>
                  </a:lnTo>
                  <a:lnTo>
                    <a:pt x="173705" y="35154"/>
                  </a:lnTo>
                  <a:lnTo>
                    <a:pt x="186552" y="20927"/>
                  </a:lnTo>
                  <a:lnTo>
                    <a:pt x="199149" y="23678"/>
                  </a:lnTo>
                  <a:lnTo>
                    <a:pt x="202448" y="29767"/>
                  </a:lnTo>
                  <a:lnTo>
                    <a:pt x="210796" y="36520"/>
                  </a:lnTo>
                  <a:lnTo>
                    <a:pt x="218494" y="35922"/>
                  </a:lnTo>
                  <a:lnTo>
                    <a:pt x="221193" y="42228"/>
                  </a:lnTo>
                  <a:lnTo>
                    <a:pt x="222393" y="50041"/>
                  </a:lnTo>
                  <a:lnTo>
                    <a:pt x="226841" y="54104"/>
                  </a:lnTo>
                  <a:lnTo>
                    <a:pt x="233340" y="55879"/>
                  </a:lnTo>
                  <a:lnTo>
                    <a:pt x="237539" y="80650"/>
                  </a:lnTo>
                  <a:lnTo>
                    <a:pt x="236390" y="84984"/>
                  </a:lnTo>
                  <a:lnTo>
                    <a:pt x="229991" y="92962"/>
                  </a:lnTo>
                  <a:lnTo>
                    <a:pt x="229691" y="95448"/>
                  </a:lnTo>
                  <a:lnTo>
                    <a:pt x="240388" y="106105"/>
                  </a:lnTo>
                  <a:lnTo>
                    <a:pt x="243338" y="111452"/>
                  </a:lnTo>
                  <a:lnTo>
                    <a:pt x="241538" y="119162"/>
                  </a:lnTo>
                  <a:lnTo>
                    <a:pt x="244987" y="124149"/>
                  </a:lnTo>
                  <a:lnTo>
                    <a:pt x="245687" y="130507"/>
                  </a:lnTo>
                  <a:lnTo>
                    <a:pt x="247036" y="131809"/>
                  </a:lnTo>
                  <a:lnTo>
                    <a:pt x="242838" y="143003"/>
                  </a:lnTo>
                  <a:lnTo>
                    <a:pt x="246287" y="150673"/>
                  </a:lnTo>
                  <a:lnTo>
                    <a:pt x="246236" y="156868"/>
                  </a:lnTo>
                  <a:lnTo>
                    <a:pt x="251286" y="159518"/>
                  </a:lnTo>
                  <a:lnTo>
                    <a:pt x="254385" y="168884"/>
                  </a:lnTo>
                  <a:lnTo>
                    <a:pt x="251586" y="179717"/>
                  </a:lnTo>
                  <a:lnTo>
                    <a:pt x="247436" y="188121"/>
                  </a:lnTo>
                  <a:lnTo>
                    <a:pt x="243188" y="186459"/>
                  </a:lnTo>
                  <a:lnTo>
                    <a:pt x="243438" y="183844"/>
                  </a:lnTo>
                  <a:lnTo>
                    <a:pt x="241288" y="180352"/>
                  </a:lnTo>
                  <a:lnTo>
                    <a:pt x="234990" y="178446"/>
                  </a:lnTo>
                  <a:lnTo>
                    <a:pt x="233240" y="180035"/>
                  </a:lnTo>
                  <a:lnTo>
                    <a:pt x="236390" y="184557"/>
                  </a:lnTo>
                  <a:lnTo>
                    <a:pt x="213845" y="193099"/>
                  </a:lnTo>
                  <a:lnTo>
                    <a:pt x="210496" y="197594"/>
                  </a:lnTo>
                  <a:lnTo>
                    <a:pt x="208747" y="196727"/>
                  </a:lnTo>
                  <a:lnTo>
                    <a:pt x="204947" y="198696"/>
                  </a:lnTo>
                  <a:lnTo>
                    <a:pt x="203398" y="201606"/>
                  </a:lnTo>
                  <a:lnTo>
                    <a:pt x="198799" y="202471"/>
                  </a:lnTo>
                  <a:lnTo>
                    <a:pt x="196750" y="206082"/>
                  </a:lnTo>
                  <a:lnTo>
                    <a:pt x="191851" y="205062"/>
                  </a:lnTo>
                  <a:lnTo>
                    <a:pt x="185853" y="206709"/>
                  </a:lnTo>
                  <a:lnTo>
                    <a:pt x="178304" y="215862"/>
                  </a:lnTo>
                  <a:lnTo>
                    <a:pt x="175455" y="211252"/>
                  </a:lnTo>
                  <a:lnTo>
                    <a:pt x="173106" y="210704"/>
                  </a:lnTo>
                  <a:lnTo>
                    <a:pt x="176355" y="219528"/>
                  </a:lnTo>
                  <a:lnTo>
                    <a:pt x="184803" y="228238"/>
                  </a:lnTo>
                  <a:lnTo>
                    <a:pt x="181454" y="234977"/>
                  </a:lnTo>
                  <a:lnTo>
                    <a:pt x="189501" y="248854"/>
                  </a:lnTo>
                  <a:lnTo>
                    <a:pt x="193201" y="252539"/>
                  </a:lnTo>
                  <a:lnTo>
                    <a:pt x="196050" y="252462"/>
                  </a:lnTo>
                  <a:lnTo>
                    <a:pt x="207797" y="263936"/>
                  </a:lnTo>
                  <a:lnTo>
                    <a:pt x="209496" y="267443"/>
                  </a:lnTo>
                  <a:lnTo>
                    <a:pt x="213545" y="268204"/>
                  </a:lnTo>
                  <a:lnTo>
                    <a:pt x="220993" y="276335"/>
                  </a:lnTo>
                  <a:lnTo>
                    <a:pt x="220193" y="283905"/>
                  </a:lnTo>
                  <a:lnTo>
                    <a:pt x="218444" y="285794"/>
                  </a:lnTo>
                  <a:lnTo>
                    <a:pt x="217095" y="286624"/>
                  </a:lnTo>
                  <a:lnTo>
                    <a:pt x="211895" y="284132"/>
                  </a:lnTo>
                  <a:lnTo>
                    <a:pt x="208747" y="293406"/>
                  </a:lnTo>
                  <a:lnTo>
                    <a:pt x="195500" y="299941"/>
                  </a:lnTo>
                  <a:lnTo>
                    <a:pt x="191701" y="303987"/>
                  </a:lnTo>
                  <a:lnTo>
                    <a:pt x="197050" y="312951"/>
                  </a:lnTo>
                  <a:lnTo>
                    <a:pt x="197099" y="316378"/>
                  </a:lnTo>
                  <a:lnTo>
                    <a:pt x="195500" y="319947"/>
                  </a:lnTo>
                  <a:lnTo>
                    <a:pt x="199299" y="320913"/>
                  </a:lnTo>
                  <a:lnTo>
                    <a:pt x="199849" y="322695"/>
                  </a:lnTo>
                  <a:lnTo>
                    <a:pt x="198749" y="329955"/>
                  </a:lnTo>
                  <a:lnTo>
                    <a:pt x="193050" y="327365"/>
                  </a:lnTo>
                  <a:lnTo>
                    <a:pt x="192001" y="323363"/>
                  </a:lnTo>
                  <a:lnTo>
                    <a:pt x="189652" y="322101"/>
                  </a:lnTo>
                  <a:lnTo>
                    <a:pt x="184003" y="323437"/>
                  </a:lnTo>
                  <a:lnTo>
                    <a:pt x="176405" y="320096"/>
                  </a:lnTo>
                  <a:lnTo>
                    <a:pt x="175755" y="324178"/>
                  </a:lnTo>
                  <a:lnTo>
                    <a:pt x="162708" y="325661"/>
                  </a:lnTo>
                  <a:lnTo>
                    <a:pt x="151111" y="332173"/>
                  </a:lnTo>
                  <a:lnTo>
                    <a:pt x="143963" y="333428"/>
                  </a:lnTo>
                  <a:lnTo>
                    <a:pt x="142263" y="333281"/>
                  </a:lnTo>
                  <a:lnTo>
                    <a:pt x="139314" y="328253"/>
                  </a:lnTo>
                  <a:lnTo>
                    <a:pt x="127267" y="326921"/>
                  </a:lnTo>
                  <a:lnTo>
                    <a:pt x="125318" y="334609"/>
                  </a:lnTo>
                  <a:lnTo>
                    <a:pt x="120119" y="338149"/>
                  </a:lnTo>
                  <a:lnTo>
                    <a:pt x="120619" y="334683"/>
                  </a:lnTo>
                  <a:lnTo>
                    <a:pt x="116870" y="333428"/>
                  </a:lnTo>
                  <a:lnTo>
                    <a:pt x="116720" y="331138"/>
                  </a:lnTo>
                  <a:lnTo>
                    <a:pt x="114271" y="328845"/>
                  </a:lnTo>
                  <a:lnTo>
                    <a:pt x="108072" y="325957"/>
                  </a:lnTo>
                  <a:lnTo>
                    <a:pt x="105323" y="328031"/>
                  </a:lnTo>
                  <a:lnTo>
                    <a:pt x="102524" y="32766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" name="oPE_MapPart_DEU_2_59" descr="Deutschland">
              <a:extLst>
                <a:ext uri="{FF2B5EF4-FFF2-40B4-BE49-F238E27FC236}">
                  <a16:creationId xmlns:a16="http://schemas.microsoft.com/office/drawing/2014/main" id="{BC2168B1-8D53-21B5-5944-329D74861733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6461506" y="3350950"/>
              <a:ext cx="15197" cy="21679"/>
            </a:xfrm>
            <a:custGeom>
              <a:avLst/>
              <a:gdLst/>
              <a:ahLst/>
              <a:cxnLst/>
              <a:rect l="0" t="0" r="0" b="0"/>
              <a:pathLst>
                <a:path w="15197" h="21679">
                  <a:moveTo>
                    <a:pt x="15196" y="15165"/>
                  </a:moveTo>
                  <a:lnTo>
                    <a:pt x="15146" y="20052"/>
                  </a:lnTo>
                  <a:lnTo>
                    <a:pt x="12047" y="17310"/>
                  </a:lnTo>
                  <a:lnTo>
                    <a:pt x="8898" y="17396"/>
                  </a:lnTo>
                  <a:lnTo>
                    <a:pt x="7048" y="21507"/>
                  </a:lnTo>
                  <a:lnTo>
                    <a:pt x="5648" y="21678"/>
                  </a:lnTo>
                  <a:lnTo>
                    <a:pt x="0" y="16024"/>
                  </a:lnTo>
                  <a:lnTo>
                    <a:pt x="400" y="7512"/>
                  </a:lnTo>
                  <a:lnTo>
                    <a:pt x="2199" y="2939"/>
                  </a:lnTo>
                  <a:lnTo>
                    <a:pt x="7248" y="0"/>
                  </a:lnTo>
                  <a:lnTo>
                    <a:pt x="9147" y="4061"/>
                  </a:lnTo>
                  <a:lnTo>
                    <a:pt x="13196" y="5874"/>
                  </a:lnTo>
                  <a:lnTo>
                    <a:pt x="14146" y="7942"/>
                  </a:lnTo>
                  <a:lnTo>
                    <a:pt x="11647" y="11299"/>
                  </a:lnTo>
                  <a:lnTo>
                    <a:pt x="12247" y="131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oPE_MapPart_DEU_3_60" descr="Deutschland">
              <a:extLst>
                <a:ext uri="{FF2B5EF4-FFF2-40B4-BE49-F238E27FC236}">
                  <a16:creationId xmlns:a16="http://schemas.microsoft.com/office/drawing/2014/main" id="{5166BF91-D771-2F90-68D2-A7E80D4A41A5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6480001" y="3378267"/>
              <a:ext cx="10698" cy="12162"/>
            </a:xfrm>
            <a:custGeom>
              <a:avLst/>
              <a:gdLst/>
              <a:ahLst/>
              <a:cxnLst/>
              <a:rect l="0" t="0" r="0" b="0"/>
              <a:pathLst>
                <a:path w="10698" h="12162">
                  <a:moveTo>
                    <a:pt x="10648" y="8427"/>
                  </a:moveTo>
                  <a:lnTo>
                    <a:pt x="10697" y="12161"/>
                  </a:lnTo>
                  <a:lnTo>
                    <a:pt x="2750" y="11737"/>
                  </a:lnTo>
                  <a:lnTo>
                    <a:pt x="2600" y="6217"/>
                  </a:lnTo>
                  <a:lnTo>
                    <a:pt x="0" y="3239"/>
                  </a:lnTo>
                  <a:lnTo>
                    <a:pt x="0" y="0"/>
                  </a:lnTo>
                  <a:lnTo>
                    <a:pt x="5849" y="44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oPE_MapPart_DEU_4_61" descr="Deutschland">
              <a:extLst>
                <a:ext uri="{FF2B5EF4-FFF2-40B4-BE49-F238E27FC236}">
                  <a16:creationId xmlns:a16="http://schemas.microsoft.com/office/drawing/2014/main" id="{42A50B6D-3D23-973D-D956-6D29D5D4A6EE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6401821" y="3358979"/>
              <a:ext cx="7499" cy="5592"/>
            </a:xfrm>
            <a:custGeom>
              <a:avLst/>
              <a:gdLst/>
              <a:ahLst/>
              <a:cxnLst/>
              <a:rect l="0" t="0" r="0" b="0"/>
              <a:pathLst>
                <a:path w="7499" h="5592">
                  <a:moveTo>
                    <a:pt x="7498" y="5505"/>
                  </a:moveTo>
                  <a:lnTo>
                    <a:pt x="3250" y="5591"/>
                  </a:lnTo>
                  <a:lnTo>
                    <a:pt x="0" y="3184"/>
                  </a:lnTo>
                  <a:lnTo>
                    <a:pt x="1999" y="0"/>
                  </a:lnTo>
                  <a:lnTo>
                    <a:pt x="6149" y="1549"/>
                  </a:lnTo>
                  <a:lnTo>
                    <a:pt x="7448" y="447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oPE_MapPart_DEU_5_62" descr="Deutschland">
              <a:extLst>
                <a:ext uri="{FF2B5EF4-FFF2-40B4-BE49-F238E27FC236}">
                  <a16:creationId xmlns:a16="http://schemas.microsoft.com/office/drawing/2014/main" id="{C2423EDD-FCAF-9F8F-7CCB-54CD26D7171A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6326391" y="3333659"/>
              <a:ext cx="9248" cy="13135"/>
            </a:xfrm>
            <a:custGeom>
              <a:avLst/>
              <a:gdLst/>
              <a:ahLst/>
              <a:cxnLst/>
              <a:rect l="0" t="0" r="0" b="0"/>
              <a:pathLst>
                <a:path w="9248" h="13135">
                  <a:moveTo>
                    <a:pt x="299" y="13134"/>
                  </a:moveTo>
                  <a:lnTo>
                    <a:pt x="0" y="7230"/>
                  </a:lnTo>
                  <a:lnTo>
                    <a:pt x="3049" y="0"/>
                  </a:lnTo>
                  <a:lnTo>
                    <a:pt x="4299" y="175"/>
                  </a:lnTo>
                  <a:lnTo>
                    <a:pt x="2299" y="7665"/>
                  </a:lnTo>
                  <a:lnTo>
                    <a:pt x="9247" y="8100"/>
                  </a:lnTo>
                  <a:lnTo>
                    <a:pt x="1400" y="101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" name="oPE_MapPart_DEU_6_63" descr="Deutschland">
              <a:extLst>
                <a:ext uri="{FF2B5EF4-FFF2-40B4-BE49-F238E27FC236}">
                  <a16:creationId xmlns:a16="http://schemas.microsoft.com/office/drawing/2014/main" id="{900556DB-59EA-1DA9-8C40-FF2BA9B6C6A7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6329290" y="3348180"/>
              <a:ext cx="5199" cy="2165"/>
            </a:xfrm>
            <a:custGeom>
              <a:avLst/>
              <a:gdLst/>
              <a:ahLst/>
              <a:cxnLst/>
              <a:rect l="0" t="0" r="0" b="0"/>
              <a:pathLst>
                <a:path w="5199" h="2165">
                  <a:moveTo>
                    <a:pt x="5198" y="2164"/>
                  </a:moveTo>
                  <a:lnTo>
                    <a:pt x="0" y="2078"/>
                  </a:lnTo>
                  <a:lnTo>
                    <a:pt x="1900" y="0"/>
                  </a:lnTo>
                  <a:lnTo>
                    <a:pt x="4799" y="43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oPE_MapPart_GRC_1_64" descr="Griechenland">
              <a:extLst>
                <a:ext uri="{FF2B5EF4-FFF2-40B4-BE49-F238E27FC236}">
                  <a16:creationId xmlns:a16="http://schemas.microsoft.com/office/drawing/2014/main" id="{11D332C8-BEDE-89EF-F2C3-A77002885A77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6651458" y="3895095"/>
              <a:ext cx="183954" cy="189711"/>
            </a:xfrm>
            <a:custGeom>
              <a:avLst/>
              <a:gdLst/>
              <a:ahLst/>
              <a:cxnLst/>
              <a:rect l="0" t="0" r="0" b="0"/>
              <a:pathLst>
                <a:path w="183954" h="189711">
                  <a:moveTo>
                    <a:pt x="175504" y="1004"/>
                  </a:moveTo>
                  <a:lnTo>
                    <a:pt x="182703" y="5286"/>
                  </a:lnTo>
                  <a:lnTo>
                    <a:pt x="183953" y="12695"/>
                  </a:lnTo>
                  <a:lnTo>
                    <a:pt x="183302" y="14427"/>
                  </a:lnTo>
                  <a:lnTo>
                    <a:pt x="175755" y="18752"/>
                  </a:lnTo>
                  <a:lnTo>
                    <a:pt x="176404" y="27643"/>
                  </a:lnTo>
                  <a:lnTo>
                    <a:pt x="169606" y="36700"/>
                  </a:lnTo>
                  <a:lnTo>
                    <a:pt x="167656" y="37557"/>
                  </a:lnTo>
                  <a:lnTo>
                    <a:pt x="162558" y="33266"/>
                  </a:lnTo>
                  <a:lnTo>
                    <a:pt x="145762" y="30026"/>
                  </a:lnTo>
                  <a:lnTo>
                    <a:pt x="141713" y="27709"/>
                  </a:lnTo>
                  <a:lnTo>
                    <a:pt x="133066" y="32737"/>
                  </a:lnTo>
                  <a:lnTo>
                    <a:pt x="124268" y="29431"/>
                  </a:lnTo>
                  <a:lnTo>
                    <a:pt x="113321" y="37689"/>
                  </a:lnTo>
                  <a:lnTo>
                    <a:pt x="104472" y="36766"/>
                  </a:lnTo>
                  <a:lnTo>
                    <a:pt x="103923" y="39404"/>
                  </a:lnTo>
                  <a:lnTo>
                    <a:pt x="107672" y="44210"/>
                  </a:lnTo>
                  <a:lnTo>
                    <a:pt x="106372" y="46512"/>
                  </a:lnTo>
                  <a:lnTo>
                    <a:pt x="107322" y="48810"/>
                  </a:lnTo>
                  <a:lnTo>
                    <a:pt x="111870" y="49139"/>
                  </a:lnTo>
                  <a:lnTo>
                    <a:pt x="116969" y="52157"/>
                  </a:lnTo>
                  <a:lnTo>
                    <a:pt x="120568" y="58705"/>
                  </a:lnTo>
                  <a:lnTo>
                    <a:pt x="115470" y="53861"/>
                  </a:lnTo>
                  <a:lnTo>
                    <a:pt x="108622" y="50976"/>
                  </a:lnTo>
                  <a:lnTo>
                    <a:pt x="103472" y="52091"/>
                  </a:lnTo>
                  <a:lnTo>
                    <a:pt x="103273" y="53665"/>
                  </a:lnTo>
                  <a:lnTo>
                    <a:pt x="110122" y="59882"/>
                  </a:lnTo>
                  <a:lnTo>
                    <a:pt x="111071" y="63148"/>
                  </a:lnTo>
                  <a:lnTo>
                    <a:pt x="109571" y="65301"/>
                  </a:lnTo>
                  <a:lnTo>
                    <a:pt x="106472" y="63213"/>
                  </a:lnTo>
                  <a:lnTo>
                    <a:pt x="101724" y="55891"/>
                  </a:lnTo>
                  <a:lnTo>
                    <a:pt x="95125" y="54451"/>
                  </a:lnTo>
                  <a:lnTo>
                    <a:pt x="93975" y="55957"/>
                  </a:lnTo>
                  <a:lnTo>
                    <a:pt x="95274" y="59882"/>
                  </a:lnTo>
                  <a:lnTo>
                    <a:pt x="101973" y="65562"/>
                  </a:lnTo>
                  <a:lnTo>
                    <a:pt x="100674" y="66801"/>
                  </a:lnTo>
                  <a:lnTo>
                    <a:pt x="94275" y="64388"/>
                  </a:lnTo>
                  <a:lnTo>
                    <a:pt x="92376" y="60797"/>
                  </a:lnTo>
                  <a:lnTo>
                    <a:pt x="91926" y="56219"/>
                  </a:lnTo>
                  <a:lnTo>
                    <a:pt x="80379" y="49532"/>
                  </a:lnTo>
                  <a:lnTo>
                    <a:pt x="79130" y="46183"/>
                  </a:lnTo>
                  <a:lnTo>
                    <a:pt x="81128" y="42565"/>
                  </a:lnTo>
                  <a:lnTo>
                    <a:pt x="72981" y="45985"/>
                  </a:lnTo>
                  <a:lnTo>
                    <a:pt x="73331" y="50714"/>
                  </a:lnTo>
                  <a:lnTo>
                    <a:pt x="71332" y="59686"/>
                  </a:lnTo>
                  <a:lnTo>
                    <a:pt x="71931" y="62691"/>
                  </a:lnTo>
                  <a:lnTo>
                    <a:pt x="78730" y="71294"/>
                  </a:lnTo>
                  <a:lnTo>
                    <a:pt x="82678" y="79803"/>
                  </a:lnTo>
                  <a:lnTo>
                    <a:pt x="89727" y="87184"/>
                  </a:lnTo>
                  <a:lnTo>
                    <a:pt x="92376" y="93770"/>
                  </a:lnTo>
                  <a:lnTo>
                    <a:pt x="87577" y="96412"/>
                  </a:lnTo>
                  <a:lnTo>
                    <a:pt x="86577" y="95316"/>
                  </a:lnTo>
                  <a:lnTo>
                    <a:pt x="87777" y="90802"/>
                  </a:lnTo>
                  <a:lnTo>
                    <a:pt x="83078" y="88153"/>
                  </a:lnTo>
                  <a:lnTo>
                    <a:pt x="81078" y="89058"/>
                  </a:lnTo>
                  <a:lnTo>
                    <a:pt x="78779" y="90802"/>
                  </a:lnTo>
                  <a:lnTo>
                    <a:pt x="80079" y="93963"/>
                  </a:lnTo>
                  <a:lnTo>
                    <a:pt x="82328" y="98922"/>
                  </a:lnTo>
                  <a:lnTo>
                    <a:pt x="85128" y="98665"/>
                  </a:lnTo>
                  <a:lnTo>
                    <a:pt x="77779" y="103552"/>
                  </a:lnTo>
                  <a:lnTo>
                    <a:pt x="71281" y="104772"/>
                  </a:lnTo>
                  <a:lnTo>
                    <a:pt x="90276" y="112144"/>
                  </a:lnTo>
                  <a:lnTo>
                    <a:pt x="93526" y="116941"/>
                  </a:lnTo>
                  <a:lnTo>
                    <a:pt x="99074" y="118219"/>
                  </a:lnTo>
                  <a:lnTo>
                    <a:pt x="102273" y="123067"/>
                  </a:lnTo>
                  <a:lnTo>
                    <a:pt x="110122" y="125807"/>
                  </a:lnTo>
                  <a:lnTo>
                    <a:pt x="111721" y="130578"/>
                  </a:lnTo>
                  <a:lnTo>
                    <a:pt x="112770" y="143448"/>
                  </a:lnTo>
                  <a:lnTo>
                    <a:pt x="112571" y="145723"/>
                  </a:lnTo>
                  <a:lnTo>
                    <a:pt x="110271" y="146861"/>
                  </a:lnTo>
                  <a:lnTo>
                    <a:pt x="98173" y="134389"/>
                  </a:lnTo>
                  <a:lnTo>
                    <a:pt x="84577" y="138954"/>
                  </a:lnTo>
                  <a:lnTo>
                    <a:pt x="87377" y="142752"/>
                  </a:lnTo>
                  <a:lnTo>
                    <a:pt x="88777" y="148881"/>
                  </a:lnTo>
                  <a:lnTo>
                    <a:pt x="94275" y="150269"/>
                  </a:lnTo>
                  <a:lnTo>
                    <a:pt x="96874" y="154366"/>
                  </a:lnTo>
                  <a:lnTo>
                    <a:pt x="87777" y="158896"/>
                  </a:lnTo>
                  <a:lnTo>
                    <a:pt x="86027" y="157827"/>
                  </a:lnTo>
                  <a:lnTo>
                    <a:pt x="85928" y="155184"/>
                  </a:lnTo>
                  <a:lnTo>
                    <a:pt x="81629" y="152476"/>
                  </a:lnTo>
                  <a:lnTo>
                    <a:pt x="77030" y="150080"/>
                  </a:lnTo>
                  <a:lnTo>
                    <a:pt x="75631" y="151594"/>
                  </a:lnTo>
                  <a:lnTo>
                    <a:pt x="76730" y="156820"/>
                  </a:lnTo>
                  <a:lnTo>
                    <a:pt x="84928" y="175629"/>
                  </a:lnTo>
                  <a:lnTo>
                    <a:pt x="84428" y="182865"/>
                  </a:lnTo>
                  <a:lnTo>
                    <a:pt x="87727" y="189648"/>
                  </a:lnTo>
                  <a:lnTo>
                    <a:pt x="82777" y="186850"/>
                  </a:lnTo>
                  <a:lnTo>
                    <a:pt x="77130" y="177939"/>
                  </a:lnTo>
                  <a:lnTo>
                    <a:pt x="75430" y="177689"/>
                  </a:lnTo>
                  <a:lnTo>
                    <a:pt x="72381" y="178189"/>
                  </a:lnTo>
                  <a:lnTo>
                    <a:pt x="69082" y="185481"/>
                  </a:lnTo>
                  <a:lnTo>
                    <a:pt x="69082" y="189710"/>
                  </a:lnTo>
                  <a:lnTo>
                    <a:pt x="65882" y="187409"/>
                  </a:lnTo>
                  <a:lnTo>
                    <a:pt x="65932" y="180871"/>
                  </a:lnTo>
                  <a:lnTo>
                    <a:pt x="57735" y="169500"/>
                  </a:lnTo>
                  <a:lnTo>
                    <a:pt x="54285" y="170877"/>
                  </a:lnTo>
                  <a:lnTo>
                    <a:pt x="52486" y="179624"/>
                  </a:lnTo>
                  <a:lnTo>
                    <a:pt x="48237" y="175253"/>
                  </a:lnTo>
                  <a:lnTo>
                    <a:pt x="43938" y="167683"/>
                  </a:lnTo>
                  <a:lnTo>
                    <a:pt x="43788" y="163544"/>
                  </a:lnTo>
                  <a:lnTo>
                    <a:pt x="46938" y="159776"/>
                  </a:lnTo>
                  <a:lnTo>
                    <a:pt x="46587" y="157010"/>
                  </a:lnTo>
                  <a:lnTo>
                    <a:pt x="43588" y="151656"/>
                  </a:lnTo>
                  <a:lnTo>
                    <a:pt x="36890" y="147177"/>
                  </a:lnTo>
                  <a:lnTo>
                    <a:pt x="35740" y="143448"/>
                  </a:lnTo>
                  <a:lnTo>
                    <a:pt x="31191" y="139334"/>
                  </a:lnTo>
                  <a:lnTo>
                    <a:pt x="36290" y="134579"/>
                  </a:lnTo>
                  <a:lnTo>
                    <a:pt x="38939" y="128607"/>
                  </a:lnTo>
                  <a:lnTo>
                    <a:pt x="45987" y="129370"/>
                  </a:lnTo>
                  <a:lnTo>
                    <a:pt x="50637" y="123960"/>
                  </a:lnTo>
                  <a:lnTo>
                    <a:pt x="54185" y="124151"/>
                  </a:lnTo>
                  <a:lnTo>
                    <a:pt x="62283" y="128862"/>
                  </a:lnTo>
                  <a:lnTo>
                    <a:pt x="70931" y="131531"/>
                  </a:lnTo>
                  <a:lnTo>
                    <a:pt x="78979" y="136672"/>
                  </a:lnTo>
                  <a:lnTo>
                    <a:pt x="81078" y="136989"/>
                  </a:lnTo>
                  <a:lnTo>
                    <a:pt x="80278" y="133754"/>
                  </a:lnTo>
                  <a:lnTo>
                    <a:pt x="86677" y="132929"/>
                  </a:lnTo>
                  <a:lnTo>
                    <a:pt x="88377" y="130833"/>
                  </a:lnTo>
                  <a:lnTo>
                    <a:pt x="85877" y="128607"/>
                  </a:lnTo>
                  <a:lnTo>
                    <a:pt x="78679" y="127208"/>
                  </a:lnTo>
                  <a:lnTo>
                    <a:pt x="67182" y="120006"/>
                  </a:lnTo>
                  <a:lnTo>
                    <a:pt x="64382" y="122940"/>
                  </a:lnTo>
                  <a:lnTo>
                    <a:pt x="54536" y="120963"/>
                  </a:lnTo>
                  <a:lnTo>
                    <a:pt x="40839" y="124151"/>
                  </a:lnTo>
                  <a:lnTo>
                    <a:pt x="36940" y="118283"/>
                  </a:lnTo>
                  <a:lnTo>
                    <a:pt x="36140" y="122302"/>
                  </a:lnTo>
                  <a:lnTo>
                    <a:pt x="32791" y="123323"/>
                  </a:lnTo>
                  <a:lnTo>
                    <a:pt x="30891" y="121920"/>
                  </a:lnTo>
                  <a:lnTo>
                    <a:pt x="27492" y="112400"/>
                  </a:lnTo>
                  <a:lnTo>
                    <a:pt x="24193" y="108044"/>
                  </a:lnTo>
                  <a:lnTo>
                    <a:pt x="21544" y="106890"/>
                  </a:lnTo>
                  <a:lnTo>
                    <a:pt x="21294" y="104515"/>
                  </a:lnTo>
                  <a:lnTo>
                    <a:pt x="21544" y="102588"/>
                  </a:lnTo>
                  <a:lnTo>
                    <a:pt x="24743" y="102138"/>
                  </a:lnTo>
                  <a:lnTo>
                    <a:pt x="30841" y="103745"/>
                  </a:lnTo>
                  <a:lnTo>
                    <a:pt x="31941" y="102845"/>
                  </a:lnTo>
                  <a:lnTo>
                    <a:pt x="30991" y="98987"/>
                  </a:lnTo>
                  <a:lnTo>
                    <a:pt x="19744" y="98794"/>
                  </a:lnTo>
                  <a:lnTo>
                    <a:pt x="12946" y="90931"/>
                  </a:lnTo>
                  <a:lnTo>
                    <a:pt x="8297" y="88347"/>
                  </a:lnTo>
                  <a:lnTo>
                    <a:pt x="5248" y="80451"/>
                  </a:lnTo>
                  <a:lnTo>
                    <a:pt x="0" y="74545"/>
                  </a:lnTo>
                  <a:lnTo>
                    <a:pt x="3599" y="76299"/>
                  </a:lnTo>
                  <a:lnTo>
                    <a:pt x="6848" y="75649"/>
                  </a:lnTo>
                  <a:lnTo>
                    <a:pt x="8447" y="71424"/>
                  </a:lnTo>
                  <a:lnTo>
                    <a:pt x="10597" y="71164"/>
                  </a:lnTo>
                  <a:lnTo>
                    <a:pt x="8597" y="64779"/>
                  </a:lnTo>
                  <a:lnTo>
                    <a:pt x="11297" y="62234"/>
                  </a:lnTo>
                  <a:lnTo>
                    <a:pt x="18195" y="59816"/>
                  </a:lnTo>
                  <a:lnTo>
                    <a:pt x="22344" y="47826"/>
                  </a:lnTo>
                  <a:lnTo>
                    <a:pt x="26342" y="46051"/>
                  </a:lnTo>
                  <a:lnTo>
                    <a:pt x="28592" y="41380"/>
                  </a:lnTo>
                  <a:lnTo>
                    <a:pt x="26493" y="35776"/>
                  </a:lnTo>
                  <a:lnTo>
                    <a:pt x="26742" y="33068"/>
                  </a:lnTo>
                  <a:lnTo>
                    <a:pt x="36740" y="32406"/>
                  </a:lnTo>
                  <a:lnTo>
                    <a:pt x="38939" y="30952"/>
                  </a:lnTo>
                  <a:lnTo>
                    <a:pt x="43738" y="32340"/>
                  </a:lnTo>
                  <a:lnTo>
                    <a:pt x="49387" y="29364"/>
                  </a:lnTo>
                  <a:lnTo>
                    <a:pt x="55336" y="22671"/>
                  </a:lnTo>
                  <a:lnTo>
                    <a:pt x="60634" y="21674"/>
                  </a:lnTo>
                  <a:lnTo>
                    <a:pt x="69181" y="23135"/>
                  </a:lnTo>
                  <a:lnTo>
                    <a:pt x="75631" y="20944"/>
                  </a:lnTo>
                  <a:lnTo>
                    <a:pt x="77280" y="15293"/>
                  </a:lnTo>
                  <a:lnTo>
                    <a:pt x="87577" y="15625"/>
                  </a:lnTo>
                  <a:lnTo>
                    <a:pt x="89926" y="13294"/>
                  </a:lnTo>
                  <a:lnTo>
                    <a:pt x="100924" y="13228"/>
                  </a:lnTo>
                  <a:lnTo>
                    <a:pt x="111371" y="10562"/>
                  </a:lnTo>
                  <a:lnTo>
                    <a:pt x="112571" y="8025"/>
                  </a:lnTo>
                  <a:lnTo>
                    <a:pt x="125417" y="7090"/>
                  </a:lnTo>
                  <a:lnTo>
                    <a:pt x="127567" y="11162"/>
                  </a:lnTo>
                  <a:lnTo>
                    <a:pt x="132516" y="14360"/>
                  </a:lnTo>
                  <a:lnTo>
                    <a:pt x="134565" y="12961"/>
                  </a:lnTo>
                  <a:lnTo>
                    <a:pt x="138614" y="14027"/>
                  </a:lnTo>
                  <a:lnTo>
                    <a:pt x="145762" y="18552"/>
                  </a:lnTo>
                  <a:lnTo>
                    <a:pt x="160608" y="15359"/>
                  </a:lnTo>
                  <a:lnTo>
                    <a:pt x="164457" y="16024"/>
                  </a:lnTo>
                  <a:lnTo>
                    <a:pt x="170356" y="13294"/>
                  </a:lnTo>
                  <a:lnTo>
                    <a:pt x="170555" y="8226"/>
                  </a:lnTo>
                  <a:lnTo>
                    <a:pt x="168406" y="2610"/>
                  </a:lnTo>
                  <a:lnTo>
                    <a:pt x="169557" y="670"/>
                  </a:lnTo>
                  <a:lnTo>
                    <a:pt x="17215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" name="oPE_MapPart_GRC_2_65" descr="Griechenland">
              <a:extLst>
                <a:ext uri="{FF2B5EF4-FFF2-40B4-BE49-F238E27FC236}">
                  <a16:creationId xmlns:a16="http://schemas.microsoft.com/office/drawing/2014/main" id="{76CDE171-043C-F554-9CFF-4D504BE1432B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6749932" y="4111947"/>
              <a:ext cx="76981" cy="24561"/>
            </a:xfrm>
            <a:custGeom>
              <a:avLst/>
              <a:gdLst/>
              <a:ahLst/>
              <a:cxnLst/>
              <a:rect l="0" t="0" r="0" b="0"/>
              <a:pathLst>
                <a:path w="76981" h="24561">
                  <a:moveTo>
                    <a:pt x="8448" y="4119"/>
                  </a:moveTo>
                  <a:lnTo>
                    <a:pt x="12947" y="4303"/>
                  </a:lnTo>
                  <a:lnTo>
                    <a:pt x="15147" y="2153"/>
                  </a:lnTo>
                  <a:lnTo>
                    <a:pt x="17196" y="2091"/>
                  </a:lnTo>
                  <a:lnTo>
                    <a:pt x="18046" y="4058"/>
                  </a:lnTo>
                  <a:lnTo>
                    <a:pt x="15596" y="5470"/>
                  </a:lnTo>
                  <a:lnTo>
                    <a:pt x="19645" y="6391"/>
                  </a:lnTo>
                  <a:lnTo>
                    <a:pt x="20195" y="9213"/>
                  </a:lnTo>
                  <a:lnTo>
                    <a:pt x="22394" y="10132"/>
                  </a:lnTo>
                  <a:lnTo>
                    <a:pt x="32592" y="7925"/>
                  </a:lnTo>
                  <a:lnTo>
                    <a:pt x="40440" y="8415"/>
                  </a:lnTo>
                  <a:lnTo>
                    <a:pt x="43239" y="10561"/>
                  </a:lnTo>
                  <a:lnTo>
                    <a:pt x="53536" y="11909"/>
                  </a:lnTo>
                  <a:lnTo>
                    <a:pt x="60635" y="10501"/>
                  </a:lnTo>
                  <a:lnTo>
                    <a:pt x="61035" y="17478"/>
                  </a:lnTo>
                  <a:lnTo>
                    <a:pt x="62334" y="18150"/>
                  </a:lnTo>
                  <a:lnTo>
                    <a:pt x="68883" y="15031"/>
                  </a:lnTo>
                  <a:lnTo>
                    <a:pt x="72782" y="15031"/>
                  </a:lnTo>
                  <a:lnTo>
                    <a:pt x="76980" y="11603"/>
                  </a:lnTo>
                  <a:lnTo>
                    <a:pt x="74881" y="20838"/>
                  </a:lnTo>
                  <a:lnTo>
                    <a:pt x="72681" y="21693"/>
                  </a:lnTo>
                  <a:lnTo>
                    <a:pt x="34791" y="24560"/>
                  </a:lnTo>
                  <a:lnTo>
                    <a:pt x="33242" y="24011"/>
                  </a:lnTo>
                  <a:lnTo>
                    <a:pt x="32242" y="19311"/>
                  </a:lnTo>
                  <a:lnTo>
                    <a:pt x="25444" y="16867"/>
                  </a:lnTo>
                  <a:lnTo>
                    <a:pt x="1250" y="13624"/>
                  </a:lnTo>
                  <a:lnTo>
                    <a:pt x="0" y="8232"/>
                  </a:lnTo>
                  <a:lnTo>
                    <a:pt x="600" y="4119"/>
                  </a:lnTo>
                  <a:lnTo>
                    <a:pt x="1699" y="3075"/>
                  </a:lnTo>
                  <a:lnTo>
                    <a:pt x="3450" y="4856"/>
                  </a:lnTo>
                  <a:lnTo>
                    <a:pt x="5249" y="0"/>
                  </a:lnTo>
                  <a:lnTo>
                    <a:pt x="6848" y="34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oPE_MapPart_GRC_3_66" descr="Griechenland">
              <a:extLst>
                <a:ext uri="{FF2B5EF4-FFF2-40B4-BE49-F238E27FC236}">
                  <a16:creationId xmlns:a16="http://schemas.microsoft.com/office/drawing/2014/main" id="{CE89AF06-2FF7-1867-FA0B-5D71C343D875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6731437" y="3993889"/>
              <a:ext cx="47389" cy="37816"/>
            </a:xfrm>
            <a:custGeom>
              <a:avLst/>
              <a:gdLst/>
              <a:ahLst/>
              <a:cxnLst/>
              <a:rect l="0" t="0" r="0" b="0"/>
              <a:pathLst>
                <a:path w="47389" h="37816">
                  <a:moveTo>
                    <a:pt x="14846" y="2702"/>
                  </a:moveTo>
                  <a:lnTo>
                    <a:pt x="17846" y="7903"/>
                  </a:lnTo>
                  <a:lnTo>
                    <a:pt x="27693" y="12390"/>
                  </a:lnTo>
                  <a:lnTo>
                    <a:pt x="34591" y="13799"/>
                  </a:lnTo>
                  <a:lnTo>
                    <a:pt x="36590" y="17572"/>
                  </a:lnTo>
                  <a:lnTo>
                    <a:pt x="36241" y="20319"/>
                  </a:lnTo>
                  <a:lnTo>
                    <a:pt x="38740" y="28986"/>
                  </a:lnTo>
                  <a:lnTo>
                    <a:pt x="41040" y="31021"/>
                  </a:lnTo>
                  <a:lnTo>
                    <a:pt x="47388" y="32356"/>
                  </a:lnTo>
                  <a:lnTo>
                    <a:pt x="47138" y="36039"/>
                  </a:lnTo>
                  <a:lnTo>
                    <a:pt x="44988" y="37815"/>
                  </a:lnTo>
                  <a:lnTo>
                    <a:pt x="36941" y="32610"/>
                  </a:lnTo>
                  <a:lnTo>
                    <a:pt x="32191" y="22935"/>
                  </a:lnTo>
                  <a:lnTo>
                    <a:pt x="21345" y="21085"/>
                  </a:lnTo>
                  <a:lnTo>
                    <a:pt x="20444" y="17188"/>
                  </a:lnTo>
                  <a:lnTo>
                    <a:pt x="10297" y="8352"/>
                  </a:lnTo>
                  <a:lnTo>
                    <a:pt x="4099" y="5785"/>
                  </a:lnTo>
                  <a:lnTo>
                    <a:pt x="0" y="6684"/>
                  </a:lnTo>
                  <a:lnTo>
                    <a:pt x="7348" y="1158"/>
                  </a:lnTo>
                  <a:lnTo>
                    <a:pt x="119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" name="oPE_MapPart_GRC_4_67" descr="Griechenland">
              <a:extLst>
                <a:ext uri="{FF2B5EF4-FFF2-40B4-BE49-F238E27FC236}">
                  <a16:creationId xmlns:a16="http://schemas.microsoft.com/office/drawing/2014/main" id="{41D7685B-970B-2824-FD71-26144FEF618A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6814016" y="3981438"/>
              <a:ext cx="20245" cy="14639"/>
            </a:xfrm>
            <a:custGeom>
              <a:avLst/>
              <a:gdLst/>
              <a:ahLst/>
              <a:cxnLst/>
              <a:rect l="0" t="0" r="0" b="0"/>
              <a:pathLst>
                <a:path w="20245" h="14639">
                  <a:moveTo>
                    <a:pt x="15397" y="1875"/>
                  </a:moveTo>
                  <a:lnTo>
                    <a:pt x="14946" y="4007"/>
                  </a:lnTo>
                  <a:lnTo>
                    <a:pt x="20095" y="9747"/>
                  </a:lnTo>
                  <a:lnTo>
                    <a:pt x="20244" y="12579"/>
                  </a:lnTo>
                  <a:lnTo>
                    <a:pt x="17595" y="11035"/>
                  </a:lnTo>
                  <a:lnTo>
                    <a:pt x="19195" y="13931"/>
                  </a:lnTo>
                  <a:lnTo>
                    <a:pt x="14846" y="14638"/>
                  </a:lnTo>
                  <a:lnTo>
                    <a:pt x="8498" y="12773"/>
                  </a:lnTo>
                  <a:lnTo>
                    <a:pt x="6999" y="10777"/>
                  </a:lnTo>
                  <a:lnTo>
                    <a:pt x="11597" y="6653"/>
                  </a:lnTo>
                  <a:lnTo>
                    <a:pt x="8898" y="6717"/>
                  </a:lnTo>
                  <a:lnTo>
                    <a:pt x="6048" y="10263"/>
                  </a:lnTo>
                  <a:lnTo>
                    <a:pt x="0" y="7298"/>
                  </a:lnTo>
                  <a:lnTo>
                    <a:pt x="1499" y="3426"/>
                  </a:lnTo>
                  <a:lnTo>
                    <a:pt x="6498" y="2780"/>
                  </a:lnTo>
                  <a:lnTo>
                    <a:pt x="8597" y="1810"/>
                  </a:lnTo>
                  <a:lnTo>
                    <a:pt x="8597" y="324"/>
                  </a:lnTo>
                  <a:lnTo>
                    <a:pt x="1369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" name="oPE_MapPart_GRC_5_68" descr="Griechenland">
              <a:extLst>
                <a:ext uri="{FF2B5EF4-FFF2-40B4-BE49-F238E27FC236}">
                  <a16:creationId xmlns:a16="http://schemas.microsoft.com/office/drawing/2014/main" id="{616D4BDB-ED84-50F4-38F0-9C7D9F20B8C2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6865703" y="4085240"/>
              <a:ext cx="14297" cy="17959"/>
            </a:xfrm>
            <a:custGeom>
              <a:avLst/>
              <a:gdLst/>
              <a:ahLst/>
              <a:cxnLst/>
              <a:rect l="0" t="0" r="0" b="0"/>
              <a:pathLst>
                <a:path w="14297" h="17959">
                  <a:moveTo>
                    <a:pt x="3499" y="17341"/>
                  </a:moveTo>
                  <a:lnTo>
                    <a:pt x="799" y="17958"/>
                  </a:lnTo>
                  <a:lnTo>
                    <a:pt x="0" y="16414"/>
                  </a:lnTo>
                  <a:lnTo>
                    <a:pt x="1149" y="12583"/>
                  </a:lnTo>
                  <a:lnTo>
                    <a:pt x="0" y="9055"/>
                  </a:lnTo>
                  <a:lnTo>
                    <a:pt x="2749" y="5399"/>
                  </a:lnTo>
                  <a:lnTo>
                    <a:pt x="5498" y="3042"/>
                  </a:lnTo>
                  <a:lnTo>
                    <a:pt x="14296" y="0"/>
                  </a:lnTo>
                  <a:lnTo>
                    <a:pt x="11897" y="7693"/>
                  </a:lnTo>
                  <a:lnTo>
                    <a:pt x="9747" y="10479"/>
                  </a:lnTo>
                  <a:lnTo>
                    <a:pt x="10297" y="12706"/>
                  </a:lnTo>
                  <a:lnTo>
                    <a:pt x="6898" y="133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oPE_MapPart_GRC_6_69" descr="Griechenland">
              <a:extLst>
                <a:ext uri="{FF2B5EF4-FFF2-40B4-BE49-F238E27FC236}">
                  <a16:creationId xmlns:a16="http://schemas.microsoft.com/office/drawing/2014/main" id="{67AB1698-F757-8B2B-D81C-BA7EF13EE2D8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6813765" y="4009351"/>
              <a:ext cx="8750" cy="15560"/>
            </a:xfrm>
            <a:custGeom>
              <a:avLst/>
              <a:gdLst/>
              <a:ahLst/>
              <a:cxnLst/>
              <a:rect l="0" t="0" r="0" b="0"/>
              <a:pathLst>
                <a:path w="8750" h="15560">
                  <a:moveTo>
                    <a:pt x="6899" y="13588"/>
                  </a:moveTo>
                  <a:lnTo>
                    <a:pt x="4250" y="15559"/>
                  </a:lnTo>
                  <a:lnTo>
                    <a:pt x="1250" y="12697"/>
                  </a:lnTo>
                  <a:lnTo>
                    <a:pt x="800" y="11742"/>
                  </a:lnTo>
                  <a:lnTo>
                    <a:pt x="4050" y="8748"/>
                  </a:lnTo>
                  <a:lnTo>
                    <a:pt x="151" y="3260"/>
                  </a:lnTo>
                  <a:lnTo>
                    <a:pt x="0" y="959"/>
                  </a:lnTo>
                  <a:lnTo>
                    <a:pt x="4600" y="0"/>
                  </a:lnTo>
                  <a:lnTo>
                    <a:pt x="8749" y="2110"/>
                  </a:lnTo>
                  <a:lnTo>
                    <a:pt x="8649" y="10596"/>
                  </a:lnTo>
                  <a:lnTo>
                    <a:pt x="7149" y="1301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oPE_MapPart_GRC_7_70" descr="Griechenland">
              <a:extLst>
                <a:ext uri="{FF2B5EF4-FFF2-40B4-BE49-F238E27FC236}">
                  <a16:creationId xmlns:a16="http://schemas.microsoft.com/office/drawing/2014/main" id="{10F1D903-324B-4D84-A1F6-54D686DEEF40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6661205" y="4013824"/>
              <a:ext cx="12097" cy="14328"/>
            </a:xfrm>
            <a:custGeom>
              <a:avLst/>
              <a:gdLst/>
              <a:ahLst/>
              <a:cxnLst/>
              <a:rect l="0" t="0" r="0" b="0"/>
              <a:pathLst>
                <a:path w="12097" h="14328">
                  <a:moveTo>
                    <a:pt x="7199" y="3255"/>
                  </a:moveTo>
                  <a:lnTo>
                    <a:pt x="7548" y="7333"/>
                  </a:lnTo>
                  <a:lnTo>
                    <a:pt x="12096" y="11785"/>
                  </a:lnTo>
                  <a:lnTo>
                    <a:pt x="11347" y="14327"/>
                  </a:lnTo>
                  <a:lnTo>
                    <a:pt x="4749" y="13057"/>
                  </a:lnTo>
                  <a:lnTo>
                    <a:pt x="2749" y="8542"/>
                  </a:lnTo>
                  <a:lnTo>
                    <a:pt x="0" y="10451"/>
                  </a:lnTo>
                  <a:lnTo>
                    <a:pt x="1550" y="4912"/>
                  </a:lnTo>
                  <a:lnTo>
                    <a:pt x="4649" y="5040"/>
                  </a:lnTo>
                  <a:lnTo>
                    <a:pt x="58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oPE_MapPart_GRC_8_71" descr="Griechenland">
              <a:extLst>
                <a:ext uri="{FF2B5EF4-FFF2-40B4-BE49-F238E27FC236}">
                  <a16:creationId xmlns:a16="http://schemas.microsoft.com/office/drawing/2014/main" id="{A673E0F4-E409-71F3-3803-88F4446CAA01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6641610" y="3965673"/>
              <a:ext cx="12548" cy="15960"/>
            </a:xfrm>
            <a:custGeom>
              <a:avLst/>
              <a:gdLst/>
              <a:ahLst/>
              <a:cxnLst/>
              <a:rect l="0" t="0" r="0" b="0"/>
              <a:pathLst>
                <a:path w="12548" h="15960">
                  <a:moveTo>
                    <a:pt x="11947" y="13954"/>
                  </a:moveTo>
                  <a:lnTo>
                    <a:pt x="12547" y="15959"/>
                  </a:lnTo>
                  <a:lnTo>
                    <a:pt x="6598" y="12918"/>
                  </a:lnTo>
                  <a:lnTo>
                    <a:pt x="50" y="3382"/>
                  </a:lnTo>
                  <a:lnTo>
                    <a:pt x="0" y="1887"/>
                  </a:lnTo>
                  <a:lnTo>
                    <a:pt x="1699" y="781"/>
                  </a:lnTo>
                  <a:lnTo>
                    <a:pt x="5298" y="0"/>
                  </a:lnTo>
                  <a:lnTo>
                    <a:pt x="8048" y="2602"/>
                  </a:lnTo>
                  <a:lnTo>
                    <a:pt x="5549" y="5461"/>
                  </a:lnTo>
                  <a:lnTo>
                    <a:pt x="7148" y="7214"/>
                  </a:lnTo>
                  <a:lnTo>
                    <a:pt x="7798" y="11299"/>
                  </a:lnTo>
                  <a:lnTo>
                    <a:pt x="10596" y="136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" name="oPE_MapPart_GRC_9_72" descr="Griechenland">
              <a:extLst>
                <a:ext uri="{FF2B5EF4-FFF2-40B4-BE49-F238E27FC236}">
                  <a16:creationId xmlns:a16="http://schemas.microsoft.com/office/drawing/2014/main" id="{96D9F2A2-6729-4438-494D-79AA564FFCAE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6791721" y="3957851"/>
              <a:ext cx="10998" cy="8279"/>
            </a:xfrm>
            <a:custGeom>
              <a:avLst/>
              <a:gdLst/>
              <a:ahLst/>
              <a:cxnLst/>
              <a:rect l="0" t="0" r="0" b="0"/>
              <a:pathLst>
                <a:path w="10998" h="8279">
                  <a:moveTo>
                    <a:pt x="10698" y="1893"/>
                  </a:moveTo>
                  <a:lnTo>
                    <a:pt x="8448" y="8213"/>
                  </a:lnTo>
                  <a:lnTo>
                    <a:pt x="6849" y="8278"/>
                  </a:lnTo>
                  <a:lnTo>
                    <a:pt x="5449" y="5152"/>
                  </a:lnTo>
                  <a:lnTo>
                    <a:pt x="3700" y="7432"/>
                  </a:lnTo>
                  <a:lnTo>
                    <a:pt x="250" y="6650"/>
                  </a:lnTo>
                  <a:lnTo>
                    <a:pt x="0" y="2154"/>
                  </a:lnTo>
                  <a:lnTo>
                    <a:pt x="5049" y="1110"/>
                  </a:lnTo>
                  <a:lnTo>
                    <a:pt x="6499" y="2871"/>
                  </a:lnTo>
                  <a:lnTo>
                    <a:pt x="1099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oPE_MapPart_GRC_10_73" descr="Griechenland">
              <a:extLst>
                <a:ext uri="{FF2B5EF4-FFF2-40B4-BE49-F238E27FC236}">
                  <a16:creationId xmlns:a16="http://schemas.microsoft.com/office/drawing/2014/main" id="{F28AD521-185E-ACB1-07E2-ED8A3F87C788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6834161" y="4037278"/>
              <a:ext cx="13197" cy="5815"/>
            </a:xfrm>
            <a:custGeom>
              <a:avLst/>
              <a:gdLst/>
              <a:ahLst/>
              <a:cxnLst/>
              <a:rect l="0" t="0" r="0" b="0"/>
              <a:pathLst>
                <a:path w="13197" h="5815">
                  <a:moveTo>
                    <a:pt x="6748" y="0"/>
                  </a:moveTo>
                  <a:lnTo>
                    <a:pt x="12747" y="1455"/>
                  </a:lnTo>
                  <a:lnTo>
                    <a:pt x="13196" y="3540"/>
                  </a:lnTo>
                  <a:lnTo>
                    <a:pt x="7348" y="5814"/>
                  </a:lnTo>
                  <a:lnTo>
                    <a:pt x="0" y="3035"/>
                  </a:lnTo>
                  <a:lnTo>
                    <a:pt x="4498" y="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" name="oPE_MapPart_GRC_11_74" descr="Griechenland">
              <a:extLst>
                <a:ext uri="{FF2B5EF4-FFF2-40B4-BE49-F238E27FC236}">
                  <a16:creationId xmlns:a16="http://schemas.microsoft.com/office/drawing/2014/main" id="{7EB9E75C-FF32-4D29-8620-FF3EF198374D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6668603" y="4033098"/>
              <a:ext cx="10398" cy="9300"/>
            </a:xfrm>
            <a:custGeom>
              <a:avLst/>
              <a:gdLst/>
              <a:ahLst/>
              <a:cxnLst/>
              <a:rect l="0" t="0" r="0" b="0"/>
              <a:pathLst>
                <a:path w="10398" h="9300">
                  <a:moveTo>
                    <a:pt x="7498" y="4370"/>
                  </a:moveTo>
                  <a:lnTo>
                    <a:pt x="10397" y="7784"/>
                  </a:lnTo>
                  <a:lnTo>
                    <a:pt x="8048" y="6962"/>
                  </a:lnTo>
                  <a:lnTo>
                    <a:pt x="5548" y="9299"/>
                  </a:lnTo>
                  <a:lnTo>
                    <a:pt x="2350" y="6520"/>
                  </a:lnTo>
                  <a:lnTo>
                    <a:pt x="0" y="2598"/>
                  </a:lnTo>
                  <a:lnTo>
                    <a:pt x="1999" y="0"/>
                  </a:lnTo>
                  <a:lnTo>
                    <a:pt x="3899" y="2724"/>
                  </a:lnTo>
                  <a:lnTo>
                    <a:pt x="6148" y="310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" name="oPE_MapPart_GRC_12_75" descr="Griechenland">
              <a:extLst>
                <a:ext uri="{FF2B5EF4-FFF2-40B4-BE49-F238E27FC236}">
                  <a16:creationId xmlns:a16="http://schemas.microsoft.com/office/drawing/2014/main" id="{F4F76167-3DE5-CAD2-FDD1-2752E052B83F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6781924" y="4030943"/>
              <a:ext cx="8098" cy="10509"/>
            </a:xfrm>
            <a:custGeom>
              <a:avLst/>
              <a:gdLst/>
              <a:ahLst/>
              <a:cxnLst/>
              <a:rect l="0" t="0" r="0" b="0"/>
              <a:pathLst>
                <a:path w="8098" h="10509">
                  <a:moveTo>
                    <a:pt x="8097" y="8106"/>
                  </a:moveTo>
                  <a:lnTo>
                    <a:pt x="7298" y="10508"/>
                  </a:lnTo>
                  <a:lnTo>
                    <a:pt x="400" y="3232"/>
                  </a:lnTo>
                  <a:lnTo>
                    <a:pt x="0" y="1015"/>
                  </a:lnTo>
                  <a:lnTo>
                    <a:pt x="2499" y="0"/>
                  </a:lnTo>
                  <a:lnTo>
                    <a:pt x="4299" y="2726"/>
                  </a:lnTo>
                  <a:lnTo>
                    <a:pt x="7148" y="3043"/>
                  </a:lnTo>
                  <a:lnTo>
                    <a:pt x="7798" y="68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" name="oPE_MapPart_GRC_13_76" descr="Griechenland">
              <a:extLst>
                <a:ext uri="{FF2B5EF4-FFF2-40B4-BE49-F238E27FC236}">
                  <a16:creationId xmlns:a16="http://schemas.microsoft.com/office/drawing/2014/main" id="{C2D2DD35-9A09-A659-0443-11F0B7C2287C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6776825" y="3930210"/>
              <a:ext cx="7499" cy="7846"/>
            </a:xfrm>
            <a:custGeom>
              <a:avLst/>
              <a:gdLst/>
              <a:ahLst/>
              <a:cxnLst/>
              <a:rect l="0" t="0" r="0" b="0"/>
              <a:pathLst>
                <a:path w="7499" h="7846">
                  <a:moveTo>
                    <a:pt x="7149" y="6528"/>
                  </a:moveTo>
                  <a:lnTo>
                    <a:pt x="3599" y="7845"/>
                  </a:lnTo>
                  <a:lnTo>
                    <a:pt x="0" y="5343"/>
                  </a:lnTo>
                  <a:lnTo>
                    <a:pt x="3000" y="0"/>
                  </a:lnTo>
                  <a:lnTo>
                    <a:pt x="5649" y="265"/>
                  </a:lnTo>
                  <a:lnTo>
                    <a:pt x="7498" y="3300"/>
                  </a:lnTo>
                  <a:lnTo>
                    <a:pt x="6998" y="49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" name="oPE_MapPart_GRC_14_77" descr="Griechenland">
              <a:extLst>
                <a:ext uri="{FF2B5EF4-FFF2-40B4-BE49-F238E27FC236}">
                  <a16:creationId xmlns:a16="http://schemas.microsoft.com/office/drawing/2014/main" id="{085FF9F2-9150-FD65-86AD-8D2CDCE89BF8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6800320" y="4058765"/>
              <a:ext cx="6248" cy="9335"/>
            </a:xfrm>
            <a:custGeom>
              <a:avLst/>
              <a:gdLst/>
              <a:ahLst/>
              <a:cxnLst/>
              <a:rect l="0" t="0" r="0" b="0"/>
              <a:pathLst>
                <a:path w="6248" h="9335">
                  <a:moveTo>
                    <a:pt x="5098" y="7957"/>
                  </a:moveTo>
                  <a:lnTo>
                    <a:pt x="2648" y="9334"/>
                  </a:lnTo>
                  <a:lnTo>
                    <a:pt x="0" y="4389"/>
                  </a:lnTo>
                  <a:lnTo>
                    <a:pt x="4548" y="0"/>
                  </a:lnTo>
                  <a:lnTo>
                    <a:pt x="6247" y="1568"/>
                  </a:lnTo>
                  <a:lnTo>
                    <a:pt x="6148" y="551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" name="oPE_MapPart_GRC_15_78" descr="Griechenland">
              <a:extLst>
                <a:ext uri="{FF2B5EF4-FFF2-40B4-BE49-F238E27FC236}">
                  <a16:creationId xmlns:a16="http://schemas.microsoft.com/office/drawing/2014/main" id="{C14EAC46-3E12-A31F-EC75-288ECCE571BC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6847757" y="4106343"/>
              <a:ext cx="4550" cy="14020"/>
            </a:xfrm>
            <a:custGeom>
              <a:avLst/>
              <a:gdLst/>
              <a:ahLst/>
              <a:cxnLst/>
              <a:rect l="0" t="0" r="0" b="0"/>
              <a:pathLst>
                <a:path w="4550" h="14020">
                  <a:moveTo>
                    <a:pt x="2949" y="12118"/>
                  </a:moveTo>
                  <a:lnTo>
                    <a:pt x="1899" y="14019"/>
                  </a:lnTo>
                  <a:lnTo>
                    <a:pt x="800" y="12425"/>
                  </a:lnTo>
                  <a:lnTo>
                    <a:pt x="0" y="7573"/>
                  </a:lnTo>
                  <a:lnTo>
                    <a:pt x="2450" y="1048"/>
                  </a:lnTo>
                  <a:lnTo>
                    <a:pt x="4249" y="0"/>
                  </a:lnTo>
                  <a:lnTo>
                    <a:pt x="2399" y="6527"/>
                  </a:lnTo>
                  <a:lnTo>
                    <a:pt x="4549" y="116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" name="oPE_MapPart_GRC_16_79" descr="Griechenland">
              <a:extLst>
                <a:ext uri="{FF2B5EF4-FFF2-40B4-BE49-F238E27FC236}">
                  <a16:creationId xmlns:a16="http://schemas.microsoft.com/office/drawing/2014/main" id="{9BB28D20-6E97-C234-4D10-9A41FBDCAFEB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6666803" y="4000701"/>
              <a:ext cx="4600" cy="9291"/>
            </a:xfrm>
            <a:custGeom>
              <a:avLst/>
              <a:gdLst/>
              <a:ahLst/>
              <a:cxnLst/>
              <a:rect l="0" t="0" r="0" b="0"/>
              <a:pathLst>
                <a:path w="4600" h="9291">
                  <a:moveTo>
                    <a:pt x="3700" y="8394"/>
                  </a:moveTo>
                  <a:lnTo>
                    <a:pt x="0" y="9290"/>
                  </a:lnTo>
                  <a:lnTo>
                    <a:pt x="2250" y="963"/>
                  </a:lnTo>
                  <a:lnTo>
                    <a:pt x="3899" y="0"/>
                  </a:lnTo>
                  <a:lnTo>
                    <a:pt x="4599" y="1604"/>
                  </a:lnTo>
                  <a:lnTo>
                    <a:pt x="4449" y="730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" name="oPE_MapPart_GGY_1_80" descr="Guernsey">
              <a:extLst>
                <a:ext uri="{FF2B5EF4-FFF2-40B4-BE49-F238E27FC236}">
                  <a16:creationId xmlns:a16="http://schemas.microsoft.com/office/drawing/2014/main" id="{E975282D-3898-6E22-FB7B-6CC1C873EAA3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6009472" y="3564571"/>
              <a:ext cx="29993" cy="46154"/>
            </a:xfrm>
            <a:custGeom>
              <a:avLst/>
              <a:gdLst/>
              <a:ahLst/>
              <a:cxnLst/>
              <a:rect l="0" t="0" r="0" b="0"/>
              <a:pathLst>
                <a:path w="29993" h="46154">
                  <a:moveTo>
                    <a:pt x="0" y="0"/>
                  </a:moveTo>
                  <a:lnTo>
                    <a:pt x="29992" y="0"/>
                  </a:lnTo>
                  <a:lnTo>
                    <a:pt x="29992" y="46153"/>
                  </a:lnTo>
                  <a:lnTo>
                    <a:pt x="0" y="461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" name="oPE_MapPart_HUN_1_81" descr="Ungarn">
              <a:extLst>
                <a:ext uri="{FF2B5EF4-FFF2-40B4-BE49-F238E27FC236}">
                  <a16:creationId xmlns:a16="http://schemas.microsoft.com/office/drawing/2014/main" id="{0B67E4CA-212A-0CF0-4F14-147BE61FE7A4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6542935" y="3626565"/>
              <a:ext cx="188353" cy="114339"/>
            </a:xfrm>
            <a:custGeom>
              <a:avLst/>
              <a:gdLst/>
              <a:ahLst/>
              <a:cxnLst/>
              <a:rect l="0" t="0" r="0" b="0"/>
              <a:pathLst>
                <a:path w="188353" h="114339">
                  <a:moveTo>
                    <a:pt x="167657" y="6109"/>
                  </a:moveTo>
                  <a:lnTo>
                    <a:pt x="171057" y="6033"/>
                  </a:lnTo>
                  <a:lnTo>
                    <a:pt x="173756" y="12349"/>
                  </a:lnTo>
                  <a:lnTo>
                    <a:pt x="178455" y="14451"/>
                  </a:lnTo>
                  <a:lnTo>
                    <a:pt x="180204" y="17448"/>
                  </a:lnTo>
                  <a:lnTo>
                    <a:pt x="185403" y="18422"/>
                  </a:lnTo>
                  <a:lnTo>
                    <a:pt x="187253" y="20517"/>
                  </a:lnTo>
                  <a:lnTo>
                    <a:pt x="188352" y="25224"/>
                  </a:lnTo>
                  <a:lnTo>
                    <a:pt x="180904" y="32674"/>
                  </a:lnTo>
                  <a:lnTo>
                    <a:pt x="172106" y="34309"/>
                  </a:lnTo>
                  <a:lnTo>
                    <a:pt x="164008" y="43430"/>
                  </a:lnTo>
                  <a:lnTo>
                    <a:pt x="163908" y="47939"/>
                  </a:lnTo>
                  <a:lnTo>
                    <a:pt x="160409" y="51702"/>
                  </a:lnTo>
                  <a:lnTo>
                    <a:pt x="158059" y="58474"/>
                  </a:lnTo>
                  <a:lnTo>
                    <a:pt x="154610" y="62365"/>
                  </a:lnTo>
                  <a:lnTo>
                    <a:pt x="154361" y="65590"/>
                  </a:lnTo>
                  <a:lnTo>
                    <a:pt x="149962" y="72684"/>
                  </a:lnTo>
                  <a:lnTo>
                    <a:pt x="150061" y="76112"/>
                  </a:lnTo>
                  <a:lnTo>
                    <a:pt x="145164" y="80045"/>
                  </a:lnTo>
                  <a:lnTo>
                    <a:pt x="143263" y="84915"/>
                  </a:lnTo>
                  <a:lnTo>
                    <a:pt x="143613" y="87889"/>
                  </a:lnTo>
                  <a:lnTo>
                    <a:pt x="141564" y="88759"/>
                  </a:lnTo>
                  <a:lnTo>
                    <a:pt x="139614" y="93175"/>
                  </a:lnTo>
                  <a:lnTo>
                    <a:pt x="137364" y="94766"/>
                  </a:lnTo>
                  <a:lnTo>
                    <a:pt x="129567" y="94621"/>
                  </a:lnTo>
                  <a:lnTo>
                    <a:pt x="125518" y="99098"/>
                  </a:lnTo>
                  <a:lnTo>
                    <a:pt x="122568" y="97799"/>
                  </a:lnTo>
                  <a:lnTo>
                    <a:pt x="115170" y="100108"/>
                  </a:lnTo>
                  <a:lnTo>
                    <a:pt x="106623" y="98016"/>
                  </a:lnTo>
                  <a:lnTo>
                    <a:pt x="95426" y="98232"/>
                  </a:lnTo>
                  <a:lnTo>
                    <a:pt x="88428" y="104358"/>
                  </a:lnTo>
                  <a:lnTo>
                    <a:pt x="83129" y="103782"/>
                  </a:lnTo>
                  <a:lnTo>
                    <a:pt x="78679" y="107234"/>
                  </a:lnTo>
                  <a:lnTo>
                    <a:pt x="71432" y="108168"/>
                  </a:lnTo>
                  <a:lnTo>
                    <a:pt x="67733" y="112618"/>
                  </a:lnTo>
                  <a:lnTo>
                    <a:pt x="62883" y="114338"/>
                  </a:lnTo>
                  <a:lnTo>
                    <a:pt x="47588" y="112833"/>
                  </a:lnTo>
                  <a:lnTo>
                    <a:pt x="42040" y="107881"/>
                  </a:lnTo>
                  <a:lnTo>
                    <a:pt x="33791" y="104646"/>
                  </a:lnTo>
                  <a:lnTo>
                    <a:pt x="21595" y="90860"/>
                  </a:lnTo>
                  <a:lnTo>
                    <a:pt x="11747" y="84406"/>
                  </a:lnTo>
                  <a:lnTo>
                    <a:pt x="7998" y="78807"/>
                  </a:lnTo>
                  <a:lnTo>
                    <a:pt x="5248" y="69907"/>
                  </a:lnTo>
                  <a:lnTo>
                    <a:pt x="0" y="69688"/>
                  </a:lnTo>
                  <a:lnTo>
                    <a:pt x="4399" y="65224"/>
                  </a:lnTo>
                  <a:lnTo>
                    <a:pt x="9998" y="63831"/>
                  </a:lnTo>
                  <a:lnTo>
                    <a:pt x="11098" y="59135"/>
                  </a:lnTo>
                  <a:lnTo>
                    <a:pt x="9548" y="58180"/>
                  </a:lnTo>
                  <a:lnTo>
                    <a:pt x="8947" y="55017"/>
                  </a:lnTo>
                  <a:lnTo>
                    <a:pt x="10248" y="52955"/>
                  </a:lnTo>
                  <a:lnTo>
                    <a:pt x="9698" y="47792"/>
                  </a:lnTo>
                  <a:lnTo>
                    <a:pt x="14697" y="45797"/>
                  </a:lnTo>
                  <a:lnTo>
                    <a:pt x="16196" y="42172"/>
                  </a:lnTo>
                  <a:lnTo>
                    <a:pt x="15147" y="39209"/>
                  </a:lnTo>
                  <a:lnTo>
                    <a:pt x="9098" y="36463"/>
                  </a:lnTo>
                  <a:lnTo>
                    <a:pt x="13797" y="33343"/>
                  </a:lnTo>
                  <a:lnTo>
                    <a:pt x="19246" y="36315"/>
                  </a:lnTo>
                  <a:lnTo>
                    <a:pt x="26993" y="35127"/>
                  </a:lnTo>
                  <a:lnTo>
                    <a:pt x="26293" y="28282"/>
                  </a:lnTo>
                  <a:lnTo>
                    <a:pt x="27642" y="24552"/>
                  </a:lnTo>
                  <a:lnTo>
                    <a:pt x="29992" y="22536"/>
                  </a:lnTo>
                  <a:lnTo>
                    <a:pt x="33991" y="23357"/>
                  </a:lnTo>
                  <a:lnTo>
                    <a:pt x="46339" y="32525"/>
                  </a:lnTo>
                  <a:lnTo>
                    <a:pt x="73032" y="31856"/>
                  </a:lnTo>
                  <a:lnTo>
                    <a:pt x="74531" y="29101"/>
                  </a:lnTo>
                  <a:lnTo>
                    <a:pt x="73781" y="25523"/>
                  </a:lnTo>
                  <a:lnTo>
                    <a:pt x="74931" y="22984"/>
                  </a:lnTo>
                  <a:lnTo>
                    <a:pt x="78331" y="20891"/>
                  </a:lnTo>
                  <a:lnTo>
                    <a:pt x="93676" y="18422"/>
                  </a:lnTo>
                  <a:lnTo>
                    <a:pt x="98075" y="13700"/>
                  </a:lnTo>
                  <a:lnTo>
                    <a:pt x="107123" y="16924"/>
                  </a:lnTo>
                  <a:lnTo>
                    <a:pt x="117770" y="10697"/>
                  </a:lnTo>
                  <a:lnTo>
                    <a:pt x="122069" y="1058"/>
                  </a:lnTo>
                  <a:lnTo>
                    <a:pt x="126318" y="76"/>
                  </a:lnTo>
                  <a:lnTo>
                    <a:pt x="138115" y="1888"/>
                  </a:lnTo>
                  <a:lnTo>
                    <a:pt x="148762" y="0"/>
                  </a:lnTo>
                  <a:lnTo>
                    <a:pt x="157560" y="8968"/>
                  </a:lnTo>
                  <a:lnTo>
                    <a:pt x="167108" y="66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" name="oPE_MapPart_ISL_1_82" descr="Island">
              <a:extLst>
                <a:ext uri="{FF2B5EF4-FFF2-40B4-BE49-F238E27FC236}">
                  <a16:creationId xmlns:a16="http://schemas.microsoft.com/office/drawing/2014/main" id="{FF9AEC12-265B-F5DA-FF89-2D7EE2BB9033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5416274" y="2673029"/>
              <a:ext cx="303173" cy="204730"/>
            </a:xfrm>
            <a:custGeom>
              <a:avLst/>
              <a:gdLst/>
              <a:ahLst/>
              <a:cxnLst/>
              <a:rect l="0" t="0" r="0" b="0"/>
              <a:pathLst>
                <a:path w="303173" h="204730">
                  <a:moveTo>
                    <a:pt x="248086" y="20333"/>
                  </a:moveTo>
                  <a:lnTo>
                    <a:pt x="256484" y="18223"/>
                  </a:lnTo>
                  <a:lnTo>
                    <a:pt x="267181" y="9759"/>
                  </a:lnTo>
                  <a:lnTo>
                    <a:pt x="274379" y="9759"/>
                  </a:lnTo>
                  <a:lnTo>
                    <a:pt x="265582" y="16484"/>
                  </a:lnTo>
                  <a:lnTo>
                    <a:pt x="259883" y="27510"/>
                  </a:lnTo>
                  <a:lnTo>
                    <a:pt x="266131" y="33428"/>
                  </a:lnTo>
                  <a:lnTo>
                    <a:pt x="270380" y="32567"/>
                  </a:lnTo>
                  <a:lnTo>
                    <a:pt x="272230" y="36749"/>
                  </a:lnTo>
                  <a:lnTo>
                    <a:pt x="271830" y="43125"/>
                  </a:lnTo>
                  <a:lnTo>
                    <a:pt x="267981" y="52037"/>
                  </a:lnTo>
                  <a:lnTo>
                    <a:pt x="280078" y="50454"/>
                  </a:lnTo>
                  <a:lnTo>
                    <a:pt x="281828" y="59208"/>
                  </a:lnTo>
                  <a:lnTo>
                    <a:pt x="277778" y="64777"/>
                  </a:lnTo>
                  <a:lnTo>
                    <a:pt x="286276" y="60299"/>
                  </a:lnTo>
                  <a:lnTo>
                    <a:pt x="301573" y="68521"/>
                  </a:lnTo>
                  <a:lnTo>
                    <a:pt x="300173" y="76585"/>
                  </a:lnTo>
                  <a:lnTo>
                    <a:pt x="296374" y="79584"/>
                  </a:lnTo>
                  <a:lnTo>
                    <a:pt x="300923" y="84851"/>
                  </a:lnTo>
                  <a:lnTo>
                    <a:pt x="297723" y="90340"/>
                  </a:lnTo>
                  <a:lnTo>
                    <a:pt x="303172" y="94861"/>
                  </a:lnTo>
                  <a:lnTo>
                    <a:pt x="302072" y="100674"/>
                  </a:lnTo>
                  <a:lnTo>
                    <a:pt x="294974" y="103514"/>
                  </a:lnTo>
                  <a:lnTo>
                    <a:pt x="295024" y="112008"/>
                  </a:lnTo>
                  <a:lnTo>
                    <a:pt x="289726" y="119874"/>
                  </a:lnTo>
                  <a:lnTo>
                    <a:pt x="287176" y="121631"/>
                  </a:lnTo>
                  <a:lnTo>
                    <a:pt x="280228" y="119640"/>
                  </a:lnTo>
                  <a:lnTo>
                    <a:pt x="280528" y="124087"/>
                  </a:lnTo>
                  <a:lnTo>
                    <a:pt x="278028" y="126773"/>
                  </a:lnTo>
                  <a:lnTo>
                    <a:pt x="279378" y="130153"/>
                  </a:lnTo>
                  <a:lnTo>
                    <a:pt x="278928" y="133063"/>
                  </a:lnTo>
                  <a:lnTo>
                    <a:pt x="273480" y="140952"/>
                  </a:lnTo>
                  <a:lnTo>
                    <a:pt x="262582" y="148691"/>
                  </a:lnTo>
                  <a:lnTo>
                    <a:pt x="256084" y="148576"/>
                  </a:lnTo>
                  <a:lnTo>
                    <a:pt x="240038" y="156281"/>
                  </a:lnTo>
                  <a:lnTo>
                    <a:pt x="217594" y="176024"/>
                  </a:lnTo>
                  <a:lnTo>
                    <a:pt x="184952" y="185644"/>
                  </a:lnTo>
                  <a:lnTo>
                    <a:pt x="182203" y="190378"/>
                  </a:lnTo>
                  <a:lnTo>
                    <a:pt x="183203" y="193302"/>
                  </a:lnTo>
                  <a:lnTo>
                    <a:pt x="181303" y="196671"/>
                  </a:lnTo>
                  <a:lnTo>
                    <a:pt x="177654" y="199137"/>
                  </a:lnTo>
                  <a:lnTo>
                    <a:pt x="172855" y="197119"/>
                  </a:lnTo>
                  <a:lnTo>
                    <a:pt x="173705" y="200592"/>
                  </a:lnTo>
                  <a:lnTo>
                    <a:pt x="161708" y="204729"/>
                  </a:lnTo>
                  <a:lnTo>
                    <a:pt x="118820" y="195436"/>
                  </a:lnTo>
                  <a:lnTo>
                    <a:pt x="110571" y="187223"/>
                  </a:lnTo>
                  <a:lnTo>
                    <a:pt x="111271" y="183385"/>
                  </a:lnTo>
                  <a:lnTo>
                    <a:pt x="114221" y="182367"/>
                  </a:lnTo>
                  <a:lnTo>
                    <a:pt x="112821" y="179878"/>
                  </a:lnTo>
                  <a:lnTo>
                    <a:pt x="106223" y="184063"/>
                  </a:lnTo>
                  <a:lnTo>
                    <a:pt x="104023" y="180557"/>
                  </a:lnTo>
                  <a:lnTo>
                    <a:pt x="92726" y="174661"/>
                  </a:lnTo>
                  <a:lnTo>
                    <a:pt x="93926" y="171706"/>
                  </a:lnTo>
                  <a:lnTo>
                    <a:pt x="92326" y="171023"/>
                  </a:lnTo>
                  <a:lnTo>
                    <a:pt x="84078" y="176477"/>
                  </a:lnTo>
                  <a:lnTo>
                    <a:pt x="50636" y="178405"/>
                  </a:lnTo>
                  <a:lnTo>
                    <a:pt x="48137" y="166351"/>
                  </a:lnTo>
                  <a:lnTo>
                    <a:pt x="49287" y="162238"/>
                  </a:lnTo>
                  <a:lnTo>
                    <a:pt x="54585" y="168062"/>
                  </a:lnTo>
                  <a:lnTo>
                    <a:pt x="63583" y="165095"/>
                  </a:lnTo>
                  <a:lnTo>
                    <a:pt x="72481" y="156052"/>
                  </a:lnTo>
                  <a:lnTo>
                    <a:pt x="77980" y="145345"/>
                  </a:lnTo>
                  <a:lnTo>
                    <a:pt x="83678" y="143381"/>
                  </a:lnTo>
                  <a:lnTo>
                    <a:pt x="78580" y="142109"/>
                  </a:lnTo>
                  <a:lnTo>
                    <a:pt x="67282" y="147538"/>
                  </a:lnTo>
                  <a:lnTo>
                    <a:pt x="71531" y="142572"/>
                  </a:lnTo>
                  <a:lnTo>
                    <a:pt x="68732" y="141183"/>
                  </a:lnTo>
                  <a:lnTo>
                    <a:pt x="70132" y="134574"/>
                  </a:lnTo>
                  <a:lnTo>
                    <a:pt x="80129" y="127356"/>
                  </a:lnTo>
                  <a:lnTo>
                    <a:pt x="77780" y="126072"/>
                  </a:lnTo>
                  <a:lnTo>
                    <a:pt x="65833" y="133412"/>
                  </a:lnTo>
                  <a:lnTo>
                    <a:pt x="59734" y="127589"/>
                  </a:lnTo>
                  <a:lnTo>
                    <a:pt x="61884" y="120928"/>
                  </a:lnTo>
                  <a:lnTo>
                    <a:pt x="55785" y="116473"/>
                  </a:lnTo>
                  <a:lnTo>
                    <a:pt x="31342" y="114477"/>
                  </a:lnTo>
                  <a:lnTo>
                    <a:pt x="18245" y="120108"/>
                  </a:lnTo>
                  <a:lnTo>
                    <a:pt x="12497" y="112008"/>
                  </a:lnTo>
                  <a:lnTo>
                    <a:pt x="16996" y="108002"/>
                  </a:lnTo>
                  <a:lnTo>
                    <a:pt x="21744" y="108710"/>
                  </a:lnTo>
                  <a:lnTo>
                    <a:pt x="35491" y="102923"/>
                  </a:lnTo>
                  <a:lnTo>
                    <a:pt x="37990" y="105287"/>
                  </a:lnTo>
                  <a:lnTo>
                    <a:pt x="46887" y="99963"/>
                  </a:lnTo>
                  <a:lnTo>
                    <a:pt x="71781" y="99845"/>
                  </a:lnTo>
                  <a:lnTo>
                    <a:pt x="74330" y="96049"/>
                  </a:lnTo>
                  <a:lnTo>
                    <a:pt x="74881" y="90697"/>
                  </a:lnTo>
                  <a:lnTo>
                    <a:pt x="66033" y="94742"/>
                  </a:lnTo>
                  <a:lnTo>
                    <a:pt x="54636" y="90101"/>
                  </a:lnTo>
                  <a:lnTo>
                    <a:pt x="73081" y="73340"/>
                  </a:lnTo>
                  <a:lnTo>
                    <a:pt x="43688" y="64415"/>
                  </a:lnTo>
                  <a:lnTo>
                    <a:pt x="15996" y="75984"/>
                  </a:lnTo>
                  <a:lnTo>
                    <a:pt x="0" y="68159"/>
                  </a:lnTo>
                  <a:lnTo>
                    <a:pt x="6298" y="62116"/>
                  </a:lnTo>
                  <a:lnTo>
                    <a:pt x="17196" y="67314"/>
                  </a:lnTo>
                  <a:lnTo>
                    <a:pt x="12946" y="62116"/>
                  </a:lnTo>
                  <a:lnTo>
                    <a:pt x="12747" y="57023"/>
                  </a:lnTo>
                  <a:lnTo>
                    <a:pt x="10647" y="51307"/>
                  </a:lnTo>
                  <a:lnTo>
                    <a:pt x="23894" y="57752"/>
                  </a:lnTo>
                  <a:lnTo>
                    <a:pt x="33091" y="53011"/>
                  </a:lnTo>
                  <a:lnTo>
                    <a:pt x="21444" y="50941"/>
                  </a:lnTo>
                  <a:lnTo>
                    <a:pt x="17895" y="46305"/>
                  </a:lnTo>
                  <a:lnTo>
                    <a:pt x="26443" y="44226"/>
                  </a:lnTo>
                  <a:lnTo>
                    <a:pt x="19395" y="34905"/>
                  </a:lnTo>
                  <a:lnTo>
                    <a:pt x="20545" y="31335"/>
                  </a:lnTo>
                  <a:lnTo>
                    <a:pt x="28942" y="34413"/>
                  </a:lnTo>
                  <a:lnTo>
                    <a:pt x="24394" y="28622"/>
                  </a:lnTo>
                  <a:lnTo>
                    <a:pt x="28442" y="23678"/>
                  </a:lnTo>
                  <a:lnTo>
                    <a:pt x="39240" y="30102"/>
                  </a:lnTo>
                  <a:lnTo>
                    <a:pt x="40489" y="37240"/>
                  </a:lnTo>
                  <a:lnTo>
                    <a:pt x="50437" y="34290"/>
                  </a:lnTo>
                  <a:lnTo>
                    <a:pt x="51836" y="37608"/>
                  </a:lnTo>
                  <a:lnTo>
                    <a:pt x="51686" y="45082"/>
                  </a:lnTo>
                  <a:lnTo>
                    <a:pt x="56485" y="42268"/>
                  </a:lnTo>
                  <a:lnTo>
                    <a:pt x="56385" y="31212"/>
                  </a:lnTo>
                  <a:lnTo>
                    <a:pt x="42439" y="21448"/>
                  </a:lnTo>
                  <a:lnTo>
                    <a:pt x="44838" y="18844"/>
                  </a:lnTo>
                  <a:lnTo>
                    <a:pt x="55335" y="17726"/>
                  </a:lnTo>
                  <a:lnTo>
                    <a:pt x="49737" y="12876"/>
                  </a:lnTo>
                  <a:lnTo>
                    <a:pt x="37740" y="12751"/>
                  </a:lnTo>
                  <a:lnTo>
                    <a:pt x="42539" y="6512"/>
                  </a:lnTo>
                  <a:lnTo>
                    <a:pt x="56935" y="6387"/>
                  </a:lnTo>
                  <a:lnTo>
                    <a:pt x="85228" y="34290"/>
                  </a:lnTo>
                  <a:lnTo>
                    <a:pt x="82179" y="38222"/>
                  </a:lnTo>
                  <a:lnTo>
                    <a:pt x="87977" y="43125"/>
                  </a:lnTo>
                  <a:lnTo>
                    <a:pt x="86128" y="53620"/>
                  </a:lnTo>
                  <a:lnTo>
                    <a:pt x="83878" y="56537"/>
                  </a:lnTo>
                  <a:lnTo>
                    <a:pt x="78279" y="54836"/>
                  </a:lnTo>
                  <a:lnTo>
                    <a:pt x="83578" y="60783"/>
                  </a:lnTo>
                  <a:lnTo>
                    <a:pt x="83878" y="64173"/>
                  </a:lnTo>
                  <a:lnTo>
                    <a:pt x="86427" y="64656"/>
                  </a:lnTo>
                  <a:lnTo>
                    <a:pt x="84528" y="71655"/>
                  </a:lnTo>
                  <a:lnTo>
                    <a:pt x="90177" y="75143"/>
                  </a:lnTo>
                  <a:lnTo>
                    <a:pt x="92926" y="85448"/>
                  </a:lnTo>
                  <a:lnTo>
                    <a:pt x="98224" y="65502"/>
                  </a:lnTo>
                  <a:lnTo>
                    <a:pt x="101974" y="60662"/>
                  </a:lnTo>
                  <a:lnTo>
                    <a:pt x="105473" y="58965"/>
                  </a:lnTo>
                  <a:lnTo>
                    <a:pt x="109072" y="64535"/>
                  </a:lnTo>
                  <a:lnTo>
                    <a:pt x="111671" y="65140"/>
                  </a:lnTo>
                  <a:lnTo>
                    <a:pt x="114421" y="55079"/>
                  </a:lnTo>
                  <a:lnTo>
                    <a:pt x="113921" y="39572"/>
                  </a:lnTo>
                  <a:lnTo>
                    <a:pt x="114421" y="33798"/>
                  </a:lnTo>
                  <a:lnTo>
                    <a:pt x="116220" y="30225"/>
                  </a:lnTo>
                  <a:lnTo>
                    <a:pt x="121469" y="30595"/>
                  </a:lnTo>
                  <a:lnTo>
                    <a:pt x="134116" y="49600"/>
                  </a:lnTo>
                  <a:lnTo>
                    <a:pt x="138464" y="51794"/>
                  </a:lnTo>
                  <a:lnTo>
                    <a:pt x="140014" y="48624"/>
                  </a:lnTo>
                  <a:lnTo>
                    <a:pt x="139414" y="37117"/>
                  </a:lnTo>
                  <a:lnTo>
                    <a:pt x="141464" y="30842"/>
                  </a:lnTo>
                  <a:lnTo>
                    <a:pt x="156359" y="23430"/>
                  </a:lnTo>
                  <a:lnTo>
                    <a:pt x="172155" y="43859"/>
                  </a:lnTo>
                  <a:lnTo>
                    <a:pt x="175904" y="54106"/>
                  </a:lnTo>
                  <a:lnTo>
                    <a:pt x="177104" y="47648"/>
                  </a:lnTo>
                  <a:lnTo>
                    <a:pt x="171106" y="29732"/>
                  </a:lnTo>
                  <a:lnTo>
                    <a:pt x="171606" y="25286"/>
                  </a:lnTo>
                  <a:lnTo>
                    <a:pt x="182453" y="26275"/>
                  </a:lnTo>
                  <a:lnTo>
                    <a:pt x="192350" y="38468"/>
                  </a:lnTo>
                  <a:lnTo>
                    <a:pt x="203398" y="22192"/>
                  </a:lnTo>
                  <a:lnTo>
                    <a:pt x="212145" y="27510"/>
                  </a:lnTo>
                  <a:lnTo>
                    <a:pt x="221943" y="22563"/>
                  </a:lnTo>
                  <a:lnTo>
                    <a:pt x="223492" y="16981"/>
                  </a:lnTo>
                  <a:lnTo>
                    <a:pt x="220393" y="5262"/>
                  </a:lnTo>
                  <a:lnTo>
                    <a:pt x="228491" y="0"/>
                  </a:lnTo>
                  <a:lnTo>
                    <a:pt x="235789" y="502"/>
                  </a:lnTo>
                  <a:lnTo>
                    <a:pt x="243338" y="11380"/>
                  </a:lnTo>
                  <a:lnTo>
                    <a:pt x="243638" y="16484"/>
                  </a:lnTo>
                  <a:lnTo>
                    <a:pt x="245187" y="183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" name="oPE_MapPart_IRL_1_83" descr="Irland">
              <a:extLst>
                <a:ext uri="{FF2B5EF4-FFF2-40B4-BE49-F238E27FC236}">
                  <a16:creationId xmlns:a16="http://schemas.microsoft.com/office/drawing/2014/main" id="{0A4AD75B-5FC4-C479-DCA7-B6EC8186C2B6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5810922" y="3383549"/>
              <a:ext cx="8799" cy="6201"/>
            </a:xfrm>
            <a:custGeom>
              <a:avLst/>
              <a:gdLst/>
              <a:ahLst/>
              <a:cxnLst/>
              <a:rect l="0" t="0" r="0" b="0"/>
              <a:pathLst>
                <a:path w="8799" h="6201">
                  <a:moveTo>
                    <a:pt x="8798" y="4843"/>
                  </a:moveTo>
                  <a:lnTo>
                    <a:pt x="8698" y="6200"/>
                  </a:lnTo>
                  <a:lnTo>
                    <a:pt x="5649" y="2635"/>
                  </a:lnTo>
                  <a:lnTo>
                    <a:pt x="0" y="1785"/>
                  </a:lnTo>
                  <a:lnTo>
                    <a:pt x="2350" y="0"/>
                  </a:lnTo>
                  <a:lnTo>
                    <a:pt x="8598" y="13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" name="oPE_MapPart_IRL_2_84" descr="Irland">
              <a:extLst>
                <a:ext uri="{FF2B5EF4-FFF2-40B4-BE49-F238E27FC236}">
                  <a16:creationId xmlns:a16="http://schemas.microsoft.com/office/drawing/2014/main" id="{356F23E4-F9B7-27CD-C726-526F1D5EF2A6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5807473" y="3318677"/>
              <a:ext cx="121120" cy="181109"/>
            </a:xfrm>
            <a:custGeom>
              <a:avLst/>
              <a:gdLst/>
              <a:ahLst/>
              <a:cxnLst/>
              <a:rect l="0" t="0" r="0" b="0"/>
              <a:pathLst>
                <a:path w="121120" h="181109">
                  <a:moveTo>
                    <a:pt x="88078" y="13323"/>
                  </a:moveTo>
                  <a:lnTo>
                    <a:pt x="83679" y="16465"/>
                  </a:lnTo>
                  <a:lnTo>
                    <a:pt x="78830" y="28983"/>
                  </a:lnTo>
                  <a:lnTo>
                    <a:pt x="68833" y="32360"/>
                  </a:lnTo>
                  <a:lnTo>
                    <a:pt x="73182" y="37284"/>
                  </a:lnTo>
                  <a:lnTo>
                    <a:pt x="62335" y="44088"/>
                  </a:lnTo>
                  <a:lnTo>
                    <a:pt x="69583" y="52154"/>
                  </a:lnTo>
                  <a:lnTo>
                    <a:pt x="70383" y="55405"/>
                  </a:lnTo>
                  <a:lnTo>
                    <a:pt x="77281" y="58822"/>
                  </a:lnTo>
                  <a:lnTo>
                    <a:pt x="85129" y="59334"/>
                  </a:lnTo>
                  <a:lnTo>
                    <a:pt x="89828" y="54294"/>
                  </a:lnTo>
                  <a:lnTo>
                    <a:pt x="88528" y="51298"/>
                  </a:lnTo>
                  <a:lnTo>
                    <a:pt x="93926" y="46323"/>
                  </a:lnTo>
                  <a:lnTo>
                    <a:pt x="97525" y="50012"/>
                  </a:lnTo>
                  <a:lnTo>
                    <a:pt x="99625" y="55491"/>
                  </a:lnTo>
                  <a:lnTo>
                    <a:pt x="103324" y="56858"/>
                  </a:lnTo>
                  <a:lnTo>
                    <a:pt x="103874" y="62829"/>
                  </a:lnTo>
                  <a:lnTo>
                    <a:pt x="113471" y="61124"/>
                  </a:lnTo>
                  <a:lnTo>
                    <a:pt x="117021" y="63084"/>
                  </a:lnTo>
                  <a:lnTo>
                    <a:pt x="117520" y="64787"/>
                  </a:lnTo>
                  <a:lnTo>
                    <a:pt x="113371" y="65127"/>
                  </a:lnTo>
                  <a:lnTo>
                    <a:pt x="112271" y="68441"/>
                  </a:lnTo>
                  <a:lnTo>
                    <a:pt x="117970" y="85521"/>
                  </a:lnTo>
                  <a:lnTo>
                    <a:pt x="117670" y="95347"/>
                  </a:lnTo>
                  <a:lnTo>
                    <a:pt x="120669" y="108124"/>
                  </a:lnTo>
                  <a:lnTo>
                    <a:pt x="121119" y="115684"/>
                  </a:lnTo>
                  <a:lnTo>
                    <a:pt x="117220" y="124371"/>
                  </a:lnTo>
                  <a:lnTo>
                    <a:pt x="115871" y="133268"/>
                  </a:lnTo>
                  <a:lnTo>
                    <a:pt x="112322" y="139751"/>
                  </a:lnTo>
                  <a:lnTo>
                    <a:pt x="109022" y="142289"/>
                  </a:lnTo>
                  <a:lnTo>
                    <a:pt x="112872" y="146785"/>
                  </a:lnTo>
                  <a:lnTo>
                    <a:pt x="106323" y="149396"/>
                  </a:lnTo>
                  <a:lnTo>
                    <a:pt x="100175" y="148417"/>
                  </a:lnTo>
                  <a:lnTo>
                    <a:pt x="97176" y="150781"/>
                  </a:lnTo>
                  <a:lnTo>
                    <a:pt x="95076" y="146622"/>
                  </a:lnTo>
                  <a:lnTo>
                    <a:pt x="94026" y="150455"/>
                  </a:lnTo>
                  <a:lnTo>
                    <a:pt x="79480" y="153468"/>
                  </a:lnTo>
                  <a:lnTo>
                    <a:pt x="76781" y="158263"/>
                  </a:lnTo>
                  <a:lnTo>
                    <a:pt x="69933" y="160860"/>
                  </a:lnTo>
                  <a:lnTo>
                    <a:pt x="64734" y="165799"/>
                  </a:lnTo>
                  <a:lnTo>
                    <a:pt x="62335" y="166365"/>
                  </a:lnTo>
                  <a:lnTo>
                    <a:pt x="58286" y="162886"/>
                  </a:lnTo>
                  <a:lnTo>
                    <a:pt x="54986" y="162967"/>
                  </a:lnTo>
                  <a:lnTo>
                    <a:pt x="57036" y="167254"/>
                  </a:lnTo>
                  <a:lnTo>
                    <a:pt x="55036" y="170888"/>
                  </a:lnTo>
                  <a:lnTo>
                    <a:pt x="43790" y="176608"/>
                  </a:lnTo>
                  <a:lnTo>
                    <a:pt x="30343" y="180466"/>
                  </a:lnTo>
                  <a:lnTo>
                    <a:pt x="25744" y="179100"/>
                  </a:lnTo>
                  <a:lnTo>
                    <a:pt x="15397" y="181108"/>
                  </a:lnTo>
                  <a:lnTo>
                    <a:pt x="18846" y="175723"/>
                  </a:lnTo>
                  <a:lnTo>
                    <a:pt x="23545" y="173065"/>
                  </a:lnTo>
                  <a:lnTo>
                    <a:pt x="22495" y="171937"/>
                  </a:lnTo>
                  <a:lnTo>
                    <a:pt x="7448" y="175884"/>
                  </a:lnTo>
                  <a:lnTo>
                    <a:pt x="21945" y="163614"/>
                  </a:lnTo>
                  <a:lnTo>
                    <a:pt x="8498" y="168224"/>
                  </a:lnTo>
                  <a:lnTo>
                    <a:pt x="1350" y="167012"/>
                  </a:lnTo>
                  <a:lnTo>
                    <a:pt x="300" y="163857"/>
                  </a:lnTo>
                  <a:lnTo>
                    <a:pt x="13347" y="152410"/>
                  </a:lnTo>
                  <a:lnTo>
                    <a:pt x="0" y="151840"/>
                  </a:lnTo>
                  <a:lnTo>
                    <a:pt x="900" y="148580"/>
                  </a:lnTo>
                  <a:lnTo>
                    <a:pt x="7149" y="145151"/>
                  </a:lnTo>
                  <a:lnTo>
                    <a:pt x="12547" y="147193"/>
                  </a:lnTo>
                  <a:lnTo>
                    <a:pt x="17146" y="146622"/>
                  </a:lnTo>
                  <a:lnTo>
                    <a:pt x="13447" y="139669"/>
                  </a:lnTo>
                  <a:lnTo>
                    <a:pt x="21045" y="133104"/>
                  </a:lnTo>
                  <a:lnTo>
                    <a:pt x="44589" y="127094"/>
                  </a:lnTo>
                  <a:lnTo>
                    <a:pt x="38841" y="123545"/>
                  </a:lnTo>
                  <a:lnTo>
                    <a:pt x="33742" y="129072"/>
                  </a:lnTo>
                  <a:lnTo>
                    <a:pt x="27643" y="129895"/>
                  </a:lnTo>
                  <a:lnTo>
                    <a:pt x="22994" y="128248"/>
                  </a:lnTo>
                  <a:lnTo>
                    <a:pt x="13147" y="132117"/>
                  </a:lnTo>
                  <a:lnTo>
                    <a:pt x="25694" y="120487"/>
                  </a:lnTo>
                  <a:lnTo>
                    <a:pt x="27643" y="117093"/>
                  </a:lnTo>
                  <a:lnTo>
                    <a:pt x="25744" y="114772"/>
                  </a:lnTo>
                  <a:lnTo>
                    <a:pt x="30293" y="107791"/>
                  </a:lnTo>
                  <a:lnTo>
                    <a:pt x="40540" y="102789"/>
                  </a:lnTo>
                  <a:lnTo>
                    <a:pt x="34692" y="100702"/>
                  </a:lnTo>
                  <a:lnTo>
                    <a:pt x="24294" y="101286"/>
                  </a:lnTo>
                  <a:lnTo>
                    <a:pt x="21195" y="96855"/>
                  </a:lnTo>
                  <a:lnTo>
                    <a:pt x="14247" y="96436"/>
                  </a:lnTo>
                  <a:lnTo>
                    <a:pt x="16496" y="94007"/>
                  </a:lnTo>
                  <a:lnTo>
                    <a:pt x="8298" y="93168"/>
                  </a:lnTo>
                  <a:lnTo>
                    <a:pt x="9298" y="90147"/>
                  </a:lnTo>
                  <a:lnTo>
                    <a:pt x="7549" y="86868"/>
                  </a:lnTo>
                  <a:lnTo>
                    <a:pt x="18596" y="84258"/>
                  </a:lnTo>
                  <a:lnTo>
                    <a:pt x="13347" y="81729"/>
                  </a:lnTo>
                  <a:lnTo>
                    <a:pt x="13547" y="78521"/>
                  </a:lnTo>
                  <a:lnTo>
                    <a:pt x="22545" y="74800"/>
                  </a:lnTo>
                  <a:lnTo>
                    <a:pt x="22495" y="71327"/>
                  </a:lnTo>
                  <a:lnTo>
                    <a:pt x="13197" y="72090"/>
                  </a:lnTo>
                  <a:lnTo>
                    <a:pt x="14797" y="61124"/>
                  </a:lnTo>
                  <a:lnTo>
                    <a:pt x="12647" y="62062"/>
                  </a:lnTo>
                  <a:lnTo>
                    <a:pt x="11448" y="56773"/>
                  </a:lnTo>
                  <a:lnTo>
                    <a:pt x="8248" y="58225"/>
                  </a:lnTo>
                  <a:lnTo>
                    <a:pt x="9248" y="53438"/>
                  </a:lnTo>
                  <a:lnTo>
                    <a:pt x="22994" y="51041"/>
                  </a:lnTo>
                  <a:lnTo>
                    <a:pt x="29843" y="51469"/>
                  </a:lnTo>
                  <a:lnTo>
                    <a:pt x="34542" y="55747"/>
                  </a:lnTo>
                  <a:lnTo>
                    <a:pt x="38540" y="51983"/>
                  </a:lnTo>
                  <a:lnTo>
                    <a:pt x="51188" y="54208"/>
                  </a:lnTo>
                  <a:lnTo>
                    <a:pt x="49038" y="49155"/>
                  </a:lnTo>
                  <a:lnTo>
                    <a:pt x="53287" y="44604"/>
                  </a:lnTo>
                  <a:lnTo>
                    <a:pt x="59985" y="41507"/>
                  </a:lnTo>
                  <a:lnTo>
                    <a:pt x="62635" y="35126"/>
                  </a:lnTo>
                  <a:lnTo>
                    <a:pt x="53687" y="36679"/>
                  </a:lnTo>
                  <a:lnTo>
                    <a:pt x="45139" y="33224"/>
                  </a:lnTo>
                  <a:lnTo>
                    <a:pt x="55886" y="23169"/>
                  </a:lnTo>
                  <a:lnTo>
                    <a:pt x="55436" y="16814"/>
                  </a:lnTo>
                  <a:lnTo>
                    <a:pt x="58735" y="10700"/>
                  </a:lnTo>
                  <a:lnTo>
                    <a:pt x="66184" y="8338"/>
                  </a:lnTo>
                  <a:lnTo>
                    <a:pt x="73282" y="8775"/>
                  </a:lnTo>
                  <a:lnTo>
                    <a:pt x="72932" y="5708"/>
                  </a:lnTo>
                  <a:lnTo>
                    <a:pt x="75631" y="5358"/>
                  </a:lnTo>
                  <a:lnTo>
                    <a:pt x="78680" y="11925"/>
                  </a:lnTo>
                  <a:lnTo>
                    <a:pt x="75831" y="19254"/>
                  </a:lnTo>
                  <a:lnTo>
                    <a:pt x="80830" y="15506"/>
                  </a:lnTo>
                  <a:lnTo>
                    <a:pt x="79730" y="5796"/>
                  </a:lnTo>
                  <a:lnTo>
                    <a:pt x="85729" y="3251"/>
                  </a:lnTo>
                  <a:lnTo>
                    <a:pt x="83979" y="264"/>
                  </a:lnTo>
                  <a:lnTo>
                    <a:pt x="85579" y="0"/>
                  </a:lnTo>
                  <a:lnTo>
                    <a:pt x="95176" y="6235"/>
                  </a:lnTo>
                  <a:lnTo>
                    <a:pt x="89328" y="1113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" name="oPE_MapPart_IMN_1_85" descr="Isle of Man">
              <a:extLst>
                <a:ext uri="{FF2B5EF4-FFF2-40B4-BE49-F238E27FC236}">
                  <a16:creationId xmlns:a16="http://schemas.microsoft.com/office/drawing/2014/main" id="{8AE15743-BA96-218D-0CDF-1EF41A312AA3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5954336" y="3347834"/>
              <a:ext cx="29993" cy="51308"/>
            </a:xfrm>
            <a:custGeom>
              <a:avLst/>
              <a:gdLst/>
              <a:ahLst/>
              <a:cxnLst/>
              <a:rect l="0" t="0" r="0" b="0"/>
              <a:pathLst>
                <a:path w="29993" h="51308">
                  <a:moveTo>
                    <a:pt x="0" y="0"/>
                  </a:moveTo>
                  <a:lnTo>
                    <a:pt x="29992" y="0"/>
                  </a:lnTo>
                  <a:lnTo>
                    <a:pt x="29992" y="51307"/>
                  </a:lnTo>
                  <a:lnTo>
                    <a:pt x="0" y="513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" name="oPE_MapPart_ITA_1_86" descr="Italien">
              <a:extLst>
                <a:ext uri="{FF2B5EF4-FFF2-40B4-BE49-F238E27FC236}">
                  <a16:creationId xmlns:a16="http://schemas.microsoft.com/office/drawing/2014/main" id="{DCB68072-CA02-788B-2595-2DC7531D7A02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6280053" y="3687315"/>
              <a:ext cx="329317" cy="345468"/>
            </a:xfrm>
            <a:custGeom>
              <a:avLst/>
              <a:gdLst/>
              <a:ahLst/>
              <a:cxnLst/>
              <a:rect l="0" t="0" r="0" b="0"/>
              <a:pathLst>
                <a:path w="329317" h="345468">
                  <a:moveTo>
                    <a:pt x="10947" y="46700"/>
                  </a:moveTo>
                  <a:lnTo>
                    <a:pt x="13946" y="48496"/>
                  </a:lnTo>
                  <a:lnTo>
                    <a:pt x="25293" y="44615"/>
                  </a:lnTo>
                  <a:lnTo>
                    <a:pt x="32241" y="46844"/>
                  </a:lnTo>
                  <a:lnTo>
                    <a:pt x="37940" y="43104"/>
                  </a:lnTo>
                  <a:lnTo>
                    <a:pt x="41589" y="37266"/>
                  </a:lnTo>
                  <a:lnTo>
                    <a:pt x="40789" y="32859"/>
                  </a:lnTo>
                  <a:lnTo>
                    <a:pt x="49837" y="25834"/>
                  </a:lnTo>
                  <a:lnTo>
                    <a:pt x="50837" y="33871"/>
                  </a:lnTo>
                  <a:lnTo>
                    <a:pt x="55935" y="39286"/>
                  </a:lnTo>
                  <a:lnTo>
                    <a:pt x="60834" y="40655"/>
                  </a:lnTo>
                  <a:lnTo>
                    <a:pt x="59734" y="43896"/>
                  </a:lnTo>
                  <a:lnTo>
                    <a:pt x="64583" y="50505"/>
                  </a:lnTo>
                  <a:lnTo>
                    <a:pt x="67182" y="48711"/>
                  </a:lnTo>
                  <a:lnTo>
                    <a:pt x="65983" y="43104"/>
                  </a:lnTo>
                  <a:lnTo>
                    <a:pt x="72831" y="32208"/>
                  </a:lnTo>
                  <a:lnTo>
                    <a:pt x="73131" y="24600"/>
                  </a:lnTo>
                  <a:lnTo>
                    <a:pt x="74330" y="23801"/>
                  </a:lnTo>
                  <a:lnTo>
                    <a:pt x="77779" y="24310"/>
                  </a:lnTo>
                  <a:lnTo>
                    <a:pt x="80579" y="31412"/>
                  </a:lnTo>
                  <a:lnTo>
                    <a:pt x="91976" y="29168"/>
                  </a:lnTo>
                  <a:lnTo>
                    <a:pt x="95875" y="34594"/>
                  </a:lnTo>
                  <a:lnTo>
                    <a:pt x="97674" y="33582"/>
                  </a:lnTo>
                  <a:lnTo>
                    <a:pt x="94725" y="24310"/>
                  </a:lnTo>
                  <a:lnTo>
                    <a:pt x="96075" y="19585"/>
                  </a:lnTo>
                  <a:lnTo>
                    <a:pt x="99074" y="18713"/>
                  </a:lnTo>
                  <a:lnTo>
                    <a:pt x="101224" y="21040"/>
                  </a:lnTo>
                  <a:lnTo>
                    <a:pt x="105622" y="21622"/>
                  </a:lnTo>
                  <a:lnTo>
                    <a:pt x="104723" y="16965"/>
                  </a:lnTo>
                  <a:lnTo>
                    <a:pt x="106222" y="8865"/>
                  </a:lnTo>
                  <a:lnTo>
                    <a:pt x="112771" y="9596"/>
                  </a:lnTo>
                  <a:lnTo>
                    <a:pt x="116670" y="12517"/>
                  </a:lnTo>
                  <a:lnTo>
                    <a:pt x="121218" y="12444"/>
                  </a:lnTo>
                  <a:lnTo>
                    <a:pt x="125117" y="5939"/>
                  </a:lnTo>
                  <a:lnTo>
                    <a:pt x="128216" y="4327"/>
                  </a:lnTo>
                  <a:lnTo>
                    <a:pt x="142963" y="3961"/>
                  </a:lnTo>
                  <a:lnTo>
                    <a:pt x="153910" y="0"/>
                  </a:lnTo>
                  <a:lnTo>
                    <a:pt x="154760" y="881"/>
                  </a:lnTo>
                  <a:lnTo>
                    <a:pt x="152810" y="3961"/>
                  </a:lnTo>
                  <a:lnTo>
                    <a:pt x="153460" y="6012"/>
                  </a:lnTo>
                  <a:lnTo>
                    <a:pt x="159959" y="15435"/>
                  </a:lnTo>
                  <a:lnTo>
                    <a:pt x="196399" y="22784"/>
                  </a:lnTo>
                  <a:lnTo>
                    <a:pt x="195849" y="25108"/>
                  </a:lnTo>
                  <a:lnTo>
                    <a:pt x="188051" y="30978"/>
                  </a:lnTo>
                  <a:lnTo>
                    <a:pt x="187451" y="33221"/>
                  </a:lnTo>
                  <a:lnTo>
                    <a:pt x="188651" y="35172"/>
                  </a:lnTo>
                  <a:lnTo>
                    <a:pt x="194549" y="36616"/>
                  </a:lnTo>
                  <a:lnTo>
                    <a:pt x="190451" y="42096"/>
                  </a:lnTo>
                  <a:lnTo>
                    <a:pt x="190500" y="44255"/>
                  </a:lnTo>
                  <a:lnTo>
                    <a:pt x="193650" y="44543"/>
                  </a:lnTo>
                  <a:lnTo>
                    <a:pt x="193150" y="51223"/>
                  </a:lnTo>
                  <a:lnTo>
                    <a:pt x="200048" y="56452"/>
                  </a:lnTo>
                  <a:lnTo>
                    <a:pt x="201248" y="59026"/>
                  </a:lnTo>
                  <a:lnTo>
                    <a:pt x="200448" y="59955"/>
                  </a:lnTo>
                  <a:lnTo>
                    <a:pt x="196949" y="60169"/>
                  </a:lnTo>
                  <a:lnTo>
                    <a:pt x="198699" y="58597"/>
                  </a:lnTo>
                  <a:lnTo>
                    <a:pt x="194400" y="52871"/>
                  </a:lnTo>
                  <a:lnTo>
                    <a:pt x="189901" y="55307"/>
                  </a:lnTo>
                  <a:lnTo>
                    <a:pt x="182703" y="52800"/>
                  </a:lnTo>
                  <a:lnTo>
                    <a:pt x="177804" y="58168"/>
                  </a:lnTo>
                  <a:lnTo>
                    <a:pt x="163008" y="65163"/>
                  </a:lnTo>
                  <a:lnTo>
                    <a:pt x="161208" y="64878"/>
                  </a:lnTo>
                  <a:lnTo>
                    <a:pt x="164108" y="61811"/>
                  </a:lnTo>
                  <a:lnTo>
                    <a:pt x="162858" y="61811"/>
                  </a:lnTo>
                  <a:lnTo>
                    <a:pt x="156809" y="65733"/>
                  </a:lnTo>
                  <a:lnTo>
                    <a:pt x="155460" y="73841"/>
                  </a:lnTo>
                  <a:lnTo>
                    <a:pt x="160109" y="81778"/>
                  </a:lnTo>
                  <a:lnTo>
                    <a:pt x="163707" y="84606"/>
                  </a:lnTo>
                  <a:lnTo>
                    <a:pt x="162058" y="89406"/>
                  </a:lnTo>
                  <a:lnTo>
                    <a:pt x="159859" y="91238"/>
                  </a:lnTo>
                  <a:lnTo>
                    <a:pt x="156960" y="89899"/>
                  </a:lnTo>
                  <a:lnTo>
                    <a:pt x="156110" y="94194"/>
                  </a:lnTo>
                  <a:lnTo>
                    <a:pt x="157659" y="105633"/>
                  </a:lnTo>
                  <a:lnTo>
                    <a:pt x="160208" y="113599"/>
                  </a:lnTo>
                  <a:lnTo>
                    <a:pt x="168406" y="122441"/>
                  </a:lnTo>
                  <a:lnTo>
                    <a:pt x="174405" y="125288"/>
                  </a:lnTo>
                  <a:lnTo>
                    <a:pt x="192650" y="138781"/>
                  </a:lnTo>
                  <a:lnTo>
                    <a:pt x="199298" y="153704"/>
                  </a:lnTo>
                  <a:lnTo>
                    <a:pt x="205047" y="172344"/>
                  </a:lnTo>
                  <a:lnTo>
                    <a:pt x="209795" y="179202"/>
                  </a:lnTo>
                  <a:lnTo>
                    <a:pt x="219743" y="189082"/>
                  </a:lnTo>
                  <a:lnTo>
                    <a:pt x="228791" y="196229"/>
                  </a:lnTo>
                  <a:lnTo>
                    <a:pt x="237189" y="200667"/>
                  </a:lnTo>
                  <a:lnTo>
                    <a:pt x="259283" y="200466"/>
                  </a:lnTo>
                  <a:lnTo>
                    <a:pt x="264831" y="202078"/>
                  </a:lnTo>
                  <a:lnTo>
                    <a:pt x="265531" y="205165"/>
                  </a:lnTo>
                  <a:lnTo>
                    <a:pt x="264482" y="207243"/>
                  </a:lnTo>
                  <a:lnTo>
                    <a:pt x="257884" y="212331"/>
                  </a:lnTo>
                  <a:lnTo>
                    <a:pt x="257534" y="216406"/>
                  </a:lnTo>
                  <a:lnTo>
                    <a:pt x="275579" y="226731"/>
                  </a:lnTo>
                  <a:lnTo>
                    <a:pt x="290926" y="233037"/>
                  </a:lnTo>
                  <a:lnTo>
                    <a:pt x="301223" y="241178"/>
                  </a:lnTo>
                  <a:lnTo>
                    <a:pt x="314569" y="247974"/>
                  </a:lnTo>
                  <a:lnTo>
                    <a:pt x="328616" y="263802"/>
                  </a:lnTo>
                  <a:lnTo>
                    <a:pt x="329316" y="268054"/>
                  </a:lnTo>
                  <a:lnTo>
                    <a:pt x="325366" y="278293"/>
                  </a:lnTo>
                  <a:lnTo>
                    <a:pt x="317968" y="274124"/>
                  </a:lnTo>
                  <a:lnTo>
                    <a:pt x="312069" y="261641"/>
                  </a:lnTo>
                  <a:lnTo>
                    <a:pt x="299023" y="259478"/>
                  </a:lnTo>
                  <a:lnTo>
                    <a:pt x="295224" y="257312"/>
                  </a:lnTo>
                  <a:lnTo>
                    <a:pt x="293025" y="253503"/>
                  </a:lnTo>
                  <a:lnTo>
                    <a:pt x="288926" y="253174"/>
                  </a:lnTo>
                  <a:lnTo>
                    <a:pt x="286076" y="255146"/>
                  </a:lnTo>
                  <a:lnTo>
                    <a:pt x="278878" y="266877"/>
                  </a:lnTo>
                  <a:lnTo>
                    <a:pt x="274979" y="276926"/>
                  </a:lnTo>
                  <a:lnTo>
                    <a:pt x="274779" y="280960"/>
                  </a:lnTo>
                  <a:lnTo>
                    <a:pt x="276879" y="284858"/>
                  </a:lnTo>
                  <a:lnTo>
                    <a:pt x="283177" y="287064"/>
                  </a:lnTo>
                  <a:lnTo>
                    <a:pt x="291225" y="294188"/>
                  </a:lnTo>
                  <a:lnTo>
                    <a:pt x="291475" y="302903"/>
                  </a:lnTo>
                  <a:lnTo>
                    <a:pt x="292874" y="307861"/>
                  </a:lnTo>
                  <a:lnTo>
                    <a:pt x="290775" y="310690"/>
                  </a:lnTo>
                  <a:lnTo>
                    <a:pt x="286676" y="309982"/>
                  </a:lnTo>
                  <a:lnTo>
                    <a:pt x="281278" y="311781"/>
                  </a:lnTo>
                  <a:lnTo>
                    <a:pt x="277378" y="314926"/>
                  </a:lnTo>
                  <a:lnTo>
                    <a:pt x="275779" y="318003"/>
                  </a:lnTo>
                  <a:lnTo>
                    <a:pt x="275429" y="328871"/>
                  </a:lnTo>
                  <a:lnTo>
                    <a:pt x="268130" y="334478"/>
                  </a:lnTo>
                  <a:lnTo>
                    <a:pt x="261833" y="345340"/>
                  </a:lnTo>
                  <a:lnTo>
                    <a:pt x="252635" y="345467"/>
                  </a:lnTo>
                  <a:lnTo>
                    <a:pt x="250435" y="342105"/>
                  </a:lnTo>
                  <a:lnTo>
                    <a:pt x="250386" y="337087"/>
                  </a:lnTo>
                  <a:lnTo>
                    <a:pt x="251934" y="334033"/>
                  </a:lnTo>
                  <a:lnTo>
                    <a:pt x="255334" y="332632"/>
                  </a:lnTo>
                  <a:lnTo>
                    <a:pt x="257633" y="326190"/>
                  </a:lnTo>
                  <a:lnTo>
                    <a:pt x="256934" y="321588"/>
                  </a:lnTo>
                  <a:lnTo>
                    <a:pt x="259533" y="318067"/>
                  </a:lnTo>
                  <a:lnTo>
                    <a:pt x="265732" y="316401"/>
                  </a:lnTo>
                  <a:lnTo>
                    <a:pt x="266131" y="309918"/>
                  </a:lnTo>
                  <a:lnTo>
                    <a:pt x="263282" y="306960"/>
                  </a:lnTo>
                  <a:lnTo>
                    <a:pt x="260932" y="295158"/>
                  </a:lnTo>
                  <a:lnTo>
                    <a:pt x="251735" y="272168"/>
                  </a:lnTo>
                  <a:lnTo>
                    <a:pt x="248736" y="269883"/>
                  </a:lnTo>
                  <a:lnTo>
                    <a:pt x="240688" y="269295"/>
                  </a:lnTo>
                  <a:lnTo>
                    <a:pt x="231140" y="263148"/>
                  </a:lnTo>
                  <a:lnTo>
                    <a:pt x="230540" y="260592"/>
                  </a:lnTo>
                  <a:lnTo>
                    <a:pt x="232140" y="258100"/>
                  </a:lnTo>
                  <a:lnTo>
                    <a:pt x="229940" y="251595"/>
                  </a:lnTo>
                  <a:lnTo>
                    <a:pt x="225992" y="247447"/>
                  </a:lnTo>
                  <a:lnTo>
                    <a:pt x="214194" y="250016"/>
                  </a:lnTo>
                  <a:lnTo>
                    <a:pt x="217544" y="245271"/>
                  </a:lnTo>
                  <a:lnTo>
                    <a:pt x="213294" y="242169"/>
                  </a:lnTo>
                  <a:lnTo>
                    <a:pt x="205946" y="242235"/>
                  </a:lnTo>
                  <a:lnTo>
                    <a:pt x="206047" y="240055"/>
                  </a:lnTo>
                  <a:lnTo>
                    <a:pt x="200848" y="230517"/>
                  </a:lnTo>
                  <a:lnTo>
                    <a:pt x="197349" y="226598"/>
                  </a:lnTo>
                  <a:lnTo>
                    <a:pt x="183802" y="224669"/>
                  </a:lnTo>
                  <a:lnTo>
                    <a:pt x="179404" y="226332"/>
                  </a:lnTo>
                  <a:lnTo>
                    <a:pt x="172755" y="220209"/>
                  </a:lnTo>
                  <a:lnTo>
                    <a:pt x="166707" y="217941"/>
                  </a:lnTo>
                  <a:lnTo>
                    <a:pt x="151261" y="200466"/>
                  </a:lnTo>
                  <a:lnTo>
                    <a:pt x="143813" y="195151"/>
                  </a:lnTo>
                  <a:lnTo>
                    <a:pt x="139114" y="187461"/>
                  </a:lnTo>
                  <a:lnTo>
                    <a:pt x="129666" y="182388"/>
                  </a:lnTo>
                  <a:lnTo>
                    <a:pt x="125368" y="183606"/>
                  </a:lnTo>
                  <a:lnTo>
                    <a:pt x="124267" y="182590"/>
                  </a:lnTo>
                  <a:lnTo>
                    <a:pt x="126567" y="181100"/>
                  </a:lnTo>
                  <a:lnTo>
                    <a:pt x="126067" y="178117"/>
                  </a:lnTo>
                  <a:lnTo>
                    <a:pt x="119719" y="170439"/>
                  </a:lnTo>
                  <a:lnTo>
                    <a:pt x="115970" y="167988"/>
                  </a:lnTo>
                  <a:lnTo>
                    <a:pt x="113320" y="162940"/>
                  </a:lnTo>
                  <a:lnTo>
                    <a:pt x="107971" y="161780"/>
                  </a:lnTo>
                  <a:lnTo>
                    <a:pt x="108122" y="152813"/>
                  </a:lnTo>
                  <a:lnTo>
                    <a:pt x="106072" y="146427"/>
                  </a:lnTo>
                  <a:lnTo>
                    <a:pt x="102573" y="140988"/>
                  </a:lnTo>
                  <a:lnTo>
                    <a:pt x="100474" y="127993"/>
                  </a:lnTo>
                  <a:lnTo>
                    <a:pt x="98874" y="124316"/>
                  </a:lnTo>
                  <a:lnTo>
                    <a:pt x="94975" y="121468"/>
                  </a:lnTo>
                  <a:lnTo>
                    <a:pt x="86177" y="118337"/>
                  </a:lnTo>
                  <a:lnTo>
                    <a:pt x="73930" y="109899"/>
                  </a:lnTo>
                  <a:lnTo>
                    <a:pt x="59384" y="105913"/>
                  </a:lnTo>
                  <a:lnTo>
                    <a:pt x="53436" y="108851"/>
                  </a:lnTo>
                  <a:lnTo>
                    <a:pt x="38240" y="127022"/>
                  </a:lnTo>
                  <a:lnTo>
                    <a:pt x="24044" y="131249"/>
                  </a:lnTo>
                  <a:lnTo>
                    <a:pt x="23743" y="127508"/>
                  </a:lnTo>
                  <a:lnTo>
                    <a:pt x="29142" y="119033"/>
                  </a:lnTo>
                  <a:lnTo>
                    <a:pt x="28043" y="115900"/>
                  </a:lnTo>
                  <a:lnTo>
                    <a:pt x="19195" y="116945"/>
                  </a:lnTo>
                  <a:lnTo>
                    <a:pt x="7547" y="109270"/>
                  </a:lnTo>
                  <a:lnTo>
                    <a:pt x="5998" y="102481"/>
                  </a:lnTo>
                  <a:lnTo>
                    <a:pt x="11197" y="94406"/>
                  </a:lnTo>
                  <a:lnTo>
                    <a:pt x="10147" y="90110"/>
                  </a:lnTo>
                  <a:lnTo>
                    <a:pt x="3049" y="86442"/>
                  </a:lnTo>
                  <a:lnTo>
                    <a:pt x="199" y="80646"/>
                  </a:lnTo>
                  <a:lnTo>
                    <a:pt x="0" y="78664"/>
                  </a:lnTo>
                  <a:lnTo>
                    <a:pt x="1799" y="77671"/>
                  </a:lnTo>
                  <a:lnTo>
                    <a:pt x="5948" y="78026"/>
                  </a:lnTo>
                  <a:lnTo>
                    <a:pt x="12496" y="73912"/>
                  </a:lnTo>
                  <a:lnTo>
                    <a:pt x="14396" y="68297"/>
                  </a:lnTo>
                  <a:lnTo>
                    <a:pt x="4548" y="54018"/>
                  </a:lnTo>
                  <a:lnTo>
                    <a:pt x="4898" y="51079"/>
                  </a:lnTo>
                  <a:lnTo>
                    <a:pt x="8697" y="489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" name="oPE_MapPart_ITA_2_87" descr="Italien">
              <a:extLst>
                <a:ext uri="{FF2B5EF4-FFF2-40B4-BE49-F238E27FC236}">
                  <a16:creationId xmlns:a16="http://schemas.microsoft.com/office/drawing/2014/main" id="{A6092024-5236-532D-A495-7A2212B8C407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6377227" y="3853258"/>
              <a:ext cx="8150" cy="5449"/>
            </a:xfrm>
            <a:custGeom>
              <a:avLst/>
              <a:gdLst/>
              <a:ahLst/>
              <a:cxnLst/>
              <a:rect l="0" t="0" r="0" b="0"/>
              <a:pathLst>
                <a:path w="8150" h="5449">
                  <a:moveTo>
                    <a:pt x="7449" y="0"/>
                  </a:moveTo>
                  <a:lnTo>
                    <a:pt x="8149" y="5448"/>
                  </a:lnTo>
                  <a:lnTo>
                    <a:pt x="5799" y="3679"/>
                  </a:lnTo>
                  <a:lnTo>
                    <a:pt x="101" y="4360"/>
                  </a:lnTo>
                  <a:lnTo>
                    <a:pt x="0" y="1772"/>
                  </a:lnTo>
                  <a:lnTo>
                    <a:pt x="6449" y="13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" name="oPE_MapPart_ITA_3_88" descr="Italien">
              <a:extLst>
                <a:ext uri="{FF2B5EF4-FFF2-40B4-BE49-F238E27FC236}">
                  <a16:creationId xmlns:a16="http://schemas.microsoft.com/office/drawing/2014/main" id="{C517EC6C-1D74-24D7-5DE4-D99FC9BD417A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6481101" y="3931398"/>
              <a:ext cx="2600" cy="2047"/>
            </a:xfrm>
            <a:custGeom>
              <a:avLst/>
              <a:gdLst/>
              <a:ahLst/>
              <a:cxnLst/>
              <a:rect l="0" t="0" r="0" b="0"/>
              <a:pathLst>
                <a:path w="2600" h="2047">
                  <a:moveTo>
                    <a:pt x="1949" y="2046"/>
                  </a:moveTo>
                  <a:lnTo>
                    <a:pt x="0" y="1914"/>
                  </a:lnTo>
                  <a:lnTo>
                    <a:pt x="100" y="0"/>
                  </a:lnTo>
                  <a:lnTo>
                    <a:pt x="2599" y="158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9" name="oPE_MapPart_ITA_4_89" descr="Italien">
              <a:extLst>
                <a:ext uri="{FF2B5EF4-FFF2-40B4-BE49-F238E27FC236}">
                  <a16:creationId xmlns:a16="http://schemas.microsoft.com/office/drawing/2014/main" id="{EC12D27F-656E-8937-4AF0-8CFD3863F198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6427615" y="4071098"/>
              <a:ext cx="3050" cy="2936"/>
            </a:xfrm>
            <a:custGeom>
              <a:avLst/>
              <a:gdLst/>
              <a:ahLst/>
              <a:cxnLst/>
              <a:rect l="0" t="0" r="0" b="0"/>
              <a:pathLst>
                <a:path w="3050" h="2936">
                  <a:moveTo>
                    <a:pt x="3049" y="2935"/>
                  </a:moveTo>
                  <a:lnTo>
                    <a:pt x="0" y="2123"/>
                  </a:lnTo>
                  <a:lnTo>
                    <a:pt x="200" y="0"/>
                  </a:lnTo>
                  <a:lnTo>
                    <a:pt x="2949" y="23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0" name="oPE_MapPart_ITA_5_90" descr="Italien">
              <a:extLst>
                <a:ext uri="{FF2B5EF4-FFF2-40B4-BE49-F238E27FC236}">
                  <a16:creationId xmlns:a16="http://schemas.microsoft.com/office/drawing/2014/main" id="{F2F7B77A-A865-E34C-5681-E007C5CB5E97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6441361" y="4020329"/>
              <a:ext cx="88828" cy="56137"/>
            </a:xfrm>
            <a:custGeom>
              <a:avLst/>
              <a:gdLst/>
              <a:ahLst/>
              <a:cxnLst/>
              <a:rect l="0" t="0" r="0" b="0"/>
              <a:pathLst>
                <a:path w="88828" h="56137">
                  <a:moveTo>
                    <a:pt x="87228" y="2483"/>
                  </a:moveTo>
                  <a:lnTo>
                    <a:pt x="77730" y="17835"/>
                  </a:lnTo>
                  <a:lnTo>
                    <a:pt x="73981" y="29321"/>
                  </a:lnTo>
                  <a:lnTo>
                    <a:pt x="74430" y="33600"/>
                  </a:lnTo>
                  <a:lnTo>
                    <a:pt x="77581" y="36804"/>
                  </a:lnTo>
                  <a:lnTo>
                    <a:pt x="76030" y="37996"/>
                  </a:lnTo>
                  <a:lnTo>
                    <a:pt x="79430" y="43389"/>
                  </a:lnTo>
                  <a:lnTo>
                    <a:pt x="79380" y="44829"/>
                  </a:lnTo>
                  <a:lnTo>
                    <a:pt x="75131" y="49082"/>
                  </a:lnTo>
                  <a:lnTo>
                    <a:pt x="74331" y="56136"/>
                  </a:lnTo>
                  <a:lnTo>
                    <a:pt x="64984" y="55325"/>
                  </a:lnTo>
                  <a:lnTo>
                    <a:pt x="58835" y="53017"/>
                  </a:lnTo>
                  <a:lnTo>
                    <a:pt x="53637" y="46269"/>
                  </a:lnTo>
                  <a:lnTo>
                    <a:pt x="47388" y="41697"/>
                  </a:lnTo>
                  <a:lnTo>
                    <a:pt x="40790" y="41822"/>
                  </a:lnTo>
                  <a:lnTo>
                    <a:pt x="25693" y="33159"/>
                  </a:lnTo>
                  <a:lnTo>
                    <a:pt x="20395" y="28565"/>
                  </a:lnTo>
                  <a:lnTo>
                    <a:pt x="13547" y="25350"/>
                  </a:lnTo>
                  <a:lnTo>
                    <a:pt x="5649" y="24530"/>
                  </a:lnTo>
                  <a:lnTo>
                    <a:pt x="2500" y="21879"/>
                  </a:lnTo>
                  <a:lnTo>
                    <a:pt x="0" y="16632"/>
                  </a:lnTo>
                  <a:lnTo>
                    <a:pt x="3100" y="8393"/>
                  </a:lnTo>
                  <a:lnTo>
                    <a:pt x="8298" y="3818"/>
                  </a:lnTo>
                  <a:lnTo>
                    <a:pt x="12947" y="9091"/>
                  </a:lnTo>
                  <a:lnTo>
                    <a:pt x="16996" y="7314"/>
                  </a:lnTo>
                  <a:lnTo>
                    <a:pt x="17246" y="5662"/>
                  </a:lnTo>
                  <a:lnTo>
                    <a:pt x="20095" y="3564"/>
                  </a:lnTo>
                  <a:lnTo>
                    <a:pt x="23744" y="3564"/>
                  </a:lnTo>
                  <a:lnTo>
                    <a:pt x="36041" y="10868"/>
                  </a:lnTo>
                  <a:lnTo>
                    <a:pt x="44839" y="8837"/>
                  </a:lnTo>
                  <a:lnTo>
                    <a:pt x="51437" y="9726"/>
                  </a:lnTo>
                  <a:lnTo>
                    <a:pt x="61135" y="7314"/>
                  </a:lnTo>
                  <a:lnTo>
                    <a:pt x="65333" y="4390"/>
                  </a:lnTo>
                  <a:lnTo>
                    <a:pt x="74481" y="4899"/>
                  </a:lnTo>
                  <a:lnTo>
                    <a:pt x="85028" y="0"/>
                  </a:lnTo>
                  <a:lnTo>
                    <a:pt x="88827" y="8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1" name="oPE_MapPart_ITA_6_91" descr="Italien">
              <a:extLst>
                <a:ext uri="{FF2B5EF4-FFF2-40B4-BE49-F238E27FC236}">
                  <a16:creationId xmlns:a16="http://schemas.microsoft.com/office/drawing/2014/main" id="{C1BAD256-81D6-FFC2-A36C-CEC1B5904D3B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6323442" y="3913115"/>
              <a:ext cx="44839" cy="85147"/>
            </a:xfrm>
            <a:custGeom>
              <a:avLst/>
              <a:gdLst/>
              <a:ahLst/>
              <a:cxnLst/>
              <a:rect l="0" t="0" r="0" b="0"/>
              <a:pathLst>
                <a:path w="44839" h="85147">
                  <a:moveTo>
                    <a:pt x="40039" y="13858"/>
                  </a:moveTo>
                  <a:lnTo>
                    <a:pt x="44838" y="27834"/>
                  </a:lnTo>
                  <a:lnTo>
                    <a:pt x="40339" y="36300"/>
                  </a:lnTo>
                  <a:lnTo>
                    <a:pt x="42139" y="45389"/>
                  </a:lnTo>
                  <a:lnTo>
                    <a:pt x="38140" y="76072"/>
                  </a:lnTo>
                  <a:lnTo>
                    <a:pt x="35990" y="77039"/>
                  </a:lnTo>
                  <a:lnTo>
                    <a:pt x="24043" y="73427"/>
                  </a:lnTo>
                  <a:lnTo>
                    <a:pt x="23143" y="80452"/>
                  </a:lnTo>
                  <a:lnTo>
                    <a:pt x="21544" y="83283"/>
                  </a:lnTo>
                  <a:lnTo>
                    <a:pt x="19194" y="85146"/>
                  </a:lnTo>
                  <a:lnTo>
                    <a:pt x="12746" y="84632"/>
                  </a:lnTo>
                  <a:lnTo>
                    <a:pt x="6348" y="74653"/>
                  </a:lnTo>
                  <a:lnTo>
                    <a:pt x="5798" y="64764"/>
                  </a:lnTo>
                  <a:lnTo>
                    <a:pt x="7147" y="61848"/>
                  </a:lnTo>
                  <a:lnTo>
                    <a:pt x="7248" y="56070"/>
                  </a:lnTo>
                  <a:lnTo>
                    <a:pt x="9747" y="55745"/>
                  </a:lnTo>
                  <a:lnTo>
                    <a:pt x="9947" y="51842"/>
                  </a:lnTo>
                  <a:lnTo>
                    <a:pt x="6048" y="49042"/>
                  </a:lnTo>
                  <a:lnTo>
                    <a:pt x="7798" y="35382"/>
                  </a:lnTo>
                  <a:lnTo>
                    <a:pt x="4548" y="27834"/>
                  </a:lnTo>
                  <a:lnTo>
                    <a:pt x="0" y="22306"/>
                  </a:lnTo>
                  <a:lnTo>
                    <a:pt x="949" y="12667"/>
                  </a:lnTo>
                  <a:lnTo>
                    <a:pt x="4798" y="15180"/>
                  </a:lnTo>
                  <a:lnTo>
                    <a:pt x="10597" y="14982"/>
                  </a:lnTo>
                  <a:lnTo>
                    <a:pt x="17545" y="11344"/>
                  </a:lnTo>
                  <a:lnTo>
                    <a:pt x="28842" y="0"/>
                  </a:lnTo>
                  <a:lnTo>
                    <a:pt x="30342" y="2061"/>
                  </a:lnTo>
                  <a:lnTo>
                    <a:pt x="35140" y="3987"/>
                  </a:lnTo>
                  <a:lnTo>
                    <a:pt x="39589" y="8894"/>
                  </a:lnTo>
                  <a:lnTo>
                    <a:pt x="38439" y="126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2" name="oPE_MapPart_ITA_7_92" descr="Italien">
              <a:extLst>
                <a:ext uri="{FF2B5EF4-FFF2-40B4-BE49-F238E27FC236}">
                  <a16:creationId xmlns:a16="http://schemas.microsoft.com/office/drawing/2014/main" id="{6D9F819A-3D83-318C-9105-B0DC81679DA8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6328140" y="3991571"/>
              <a:ext cx="3350" cy="4699"/>
            </a:xfrm>
            <a:custGeom>
              <a:avLst/>
              <a:gdLst/>
              <a:ahLst/>
              <a:cxnLst/>
              <a:rect l="0" t="0" r="0" b="0"/>
              <a:pathLst>
                <a:path w="3350" h="4699">
                  <a:moveTo>
                    <a:pt x="3349" y="1160"/>
                  </a:moveTo>
                  <a:lnTo>
                    <a:pt x="1750" y="4698"/>
                  </a:lnTo>
                  <a:lnTo>
                    <a:pt x="0" y="0"/>
                  </a:lnTo>
                  <a:lnTo>
                    <a:pt x="2250" y="3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3" name="oPE_MapPart_ITA_8_93" descr="Italien">
              <a:extLst>
                <a:ext uri="{FF2B5EF4-FFF2-40B4-BE49-F238E27FC236}">
                  <a16:creationId xmlns:a16="http://schemas.microsoft.com/office/drawing/2014/main" id="{FFC91666-4B18-DCF0-5410-600A0BB17A60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6323892" y="3918164"/>
              <a:ext cx="3149" cy="4575"/>
            </a:xfrm>
            <a:custGeom>
              <a:avLst/>
              <a:gdLst/>
              <a:ahLst/>
              <a:cxnLst/>
              <a:rect l="0" t="0" r="0" b="0"/>
              <a:pathLst>
                <a:path w="3149" h="4575">
                  <a:moveTo>
                    <a:pt x="2199" y="2983"/>
                  </a:moveTo>
                  <a:lnTo>
                    <a:pt x="0" y="4574"/>
                  </a:lnTo>
                  <a:lnTo>
                    <a:pt x="1699" y="796"/>
                  </a:lnTo>
                  <a:lnTo>
                    <a:pt x="3148" y="0"/>
                  </a:lnTo>
                  <a:lnTo>
                    <a:pt x="3148" y="21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4" name="oPE_MapPart_JEY_1_94" descr="Jersey">
              <a:extLst>
                <a:ext uri="{FF2B5EF4-FFF2-40B4-BE49-F238E27FC236}">
                  <a16:creationId xmlns:a16="http://schemas.microsoft.com/office/drawing/2014/main" id="{D83B23CA-AA2F-47CD-EE91-9FD0FBE33070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6022018" y="3575199"/>
              <a:ext cx="30044" cy="45924"/>
            </a:xfrm>
            <a:custGeom>
              <a:avLst/>
              <a:gdLst/>
              <a:ahLst/>
              <a:cxnLst/>
              <a:rect l="0" t="0" r="0" b="0"/>
              <a:pathLst>
                <a:path w="30044" h="45924">
                  <a:moveTo>
                    <a:pt x="0" y="0"/>
                  </a:moveTo>
                  <a:lnTo>
                    <a:pt x="30043" y="0"/>
                  </a:lnTo>
                  <a:lnTo>
                    <a:pt x="30043" y="45923"/>
                  </a:lnTo>
                  <a:lnTo>
                    <a:pt x="0" y="459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oPE_MapPart_KOS_1_95" descr="Kosovo">
              <a:extLst>
                <a:ext uri="{FF2B5EF4-FFF2-40B4-BE49-F238E27FC236}">
                  <a16:creationId xmlns:a16="http://schemas.microsoft.com/office/drawing/2014/main" id="{2AD24818-23AB-00CC-D507-FFCA4A779A10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6652206" y="3837932"/>
              <a:ext cx="47890" cy="53073"/>
            </a:xfrm>
            <a:custGeom>
              <a:avLst/>
              <a:gdLst/>
              <a:ahLst/>
              <a:cxnLst/>
              <a:rect l="0" t="0" r="0" b="0"/>
              <a:pathLst>
                <a:path w="47890" h="53073">
                  <a:moveTo>
                    <a:pt x="8749" y="16485"/>
                  </a:moveTo>
                  <a:lnTo>
                    <a:pt x="12248" y="15326"/>
                  </a:lnTo>
                  <a:lnTo>
                    <a:pt x="12398" y="11709"/>
                  </a:lnTo>
                  <a:lnTo>
                    <a:pt x="16547" y="8633"/>
                  </a:lnTo>
                  <a:lnTo>
                    <a:pt x="17447" y="6170"/>
                  </a:lnTo>
                  <a:lnTo>
                    <a:pt x="16497" y="2402"/>
                  </a:lnTo>
                  <a:lnTo>
                    <a:pt x="21446" y="0"/>
                  </a:lnTo>
                  <a:lnTo>
                    <a:pt x="22645" y="3361"/>
                  </a:lnTo>
                  <a:lnTo>
                    <a:pt x="28544" y="6444"/>
                  </a:lnTo>
                  <a:lnTo>
                    <a:pt x="33542" y="13210"/>
                  </a:lnTo>
                  <a:lnTo>
                    <a:pt x="38191" y="16348"/>
                  </a:lnTo>
                  <a:lnTo>
                    <a:pt x="37841" y="19345"/>
                  </a:lnTo>
                  <a:lnTo>
                    <a:pt x="47889" y="22475"/>
                  </a:lnTo>
                  <a:lnTo>
                    <a:pt x="43889" y="33057"/>
                  </a:lnTo>
                  <a:lnTo>
                    <a:pt x="41390" y="35289"/>
                  </a:lnTo>
                  <a:lnTo>
                    <a:pt x="42590" y="38330"/>
                  </a:lnTo>
                  <a:lnTo>
                    <a:pt x="37792" y="39410"/>
                  </a:lnTo>
                  <a:lnTo>
                    <a:pt x="34942" y="43861"/>
                  </a:lnTo>
                  <a:lnTo>
                    <a:pt x="30943" y="41029"/>
                  </a:lnTo>
                  <a:lnTo>
                    <a:pt x="20796" y="44938"/>
                  </a:lnTo>
                  <a:lnTo>
                    <a:pt x="19896" y="51192"/>
                  </a:lnTo>
                  <a:lnTo>
                    <a:pt x="18496" y="53072"/>
                  </a:lnTo>
                  <a:lnTo>
                    <a:pt x="14947" y="52334"/>
                  </a:lnTo>
                  <a:lnTo>
                    <a:pt x="15198" y="47092"/>
                  </a:lnTo>
                  <a:lnTo>
                    <a:pt x="12697" y="39275"/>
                  </a:lnTo>
                  <a:lnTo>
                    <a:pt x="5899" y="34883"/>
                  </a:lnTo>
                  <a:lnTo>
                    <a:pt x="1000" y="27093"/>
                  </a:lnTo>
                  <a:lnTo>
                    <a:pt x="1701" y="23902"/>
                  </a:lnTo>
                  <a:lnTo>
                    <a:pt x="0" y="20094"/>
                  </a:lnTo>
                  <a:lnTo>
                    <a:pt x="4550" y="19209"/>
                  </a:lnTo>
                  <a:lnTo>
                    <a:pt x="5200" y="175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oPE_MapPart_LVA_1_96" descr="Lettland">
              <a:extLst>
                <a:ext uri="{FF2B5EF4-FFF2-40B4-BE49-F238E27FC236}">
                  <a16:creationId xmlns:a16="http://schemas.microsoft.com/office/drawing/2014/main" id="{6204B245-A787-2EAA-E59B-06D884289A9C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6679600" y="3182164"/>
              <a:ext cx="199600" cy="121769"/>
            </a:xfrm>
            <a:custGeom>
              <a:avLst/>
              <a:gdLst/>
              <a:ahLst/>
              <a:cxnLst/>
              <a:rect l="0" t="0" r="0" b="0"/>
              <a:pathLst>
                <a:path w="199600" h="121769">
                  <a:moveTo>
                    <a:pt x="154910" y="121768"/>
                  </a:moveTo>
                  <a:lnTo>
                    <a:pt x="146262" y="117687"/>
                  </a:lnTo>
                  <a:lnTo>
                    <a:pt x="140814" y="110390"/>
                  </a:lnTo>
                  <a:lnTo>
                    <a:pt x="129067" y="100110"/>
                  </a:lnTo>
                  <a:lnTo>
                    <a:pt x="112621" y="95354"/>
                  </a:lnTo>
                  <a:lnTo>
                    <a:pt x="107973" y="85444"/>
                  </a:lnTo>
                  <a:lnTo>
                    <a:pt x="106273" y="84721"/>
                  </a:lnTo>
                  <a:lnTo>
                    <a:pt x="96025" y="91125"/>
                  </a:lnTo>
                  <a:lnTo>
                    <a:pt x="86227" y="92116"/>
                  </a:lnTo>
                  <a:lnTo>
                    <a:pt x="77681" y="88873"/>
                  </a:lnTo>
                  <a:lnTo>
                    <a:pt x="60585" y="86978"/>
                  </a:lnTo>
                  <a:lnTo>
                    <a:pt x="56336" y="89143"/>
                  </a:lnTo>
                  <a:lnTo>
                    <a:pt x="51687" y="85534"/>
                  </a:lnTo>
                  <a:lnTo>
                    <a:pt x="29693" y="84992"/>
                  </a:lnTo>
                  <a:lnTo>
                    <a:pt x="17746" y="89594"/>
                  </a:lnTo>
                  <a:lnTo>
                    <a:pt x="850" y="101812"/>
                  </a:lnTo>
                  <a:lnTo>
                    <a:pt x="0" y="92386"/>
                  </a:lnTo>
                  <a:lnTo>
                    <a:pt x="1550" y="63916"/>
                  </a:lnTo>
                  <a:lnTo>
                    <a:pt x="9348" y="54116"/>
                  </a:lnTo>
                  <a:lnTo>
                    <a:pt x="12347" y="38442"/>
                  </a:lnTo>
                  <a:lnTo>
                    <a:pt x="19845" y="25622"/>
                  </a:lnTo>
                  <a:lnTo>
                    <a:pt x="42739" y="17682"/>
                  </a:lnTo>
                  <a:lnTo>
                    <a:pt x="45389" y="24410"/>
                  </a:lnTo>
                  <a:lnTo>
                    <a:pt x="58935" y="38350"/>
                  </a:lnTo>
                  <a:lnTo>
                    <a:pt x="63084" y="50348"/>
                  </a:lnTo>
                  <a:lnTo>
                    <a:pt x="73131" y="56411"/>
                  </a:lnTo>
                  <a:lnTo>
                    <a:pt x="80980" y="54576"/>
                  </a:lnTo>
                  <a:lnTo>
                    <a:pt x="93526" y="42142"/>
                  </a:lnTo>
                  <a:lnTo>
                    <a:pt x="92976" y="21796"/>
                  </a:lnTo>
                  <a:lnTo>
                    <a:pt x="91277" y="14590"/>
                  </a:lnTo>
                  <a:lnTo>
                    <a:pt x="91877" y="10084"/>
                  </a:lnTo>
                  <a:lnTo>
                    <a:pt x="113771" y="0"/>
                  </a:lnTo>
                  <a:lnTo>
                    <a:pt x="117020" y="3493"/>
                  </a:lnTo>
                  <a:lnTo>
                    <a:pt x="118520" y="756"/>
                  </a:lnTo>
                  <a:lnTo>
                    <a:pt x="120119" y="1228"/>
                  </a:lnTo>
                  <a:lnTo>
                    <a:pt x="132716" y="10178"/>
                  </a:lnTo>
                  <a:lnTo>
                    <a:pt x="138215" y="11775"/>
                  </a:lnTo>
                  <a:lnTo>
                    <a:pt x="146713" y="24037"/>
                  </a:lnTo>
                  <a:lnTo>
                    <a:pt x="151261" y="27020"/>
                  </a:lnTo>
                  <a:lnTo>
                    <a:pt x="165258" y="23663"/>
                  </a:lnTo>
                  <a:lnTo>
                    <a:pt x="171406" y="27299"/>
                  </a:lnTo>
                  <a:lnTo>
                    <a:pt x="179254" y="28044"/>
                  </a:lnTo>
                  <a:lnTo>
                    <a:pt x="181153" y="32972"/>
                  </a:lnTo>
                  <a:lnTo>
                    <a:pt x="189202" y="39923"/>
                  </a:lnTo>
                  <a:lnTo>
                    <a:pt x="189252" y="45004"/>
                  </a:lnTo>
                  <a:lnTo>
                    <a:pt x="186153" y="52187"/>
                  </a:lnTo>
                  <a:lnTo>
                    <a:pt x="183953" y="62820"/>
                  </a:lnTo>
                  <a:lnTo>
                    <a:pt x="188602" y="61722"/>
                  </a:lnTo>
                  <a:lnTo>
                    <a:pt x="190702" y="63916"/>
                  </a:lnTo>
                  <a:lnTo>
                    <a:pt x="191002" y="68114"/>
                  </a:lnTo>
                  <a:lnTo>
                    <a:pt x="196850" y="78023"/>
                  </a:lnTo>
                  <a:lnTo>
                    <a:pt x="199599" y="92296"/>
                  </a:lnTo>
                  <a:lnTo>
                    <a:pt x="198799" y="95803"/>
                  </a:lnTo>
                  <a:lnTo>
                    <a:pt x="198100" y="98137"/>
                  </a:lnTo>
                  <a:lnTo>
                    <a:pt x="191101" y="101544"/>
                  </a:lnTo>
                  <a:lnTo>
                    <a:pt x="184053" y="109677"/>
                  </a:lnTo>
                  <a:lnTo>
                    <a:pt x="182204" y="115287"/>
                  </a:lnTo>
                  <a:lnTo>
                    <a:pt x="167657" y="113686"/>
                  </a:lnTo>
                  <a:lnTo>
                    <a:pt x="164908" y="114576"/>
                  </a:lnTo>
                  <a:lnTo>
                    <a:pt x="161258" y="119640"/>
                  </a:lnTo>
                  <a:lnTo>
                    <a:pt x="155660" y="1211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oPE_MapPart_LIE_1_97" descr="Liechtenstein">
              <a:extLst>
                <a:ext uri="{FF2B5EF4-FFF2-40B4-BE49-F238E27FC236}">
                  <a16:creationId xmlns:a16="http://schemas.microsoft.com/office/drawing/2014/main" id="{7AEBCB52-9EEB-1B4D-E10A-9CE4DE30ADE7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6345886" y="3661766"/>
              <a:ext cx="29943" cy="44117"/>
            </a:xfrm>
            <a:custGeom>
              <a:avLst/>
              <a:gdLst/>
              <a:ahLst/>
              <a:cxnLst/>
              <a:rect l="0" t="0" r="0" b="0"/>
              <a:pathLst>
                <a:path w="29943" h="44117">
                  <a:moveTo>
                    <a:pt x="0" y="0"/>
                  </a:moveTo>
                  <a:lnTo>
                    <a:pt x="29942" y="0"/>
                  </a:lnTo>
                  <a:lnTo>
                    <a:pt x="29942" y="44116"/>
                  </a:lnTo>
                  <a:lnTo>
                    <a:pt x="0" y="4411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oPE_MapPart_LTU_1_98" descr="Litauen">
              <a:extLst>
                <a:ext uri="{FF2B5EF4-FFF2-40B4-BE49-F238E27FC236}">
                  <a16:creationId xmlns:a16="http://schemas.microsoft.com/office/drawing/2014/main" id="{CFD79DFE-F10C-0B24-4308-74A149A47662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6676400" y="3306412"/>
              <a:ext cx="5950" cy="16483"/>
            </a:xfrm>
            <a:custGeom>
              <a:avLst/>
              <a:gdLst/>
              <a:ahLst/>
              <a:cxnLst/>
              <a:rect l="0" t="0" r="0" b="0"/>
              <a:pathLst>
                <a:path w="5950" h="16483">
                  <a:moveTo>
                    <a:pt x="1601" y="16482"/>
                  </a:moveTo>
                  <a:lnTo>
                    <a:pt x="0" y="16131"/>
                  </a:lnTo>
                  <a:lnTo>
                    <a:pt x="3150" y="10505"/>
                  </a:lnTo>
                  <a:lnTo>
                    <a:pt x="5949" y="0"/>
                  </a:lnTo>
                  <a:lnTo>
                    <a:pt x="5649" y="6275"/>
                  </a:lnTo>
                  <a:lnTo>
                    <a:pt x="3650" y="130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oPE_MapPart_LTU_2_99" descr="Litauen">
              <a:extLst>
                <a:ext uri="{FF2B5EF4-FFF2-40B4-BE49-F238E27FC236}">
                  <a16:creationId xmlns:a16="http://schemas.microsoft.com/office/drawing/2014/main" id="{D54C4D11-59A4-C92C-61A1-E6F6C51417F5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6680450" y="3266885"/>
              <a:ext cx="159110" cy="122441"/>
            </a:xfrm>
            <a:custGeom>
              <a:avLst/>
              <a:gdLst/>
              <a:ahLst/>
              <a:cxnLst/>
              <a:rect l="0" t="0" r="0" b="0"/>
              <a:pathLst>
                <a:path w="159110" h="122441">
                  <a:moveTo>
                    <a:pt x="47787" y="100518"/>
                  </a:moveTo>
                  <a:lnTo>
                    <a:pt x="45389" y="93988"/>
                  </a:lnTo>
                  <a:lnTo>
                    <a:pt x="45488" y="90628"/>
                  </a:lnTo>
                  <a:lnTo>
                    <a:pt x="49387" y="75830"/>
                  </a:lnTo>
                  <a:lnTo>
                    <a:pt x="43939" y="71046"/>
                  </a:lnTo>
                  <a:lnTo>
                    <a:pt x="42239" y="66774"/>
                  </a:lnTo>
                  <a:lnTo>
                    <a:pt x="28492" y="66512"/>
                  </a:lnTo>
                  <a:lnTo>
                    <a:pt x="14146" y="60130"/>
                  </a:lnTo>
                  <a:lnTo>
                    <a:pt x="9548" y="56185"/>
                  </a:lnTo>
                  <a:lnTo>
                    <a:pt x="5298" y="56799"/>
                  </a:lnTo>
                  <a:lnTo>
                    <a:pt x="4299" y="52847"/>
                  </a:lnTo>
                  <a:lnTo>
                    <a:pt x="5348" y="47477"/>
                  </a:lnTo>
                  <a:lnTo>
                    <a:pt x="450" y="29855"/>
                  </a:lnTo>
                  <a:lnTo>
                    <a:pt x="0" y="17091"/>
                  </a:lnTo>
                  <a:lnTo>
                    <a:pt x="16896" y="4873"/>
                  </a:lnTo>
                  <a:lnTo>
                    <a:pt x="28843" y="271"/>
                  </a:lnTo>
                  <a:lnTo>
                    <a:pt x="50837" y="813"/>
                  </a:lnTo>
                  <a:lnTo>
                    <a:pt x="55486" y="4422"/>
                  </a:lnTo>
                  <a:lnTo>
                    <a:pt x="59735" y="2257"/>
                  </a:lnTo>
                  <a:lnTo>
                    <a:pt x="76831" y="4152"/>
                  </a:lnTo>
                  <a:lnTo>
                    <a:pt x="85377" y="7395"/>
                  </a:lnTo>
                  <a:lnTo>
                    <a:pt x="95175" y="6404"/>
                  </a:lnTo>
                  <a:lnTo>
                    <a:pt x="105423" y="0"/>
                  </a:lnTo>
                  <a:lnTo>
                    <a:pt x="107123" y="723"/>
                  </a:lnTo>
                  <a:lnTo>
                    <a:pt x="111771" y="10633"/>
                  </a:lnTo>
                  <a:lnTo>
                    <a:pt x="128217" y="15389"/>
                  </a:lnTo>
                  <a:lnTo>
                    <a:pt x="139964" y="25669"/>
                  </a:lnTo>
                  <a:lnTo>
                    <a:pt x="145412" y="32966"/>
                  </a:lnTo>
                  <a:lnTo>
                    <a:pt x="154060" y="37047"/>
                  </a:lnTo>
                  <a:lnTo>
                    <a:pt x="150311" y="52935"/>
                  </a:lnTo>
                  <a:lnTo>
                    <a:pt x="159109" y="56360"/>
                  </a:lnTo>
                  <a:lnTo>
                    <a:pt x="156309" y="58640"/>
                  </a:lnTo>
                  <a:lnTo>
                    <a:pt x="154260" y="63280"/>
                  </a:lnTo>
                  <a:lnTo>
                    <a:pt x="145713" y="62843"/>
                  </a:lnTo>
                  <a:lnTo>
                    <a:pt x="142464" y="69478"/>
                  </a:lnTo>
                  <a:lnTo>
                    <a:pt x="133666" y="73483"/>
                  </a:lnTo>
                  <a:lnTo>
                    <a:pt x="129866" y="83200"/>
                  </a:lnTo>
                  <a:lnTo>
                    <a:pt x="129967" y="90628"/>
                  </a:lnTo>
                  <a:lnTo>
                    <a:pt x="125018" y="101719"/>
                  </a:lnTo>
                  <a:lnTo>
                    <a:pt x="130616" y="105144"/>
                  </a:lnTo>
                  <a:lnTo>
                    <a:pt x="130616" y="110017"/>
                  </a:lnTo>
                  <a:lnTo>
                    <a:pt x="123969" y="109846"/>
                  </a:lnTo>
                  <a:lnTo>
                    <a:pt x="124468" y="107197"/>
                  </a:lnTo>
                  <a:lnTo>
                    <a:pt x="122618" y="103518"/>
                  </a:lnTo>
                  <a:lnTo>
                    <a:pt x="114820" y="107283"/>
                  </a:lnTo>
                  <a:lnTo>
                    <a:pt x="111072" y="111126"/>
                  </a:lnTo>
                  <a:lnTo>
                    <a:pt x="106173" y="110528"/>
                  </a:lnTo>
                  <a:lnTo>
                    <a:pt x="103373" y="118619"/>
                  </a:lnTo>
                  <a:lnTo>
                    <a:pt x="99274" y="118364"/>
                  </a:lnTo>
                  <a:lnTo>
                    <a:pt x="90876" y="122440"/>
                  </a:lnTo>
                  <a:lnTo>
                    <a:pt x="87377" y="119809"/>
                  </a:lnTo>
                  <a:lnTo>
                    <a:pt x="69782" y="121252"/>
                  </a:lnTo>
                  <a:lnTo>
                    <a:pt x="67733" y="120233"/>
                  </a:lnTo>
                  <a:lnTo>
                    <a:pt x="66883" y="110614"/>
                  </a:lnTo>
                  <a:lnTo>
                    <a:pt x="64534" y="107966"/>
                  </a:lnTo>
                  <a:lnTo>
                    <a:pt x="49387" y="986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oPE_MapPart_LUX_1_100" descr="Luxemburg">
              <a:extLst>
                <a:ext uri="{FF2B5EF4-FFF2-40B4-BE49-F238E27FC236}">
                  <a16:creationId xmlns:a16="http://schemas.microsoft.com/office/drawing/2014/main" id="{AC66F43A-0133-A2F2-B6BA-75A653F334F9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6250610" y="3549818"/>
              <a:ext cx="29943" cy="46478"/>
            </a:xfrm>
            <a:custGeom>
              <a:avLst/>
              <a:gdLst/>
              <a:ahLst/>
              <a:cxnLst/>
              <a:rect l="0" t="0" r="0" b="0"/>
              <a:pathLst>
                <a:path w="29943" h="46478">
                  <a:moveTo>
                    <a:pt x="0" y="0"/>
                  </a:moveTo>
                  <a:lnTo>
                    <a:pt x="29942" y="0"/>
                  </a:lnTo>
                  <a:lnTo>
                    <a:pt x="29942" y="46477"/>
                  </a:lnTo>
                  <a:lnTo>
                    <a:pt x="0" y="4647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oPE_MapPart_MLT_1_101" descr="Malta">
              <a:extLst>
                <a:ext uri="{FF2B5EF4-FFF2-40B4-BE49-F238E27FC236}">
                  <a16:creationId xmlns:a16="http://schemas.microsoft.com/office/drawing/2014/main" id="{BB3BE31F-EB51-2CCC-8E69-6899D381FFCF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6480151" y="4083375"/>
              <a:ext cx="29994" cy="37050"/>
            </a:xfrm>
            <a:custGeom>
              <a:avLst/>
              <a:gdLst/>
              <a:ahLst/>
              <a:cxnLst/>
              <a:rect l="0" t="0" r="0" b="0"/>
              <a:pathLst>
                <a:path w="29994" h="37050">
                  <a:moveTo>
                    <a:pt x="0" y="0"/>
                  </a:moveTo>
                  <a:lnTo>
                    <a:pt x="29993" y="0"/>
                  </a:lnTo>
                  <a:lnTo>
                    <a:pt x="29993" y="37049"/>
                  </a:lnTo>
                  <a:lnTo>
                    <a:pt x="0" y="37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oPE_MapPart_MDA_1_102" descr="Republik Moldau">
              <a:extLst>
                <a:ext uri="{FF2B5EF4-FFF2-40B4-BE49-F238E27FC236}">
                  <a16:creationId xmlns:a16="http://schemas.microsoft.com/office/drawing/2014/main" id="{536C6D04-BDB3-AC81-78E4-21EE60DE323E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6835210" y="3629660"/>
              <a:ext cx="97526" cy="123247"/>
            </a:xfrm>
            <a:custGeom>
              <a:avLst/>
              <a:gdLst/>
              <a:ahLst/>
              <a:cxnLst/>
              <a:rect l="0" t="0" r="0" b="0"/>
              <a:pathLst>
                <a:path w="97526" h="123247">
                  <a:moveTo>
                    <a:pt x="0" y="9104"/>
                  </a:moveTo>
                  <a:lnTo>
                    <a:pt x="6349" y="3766"/>
                  </a:lnTo>
                  <a:lnTo>
                    <a:pt x="16946" y="4444"/>
                  </a:lnTo>
                  <a:lnTo>
                    <a:pt x="25843" y="0"/>
                  </a:lnTo>
                  <a:lnTo>
                    <a:pt x="33392" y="2562"/>
                  </a:lnTo>
                  <a:lnTo>
                    <a:pt x="39440" y="6550"/>
                  </a:lnTo>
                  <a:lnTo>
                    <a:pt x="40840" y="9254"/>
                  </a:lnTo>
                  <a:lnTo>
                    <a:pt x="46438" y="10005"/>
                  </a:lnTo>
                  <a:lnTo>
                    <a:pt x="47988" y="11056"/>
                  </a:lnTo>
                  <a:lnTo>
                    <a:pt x="47838" y="13904"/>
                  </a:lnTo>
                  <a:lnTo>
                    <a:pt x="49137" y="13155"/>
                  </a:lnTo>
                  <a:lnTo>
                    <a:pt x="51238" y="16150"/>
                  </a:lnTo>
                  <a:lnTo>
                    <a:pt x="53087" y="13680"/>
                  </a:lnTo>
                  <a:lnTo>
                    <a:pt x="59835" y="14952"/>
                  </a:lnTo>
                  <a:lnTo>
                    <a:pt x="63984" y="21905"/>
                  </a:lnTo>
                  <a:lnTo>
                    <a:pt x="69632" y="21383"/>
                  </a:lnTo>
                  <a:lnTo>
                    <a:pt x="71531" y="24814"/>
                  </a:lnTo>
                  <a:lnTo>
                    <a:pt x="71982" y="29207"/>
                  </a:lnTo>
                  <a:lnTo>
                    <a:pt x="69882" y="41001"/>
                  </a:lnTo>
                  <a:lnTo>
                    <a:pt x="81129" y="49934"/>
                  </a:lnTo>
                  <a:lnTo>
                    <a:pt x="80430" y="57288"/>
                  </a:lnTo>
                  <a:lnTo>
                    <a:pt x="82029" y="62495"/>
                  </a:lnTo>
                  <a:lnTo>
                    <a:pt x="90527" y="67982"/>
                  </a:lnTo>
                  <a:lnTo>
                    <a:pt x="92327" y="72215"/>
                  </a:lnTo>
                  <a:lnTo>
                    <a:pt x="91827" y="79713"/>
                  </a:lnTo>
                  <a:lnTo>
                    <a:pt x="97525" y="84359"/>
                  </a:lnTo>
                  <a:lnTo>
                    <a:pt x="96026" y="86243"/>
                  </a:lnTo>
                  <a:lnTo>
                    <a:pt x="89428" y="87330"/>
                  </a:lnTo>
                  <a:lnTo>
                    <a:pt x="85778" y="83344"/>
                  </a:lnTo>
                  <a:lnTo>
                    <a:pt x="83230" y="85374"/>
                  </a:lnTo>
                  <a:lnTo>
                    <a:pt x="74581" y="82618"/>
                  </a:lnTo>
                  <a:lnTo>
                    <a:pt x="71832" y="86171"/>
                  </a:lnTo>
                  <a:lnTo>
                    <a:pt x="71332" y="80294"/>
                  </a:lnTo>
                  <a:lnTo>
                    <a:pt x="64984" y="82980"/>
                  </a:lnTo>
                  <a:lnTo>
                    <a:pt x="64133" y="84359"/>
                  </a:lnTo>
                  <a:lnTo>
                    <a:pt x="64584" y="89791"/>
                  </a:lnTo>
                  <a:lnTo>
                    <a:pt x="66333" y="94271"/>
                  </a:lnTo>
                  <a:lnTo>
                    <a:pt x="64684" y="99391"/>
                  </a:lnTo>
                  <a:lnTo>
                    <a:pt x="58885" y="103852"/>
                  </a:lnTo>
                  <a:lnTo>
                    <a:pt x="58636" y="107299"/>
                  </a:lnTo>
                  <a:lnTo>
                    <a:pt x="52037" y="114679"/>
                  </a:lnTo>
                  <a:lnTo>
                    <a:pt x="52236" y="120537"/>
                  </a:lnTo>
                  <a:lnTo>
                    <a:pt x="44289" y="123246"/>
                  </a:lnTo>
                  <a:lnTo>
                    <a:pt x="40440" y="117324"/>
                  </a:lnTo>
                  <a:lnTo>
                    <a:pt x="42790" y="115394"/>
                  </a:lnTo>
                  <a:lnTo>
                    <a:pt x="41140" y="102486"/>
                  </a:lnTo>
                  <a:lnTo>
                    <a:pt x="41690" y="95787"/>
                  </a:lnTo>
                  <a:lnTo>
                    <a:pt x="45138" y="83271"/>
                  </a:lnTo>
                  <a:lnTo>
                    <a:pt x="45039" y="75567"/>
                  </a:lnTo>
                  <a:lnTo>
                    <a:pt x="40339" y="61909"/>
                  </a:lnTo>
                  <a:lnTo>
                    <a:pt x="34292" y="56334"/>
                  </a:lnTo>
                  <a:lnTo>
                    <a:pt x="27642" y="47133"/>
                  </a:lnTo>
                  <a:lnTo>
                    <a:pt x="19945" y="34778"/>
                  </a:lnTo>
                  <a:lnTo>
                    <a:pt x="14797" y="21606"/>
                  </a:lnTo>
                  <a:lnTo>
                    <a:pt x="10047" y="13455"/>
                  </a:lnTo>
                  <a:lnTo>
                    <a:pt x="2649" y="89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oPE_MapPart_MCO_1_103" descr="Monaco">
              <a:extLst>
                <a:ext uri="{FF2B5EF4-FFF2-40B4-BE49-F238E27FC236}">
                  <a16:creationId xmlns:a16="http://schemas.microsoft.com/office/drawing/2014/main" id="{E558B151-32C0-DF08-928A-C4F8E8F264F6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6286751" y="3798471"/>
              <a:ext cx="29993" cy="41589"/>
            </a:xfrm>
            <a:custGeom>
              <a:avLst/>
              <a:gdLst/>
              <a:ahLst/>
              <a:cxnLst/>
              <a:rect l="0" t="0" r="0" b="0"/>
              <a:pathLst>
                <a:path w="29993" h="41589">
                  <a:moveTo>
                    <a:pt x="0" y="0"/>
                  </a:moveTo>
                  <a:lnTo>
                    <a:pt x="29992" y="0"/>
                  </a:lnTo>
                  <a:lnTo>
                    <a:pt x="29992" y="41588"/>
                  </a:lnTo>
                  <a:lnTo>
                    <a:pt x="0" y="415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oPE_MapPart_MNE_1_104" descr="Montenegro">
              <a:extLst>
                <a:ext uri="{FF2B5EF4-FFF2-40B4-BE49-F238E27FC236}">
                  <a16:creationId xmlns:a16="http://schemas.microsoft.com/office/drawing/2014/main" id="{D0B7AF2E-57B7-C0FE-F384-528AB1C8B8A4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6608018" y="3827476"/>
              <a:ext cx="53038" cy="62925"/>
            </a:xfrm>
            <a:custGeom>
              <a:avLst/>
              <a:gdLst/>
              <a:ahLst/>
              <a:cxnLst/>
              <a:rect l="0" t="0" r="0" b="0"/>
              <a:pathLst>
                <a:path w="53038" h="62925">
                  <a:moveTo>
                    <a:pt x="21045" y="68"/>
                  </a:moveTo>
                  <a:lnTo>
                    <a:pt x="21695" y="3238"/>
                  </a:lnTo>
                  <a:lnTo>
                    <a:pt x="32692" y="13817"/>
                  </a:lnTo>
                  <a:lnTo>
                    <a:pt x="41840" y="17310"/>
                  </a:lnTo>
                  <a:lnTo>
                    <a:pt x="50838" y="22848"/>
                  </a:lnTo>
                  <a:lnTo>
                    <a:pt x="53037" y="25986"/>
                  </a:lnTo>
                  <a:lnTo>
                    <a:pt x="48738" y="29665"/>
                  </a:lnTo>
                  <a:lnTo>
                    <a:pt x="44889" y="29461"/>
                  </a:lnTo>
                  <a:lnTo>
                    <a:pt x="44188" y="30550"/>
                  </a:lnTo>
                  <a:lnTo>
                    <a:pt x="45889" y="34358"/>
                  </a:lnTo>
                  <a:lnTo>
                    <a:pt x="45188" y="37549"/>
                  </a:lnTo>
                  <a:lnTo>
                    <a:pt x="37491" y="40194"/>
                  </a:lnTo>
                  <a:lnTo>
                    <a:pt x="36091" y="38363"/>
                  </a:lnTo>
                  <a:lnTo>
                    <a:pt x="35842" y="34222"/>
                  </a:lnTo>
                  <a:lnTo>
                    <a:pt x="33792" y="34426"/>
                  </a:lnTo>
                  <a:lnTo>
                    <a:pt x="23394" y="51620"/>
                  </a:lnTo>
                  <a:lnTo>
                    <a:pt x="25644" y="55461"/>
                  </a:lnTo>
                  <a:lnTo>
                    <a:pt x="25145" y="62924"/>
                  </a:lnTo>
                  <a:lnTo>
                    <a:pt x="20795" y="59969"/>
                  </a:lnTo>
                  <a:lnTo>
                    <a:pt x="18996" y="55798"/>
                  </a:lnTo>
                  <a:lnTo>
                    <a:pt x="12697" y="48718"/>
                  </a:lnTo>
                  <a:lnTo>
                    <a:pt x="5450" y="43918"/>
                  </a:lnTo>
                  <a:lnTo>
                    <a:pt x="5799" y="41481"/>
                  </a:lnTo>
                  <a:lnTo>
                    <a:pt x="2200" y="41820"/>
                  </a:lnTo>
                  <a:lnTo>
                    <a:pt x="0" y="38431"/>
                  </a:lnTo>
                  <a:lnTo>
                    <a:pt x="2999" y="33950"/>
                  </a:lnTo>
                  <a:lnTo>
                    <a:pt x="800" y="28848"/>
                  </a:lnTo>
                  <a:lnTo>
                    <a:pt x="651" y="20457"/>
                  </a:lnTo>
                  <a:lnTo>
                    <a:pt x="5149" y="19363"/>
                  </a:lnTo>
                  <a:lnTo>
                    <a:pt x="6598" y="11623"/>
                  </a:lnTo>
                  <a:lnTo>
                    <a:pt x="11497" y="7228"/>
                  </a:lnTo>
                  <a:lnTo>
                    <a:pt x="16347" y="9289"/>
                  </a:lnTo>
                  <a:lnTo>
                    <a:pt x="16646" y="6816"/>
                  </a:lnTo>
                  <a:lnTo>
                    <a:pt x="14248" y="344"/>
                  </a:lnTo>
                  <a:lnTo>
                    <a:pt x="2019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oPE_MapPart_NLD_1_105" descr="Niederlande">
              <a:extLst>
                <a:ext uri="{FF2B5EF4-FFF2-40B4-BE49-F238E27FC236}">
                  <a16:creationId xmlns:a16="http://schemas.microsoft.com/office/drawing/2014/main" id="{5C0065AC-EBB8-AF69-CEFA-B93BD523A359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6191775" y="3410503"/>
              <a:ext cx="104075" cy="121694"/>
            </a:xfrm>
            <a:custGeom>
              <a:avLst/>
              <a:gdLst/>
              <a:ahLst/>
              <a:cxnLst/>
              <a:rect l="0" t="0" r="0" b="0"/>
              <a:pathLst>
                <a:path w="104075" h="121694">
                  <a:moveTo>
                    <a:pt x="70682" y="121693"/>
                  </a:moveTo>
                  <a:lnTo>
                    <a:pt x="63833" y="121298"/>
                  </a:lnTo>
                  <a:lnTo>
                    <a:pt x="60834" y="117660"/>
                  </a:lnTo>
                  <a:lnTo>
                    <a:pt x="65783" y="106945"/>
                  </a:lnTo>
                  <a:lnTo>
                    <a:pt x="65183" y="103999"/>
                  </a:lnTo>
                  <a:lnTo>
                    <a:pt x="59985" y="101925"/>
                  </a:lnTo>
                  <a:lnTo>
                    <a:pt x="56335" y="98093"/>
                  </a:lnTo>
                  <a:lnTo>
                    <a:pt x="49037" y="98413"/>
                  </a:lnTo>
                  <a:lnTo>
                    <a:pt x="45838" y="95374"/>
                  </a:lnTo>
                  <a:lnTo>
                    <a:pt x="43939" y="89924"/>
                  </a:lnTo>
                  <a:lnTo>
                    <a:pt x="41539" y="92651"/>
                  </a:lnTo>
                  <a:lnTo>
                    <a:pt x="38840" y="92891"/>
                  </a:lnTo>
                  <a:lnTo>
                    <a:pt x="36291" y="88961"/>
                  </a:lnTo>
                  <a:lnTo>
                    <a:pt x="32892" y="92010"/>
                  </a:lnTo>
                  <a:lnTo>
                    <a:pt x="29293" y="89683"/>
                  </a:lnTo>
                  <a:lnTo>
                    <a:pt x="25993" y="91769"/>
                  </a:lnTo>
                  <a:lnTo>
                    <a:pt x="26543" y="94493"/>
                  </a:lnTo>
                  <a:lnTo>
                    <a:pt x="25694" y="94973"/>
                  </a:lnTo>
                  <a:lnTo>
                    <a:pt x="15496" y="91048"/>
                  </a:lnTo>
                  <a:lnTo>
                    <a:pt x="10347" y="92571"/>
                  </a:lnTo>
                  <a:lnTo>
                    <a:pt x="3849" y="90566"/>
                  </a:lnTo>
                  <a:lnTo>
                    <a:pt x="0" y="86712"/>
                  </a:lnTo>
                  <a:lnTo>
                    <a:pt x="2749" y="84541"/>
                  </a:lnTo>
                  <a:lnTo>
                    <a:pt x="8198" y="84299"/>
                  </a:lnTo>
                  <a:lnTo>
                    <a:pt x="19245" y="90486"/>
                  </a:lnTo>
                  <a:lnTo>
                    <a:pt x="22944" y="89844"/>
                  </a:lnTo>
                  <a:lnTo>
                    <a:pt x="15447" y="84299"/>
                  </a:lnTo>
                  <a:lnTo>
                    <a:pt x="20395" y="83656"/>
                  </a:lnTo>
                  <a:lnTo>
                    <a:pt x="13847" y="74620"/>
                  </a:lnTo>
                  <a:lnTo>
                    <a:pt x="17646" y="66356"/>
                  </a:lnTo>
                  <a:lnTo>
                    <a:pt x="28693" y="52099"/>
                  </a:lnTo>
                  <a:lnTo>
                    <a:pt x="34141" y="29240"/>
                  </a:lnTo>
                  <a:lnTo>
                    <a:pt x="36641" y="23194"/>
                  </a:lnTo>
                  <a:lnTo>
                    <a:pt x="39990" y="24687"/>
                  </a:lnTo>
                  <a:lnTo>
                    <a:pt x="44789" y="22281"/>
                  </a:lnTo>
                  <a:lnTo>
                    <a:pt x="53036" y="16048"/>
                  </a:lnTo>
                  <a:lnTo>
                    <a:pt x="57835" y="8040"/>
                  </a:lnTo>
                  <a:lnTo>
                    <a:pt x="67332" y="3103"/>
                  </a:lnTo>
                  <a:lnTo>
                    <a:pt x="93526" y="0"/>
                  </a:lnTo>
                  <a:lnTo>
                    <a:pt x="97725" y="5364"/>
                  </a:lnTo>
                  <a:lnTo>
                    <a:pt x="104074" y="7455"/>
                  </a:lnTo>
                  <a:lnTo>
                    <a:pt x="103874" y="20538"/>
                  </a:lnTo>
                  <a:lnTo>
                    <a:pt x="99525" y="36504"/>
                  </a:lnTo>
                  <a:lnTo>
                    <a:pt x="91627" y="37328"/>
                  </a:lnTo>
                  <a:lnTo>
                    <a:pt x="90077" y="42099"/>
                  </a:lnTo>
                  <a:lnTo>
                    <a:pt x="91627" y="45055"/>
                  </a:lnTo>
                  <a:lnTo>
                    <a:pt x="98675" y="47106"/>
                  </a:lnTo>
                  <a:lnTo>
                    <a:pt x="99575" y="48908"/>
                  </a:lnTo>
                  <a:lnTo>
                    <a:pt x="99175" y="54061"/>
                  </a:lnTo>
                  <a:lnTo>
                    <a:pt x="97975" y="56836"/>
                  </a:lnTo>
                  <a:lnTo>
                    <a:pt x="90976" y="62537"/>
                  </a:lnTo>
                  <a:lnTo>
                    <a:pt x="90727" y="64489"/>
                  </a:lnTo>
                  <a:lnTo>
                    <a:pt x="93126" y="67006"/>
                  </a:lnTo>
                  <a:lnTo>
                    <a:pt x="91426" y="70168"/>
                  </a:lnTo>
                  <a:lnTo>
                    <a:pt x="80730" y="74054"/>
                  </a:lnTo>
                  <a:lnTo>
                    <a:pt x="75481" y="71465"/>
                  </a:lnTo>
                  <a:lnTo>
                    <a:pt x="69432" y="75025"/>
                  </a:lnTo>
                  <a:lnTo>
                    <a:pt x="76381" y="90807"/>
                  </a:lnTo>
                  <a:lnTo>
                    <a:pt x="72932" y="100808"/>
                  </a:lnTo>
                  <a:lnTo>
                    <a:pt x="74481" y="104238"/>
                  </a:lnTo>
                  <a:lnTo>
                    <a:pt x="66883" y="109411"/>
                  </a:lnTo>
                  <a:lnTo>
                    <a:pt x="72181" y="1149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6" name="oPE_MapPart_NLD_2_106" descr="Niederlande">
              <a:extLst>
                <a:ext uri="{FF2B5EF4-FFF2-40B4-BE49-F238E27FC236}">
                  <a16:creationId xmlns:a16="http://schemas.microsoft.com/office/drawing/2014/main" id="{EF2393E8-A330-58E3-4213-55505854AF57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6189026" y="3503554"/>
              <a:ext cx="24345" cy="8477"/>
            </a:xfrm>
            <a:custGeom>
              <a:avLst/>
              <a:gdLst/>
              <a:ahLst/>
              <a:cxnLst/>
              <a:rect l="0" t="0" r="0" b="0"/>
              <a:pathLst>
                <a:path w="24345" h="8477">
                  <a:moveTo>
                    <a:pt x="24344" y="561"/>
                  </a:moveTo>
                  <a:lnTo>
                    <a:pt x="22844" y="4082"/>
                  </a:lnTo>
                  <a:lnTo>
                    <a:pt x="15346" y="8476"/>
                  </a:lnTo>
                  <a:lnTo>
                    <a:pt x="6398" y="5042"/>
                  </a:lnTo>
                  <a:lnTo>
                    <a:pt x="2299" y="6799"/>
                  </a:lnTo>
                  <a:lnTo>
                    <a:pt x="0" y="962"/>
                  </a:lnTo>
                  <a:lnTo>
                    <a:pt x="6648" y="0"/>
                  </a:lnTo>
                  <a:lnTo>
                    <a:pt x="14796" y="2003"/>
                  </a:lnTo>
                  <a:lnTo>
                    <a:pt x="18345" y="161"/>
                  </a:lnTo>
                  <a:lnTo>
                    <a:pt x="21145" y="16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oPE_MapPart_NLD_3_107" descr="Niederlande">
              <a:extLst>
                <a:ext uri="{FF2B5EF4-FFF2-40B4-BE49-F238E27FC236}">
                  <a16:creationId xmlns:a16="http://schemas.microsoft.com/office/drawing/2014/main" id="{4D3D5FA1-CC99-2306-A443-B0291604F6BC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6268005" y="3407059"/>
              <a:ext cx="3900" cy="1849"/>
            </a:xfrm>
            <a:custGeom>
              <a:avLst/>
              <a:gdLst/>
              <a:ahLst/>
              <a:cxnLst/>
              <a:rect l="0" t="0" r="0" b="0"/>
              <a:pathLst>
                <a:path w="3900" h="1849">
                  <a:moveTo>
                    <a:pt x="3899" y="252"/>
                  </a:moveTo>
                  <a:lnTo>
                    <a:pt x="0" y="1848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oPE_MapPart_NLD_4_108" descr="Niederlande">
              <a:extLst>
                <a:ext uri="{FF2B5EF4-FFF2-40B4-BE49-F238E27FC236}">
                  <a16:creationId xmlns:a16="http://schemas.microsoft.com/office/drawing/2014/main" id="{8F9259F2-D538-1AD6-9DE6-D7AB3B4E1C91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6253009" y="3409328"/>
              <a:ext cx="7650" cy="420"/>
            </a:xfrm>
            <a:custGeom>
              <a:avLst/>
              <a:gdLst/>
              <a:ahLst/>
              <a:cxnLst/>
              <a:rect l="0" t="0" r="0" b="0"/>
              <a:pathLst>
                <a:path w="7650" h="420">
                  <a:moveTo>
                    <a:pt x="7649" y="419"/>
                  </a:moveTo>
                  <a:lnTo>
                    <a:pt x="0" y="0"/>
                  </a:lnTo>
                  <a:lnTo>
                    <a:pt x="7598" y="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9" name="oPE_MapPart_NLD_5_109" descr="Niederlande">
              <a:extLst>
                <a:ext uri="{FF2B5EF4-FFF2-40B4-BE49-F238E27FC236}">
                  <a16:creationId xmlns:a16="http://schemas.microsoft.com/office/drawing/2014/main" id="{B2B88433-591E-00D1-4878-27C384481E33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6232715" y="3416620"/>
              <a:ext cx="5149" cy="3511"/>
            </a:xfrm>
            <a:custGeom>
              <a:avLst/>
              <a:gdLst/>
              <a:ahLst/>
              <a:cxnLst/>
              <a:rect l="0" t="0" r="0" b="0"/>
              <a:pathLst>
                <a:path w="5149" h="3511">
                  <a:moveTo>
                    <a:pt x="5148" y="83"/>
                  </a:moveTo>
                  <a:lnTo>
                    <a:pt x="0" y="3510"/>
                  </a:lnTo>
                  <a:lnTo>
                    <a:pt x="28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oPE_MapPart_NLD_6_110" descr="Niederlande">
              <a:extLst>
                <a:ext uri="{FF2B5EF4-FFF2-40B4-BE49-F238E27FC236}">
                  <a16:creationId xmlns:a16="http://schemas.microsoft.com/office/drawing/2014/main" id="{3E3F050E-9F17-3A44-3ABE-9878A6C46533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6240113" y="3410670"/>
              <a:ext cx="10898" cy="2434"/>
            </a:xfrm>
            <a:custGeom>
              <a:avLst/>
              <a:gdLst/>
              <a:ahLst/>
              <a:cxnLst/>
              <a:rect l="0" t="0" r="0" b="0"/>
              <a:pathLst>
                <a:path w="10898" h="2434">
                  <a:moveTo>
                    <a:pt x="3799" y="2433"/>
                  </a:moveTo>
                  <a:lnTo>
                    <a:pt x="0" y="2181"/>
                  </a:lnTo>
                  <a:lnTo>
                    <a:pt x="1089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oPE_MapPart_NLD_7_111" descr="Niederlande">
              <a:extLst>
                <a:ext uri="{FF2B5EF4-FFF2-40B4-BE49-F238E27FC236}">
                  <a16:creationId xmlns:a16="http://schemas.microsoft.com/office/drawing/2014/main" id="{C4FDB719-86A8-7C0D-B393-29B8FE77722B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6226766" y="3422551"/>
              <a:ext cx="4950" cy="8491"/>
            </a:xfrm>
            <a:custGeom>
              <a:avLst/>
              <a:gdLst/>
              <a:ahLst/>
              <a:cxnLst/>
              <a:rect l="0" t="0" r="0" b="0"/>
              <a:pathLst>
                <a:path w="4950" h="8491">
                  <a:moveTo>
                    <a:pt x="4949" y="5165"/>
                  </a:moveTo>
                  <a:lnTo>
                    <a:pt x="2200" y="8490"/>
                  </a:lnTo>
                  <a:lnTo>
                    <a:pt x="0" y="6828"/>
                  </a:lnTo>
                  <a:lnTo>
                    <a:pt x="49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oPE_MapPart_NLD_8_112" descr="Niederlande">
              <a:extLst>
                <a:ext uri="{FF2B5EF4-FFF2-40B4-BE49-F238E27FC236}">
                  <a16:creationId xmlns:a16="http://schemas.microsoft.com/office/drawing/2014/main" id="{19E69364-A9F8-124F-5208-9AC83B4263F1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6198723" y="3488032"/>
              <a:ext cx="10449" cy="5322"/>
            </a:xfrm>
            <a:custGeom>
              <a:avLst/>
              <a:gdLst/>
              <a:ahLst/>
              <a:cxnLst/>
              <a:rect l="0" t="0" r="0" b="0"/>
              <a:pathLst>
                <a:path w="10449" h="5322">
                  <a:moveTo>
                    <a:pt x="6949" y="323"/>
                  </a:moveTo>
                  <a:lnTo>
                    <a:pt x="10448" y="4355"/>
                  </a:lnTo>
                  <a:lnTo>
                    <a:pt x="6999" y="5321"/>
                  </a:lnTo>
                  <a:lnTo>
                    <a:pt x="3349" y="2340"/>
                  </a:lnTo>
                  <a:lnTo>
                    <a:pt x="900" y="3066"/>
                  </a:lnTo>
                  <a:lnTo>
                    <a:pt x="0" y="726"/>
                  </a:lnTo>
                  <a:lnTo>
                    <a:pt x="25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oPE_MapPart_NLD_9_113" descr="Niederlande">
              <a:extLst>
                <a:ext uri="{FF2B5EF4-FFF2-40B4-BE49-F238E27FC236}">
                  <a16:creationId xmlns:a16="http://schemas.microsoft.com/office/drawing/2014/main" id="{63C6EB8C-1A2A-D69F-CBFD-CB951F5BD7F3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6280453" y="3401924"/>
              <a:ext cx="4400" cy="2191"/>
            </a:xfrm>
            <a:custGeom>
              <a:avLst/>
              <a:gdLst/>
              <a:ahLst/>
              <a:cxnLst/>
              <a:rect l="0" t="0" r="0" b="0"/>
              <a:pathLst>
                <a:path w="4400" h="2191">
                  <a:moveTo>
                    <a:pt x="2599" y="2022"/>
                  </a:moveTo>
                  <a:lnTo>
                    <a:pt x="0" y="2190"/>
                  </a:lnTo>
                  <a:lnTo>
                    <a:pt x="749" y="927"/>
                  </a:lnTo>
                  <a:lnTo>
                    <a:pt x="43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oPE_MapPart_NLD_10_114" descr="Niederlande">
              <a:extLst>
                <a:ext uri="{FF2B5EF4-FFF2-40B4-BE49-F238E27FC236}">
                  <a16:creationId xmlns:a16="http://schemas.microsoft.com/office/drawing/2014/main" id="{DDE633D1-F9C7-3C6D-EA55-4392266C4513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4197286" y="4828772"/>
              <a:ext cx="4600" cy="7671"/>
            </a:xfrm>
            <a:custGeom>
              <a:avLst/>
              <a:gdLst/>
              <a:ahLst/>
              <a:cxnLst/>
              <a:rect l="0" t="0" r="0" b="0"/>
              <a:pathLst>
                <a:path w="4600" h="7671">
                  <a:moveTo>
                    <a:pt x="4599" y="4450"/>
                  </a:moveTo>
                  <a:lnTo>
                    <a:pt x="3249" y="7670"/>
                  </a:lnTo>
                  <a:lnTo>
                    <a:pt x="2350" y="3683"/>
                  </a:lnTo>
                  <a:lnTo>
                    <a:pt x="0" y="1228"/>
                  </a:lnTo>
                  <a:lnTo>
                    <a:pt x="50" y="0"/>
                  </a:lnTo>
                  <a:lnTo>
                    <a:pt x="4199" y="19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5" name="oPE_MapPart_NLD_11_115" descr="Niederlande">
              <a:extLst>
                <a:ext uri="{FF2B5EF4-FFF2-40B4-BE49-F238E27FC236}">
                  <a16:creationId xmlns:a16="http://schemas.microsoft.com/office/drawing/2014/main" id="{23128B69-8E0C-B21B-C90B-1A7E08B418F8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4346448" y="4678436"/>
              <a:ext cx="1750" cy="1574"/>
            </a:xfrm>
            <a:custGeom>
              <a:avLst/>
              <a:gdLst/>
              <a:ahLst/>
              <a:cxnLst/>
              <a:rect l="0" t="0" r="0" b="0"/>
              <a:pathLst>
                <a:path w="1750" h="1574">
                  <a:moveTo>
                    <a:pt x="1749" y="996"/>
                  </a:moveTo>
                  <a:lnTo>
                    <a:pt x="449" y="1573"/>
                  </a:lnTo>
                  <a:lnTo>
                    <a:pt x="0" y="0"/>
                  </a:lnTo>
                  <a:lnTo>
                    <a:pt x="949" y="6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6" name="oPE_MapPart_NLD_12_116" descr="Niederlande">
              <a:extLst>
                <a:ext uri="{FF2B5EF4-FFF2-40B4-BE49-F238E27FC236}">
                  <a16:creationId xmlns:a16="http://schemas.microsoft.com/office/drawing/2014/main" id="{998EAB96-CB9C-5ED6-9585-787E83D5E211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4339449" y="4675080"/>
              <a:ext cx="701" cy="631"/>
            </a:xfrm>
            <a:custGeom>
              <a:avLst/>
              <a:gdLst/>
              <a:ahLst/>
              <a:cxnLst/>
              <a:rect l="0" t="0" r="0" b="0"/>
              <a:pathLst>
                <a:path w="701" h="631">
                  <a:moveTo>
                    <a:pt x="550" y="630"/>
                  </a:moveTo>
                  <a:lnTo>
                    <a:pt x="0" y="0"/>
                  </a:lnTo>
                  <a:lnTo>
                    <a:pt x="700" y="31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7" name="oPE_MapPart_MKD_1_117" descr="Nordmazedonien">
              <a:extLst>
                <a:ext uri="{FF2B5EF4-FFF2-40B4-BE49-F238E27FC236}">
                  <a16:creationId xmlns:a16="http://schemas.microsoft.com/office/drawing/2014/main" id="{F70BE135-0173-6543-5943-84EC5652C032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6663854" y="3872139"/>
              <a:ext cx="70982" cy="56025"/>
            </a:xfrm>
            <a:custGeom>
              <a:avLst/>
              <a:gdLst/>
              <a:ahLst/>
              <a:cxnLst/>
              <a:rect l="0" t="0" r="0" b="0"/>
              <a:pathLst>
                <a:path w="70982" h="56025">
                  <a:moveTo>
                    <a:pt x="30942" y="4123"/>
                  </a:moveTo>
                  <a:lnTo>
                    <a:pt x="49738" y="0"/>
                  </a:lnTo>
                  <a:lnTo>
                    <a:pt x="59285" y="9451"/>
                  </a:lnTo>
                  <a:lnTo>
                    <a:pt x="65183" y="12414"/>
                  </a:lnTo>
                  <a:lnTo>
                    <a:pt x="69332" y="21816"/>
                  </a:lnTo>
                  <a:lnTo>
                    <a:pt x="70981" y="23089"/>
                  </a:lnTo>
                  <a:lnTo>
                    <a:pt x="68933" y="37316"/>
                  </a:lnTo>
                  <a:lnTo>
                    <a:pt x="64084" y="38914"/>
                  </a:lnTo>
                  <a:lnTo>
                    <a:pt x="63235" y="43900"/>
                  </a:lnTo>
                  <a:lnTo>
                    <a:pt x="59884" y="45294"/>
                  </a:lnTo>
                  <a:lnTo>
                    <a:pt x="42940" y="45627"/>
                  </a:lnTo>
                  <a:lnTo>
                    <a:pt x="36991" y="52320"/>
                  </a:lnTo>
                  <a:lnTo>
                    <a:pt x="31342" y="55296"/>
                  </a:lnTo>
                  <a:lnTo>
                    <a:pt x="26543" y="53908"/>
                  </a:lnTo>
                  <a:lnTo>
                    <a:pt x="24344" y="55362"/>
                  </a:lnTo>
                  <a:lnTo>
                    <a:pt x="14346" y="56024"/>
                  </a:lnTo>
                  <a:lnTo>
                    <a:pt x="13497" y="54040"/>
                  </a:lnTo>
                  <a:lnTo>
                    <a:pt x="7248" y="53114"/>
                  </a:lnTo>
                  <a:lnTo>
                    <a:pt x="5799" y="48213"/>
                  </a:lnTo>
                  <a:lnTo>
                    <a:pt x="3349" y="45759"/>
                  </a:lnTo>
                  <a:lnTo>
                    <a:pt x="1150" y="40444"/>
                  </a:lnTo>
                  <a:lnTo>
                    <a:pt x="0" y="31248"/>
                  </a:lnTo>
                  <a:lnTo>
                    <a:pt x="1900" y="29245"/>
                  </a:lnTo>
                  <a:lnTo>
                    <a:pt x="1600" y="24362"/>
                  </a:lnTo>
                  <a:lnTo>
                    <a:pt x="2899" y="18530"/>
                  </a:lnTo>
                  <a:lnTo>
                    <a:pt x="7698" y="18127"/>
                  </a:lnTo>
                  <a:lnTo>
                    <a:pt x="9148" y="10731"/>
                  </a:lnTo>
                  <a:lnTo>
                    <a:pt x="19295" y="6822"/>
                  </a:lnTo>
                  <a:lnTo>
                    <a:pt x="23294" y="9654"/>
                  </a:lnTo>
                  <a:lnTo>
                    <a:pt x="26144" y="5203"/>
                  </a:lnTo>
                  <a:lnTo>
                    <a:pt x="30892" y="41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8" name="oPE_MapPart_NOR_1_118" descr="Norwegen">
              <a:extLst>
                <a:ext uri="{FF2B5EF4-FFF2-40B4-BE49-F238E27FC236}">
                  <a16:creationId xmlns:a16="http://schemas.microsoft.com/office/drawing/2014/main" id="{E16EF11E-29D4-EFD0-A123-4A8C3A5CBBEE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6232865" y="2320756"/>
              <a:ext cx="722466" cy="863581"/>
            </a:xfrm>
            <a:custGeom>
              <a:avLst/>
              <a:gdLst/>
              <a:ahLst/>
              <a:cxnLst/>
              <a:rect l="0" t="0" r="0" b="0"/>
              <a:pathLst>
                <a:path w="722466" h="863581">
                  <a:moveTo>
                    <a:pt x="435838" y="167420"/>
                  </a:moveTo>
                  <a:lnTo>
                    <a:pt x="421792" y="168677"/>
                  </a:lnTo>
                  <a:lnTo>
                    <a:pt x="427890" y="178006"/>
                  </a:lnTo>
                  <a:lnTo>
                    <a:pt x="428190" y="182028"/>
                  </a:lnTo>
                  <a:lnTo>
                    <a:pt x="425191" y="195413"/>
                  </a:lnTo>
                  <a:lnTo>
                    <a:pt x="417693" y="205417"/>
                  </a:lnTo>
                  <a:lnTo>
                    <a:pt x="425191" y="210329"/>
                  </a:lnTo>
                  <a:lnTo>
                    <a:pt x="417693" y="219434"/>
                  </a:lnTo>
                  <a:lnTo>
                    <a:pt x="392248" y="209102"/>
                  </a:lnTo>
                  <a:lnTo>
                    <a:pt x="371405" y="204460"/>
                  </a:lnTo>
                  <a:lnTo>
                    <a:pt x="367506" y="206510"/>
                  </a:lnTo>
                  <a:lnTo>
                    <a:pt x="367906" y="231185"/>
                  </a:lnTo>
                  <a:lnTo>
                    <a:pt x="360707" y="248728"/>
                  </a:lnTo>
                  <a:lnTo>
                    <a:pt x="344262" y="238438"/>
                  </a:lnTo>
                  <a:lnTo>
                    <a:pt x="329215" y="253916"/>
                  </a:lnTo>
                  <a:lnTo>
                    <a:pt x="323417" y="274120"/>
                  </a:lnTo>
                  <a:lnTo>
                    <a:pt x="320168" y="278971"/>
                  </a:lnTo>
                  <a:lnTo>
                    <a:pt x="312819" y="282371"/>
                  </a:lnTo>
                  <a:lnTo>
                    <a:pt x="311019" y="288110"/>
                  </a:lnTo>
                  <a:lnTo>
                    <a:pt x="319518" y="307662"/>
                  </a:lnTo>
                  <a:lnTo>
                    <a:pt x="318668" y="314729"/>
                  </a:lnTo>
                  <a:lnTo>
                    <a:pt x="291425" y="354530"/>
                  </a:lnTo>
                  <a:lnTo>
                    <a:pt x="293124" y="367265"/>
                  </a:lnTo>
                  <a:lnTo>
                    <a:pt x="280827" y="376817"/>
                  </a:lnTo>
                  <a:lnTo>
                    <a:pt x="267031" y="379413"/>
                  </a:lnTo>
                  <a:lnTo>
                    <a:pt x="269531" y="402361"/>
                  </a:lnTo>
                  <a:lnTo>
                    <a:pt x="267181" y="412329"/>
                  </a:lnTo>
                  <a:lnTo>
                    <a:pt x="265232" y="435330"/>
                  </a:lnTo>
                  <a:lnTo>
                    <a:pt x="255134" y="458859"/>
                  </a:lnTo>
                  <a:lnTo>
                    <a:pt x="242187" y="482543"/>
                  </a:lnTo>
                  <a:lnTo>
                    <a:pt x="254084" y="490213"/>
                  </a:lnTo>
                  <a:lnTo>
                    <a:pt x="256034" y="503267"/>
                  </a:lnTo>
                  <a:lnTo>
                    <a:pt x="255834" y="508783"/>
                  </a:lnTo>
                  <a:lnTo>
                    <a:pt x="253685" y="513711"/>
                  </a:lnTo>
                  <a:lnTo>
                    <a:pt x="250835" y="518966"/>
                  </a:lnTo>
                  <a:lnTo>
                    <a:pt x="229791" y="515083"/>
                  </a:lnTo>
                  <a:lnTo>
                    <a:pt x="218394" y="519765"/>
                  </a:lnTo>
                  <a:lnTo>
                    <a:pt x="201248" y="545238"/>
                  </a:lnTo>
                  <a:lnTo>
                    <a:pt x="202298" y="551746"/>
                  </a:lnTo>
                  <a:lnTo>
                    <a:pt x="196399" y="564134"/>
                  </a:lnTo>
                  <a:lnTo>
                    <a:pt x="202448" y="582061"/>
                  </a:lnTo>
                  <a:lnTo>
                    <a:pt x="199399" y="587009"/>
                  </a:lnTo>
                  <a:lnTo>
                    <a:pt x="200249" y="599046"/>
                  </a:lnTo>
                  <a:lnTo>
                    <a:pt x="199548" y="606882"/>
                  </a:lnTo>
                  <a:lnTo>
                    <a:pt x="204797" y="625248"/>
                  </a:lnTo>
                  <a:lnTo>
                    <a:pt x="200699" y="658685"/>
                  </a:lnTo>
                  <a:lnTo>
                    <a:pt x="212945" y="669100"/>
                  </a:lnTo>
                  <a:lnTo>
                    <a:pt x="220843" y="680082"/>
                  </a:lnTo>
                  <a:lnTo>
                    <a:pt x="215994" y="696998"/>
                  </a:lnTo>
                  <a:lnTo>
                    <a:pt x="204547" y="700301"/>
                  </a:lnTo>
                  <a:lnTo>
                    <a:pt x="205097" y="706580"/>
                  </a:lnTo>
                  <a:lnTo>
                    <a:pt x="212745" y="731584"/>
                  </a:lnTo>
                  <a:lnTo>
                    <a:pt x="210696" y="739776"/>
                  </a:lnTo>
                  <a:lnTo>
                    <a:pt x="209896" y="750842"/>
                  </a:lnTo>
                  <a:lnTo>
                    <a:pt x="201098" y="761642"/>
                  </a:lnTo>
                  <a:lnTo>
                    <a:pt x="194500" y="764333"/>
                  </a:lnTo>
                  <a:lnTo>
                    <a:pt x="191801" y="773569"/>
                  </a:lnTo>
                  <a:lnTo>
                    <a:pt x="187502" y="779306"/>
                  </a:lnTo>
                  <a:lnTo>
                    <a:pt x="190801" y="795824"/>
                  </a:lnTo>
                  <a:lnTo>
                    <a:pt x="188402" y="810545"/>
                  </a:lnTo>
                  <a:lnTo>
                    <a:pt x="186452" y="815491"/>
                  </a:lnTo>
                  <a:lnTo>
                    <a:pt x="181703" y="816363"/>
                  </a:lnTo>
                  <a:lnTo>
                    <a:pt x="178754" y="805878"/>
                  </a:lnTo>
                  <a:lnTo>
                    <a:pt x="164007" y="801590"/>
                  </a:lnTo>
                  <a:lnTo>
                    <a:pt x="158759" y="790432"/>
                  </a:lnTo>
                  <a:lnTo>
                    <a:pt x="157359" y="769801"/>
                  </a:lnTo>
                  <a:lnTo>
                    <a:pt x="155659" y="773668"/>
                  </a:lnTo>
                  <a:lnTo>
                    <a:pt x="156659" y="779602"/>
                  </a:lnTo>
                  <a:lnTo>
                    <a:pt x="151911" y="783351"/>
                  </a:lnTo>
                  <a:lnTo>
                    <a:pt x="153260" y="787485"/>
                  </a:lnTo>
                  <a:lnTo>
                    <a:pt x="152810" y="796411"/>
                  </a:lnTo>
                  <a:lnTo>
                    <a:pt x="145812" y="811031"/>
                  </a:lnTo>
                  <a:lnTo>
                    <a:pt x="143163" y="809963"/>
                  </a:lnTo>
                  <a:lnTo>
                    <a:pt x="136464" y="813747"/>
                  </a:lnTo>
                  <a:lnTo>
                    <a:pt x="135315" y="810060"/>
                  </a:lnTo>
                  <a:lnTo>
                    <a:pt x="130716" y="805197"/>
                  </a:lnTo>
                  <a:lnTo>
                    <a:pt x="128566" y="805489"/>
                  </a:lnTo>
                  <a:lnTo>
                    <a:pt x="132415" y="811031"/>
                  </a:lnTo>
                  <a:lnTo>
                    <a:pt x="131316" y="813068"/>
                  </a:lnTo>
                  <a:lnTo>
                    <a:pt x="121668" y="819265"/>
                  </a:lnTo>
                  <a:lnTo>
                    <a:pt x="124068" y="821969"/>
                  </a:lnTo>
                  <a:lnTo>
                    <a:pt x="122018" y="825055"/>
                  </a:lnTo>
                  <a:lnTo>
                    <a:pt x="111071" y="834569"/>
                  </a:lnTo>
                  <a:lnTo>
                    <a:pt x="99774" y="848893"/>
                  </a:lnTo>
                  <a:lnTo>
                    <a:pt x="89927" y="857057"/>
                  </a:lnTo>
                  <a:lnTo>
                    <a:pt x="70481" y="863580"/>
                  </a:lnTo>
                  <a:lnTo>
                    <a:pt x="57685" y="863392"/>
                  </a:lnTo>
                  <a:lnTo>
                    <a:pt x="54835" y="861030"/>
                  </a:lnTo>
                  <a:lnTo>
                    <a:pt x="55086" y="857151"/>
                  </a:lnTo>
                  <a:lnTo>
                    <a:pt x="54136" y="856772"/>
                  </a:lnTo>
                  <a:lnTo>
                    <a:pt x="52036" y="856583"/>
                  </a:lnTo>
                  <a:lnTo>
                    <a:pt x="50087" y="861125"/>
                  </a:lnTo>
                  <a:lnTo>
                    <a:pt x="46138" y="859612"/>
                  </a:lnTo>
                  <a:lnTo>
                    <a:pt x="45188" y="858193"/>
                  </a:lnTo>
                  <a:lnTo>
                    <a:pt x="48987" y="852884"/>
                  </a:lnTo>
                  <a:lnTo>
                    <a:pt x="48087" y="850890"/>
                  </a:lnTo>
                  <a:lnTo>
                    <a:pt x="40539" y="850605"/>
                  </a:lnTo>
                  <a:lnTo>
                    <a:pt x="31292" y="844894"/>
                  </a:lnTo>
                  <a:lnTo>
                    <a:pt x="21594" y="837060"/>
                  </a:lnTo>
                  <a:lnTo>
                    <a:pt x="18245" y="831883"/>
                  </a:lnTo>
                  <a:lnTo>
                    <a:pt x="16345" y="826211"/>
                  </a:lnTo>
                  <a:lnTo>
                    <a:pt x="16495" y="821100"/>
                  </a:lnTo>
                  <a:lnTo>
                    <a:pt x="17395" y="812874"/>
                  </a:lnTo>
                  <a:lnTo>
                    <a:pt x="18995" y="810837"/>
                  </a:lnTo>
                  <a:lnTo>
                    <a:pt x="32491" y="818491"/>
                  </a:lnTo>
                  <a:lnTo>
                    <a:pt x="39839" y="811516"/>
                  </a:lnTo>
                  <a:lnTo>
                    <a:pt x="32541" y="814135"/>
                  </a:lnTo>
                  <a:lnTo>
                    <a:pt x="26692" y="808311"/>
                  </a:lnTo>
                  <a:lnTo>
                    <a:pt x="26692" y="806268"/>
                  </a:lnTo>
                  <a:lnTo>
                    <a:pt x="28892" y="801492"/>
                  </a:lnTo>
                  <a:lnTo>
                    <a:pt x="28442" y="795334"/>
                  </a:lnTo>
                  <a:lnTo>
                    <a:pt x="40989" y="781083"/>
                  </a:lnTo>
                  <a:lnTo>
                    <a:pt x="25443" y="792395"/>
                  </a:lnTo>
                  <a:lnTo>
                    <a:pt x="17645" y="795726"/>
                  </a:lnTo>
                  <a:lnTo>
                    <a:pt x="12047" y="802566"/>
                  </a:lnTo>
                  <a:lnTo>
                    <a:pt x="6798" y="802761"/>
                  </a:lnTo>
                  <a:lnTo>
                    <a:pt x="5648" y="799247"/>
                  </a:lnTo>
                  <a:lnTo>
                    <a:pt x="7148" y="786895"/>
                  </a:lnTo>
                  <a:lnTo>
                    <a:pt x="10447" y="776539"/>
                  </a:lnTo>
                  <a:lnTo>
                    <a:pt x="15096" y="772677"/>
                  </a:lnTo>
                  <a:lnTo>
                    <a:pt x="23444" y="775549"/>
                  </a:lnTo>
                  <a:lnTo>
                    <a:pt x="26093" y="771488"/>
                  </a:lnTo>
                  <a:lnTo>
                    <a:pt x="35791" y="766919"/>
                  </a:lnTo>
                  <a:lnTo>
                    <a:pt x="25143" y="768212"/>
                  </a:lnTo>
                  <a:lnTo>
                    <a:pt x="22294" y="764432"/>
                  </a:lnTo>
                  <a:lnTo>
                    <a:pt x="31691" y="752145"/>
                  </a:lnTo>
                  <a:lnTo>
                    <a:pt x="33641" y="743807"/>
                  </a:lnTo>
                  <a:lnTo>
                    <a:pt x="44138" y="734015"/>
                  </a:lnTo>
                  <a:lnTo>
                    <a:pt x="45688" y="736645"/>
                  </a:lnTo>
                  <a:lnTo>
                    <a:pt x="44388" y="748333"/>
                  </a:lnTo>
                  <a:lnTo>
                    <a:pt x="49737" y="733407"/>
                  </a:lnTo>
                  <a:lnTo>
                    <a:pt x="57435" y="728134"/>
                  </a:lnTo>
                  <a:lnTo>
                    <a:pt x="39389" y="733407"/>
                  </a:lnTo>
                  <a:lnTo>
                    <a:pt x="34041" y="737453"/>
                  </a:lnTo>
                  <a:lnTo>
                    <a:pt x="27092" y="748433"/>
                  </a:lnTo>
                  <a:lnTo>
                    <a:pt x="26343" y="752947"/>
                  </a:lnTo>
                  <a:lnTo>
                    <a:pt x="21394" y="756250"/>
                  </a:lnTo>
                  <a:lnTo>
                    <a:pt x="15745" y="766522"/>
                  </a:lnTo>
                  <a:lnTo>
                    <a:pt x="6048" y="776737"/>
                  </a:lnTo>
                  <a:lnTo>
                    <a:pt x="4898" y="771686"/>
                  </a:lnTo>
                  <a:lnTo>
                    <a:pt x="5298" y="766025"/>
                  </a:lnTo>
                  <a:lnTo>
                    <a:pt x="8098" y="757949"/>
                  </a:lnTo>
                  <a:lnTo>
                    <a:pt x="6848" y="754249"/>
                  </a:lnTo>
                  <a:lnTo>
                    <a:pt x="7698" y="751945"/>
                  </a:lnTo>
                  <a:lnTo>
                    <a:pt x="15745" y="752947"/>
                  </a:lnTo>
                  <a:lnTo>
                    <a:pt x="21094" y="749939"/>
                  </a:lnTo>
                  <a:lnTo>
                    <a:pt x="9947" y="745317"/>
                  </a:lnTo>
                  <a:lnTo>
                    <a:pt x="7098" y="739574"/>
                  </a:lnTo>
                  <a:lnTo>
                    <a:pt x="5798" y="731888"/>
                  </a:lnTo>
                  <a:lnTo>
                    <a:pt x="19995" y="718155"/>
                  </a:lnTo>
                  <a:lnTo>
                    <a:pt x="8747" y="724882"/>
                  </a:lnTo>
                  <a:lnTo>
                    <a:pt x="5198" y="721114"/>
                  </a:lnTo>
                  <a:lnTo>
                    <a:pt x="3349" y="717134"/>
                  </a:lnTo>
                  <a:lnTo>
                    <a:pt x="2249" y="698238"/>
                  </a:lnTo>
                  <a:lnTo>
                    <a:pt x="4648" y="696275"/>
                  </a:lnTo>
                  <a:lnTo>
                    <a:pt x="15996" y="697205"/>
                  </a:lnTo>
                  <a:lnTo>
                    <a:pt x="29292" y="693690"/>
                  </a:lnTo>
                  <a:lnTo>
                    <a:pt x="41389" y="695552"/>
                  </a:lnTo>
                  <a:lnTo>
                    <a:pt x="51336" y="692240"/>
                  </a:lnTo>
                  <a:lnTo>
                    <a:pt x="56735" y="697205"/>
                  </a:lnTo>
                  <a:lnTo>
                    <a:pt x="58585" y="703083"/>
                  </a:lnTo>
                  <a:lnTo>
                    <a:pt x="59684" y="702362"/>
                  </a:lnTo>
                  <a:lnTo>
                    <a:pt x="58634" y="695138"/>
                  </a:lnTo>
                  <a:lnTo>
                    <a:pt x="74331" y="688300"/>
                  </a:lnTo>
                  <a:lnTo>
                    <a:pt x="68732" y="687677"/>
                  </a:lnTo>
                  <a:lnTo>
                    <a:pt x="67132" y="683103"/>
                  </a:lnTo>
                  <a:lnTo>
                    <a:pt x="69832" y="675384"/>
                  </a:lnTo>
                  <a:lnTo>
                    <a:pt x="66733" y="678935"/>
                  </a:lnTo>
                  <a:lnTo>
                    <a:pt x="65183" y="684040"/>
                  </a:lnTo>
                  <a:lnTo>
                    <a:pt x="65183" y="690064"/>
                  </a:lnTo>
                  <a:lnTo>
                    <a:pt x="62334" y="690894"/>
                  </a:lnTo>
                  <a:lnTo>
                    <a:pt x="47987" y="688508"/>
                  </a:lnTo>
                  <a:lnTo>
                    <a:pt x="46437" y="683727"/>
                  </a:lnTo>
                  <a:lnTo>
                    <a:pt x="43438" y="691515"/>
                  </a:lnTo>
                  <a:lnTo>
                    <a:pt x="40389" y="692758"/>
                  </a:lnTo>
                  <a:lnTo>
                    <a:pt x="32041" y="690790"/>
                  </a:lnTo>
                  <a:lnTo>
                    <a:pt x="14496" y="694518"/>
                  </a:lnTo>
                  <a:lnTo>
                    <a:pt x="4948" y="689649"/>
                  </a:lnTo>
                  <a:lnTo>
                    <a:pt x="2599" y="686015"/>
                  </a:lnTo>
                  <a:lnTo>
                    <a:pt x="2049" y="675384"/>
                  </a:lnTo>
                  <a:lnTo>
                    <a:pt x="11396" y="672349"/>
                  </a:lnTo>
                  <a:lnTo>
                    <a:pt x="1899" y="663111"/>
                  </a:lnTo>
                  <a:lnTo>
                    <a:pt x="0" y="659213"/>
                  </a:lnTo>
                  <a:lnTo>
                    <a:pt x="50" y="649377"/>
                  </a:lnTo>
                  <a:lnTo>
                    <a:pt x="14896" y="648316"/>
                  </a:lnTo>
                  <a:lnTo>
                    <a:pt x="30191" y="654777"/>
                  </a:lnTo>
                  <a:lnTo>
                    <a:pt x="42739" y="653614"/>
                  </a:lnTo>
                  <a:lnTo>
                    <a:pt x="50037" y="649907"/>
                  </a:lnTo>
                  <a:lnTo>
                    <a:pt x="33391" y="650967"/>
                  </a:lnTo>
                  <a:lnTo>
                    <a:pt x="15146" y="645448"/>
                  </a:lnTo>
                  <a:lnTo>
                    <a:pt x="9397" y="645980"/>
                  </a:lnTo>
                  <a:lnTo>
                    <a:pt x="6398" y="644704"/>
                  </a:lnTo>
                  <a:lnTo>
                    <a:pt x="4648" y="640659"/>
                  </a:lnTo>
                  <a:lnTo>
                    <a:pt x="5948" y="632756"/>
                  </a:lnTo>
                  <a:lnTo>
                    <a:pt x="8697" y="631043"/>
                  </a:lnTo>
                  <a:lnTo>
                    <a:pt x="11946" y="633184"/>
                  </a:lnTo>
                  <a:lnTo>
                    <a:pt x="16795" y="623743"/>
                  </a:lnTo>
                  <a:lnTo>
                    <a:pt x="27192" y="617384"/>
                  </a:lnTo>
                  <a:lnTo>
                    <a:pt x="32091" y="621374"/>
                  </a:lnTo>
                  <a:lnTo>
                    <a:pt x="45888" y="617924"/>
                  </a:lnTo>
                  <a:lnTo>
                    <a:pt x="48987" y="614359"/>
                  </a:lnTo>
                  <a:lnTo>
                    <a:pt x="33541" y="617924"/>
                  </a:lnTo>
                  <a:lnTo>
                    <a:pt x="33041" y="615548"/>
                  </a:lnTo>
                  <a:lnTo>
                    <a:pt x="39539" y="605687"/>
                  </a:lnTo>
                  <a:lnTo>
                    <a:pt x="56435" y="604709"/>
                  </a:lnTo>
                  <a:lnTo>
                    <a:pt x="73381" y="609486"/>
                  </a:lnTo>
                  <a:lnTo>
                    <a:pt x="76730" y="607208"/>
                  </a:lnTo>
                  <a:lnTo>
                    <a:pt x="72181" y="605687"/>
                  </a:lnTo>
                  <a:lnTo>
                    <a:pt x="72481" y="601989"/>
                  </a:lnTo>
                  <a:lnTo>
                    <a:pt x="87977" y="598392"/>
                  </a:lnTo>
                  <a:lnTo>
                    <a:pt x="86578" y="595990"/>
                  </a:lnTo>
                  <a:lnTo>
                    <a:pt x="68882" y="599592"/>
                  </a:lnTo>
                  <a:lnTo>
                    <a:pt x="64233" y="597191"/>
                  </a:lnTo>
                  <a:lnTo>
                    <a:pt x="50187" y="599046"/>
                  </a:lnTo>
                  <a:lnTo>
                    <a:pt x="55885" y="586350"/>
                  </a:lnTo>
                  <a:lnTo>
                    <a:pt x="73431" y="575995"/>
                  </a:lnTo>
                  <a:lnTo>
                    <a:pt x="88077" y="576437"/>
                  </a:lnTo>
                  <a:lnTo>
                    <a:pt x="91176" y="582281"/>
                  </a:lnTo>
                  <a:lnTo>
                    <a:pt x="102623" y="591396"/>
                  </a:lnTo>
                  <a:lnTo>
                    <a:pt x="89677" y="572124"/>
                  </a:lnTo>
                  <a:lnTo>
                    <a:pt x="90427" y="567579"/>
                  </a:lnTo>
                  <a:lnTo>
                    <a:pt x="92826" y="564468"/>
                  </a:lnTo>
                  <a:lnTo>
                    <a:pt x="102973" y="561017"/>
                  </a:lnTo>
                  <a:lnTo>
                    <a:pt x="103123" y="557895"/>
                  </a:lnTo>
                  <a:lnTo>
                    <a:pt x="101774" y="555773"/>
                  </a:lnTo>
                  <a:lnTo>
                    <a:pt x="96025" y="554655"/>
                  </a:lnTo>
                  <a:lnTo>
                    <a:pt x="95325" y="551298"/>
                  </a:lnTo>
                  <a:lnTo>
                    <a:pt x="101324" y="544901"/>
                  </a:lnTo>
                  <a:lnTo>
                    <a:pt x="108672" y="542088"/>
                  </a:lnTo>
                  <a:lnTo>
                    <a:pt x="116820" y="545351"/>
                  </a:lnTo>
                  <a:lnTo>
                    <a:pt x="117469" y="547036"/>
                  </a:lnTo>
                  <a:lnTo>
                    <a:pt x="115170" y="551186"/>
                  </a:lnTo>
                  <a:lnTo>
                    <a:pt x="115420" y="553537"/>
                  </a:lnTo>
                  <a:lnTo>
                    <a:pt x="117419" y="553761"/>
                  </a:lnTo>
                  <a:lnTo>
                    <a:pt x="122068" y="546811"/>
                  </a:lnTo>
                  <a:lnTo>
                    <a:pt x="132415" y="543439"/>
                  </a:lnTo>
                  <a:lnTo>
                    <a:pt x="141413" y="558006"/>
                  </a:lnTo>
                  <a:lnTo>
                    <a:pt x="150261" y="553089"/>
                  </a:lnTo>
                  <a:lnTo>
                    <a:pt x="161958" y="553649"/>
                  </a:lnTo>
                  <a:lnTo>
                    <a:pt x="159558" y="547597"/>
                  </a:lnTo>
                  <a:lnTo>
                    <a:pt x="160958" y="543439"/>
                  </a:lnTo>
                  <a:lnTo>
                    <a:pt x="178903" y="532151"/>
                  </a:lnTo>
                  <a:lnTo>
                    <a:pt x="177154" y="527616"/>
                  </a:lnTo>
                  <a:lnTo>
                    <a:pt x="173505" y="526253"/>
                  </a:lnTo>
                  <a:lnTo>
                    <a:pt x="181303" y="519651"/>
                  </a:lnTo>
                  <a:lnTo>
                    <a:pt x="177104" y="516683"/>
                  </a:lnTo>
                  <a:lnTo>
                    <a:pt x="174555" y="517825"/>
                  </a:lnTo>
                  <a:lnTo>
                    <a:pt x="166207" y="524775"/>
                  </a:lnTo>
                  <a:lnTo>
                    <a:pt x="169906" y="529544"/>
                  </a:lnTo>
                  <a:lnTo>
                    <a:pt x="166807" y="534301"/>
                  </a:lnTo>
                  <a:lnTo>
                    <a:pt x="142363" y="550401"/>
                  </a:lnTo>
                  <a:lnTo>
                    <a:pt x="138714" y="549841"/>
                  </a:lnTo>
                  <a:lnTo>
                    <a:pt x="134365" y="538706"/>
                  </a:lnTo>
                  <a:lnTo>
                    <a:pt x="129566" y="540060"/>
                  </a:lnTo>
                  <a:lnTo>
                    <a:pt x="128817" y="538368"/>
                  </a:lnTo>
                  <a:lnTo>
                    <a:pt x="130166" y="532717"/>
                  </a:lnTo>
                  <a:lnTo>
                    <a:pt x="137065" y="525002"/>
                  </a:lnTo>
                  <a:lnTo>
                    <a:pt x="141113" y="514511"/>
                  </a:lnTo>
                  <a:lnTo>
                    <a:pt x="147412" y="508439"/>
                  </a:lnTo>
                  <a:lnTo>
                    <a:pt x="156559" y="493109"/>
                  </a:lnTo>
                  <a:lnTo>
                    <a:pt x="164007" y="488240"/>
                  </a:lnTo>
                  <a:lnTo>
                    <a:pt x="166757" y="482776"/>
                  </a:lnTo>
                  <a:lnTo>
                    <a:pt x="174855" y="476243"/>
                  </a:lnTo>
                  <a:lnTo>
                    <a:pt x="183153" y="472030"/>
                  </a:lnTo>
                  <a:lnTo>
                    <a:pt x="186202" y="467455"/>
                  </a:lnTo>
                  <a:lnTo>
                    <a:pt x="184202" y="467220"/>
                  </a:lnTo>
                  <a:lnTo>
                    <a:pt x="176854" y="471327"/>
                  </a:lnTo>
                  <a:lnTo>
                    <a:pt x="178354" y="461454"/>
                  </a:lnTo>
                  <a:lnTo>
                    <a:pt x="182203" y="456851"/>
                  </a:lnTo>
                  <a:lnTo>
                    <a:pt x="200798" y="443446"/>
                  </a:lnTo>
                  <a:lnTo>
                    <a:pt x="204897" y="449628"/>
                  </a:lnTo>
                  <a:lnTo>
                    <a:pt x="210496" y="448797"/>
                  </a:lnTo>
                  <a:lnTo>
                    <a:pt x="221793" y="432816"/>
                  </a:lnTo>
                  <a:lnTo>
                    <a:pt x="207996" y="443208"/>
                  </a:lnTo>
                  <a:lnTo>
                    <a:pt x="205647" y="439393"/>
                  </a:lnTo>
                  <a:lnTo>
                    <a:pt x="200098" y="436885"/>
                  </a:lnTo>
                  <a:lnTo>
                    <a:pt x="199799" y="431378"/>
                  </a:lnTo>
                  <a:lnTo>
                    <a:pt x="203947" y="417534"/>
                  </a:lnTo>
                  <a:lnTo>
                    <a:pt x="213795" y="401507"/>
                  </a:lnTo>
                  <a:lnTo>
                    <a:pt x="215495" y="395031"/>
                  </a:lnTo>
                  <a:lnTo>
                    <a:pt x="219044" y="391600"/>
                  </a:lnTo>
                  <a:lnTo>
                    <a:pt x="225092" y="391354"/>
                  </a:lnTo>
                  <a:lnTo>
                    <a:pt x="218144" y="381512"/>
                  </a:lnTo>
                  <a:lnTo>
                    <a:pt x="234889" y="375827"/>
                  </a:lnTo>
                  <a:lnTo>
                    <a:pt x="242888" y="375951"/>
                  </a:lnTo>
                  <a:lnTo>
                    <a:pt x="252885" y="367886"/>
                  </a:lnTo>
                  <a:lnTo>
                    <a:pt x="227441" y="372482"/>
                  </a:lnTo>
                  <a:lnTo>
                    <a:pt x="226042" y="358660"/>
                  </a:lnTo>
                  <a:lnTo>
                    <a:pt x="227041" y="351143"/>
                  </a:lnTo>
                  <a:lnTo>
                    <a:pt x="229491" y="351269"/>
                  </a:lnTo>
                  <a:lnTo>
                    <a:pt x="230041" y="343972"/>
                  </a:lnTo>
                  <a:lnTo>
                    <a:pt x="241388" y="333222"/>
                  </a:lnTo>
                  <a:lnTo>
                    <a:pt x="250786" y="333222"/>
                  </a:lnTo>
                  <a:lnTo>
                    <a:pt x="243687" y="329158"/>
                  </a:lnTo>
                  <a:lnTo>
                    <a:pt x="242237" y="325211"/>
                  </a:lnTo>
                  <a:lnTo>
                    <a:pt x="248586" y="321128"/>
                  </a:lnTo>
                  <a:lnTo>
                    <a:pt x="254934" y="310235"/>
                  </a:lnTo>
                  <a:lnTo>
                    <a:pt x="261382" y="307275"/>
                  </a:lnTo>
                  <a:lnTo>
                    <a:pt x="291225" y="304182"/>
                  </a:lnTo>
                  <a:lnTo>
                    <a:pt x="291775" y="301083"/>
                  </a:lnTo>
                  <a:lnTo>
                    <a:pt x="288026" y="300307"/>
                  </a:lnTo>
                  <a:lnTo>
                    <a:pt x="264182" y="299273"/>
                  </a:lnTo>
                  <a:lnTo>
                    <a:pt x="272879" y="282894"/>
                  </a:lnTo>
                  <a:lnTo>
                    <a:pt x="278628" y="277399"/>
                  </a:lnTo>
                  <a:lnTo>
                    <a:pt x="291075" y="284591"/>
                  </a:lnTo>
                  <a:lnTo>
                    <a:pt x="296223" y="293700"/>
                  </a:lnTo>
                  <a:lnTo>
                    <a:pt x="295674" y="286807"/>
                  </a:lnTo>
                  <a:lnTo>
                    <a:pt x="298923" y="281195"/>
                  </a:lnTo>
                  <a:lnTo>
                    <a:pt x="293225" y="281718"/>
                  </a:lnTo>
                  <a:lnTo>
                    <a:pt x="286626" y="275301"/>
                  </a:lnTo>
                  <a:lnTo>
                    <a:pt x="285777" y="271493"/>
                  </a:lnTo>
                  <a:lnTo>
                    <a:pt x="289276" y="265698"/>
                  </a:lnTo>
                  <a:lnTo>
                    <a:pt x="288125" y="263454"/>
                  </a:lnTo>
                  <a:lnTo>
                    <a:pt x="280827" y="269519"/>
                  </a:lnTo>
                  <a:lnTo>
                    <a:pt x="273629" y="270046"/>
                  </a:lnTo>
                  <a:lnTo>
                    <a:pt x="274729" y="264510"/>
                  </a:lnTo>
                  <a:lnTo>
                    <a:pt x="274129" y="260148"/>
                  </a:lnTo>
                  <a:lnTo>
                    <a:pt x="281027" y="249394"/>
                  </a:lnTo>
                  <a:lnTo>
                    <a:pt x="287326" y="248994"/>
                  </a:lnTo>
                  <a:lnTo>
                    <a:pt x="290825" y="252055"/>
                  </a:lnTo>
                  <a:lnTo>
                    <a:pt x="296974" y="249927"/>
                  </a:lnTo>
                  <a:lnTo>
                    <a:pt x="296523" y="246995"/>
                  </a:lnTo>
                  <a:lnTo>
                    <a:pt x="289625" y="245794"/>
                  </a:lnTo>
                  <a:lnTo>
                    <a:pt x="287825" y="243390"/>
                  </a:lnTo>
                  <a:lnTo>
                    <a:pt x="288476" y="240983"/>
                  </a:lnTo>
                  <a:lnTo>
                    <a:pt x="307671" y="229030"/>
                  </a:lnTo>
                  <a:lnTo>
                    <a:pt x="309271" y="231185"/>
                  </a:lnTo>
                  <a:lnTo>
                    <a:pt x="310820" y="244058"/>
                  </a:lnTo>
                  <a:lnTo>
                    <a:pt x="316119" y="254846"/>
                  </a:lnTo>
                  <a:lnTo>
                    <a:pt x="314669" y="246061"/>
                  </a:lnTo>
                  <a:lnTo>
                    <a:pt x="318368" y="239242"/>
                  </a:lnTo>
                  <a:lnTo>
                    <a:pt x="314669" y="235352"/>
                  </a:lnTo>
                  <a:lnTo>
                    <a:pt x="312319" y="225117"/>
                  </a:lnTo>
                  <a:lnTo>
                    <a:pt x="313119" y="222413"/>
                  </a:lnTo>
                  <a:lnTo>
                    <a:pt x="318218" y="216993"/>
                  </a:lnTo>
                  <a:lnTo>
                    <a:pt x="324667" y="215771"/>
                  </a:lnTo>
                  <a:lnTo>
                    <a:pt x="333864" y="219570"/>
                  </a:lnTo>
                  <a:lnTo>
                    <a:pt x="351110" y="212644"/>
                  </a:lnTo>
                  <a:lnTo>
                    <a:pt x="347061" y="209921"/>
                  </a:lnTo>
                  <a:lnTo>
                    <a:pt x="323716" y="211146"/>
                  </a:lnTo>
                  <a:lnTo>
                    <a:pt x="321767" y="206100"/>
                  </a:lnTo>
                  <a:lnTo>
                    <a:pt x="323567" y="201587"/>
                  </a:lnTo>
                  <a:lnTo>
                    <a:pt x="332014" y="194450"/>
                  </a:lnTo>
                  <a:lnTo>
                    <a:pt x="338863" y="193900"/>
                  </a:lnTo>
                  <a:lnTo>
                    <a:pt x="346110" y="185764"/>
                  </a:lnTo>
                  <a:lnTo>
                    <a:pt x="348860" y="179671"/>
                  </a:lnTo>
                  <a:lnTo>
                    <a:pt x="350410" y="170212"/>
                  </a:lnTo>
                  <a:lnTo>
                    <a:pt x="354809" y="162522"/>
                  </a:lnTo>
                  <a:lnTo>
                    <a:pt x="365805" y="158173"/>
                  </a:lnTo>
                  <a:lnTo>
                    <a:pt x="365207" y="144916"/>
                  </a:lnTo>
                  <a:lnTo>
                    <a:pt x="370205" y="133409"/>
                  </a:lnTo>
                  <a:lnTo>
                    <a:pt x="380952" y="145199"/>
                  </a:lnTo>
                  <a:lnTo>
                    <a:pt x="388450" y="144067"/>
                  </a:lnTo>
                  <a:lnTo>
                    <a:pt x="380351" y="136258"/>
                  </a:lnTo>
                  <a:lnTo>
                    <a:pt x="380052" y="131841"/>
                  </a:lnTo>
                  <a:lnTo>
                    <a:pt x="390549" y="126267"/>
                  </a:lnTo>
                  <a:lnTo>
                    <a:pt x="391849" y="118376"/>
                  </a:lnTo>
                  <a:lnTo>
                    <a:pt x="396248" y="111315"/>
                  </a:lnTo>
                  <a:lnTo>
                    <a:pt x="410844" y="108569"/>
                  </a:lnTo>
                  <a:lnTo>
                    <a:pt x="408595" y="137111"/>
                  </a:lnTo>
                  <a:lnTo>
                    <a:pt x="417442" y="105239"/>
                  </a:lnTo>
                  <a:lnTo>
                    <a:pt x="427540" y="95354"/>
                  </a:lnTo>
                  <a:lnTo>
                    <a:pt x="429290" y="101757"/>
                  </a:lnTo>
                  <a:lnTo>
                    <a:pt x="427940" y="121824"/>
                  </a:lnTo>
                  <a:lnTo>
                    <a:pt x="420042" y="144350"/>
                  </a:lnTo>
                  <a:lnTo>
                    <a:pt x="424041" y="141373"/>
                  </a:lnTo>
                  <a:lnTo>
                    <a:pt x="432089" y="127841"/>
                  </a:lnTo>
                  <a:lnTo>
                    <a:pt x="439087" y="129413"/>
                  </a:lnTo>
                  <a:lnTo>
                    <a:pt x="433339" y="115785"/>
                  </a:lnTo>
                  <a:lnTo>
                    <a:pt x="433689" y="103063"/>
                  </a:lnTo>
                  <a:lnTo>
                    <a:pt x="435838" y="97976"/>
                  </a:lnTo>
                  <a:lnTo>
                    <a:pt x="450834" y="99868"/>
                  </a:lnTo>
                  <a:lnTo>
                    <a:pt x="453383" y="90683"/>
                  </a:lnTo>
                  <a:lnTo>
                    <a:pt x="458333" y="89952"/>
                  </a:lnTo>
                  <a:lnTo>
                    <a:pt x="472178" y="105963"/>
                  </a:lnTo>
                  <a:lnTo>
                    <a:pt x="473378" y="104368"/>
                  </a:lnTo>
                  <a:lnTo>
                    <a:pt x="471129" y="90683"/>
                  </a:lnTo>
                  <a:lnTo>
                    <a:pt x="468630" y="85559"/>
                  </a:lnTo>
                  <a:lnTo>
                    <a:pt x="463181" y="83065"/>
                  </a:lnTo>
                  <a:lnTo>
                    <a:pt x="457432" y="76739"/>
                  </a:lnTo>
                  <a:lnTo>
                    <a:pt x="456183" y="71868"/>
                  </a:lnTo>
                  <a:lnTo>
                    <a:pt x="467980" y="72164"/>
                  </a:lnTo>
                  <a:lnTo>
                    <a:pt x="480176" y="65648"/>
                  </a:lnTo>
                  <a:lnTo>
                    <a:pt x="483026" y="69353"/>
                  </a:lnTo>
                  <a:lnTo>
                    <a:pt x="485775" y="63422"/>
                  </a:lnTo>
                  <a:lnTo>
                    <a:pt x="493123" y="60299"/>
                  </a:lnTo>
                  <a:lnTo>
                    <a:pt x="500222" y="66093"/>
                  </a:lnTo>
                  <a:lnTo>
                    <a:pt x="503170" y="82771"/>
                  </a:lnTo>
                  <a:lnTo>
                    <a:pt x="511669" y="92291"/>
                  </a:lnTo>
                  <a:lnTo>
                    <a:pt x="512968" y="89367"/>
                  </a:lnTo>
                  <a:lnTo>
                    <a:pt x="509819" y="82477"/>
                  </a:lnTo>
                  <a:lnTo>
                    <a:pt x="512418" y="70833"/>
                  </a:lnTo>
                  <a:lnTo>
                    <a:pt x="520217" y="58214"/>
                  </a:lnTo>
                  <a:lnTo>
                    <a:pt x="530714" y="51047"/>
                  </a:lnTo>
                  <a:lnTo>
                    <a:pt x="537562" y="36317"/>
                  </a:lnTo>
                  <a:lnTo>
                    <a:pt x="541311" y="32993"/>
                  </a:lnTo>
                  <a:lnTo>
                    <a:pt x="540861" y="29358"/>
                  </a:lnTo>
                  <a:lnTo>
                    <a:pt x="537062" y="27083"/>
                  </a:lnTo>
                  <a:lnTo>
                    <a:pt x="536962" y="22523"/>
                  </a:lnTo>
                  <a:lnTo>
                    <a:pt x="547909" y="7695"/>
                  </a:lnTo>
                  <a:lnTo>
                    <a:pt x="550859" y="7080"/>
                  </a:lnTo>
                  <a:lnTo>
                    <a:pt x="564755" y="21000"/>
                  </a:lnTo>
                  <a:lnTo>
                    <a:pt x="569504" y="15355"/>
                  </a:lnTo>
                  <a:lnTo>
                    <a:pt x="578752" y="20239"/>
                  </a:lnTo>
                  <a:lnTo>
                    <a:pt x="579101" y="23284"/>
                  </a:lnTo>
                  <a:lnTo>
                    <a:pt x="570403" y="35562"/>
                  </a:lnTo>
                  <a:lnTo>
                    <a:pt x="563205" y="50747"/>
                  </a:lnTo>
                  <a:lnTo>
                    <a:pt x="561456" y="64461"/>
                  </a:lnTo>
                  <a:lnTo>
                    <a:pt x="557257" y="73198"/>
                  </a:lnTo>
                  <a:lnTo>
                    <a:pt x="556907" y="79242"/>
                  </a:lnTo>
                  <a:lnTo>
                    <a:pt x="558607" y="82183"/>
                  </a:lnTo>
                  <a:lnTo>
                    <a:pt x="563305" y="79831"/>
                  </a:lnTo>
                  <a:lnTo>
                    <a:pt x="569053" y="71720"/>
                  </a:lnTo>
                  <a:lnTo>
                    <a:pt x="570453" y="63124"/>
                  </a:lnTo>
                  <a:lnTo>
                    <a:pt x="599246" y="15202"/>
                  </a:lnTo>
                  <a:lnTo>
                    <a:pt x="603546" y="12907"/>
                  </a:lnTo>
                  <a:lnTo>
                    <a:pt x="605544" y="20239"/>
                  </a:lnTo>
                  <a:lnTo>
                    <a:pt x="603946" y="29662"/>
                  </a:lnTo>
                  <a:lnTo>
                    <a:pt x="600696" y="35713"/>
                  </a:lnTo>
                  <a:lnTo>
                    <a:pt x="603095" y="38580"/>
                  </a:lnTo>
                  <a:lnTo>
                    <a:pt x="601395" y="57320"/>
                  </a:lnTo>
                  <a:lnTo>
                    <a:pt x="612643" y="48950"/>
                  </a:lnTo>
                  <a:lnTo>
                    <a:pt x="618042" y="29510"/>
                  </a:lnTo>
                  <a:lnTo>
                    <a:pt x="621541" y="24501"/>
                  </a:lnTo>
                  <a:lnTo>
                    <a:pt x="628139" y="24349"/>
                  </a:lnTo>
                  <a:lnTo>
                    <a:pt x="619490" y="12295"/>
                  </a:lnTo>
                  <a:lnTo>
                    <a:pt x="629538" y="0"/>
                  </a:lnTo>
                  <a:lnTo>
                    <a:pt x="644635" y="4159"/>
                  </a:lnTo>
                  <a:lnTo>
                    <a:pt x="651583" y="9843"/>
                  </a:lnTo>
                  <a:lnTo>
                    <a:pt x="651333" y="18867"/>
                  </a:lnTo>
                  <a:lnTo>
                    <a:pt x="649783" y="22675"/>
                  </a:lnTo>
                  <a:lnTo>
                    <a:pt x="637886" y="34958"/>
                  </a:lnTo>
                  <a:lnTo>
                    <a:pt x="646684" y="32841"/>
                  </a:lnTo>
                  <a:lnTo>
                    <a:pt x="648284" y="35864"/>
                  </a:lnTo>
                  <a:lnTo>
                    <a:pt x="646334" y="43547"/>
                  </a:lnTo>
                  <a:lnTo>
                    <a:pt x="645334" y="61489"/>
                  </a:lnTo>
                  <a:lnTo>
                    <a:pt x="646084" y="70685"/>
                  </a:lnTo>
                  <a:lnTo>
                    <a:pt x="649334" y="54634"/>
                  </a:lnTo>
                  <a:lnTo>
                    <a:pt x="652882" y="49849"/>
                  </a:lnTo>
                  <a:lnTo>
                    <a:pt x="657631" y="28145"/>
                  </a:lnTo>
                  <a:lnTo>
                    <a:pt x="663830" y="19324"/>
                  </a:lnTo>
                  <a:lnTo>
                    <a:pt x="671328" y="19629"/>
                  </a:lnTo>
                  <a:lnTo>
                    <a:pt x="688973" y="37675"/>
                  </a:lnTo>
                  <a:lnTo>
                    <a:pt x="698070" y="32993"/>
                  </a:lnTo>
                  <a:lnTo>
                    <a:pt x="702870" y="39635"/>
                  </a:lnTo>
                  <a:lnTo>
                    <a:pt x="702170" y="46251"/>
                  </a:lnTo>
                  <a:lnTo>
                    <a:pt x="712817" y="47901"/>
                  </a:lnTo>
                  <a:lnTo>
                    <a:pt x="721965" y="58065"/>
                  </a:lnTo>
                  <a:lnTo>
                    <a:pt x="722465" y="68613"/>
                  </a:lnTo>
                  <a:lnTo>
                    <a:pt x="709268" y="74822"/>
                  </a:lnTo>
                  <a:lnTo>
                    <a:pt x="703570" y="80861"/>
                  </a:lnTo>
                  <a:lnTo>
                    <a:pt x="694172" y="83212"/>
                  </a:lnTo>
                  <a:lnTo>
                    <a:pt x="662430" y="79095"/>
                  </a:lnTo>
                  <a:lnTo>
                    <a:pt x="663030" y="83505"/>
                  </a:lnTo>
                  <a:lnTo>
                    <a:pt x="685175" y="92875"/>
                  </a:lnTo>
                  <a:lnTo>
                    <a:pt x="686424" y="95500"/>
                  </a:lnTo>
                  <a:lnTo>
                    <a:pt x="686124" y="108713"/>
                  </a:lnTo>
                  <a:lnTo>
                    <a:pt x="690473" y="112902"/>
                  </a:lnTo>
                  <a:lnTo>
                    <a:pt x="698721" y="113768"/>
                  </a:lnTo>
                  <a:lnTo>
                    <a:pt x="702870" y="102192"/>
                  </a:lnTo>
                  <a:lnTo>
                    <a:pt x="705918" y="104368"/>
                  </a:lnTo>
                  <a:lnTo>
                    <a:pt x="708168" y="113335"/>
                  </a:lnTo>
                  <a:lnTo>
                    <a:pt x="709717" y="107556"/>
                  </a:lnTo>
                  <a:lnTo>
                    <a:pt x="720414" y="108424"/>
                  </a:lnTo>
                  <a:lnTo>
                    <a:pt x="721915" y="119095"/>
                  </a:lnTo>
                  <a:lnTo>
                    <a:pt x="720165" y="128127"/>
                  </a:lnTo>
                  <a:lnTo>
                    <a:pt x="713367" y="128556"/>
                  </a:lnTo>
                  <a:lnTo>
                    <a:pt x="701270" y="120244"/>
                  </a:lnTo>
                  <a:lnTo>
                    <a:pt x="701420" y="127698"/>
                  </a:lnTo>
                  <a:lnTo>
                    <a:pt x="698671" y="136400"/>
                  </a:lnTo>
                  <a:lnTo>
                    <a:pt x="679276" y="147039"/>
                  </a:lnTo>
                  <a:lnTo>
                    <a:pt x="674327" y="162803"/>
                  </a:lnTo>
                  <a:lnTo>
                    <a:pt x="667529" y="168537"/>
                  </a:lnTo>
                  <a:lnTo>
                    <a:pt x="663830" y="161121"/>
                  </a:lnTo>
                  <a:lnTo>
                    <a:pt x="664229" y="156487"/>
                  </a:lnTo>
                  <a:lnTo>
                    <a:pt x="677726" y="133267"/>
                  </a:lnTo>
                  <a:lnTo>
                    <a:pt x="672427" y="117513"/>
                  </a:lnTo>
                  <a:lnTo>
                    <a:pt x="652133" y="105384"/>
                  </a:lnTo>
                  <a:lnTo>
                    <a:pt x="637637" y="85999"/>
                  </a:lnTo>
                  <a:lnTo>
                    <a:pt x="629389" y="87611"/>
                  </a:lnTo>
                  <a:lnTo>
                    <a:pt x="616492" y="98558"/>
                  </a:lnTo>
                  <a:lnTo>
                    <a:pt x="601395" y="96957"/>
                  </a:lnTo>
                  <a:lnTo>
                    <a:pt x="585500" y="118951"/>
                  </a:lnTo>
                  <a:lnTo>
                    <a:pt x="578701" y="148311"/>
                  </a:lnTo>
                  <a:lnTo>
                    <a:pt x="578201" y="171049"/>
                  </a:lnTo>
                  <a:lnTo>
                    <a:pt x="573352" y="178977"/>
                  </a:lnTo>
                  <a:lnTo>
                    <a:pt x="564305" y="184105"/>
                  </a:lnTo>
                  <a:lnTo>
                    <a:pt x="559806" y="198022"/>
                  </a:lnTo>
                  <a:lnTo>
                    <a:pt x="555758" y="201587"/>
                  </a:lnTo>
                  <a:lnTo>
                    <a:pt x="525564" y="185211"/>
                  </a:lnTo>
                  <a:lnTo>
                    <a:pt x="521517" y="192386"/>
                  </a:lnTo>
                  <a:lnTo>
                    <a:pt x="510869" y="197336"/>
                  </a:lnTo>
                  <a:lnTo>
                    <a:pt x="485525" y="191835"/>
                  </a:lnTo>
                  <a:lnTo>
                    <a:pt x="482426" y="181474"/>
                  </a:lnTo>
                  <a:lnTo>
                    <a:pt x="463581" y="149158"/>
                  </a:lnTo>
                  <a:lnTo>
                    <a:pt x="450335" y="150994"/>
                  </a:lnTo>
                  <a:lnTo>
                    <a:pt x="447785" y="155783"/>
                  </a:lnTo>
                  <a:lnTo>
                    <a:pt x="449884" y="164063"/>
                  </a:lnTo>
                  <a:lnTo>
                    <a:pt x="448135" y="167001"/>
                  </a:lnTo>
                  <a:lnTo>
                    <a:pt x="437337" y="1649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9" name="oPE_MapPart_NOR_2_119" descr="Norwegen">
              <a:extLst>
                <a:ext uri="{FF2B5EF4-FFF2-40B4-BE49-F238E27FC236}">
                  <a16:creationId xmlns:a16="http://schemas.microsoft.com/office/drawing/2014/main" id="{BAD9BAA8-43F5-CFA7-C250-8F5CE11249F0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6392674" y="1288675"/>
              <a:ext cx="297325" cy="479351"/>
            </a:xfrm>
            <a:custGeom>
              <a:avLst/>
              <a:gdLst/>
              <a:ahLst/>
              <a:cxnLst/>
              <a:rect l="0" t="0" r="0" b="0"/>
              <a:pathLst>
                <a:path w="297325" h="479351">
                  <a:moveTo>
                    <a:pt x="169507" y="22693"/>
                  </a:moveTo>
                  <a:lnTo>
                    <a:pt x="174505" y="14399"/>
                  </a:lnTo>
                  <a:lnTo>
                    <a:pt x="181503" y="17264"/>
                  </a:lnTo>
                  <a:lnTo>
                    <a:pt x="198598" y="39718"/>
                  </a:lnTo>
                  <a:lnTo>
                    <a:pt x="201998" y="54609"/>
                  </a:lnTo>
                  <a:lnTo>
                    <a:pt x="194500" y="80962"/>
                  </a:lnTo>
                  <a:lnTo>
                    <a:pt x="195800" y="88922"/>
                  </a:lnTo>
                  <a:lnTo>
                    <a:pt x="194000" y="103369"/>
                  </a:lnTo>
                  <a:lnTo>
                    <a:pt x="210746" y="70473"/>
                  </a:lnTo>
                  <a:lnTo>
                    <a:pt x="214245" y="69919"/>
                  </a:lnTo>
                  <a:lnTo>
                    <a:pt x="219343" y="75174"/>
                  </a:lnTo>
                  <a:lnTo>
                    <a:pt x="225841" y="97116"/>
                  </a:lnTo>
                  <a:lnTo>
                    <a:pt x="225642" y="115804"/>
                  </a:lnTo>
                  <a:lnTo>
                    <a:pt x="222043" y="121986"/>
                  </a:lnTo>
                  <a:lnTo>
                    <a:pt x="233439" y="137472"/>
                  </a:lnTo>
                  <a:lnTo>
                    <a:pt x="251835" y="139065"/>
                  </a:lnTo>
                  <a:lnTo>
                    <a:pt x="255784" y="152284"/>
                  </a:lnTo>
                  <a:lnTo>
                    <a:pt x="261883" y="149121"/>
                  </a:lnTo>
                  <a:lnTo>
                    <a:pt x="263232" y="139065"/>
                  </a:lnTo>
                  <a:lnTo>
                    <a:pt x="275730" y="144895"/>
                  </a:lnTo>
                  <a:lnTo>
                    <a:pt x="280028" y="151757"/>
                  </a:lnTo>
                  <a:lnTo>
                    <a:pt x="272630" y="163044"/>
                  </a:lnTo>
                  <a:lnTo>
                    <a:pt x="295174" y="190020"/>
                  </a:lnTo>
                  <a:lnTo>
                    <a:pt x="297324" y="197719"/>
                  </a:lnTo>
                  <a:lnTo>
                    <a:pt x="289176" y="206909"/>
                  </a:lnTo>
                  <a:lnTo>
                    <a:pt x="249786" y="216302"/>
                  </a:lnTo>
                  <a:lnTo>
                    <a:pt x="235139" y="248381"/>
                  </a:lnTo>
                  <a:lnTo>
                    <a:pt x="229791" y="275207"/>
                  </a:lnTo>
                  <a:lnTo>
                    <a:pt x="231190" y="282027"/>
                  </a:lnTo>
                  <a:lnTo>
                    <a:pt x="230841" y="288819"/>
                  </a:lnTo>
                  <a:lnTo>
                    <a:pt x="215394" y="296547"/>
                  </a:lnTo>
                  <a:lnTo>
                    <a:pt x="213245" y="341688"/>
                  </a:lnTo>
                  <a:lnTo>
                    <a:pt x="209546" y="362410"/>
                  </a:lnTo>
                  <a:lnTo>
                    <a:pt x="198948" y="365646"/>
                  </a:lnTo>
                  <a:lnTo>
                    <a:pt x="192750" y="378067"/>
                  </a:lnTo>
                  <a:lnTo>
                    <a:pt x="187701" y="400145"/>
                  </a:lnTo>
                  <a:lnTo>
                    <a:pt x="179654" y="422150"/>
                  </a:lnTo>
                  <a:lnTo>
                    <a:pt x="182353" y="431935"/>
                  </a:lnTo>
                  <a:lnTo>
                    <a:pt x="174755" y="451329"/>
                  </a:lnTo>
                  <a:lnTo>
                    <a:pt x="177154" y="469847"/>
                  </a:lnTo>
                  <a:lnTo>
                    <a:pt x="173605" y="476117"/>
                  </a:lnTo>
                  <a:lnTo>
                    <a:pt x="167107" y="479350"/>
                  </a:lnTo>
                  <a:lnTo>
                    <a:pt x="160509" y="475685"/>
                  </a:lnTo>
                  <a:lnTo>
                    <a:pt x="135066" y="442101"/>
                  </a:lnTo>
                  <a:lnTo>
                    <a:pt x="123318" y="417683"/>
                  </a:lnTo>
                  <a:lnTo>
                    <a:pt x="105622" y="403532"/>
                  </a:lnTo>
                  <a:lnTo>
                    <a:pt x="98974" y="392894"/>
                  </a:lnTo>
                  <a:lnTo>
                    <a:pt x="92226" y="372328"/>
                  </a:lnTo>
                  <a:lnTo>
                    <a:pt x="91976" y="364260"/>
                  </a:lnTo>
                  <a:lnTo>
                    <a:pt x="94075" y="357080"/>
                  </a:lnTo>
                  <a:lnTo>
                    <a:pt x="102623" y="354990"/>
                  </a:lnTo>
                  <a:lnTo>
                    <a:pt x="111421" y="362179"/>
                  </a:lnTo>
                  <a:lnTo>
                    <a:pt x="117670" y="340985"/>
                  </a:lnTo>
                  <a:lnTo>
                    <a:pt x="176354" y="326622"/>
                  </a:lnTo>
                  <a:lnTo>
                    <a:pt x="171356" y="311654"/>
                  </a:lnTo>
                  <a:lnTo>
                    <a:pt x="149311" y="320224"/>
                  </a:lnTo>
                  <a:lnTo>
                    <a:pt x="129467" y="318799"/>
                  </a:lnTo>
                  <a:lnTo>
                    <a:pt x="115620" y="329221"/>
                  </a:lnTo>
                  <a:lnTo>
                    <a:pt x="94625" y="330166"/>
                  </a:lnTo>
                  <a:lnTo>
                    <a:pt x="85178" y="315230"/>
                  </a:lnTo>
                  <a:lnTo>
                    <a:pt x="83228" y="296065"/>
                  </a:lnTo>
                  <a:lnTo>
                    <a:pt x="84278" y="292204"/>
                  </a:lnTo>
                  <a:lnTo>
                    <a:pt x="90376" y="288335"/>
                  </a:lnTo>
                  <a:lnTo>
                    <a:pt x="100624" y="299195"/>
                  </a:lnTo>
                  <a:lnTo>
                    <a:pt x="99024" y="290271"/>
                  </a:lnTo>
                  <a:lnTo>
                    <a:pt x="129367" y="270073"/>
                  </a:lnTo>
                  <a:lnTo>
                    <a:pt x="139264" y="269093"/>
                  </a:lnTo>
                  <a:lnTo>
                    <a:pt x="138114" y="259509"/>
                  </a:lnTo>
                  <a:lnTo>
                    <a:pt x="141664" y="255561"/>
                  </a:lnTo>
                  <a:lnTo>
                    <a:pt x="169256" y="252346"/>
                  </a:lnTo>
                  <a:lnTo>
                    <a:pt x="180204" y="243161"/>
                  </a:lnTo>
                  <a:lnTo>
                    <a:pt x="170206" y="245897"/>
                  </a:lnTo>
                  <a:lnTo>
                    <a:pt x="162509" y="238673"/>
                  </a:lnTo>
                  <a:lnTo>
                    <a:pt x="160109" y="231167"/>
                  </a:lnTo>
                  <a:lnTo>
                    <a:pt x="169406" y="208691"/>
                  </a:lnTo>
                  <a:lnTo>
                    <a:pt x="162408" y="209707"/>
                  </a:lnTo>
                  <a:lnTo>
                    <a:pt x="146112" y="232671"/>
                  </a:lnTo>
                  <a:lnTo>
                    <a:pt x="131466" y="235425"/>
                  </a:lnTo>
                  <a:lnTo>
                    <a:pt x="126967" y="219083"/>
                  </a:lnTo>
                  <a:lnTo>
                    <a:pt x="130767" y="200533"/>
                  </a:lnTo>
                  <a:lnTo>
                    <a:pt x="130566" y="193361"/>
                  </a:lnTo>
                  <a:lnTo>
                    <a:pt x="128867" y="192076"/>
                  </a:lnTo>
                  <a:lnTo>
                    <a:pt x="120319" y="213515"/>
                  </a:lnTo>
                  <a:lnTo>
                    <a:pt x="116870" y="211993"/>
                  </a:lnTo>
                  <a:lnTo>
                    <a:pt x="112771" y="200533"/>
                  </a:lnTo>
                  <a:lnTo>
                    <a:pt x="105072" y="206909"/>
                  </a:lnTo>
                  <a:lnTo>
                    <a:pt x="106422" y="220346"/>
                  </a:lnTo>
                  <a:lnTo>
                    <a:pt x="104123" y="232671"/>
                  </a:lnTo>
                  <a:lnTo>
                    <a:pt x="109822" y="243410"/>
                  </a:lnTo>
                  <a:lnTo>
                    <a:pt x="95175" y="263202"/>
                  </a:lnTo>
                  <a:lnTo>
                    <a:pt x="68532" y="267868"/>
                  </a:lnTo>
                  <a:lnTo>
                    <a:pt x="55035" y="247636"/>
                  </a:lnTo>
                  <a:lnTo>
                    <a:pt x="43738" y="218325"/>
                  </a:lnTo>
                  <a:lnTo>
                    <a:pt x="30292" y="201299"/>
                  </a:lnTo>
                  <a:lnTo>
                    <a:pt x="29792" y="187703"/>
                  </a:lnTo>
                  <a:lnTo>
                    <a:pt x="32691" y="184867"/>
                  </a:lnTo>
                  <a:lnTo>
                    <a:pt x="18945" y="167745"/>
                  </a:lnTo>
                  <a:lnTo>
                    <a:pt x="23993" y="163044"/>
                  </a:lnTo>
                  <a:lnTo>
                    <a:pt x="44188" y="174252"/>
                  </a:lnTo>
                  <a:lnTo>
                    <a:pt x="47788" y="167223"/>
                  </a:lnTo>
                  <a:lnTo>
                    <a:pt x="38990" y="164089"/>
                  </a:lnTo>
                  <a:lnTo>
                    <a:pt x="36091" y="156754"/>
                  </a:lnTo>
                  <a:lnTo>
                    <a:pt x="33591" y="138003"/>
                  </a:lnTo>
                  <a:lnTo>
                    <a:pt x="38890" y="120913"/>
                  </a:lnTo>
                  <a:lnTo>
                    <a:pt x="35991" y="117419"/>
                  </a:lnTo>
                  <a:lnTo>
                    <a:pt x="24893" y="118764"/>
                  </a:lnTo>
                  <a:lnTo>
                    <a:pt x="25943" y="130282"/>
                  </a:lnTo>
                  <a:lnTo>
                    <a:pt x="23294" y="138269"/>
                  </a:lnTo>
                  <a:lnTo>
                    <a:pt x="18195" y="144366"/>
                  </a:lnTo>
                  <a:lnTo>
                    <a:pt x="14596" y="141453"/>
                  </a:lnTo>
                  <a:lnTo>
                    <a:pt x="1499" y="82887"/>
                  </a:lnTo>
                  <a:lnTo>
                    <a:pt x="1499" y="73516"/>
                  </a:lnTo>
                  <a:lnTo>
                    <a:pt x="3549" y="64368"/>
                  </a:lnTo>
                  <a:lnTo>
                    <a:pt x="0" y="46197"/>
                  </a:lnTo>
                  <a:lnTo>
                    <a:pt x="5098" y="40282"/>
                  </a:lnTo>
                  <a:lnTo>
                    <a:pt x="12996" y="52650"/>
                  </a:lnTo>
                  <a:lnTo>
                    <a:pt x="15746" y="41975"/>
                  </a:lnTo>
                  <a:lnTo>
                    <a:pt x="28292" y="36327"/>
                  </a:lnTo>
                  <a:lnTo>
                    <a:pt x="44588" y="53210"/>
                  </a:lnTo>
                  <a:lnTo>
                    <a:pt x="42639" y="40000"/>
                  </a:lnTo>
                  <a:lnTo>
                    <a:pt x="44339" y="37176"/>
                  </a:lnTo>
                  <a:lnTo>
                    <a:pt x="57485" y="43383"/>
                  </a:lnTo>
                  <a:lnTo>
                    <a:pt x="83578" y="30093"/>
                  </a:lnTo>
                  <a:lnTo>
                    <a:pt x="89726" y="36893"/>
                  </a:lnTo>
                  <a:lnTo>
                    <a:pt x="89927" y="45635"/>
                  </a:lnTo>
                  <a:lnTo>
                    <a:pt x="85927" y="52930"/>
                  </a:lnTo>
                  <a:lnTo>
                    <a:pt x="65433" y="57403"/>
                  </a:lnTo>
                  <a:lnTo>
                    <a:pt x="51986" y="75450"/>
                  </a:lnTo>
                  <a:lnTo>
                    <a:pt x="73631" y="74621"/>
                  </a:lnTo>
                  <a:lnTo>
                    <a:pt x="74980" y="88922"/>
                  </a:lnTo>
                  <a:lnTo>
                    <a:pt x="81029" y="92478"/>
                  </a:lnTo>
                  <a:lnTo>
                    <a:pt x="90926" y="110139"/>
                  </a:lnTo>
                  <a:lnTo>
                    <a:pt x="93675" y="103641"/>
                  </a:lnTo>
                  <a:lnTo>
                    <a:pt x="92426" y="88648"/>
                  </a:lnTo>
                  <a:lnTo>
                    <a:pt x="93225" y="72963"/>
                  </a:lnTo>
                  <a:lnTo>
                    <a:pt x="108621" y="39718"/>
                  </a:lnTo>
                  <a:lnTo>
                    <a:pt x="115220" y="44791"/>
                  </a:lnTo>
                  <a:lnTo>
                    <a:pt x="121318" y="59078"/>
                  </a:lnTo>
                  <a:lnTo>
                    <a:pt x="141113" y="134812"/>
                  </a:lnTo>
                  <a:lnTo>
                    <a:pt x="157210" y="163828"/>
                  </a:lnTo>
                  <a:lnTo>
                    <a:pt x="144163" y="83162"/>
                  </a:lnTo>
                  <a:lnTo>
                    <a:pt x="142563" y="57962"/>
                  </a:lnTo>
                  <a:lnTo>
                    <a:pt x="146412" y="34063"/>
                  </a:lnTo>
                  <a:lnTo>
                    <a:pt x="150461" y="26397"/>
                  </a:lnTo>
                  <a:lnTo>
                    <a:pt x="149212" y="15259"/>
                  </a:lnTo>
                  <a:lnTo>
                    <a:pt x="150261" y="6639"/>
                  </a:lnTo>
                  <a:lnTo>
                    <a:pt x="154460" y="0"/>
                  </a:lnTo>
                  <a:lnTo>
                    <a:pt x="162208" y="46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" name="oPE_MapPart_NOR_3_120" descr="Norwegen">
              <a:extLst>
                <a:ext uri="{FF2B5EF4-FFF2-40B4-BE49-F238E27FC236}">
                  <a16:creationId xmlns:a16="http://schemas.microsoft.com/office/drawing/2014/main" id="{4869770D-75F8-9833-54D8-C833486F910E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6593572" y="1218314"/>
              <a:ext cx="257735" cy="202244"/>
            </a:xfrm>
            <a:custGeom>
              <a:avLst/>
              <a:gdLst/>
              <a:ahLst/>
              <a:cxnLst/>
              <a:rect l="0" t="0" r="0" b="0"/>
              <a:pathLst>
                <a:path w="257735" h="202244">
                  <a:moveTo>
                    <a:pt x="82779" y="37926"/>
                  </a:moveTo>
                  <a:lnTo>
                    <a:pt x="100874" y="39107"/>
                  </a:lnTo>
                  <a:lnTo>
                    <a:pt x="103774" y="42936"/>
                  </a:lnTo>
                  <a:lnTo>
                    <a:pt x="104973" y="52617"/>
                  </a:lnTo>
                  <a:lnTo>
                    <a:pt x="121419" y="70361"/>
                  </a:lnTo>
                  <a:lnTo>
                    <a:pt x="123818" y="63984"/>
                  </a:lnTo>
                  <a:lnTo>
                    <a:pt x="125668" y="47637"/>
                  </a:lnTo>
                  <a:lnTo>
                    <a:pt x="124968" y="18626"/>
                  </a:lnTo>
                  <a:lnTo>
                    <a:pt x="125918" y="12641"/>
                  </a:lnTo>
                  <a:lnTo>
                    <a:pt x="141364" y="604"/>
                  </a:lnTo>
                  <a:lnTo>
                    <a:pt x="149911" y="8739"/>
                  </a:lnTo>
                  <a:lnTo>
                    <a:pt x="144313" y="48224"/>
                  </a:lnTo>
                  <a:lnTo>
                    <a:pt x="160259" y="44995"/>
                  </a:lnTo>
                  <a:lnTo>
                    <a:pt x="167608" y="28751"/>
                  </a:lnTo>
                  <a:lnTo>
                    <a:pt x="175406" y="29047"/>
                  </a:lnTo>
                  <a:lnTo>
                    <a:pt x="177205" y="19522"/>
                  </a:lnTo>
                  <a:lnTo>
                    <a:pt x="185952" y="32013"/>
                  </a:lnTo>
                  <a:lnTo>
                    <a:pt x="190751" y="29641"/>
                  </a:lnTo>
                  <a:lnTo>
                    <a:pt x="219944" y="49983"/>
                  </a:lnTo>
                  <a:lnTo>
                    <a:pt x="248387" y="52617"/>
                  </a:lnTo>
                  <a:lnTo>
                    <a:pt x="252736" y="58165"/>
                  </a:lnTo>
                  <a:lnTo>
                    <a:pt x="256335" y="68914"/>
                  </a:lnTo>
                  <a:lnTo>
                    <a:pt x="257734" y="93054"/>
                  </a:lnTo>
                  <a:lnTo>
                    <a:pt x="224643" y="138339"/>
                  </a:lnTo>
                  <a:lnTo>
                    <a:pt x="214495" y="171014"/>
                  </a:lnTo>
                  <a:lnTo>
                    <a:pt x="200749" y="180771"/>
                  </a:lnTo>
                  <a:lnTo>
                    <a:pt x="189752" y="176983"/>
                  </a:lnTo>
                  <a:lnTo>
                    <a:pt x="167457" y="202243"/>
                  </a:lnTo>
                  <a:lnTo>
                    <a:pt x="138464" y="196902"/>
                  </a:lnTo>
                  <a:lnTo>
                    <a:pt x="132717" y="182121"/>
                  </a:lnTo>
                  <a:lnTo>
                    <a:pt x="137416" y="169655"/>
                  </a:lnTo>
                  <a:lnTo>
                    <a:pt x="81779" y="171830"/>
                  </a:lnTo>
                  <a:lnTo>
                    <a:pt x="78980" y="165296"/>
                  </a:lnTo>
                  <a:lnTo>
                    <a:pt x="61385" y="157914"/>
                  </a:lnTo>
                  <a:lnTo>
                    <a:pt x="48788" y="142494"/>
                  </a:lnTo>
                  <a:lnTo>
                    <a:pt x="52887" y="135841"/>
                  </a:lnTo>
                  <a:lnTo>
                    <a:pt x="71532" y="136119"/>
                  </a:lnTo>
                  <a:lnTo>
                    <a:pt x="73531" y="126927"/>
                  </a:lnTo>
                  <a:lnTo>
                    <a:pt x="79630" y="117963"/>
                  </a:lnTo>
                  <a:lnTo>
                    <a:pt x="61284" y="113463"/>
                  </a:lnTo>
                  <a:lnTo>
                    <a:pt x="47788" y="121050"/>
                  </a:lnTo>
                  <a:lnTo>
                    <a:pt x="28442" y="119928"/>
                  </a:lnTo>
                  <a:lnTo>
                    <a:pt x="14197" y="106123"/>
                  </a:lnTo>
                  <a:lnTo>
                    <a:pt x="9398" y="89627"/>
                  </a:lnTo>
                  <a:lnTo>
                    <a:pt x="26094" y="72384"/>
                  </a:lnTo>
                  <a:lnTo>
                    <a:pt x="11847" y="68624"/>
                  </a:lnTo>
                  <a:lnTo>
                    <a:pt x="0" y="55247"/>
                  </a:lnTo>
                  <a:lnTo>
                    <a:pt x="23943" y="47050"/>
                  </a:lnTo>
                  <a:lnTo>
                    <a:pt x="39591" y="59621"/>
                  </a:lnTo>
                  <a:lnTo>
                    <a:pt x="44989" y="52032"/>
                  </a:lnTo>
                  <a:lnTo>
                    <a:pt x="39939" y="48517"/>
                  </a:lnTo>
                  <a:lnTo>
                    <a:pt x="35391" y="35563"/>
                  </a:lnTo>
                  <a:lnTo>
                    <a:pt x="35041" y="24292"/>
                  </a:lnTo>
                  <a:lnTo>
                    <a:pt x="50937" y="41464"/>
                  </a:lnTo>
                  <a:lnTo>
                    <a:pt x="52587" y="25185"/>
                  </a:lnTo>
                  <a:lnTo>
                    <a:pt x="47138" y="2717"/>
                  </a:lnTo>
                  <a:lnTo>
                    <a:pt x="50437" y="0"/>
                  </a:lnTo>
                  <a:lnTo>
                    <a:pt x="67832" y="12941"/>
                  </a:lnTo>
                  <a:lnTo>
                    <a:pt x="77080" y="2993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oPE_MapPart_NOR_4_121" descr="Norwegen">
              <a:extLst>
                <a:ext uri="{FF2B5EF4-FFF2-40B4-BE49-F238E27FC236}">
                  <a16:creationId xmlns:a16="http://schemas.microsoft.com/office/drawing/2014/main" id="{52B17B2C-514E-FDCC-9C2A-A2319210D7FA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6657756" y="1506747"/>
              <a:ext cx="129767" cy="176866"/>
            </a:xfrm>
            <a:custGeom>
              <a:avLst/>
              <a:gdLst/>
              <a:ahLst/>
              <a:cxnLst/>
              <a:rect l="0" t="0" r="0" b="0"/>
              <a:pathLst>
                <a:path w="129767" h="176866">
                  <a:moveTo>
                    <a:pt x="38339" y="253"/>
                  </a:moveTo>
                  <a:lnTo>
                    <a:pt x="50386" y="2779"/>
                  </a:lnTo>
                  <a:lnTo>
                    <a:pt x="54936" y="26333"/>
                  </a:lnTo>
                  <a:lnTo>
                    <a:pt x="57535" y="51021"/>
                  </a:lnTo>
                  <a:lnTo>
                    <a:pt x="76680" y="47833"/>
                  </a:lnTo>
                  <a:lnTo>
                    <a:pt x="89527" y="61766"/>
                  </a:lnTo>
                  <a:lnTo>
                    <a:pt x="81179" y="70021"/>
                  </a:lnTo>
                  <a:lnTo>
                    <a:pt x="80230" y="82805"/>
                  </a:lnTo>
                  <a:lnTo>
                    <a:pt x="95975" y="98348"/>
                  </a:lnTo>
                  <a:lnTo>
                    <a:pt x="111371" y="95252"/>
                  </a:lnTo>
                  <a:lnTo>
                    <a:pt x="129766" y="113980"/>
                  </a:lnTo>
                  <a:lnTo>
                    <a:pt x="108322" y="126893"/>
                  </a:lnTo>
                  <a:lnTo>
                    <a:pt x="100325" y="147574"/>
                  </a:lnTo>
                  <a:lnTo>
                    <a:pt x="90976" y="159766"/>
                  </a:lnTo>
                  <a:lnTo>
                    <a:pt x="79779" y="161828"/>
                  </a:lnTo>
                  <a:lnTo>
                    <a:pt x="71481" y="175730"/>
                  </a:lnTo>
                  <a:lnTo>
                    <a:pt x="64583" y="176865"/>
                  </a:lnTo>
                  <a:lnTo>
                    <a:pt x="61034" y="170730"/>
                  </a:lnTo>
                  <a:lnTo>
                    <a:pt x="62734" y="165029"/>
                  </a:lnTo>
                  <a:lnTo>
                    <a:pt x="61484" y="156325"/>
                  </a:lnTo>
                  <a:lnTo>
                    <a:pt x="68032" y="147112"/>
                  </a:lnTo>
                  <a:lnTo>
                    <a:pt x="69532" y="142255"/>
                  </a:lnTo>
                  <a:lnTo>
                    <a:pt x="68232" y="140400"/>
                  </a:lnTo>
                  <a:lnTo>
                    <a:pt x="60234" y="138080"/>
                  </a:lnTo>
                  <a:lnTo>
                    <a:pt x="50786" y="147112"/>
                  </a:lnTo>
                  <a:lnTo>
                    <a:pt x="19444" y="152416"/>
                  </a:lnTo>
                  <a:lnTo>
                    <a:pt x="17895" y="138776"/>
                  </a:lnTo>
                  <a:lnTo>
                    <a:pt x="26993" y="131797"/>
                  </a:lnTo>
                  <a:lnTo>
                    <a:pt x="30692" y="111857"/>
                  </a:lnTo>
                  <a:lnTo>
                    <a:pt x="39590" y="91910"/>
                  </a:lnTo>
                  <a:lnTo>
                    <a:pt x="22394" y="73891"/>
                  </a:lnTo>
                  <a:lnTo>
                    <a:pt x="17145" y="59574"/>
                  </a:lnTo>
                  <a:lnTo>
                    <a:pt x="15496" y="47833"/>
                  </a:lnTo>
                  <a:lnTo>
                    <a:pt x="8347" y="37736"/>
                  </a:lnTo>
                  <a:lnTo>
                    <a:pt x="9198" y="24840"/>
                  </a:lnTo>
                  <a:lnTo>
                    <a:pt x="3999" y="25836"/>
                  </a:lnTo>
                  <a:lnTo>
                    <a:pt x="0" y="16602"/>
                  </a:lnTo>
                  <a:lnTo>
                    <a:pt x="3404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" name="oPE_MapPart_NOR_5_122" descr="Norwegen">
              <a:extLst>
                <a:ext uri="{FF2B5EF4-FFF2-40B4-BE49-F238E27FC236}">
                  <a16:creationId xmlns:a16="http://schemas.microsoft.com/office/drawing/2014/main" id="{002229D9-D3ED-3FCC-3CD9-77E937AFB74C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6491948" y="2467512"/>
              <a:ext cx="63585" cy="85103"/>
            </a:xfrm>
            <a:custGeom>
              <a:avLst/>
              <a:gdLst/>
              <a:ahLst/>
              <a:cxnLst/>
              <a:rect l="0" t="0" r="0" b="0"/>
              <a:pathLst>
                <a:path w="63585" h="85103">
                  <a:moveTo>
                    <a:pt x="41740" y="57157"/>
                  </a:moveTo>
                  <a:lnTo>
                    <a:pt x="45838" y="50442"/>
                  </a:lnTo>
                  <a:lnTo>
                    <a:pt x="50037" y="48107"/>
                  </a:lnTo>
                  <a:lnTo>
                    <a:pt x="51936" y="43150"/>
                  </a:lnTo>
                  <a:lnTo>
                    <a:pt x="52587" y="35687"/>
                  </a:lnTo>
                  <a:lnTo>
                    <a:pt x="57536" y="33054"/>
                  </a:lnTo>
                  <a:lnTo>
                    <a:pt x="61685" y="38732"/>
                  </a:lnTo>
                  <a:lnTo>
                    <a:pt x="63584" y="45355"/>
                  </a:lnTo>
                  <a:lnTo>
                    <a:pt x="62784" y="51815"/>
                  </a:lnTo>
                  <a:lnTo>
                    <a:pt x="53787" y="58934"/>
                  </a:lnTo>
                  <a:lnTo>
                    <a:pt x="47688" y="69286"/>
                  </a:lnTo>
                  <a:lnTo>
                    <a:pt x="41839" y="68743"/>
                  </a:lnTo>
                  <a:lnTo>
                    <a:pt x="39590" y="72678"/>
                  </a:lnTo>
                  <a:lnTo>
                    <a:pt x="32742" y="75928"/>
                  </a:lnTo>
                  <a:lnTo>
                    <a:pt x="28394" y="71458"/>
                  </a:lnTo>
                  <a:lnTo>
                    <a:pt x="25843" y="76198"/>
                  </a:lnTo>
                  <a:lnTo>
                    <a:pt x="18596" y="76469"/>
                  </a:lnTo>
                  <a:lnTo>
                    <a:pt x="10297" y="84563"/>
                  </a:lnTo>
                  <a:lnTo>
                    <a:pt x="0" y="85102"/>
                  </a:lnTo>
                  <a:lnTo>
                    <a:pt x="0" y="80116"/>
                  </a:lnTo>
                  <a:lnTo>
                    <a:pt x="9098" y="69422"/>
                  </a:lnTo>
                  <a:lnTo>
                    <a:pt x="23245" y="66296"/>
                  </a:lnTo>
                  <a:lnTo>
                    <a:pt x="32093" y="53049"/>
                  </a:lnTo>
                  <a:lnTo>
                    <a:pt x="34192" y="38593"/>
                  </a:lnTo>
                  <a:lnTo>
                    <a:pt x="36291" y="33331"/>
                  </a:lnTo>
                  <a:lnTo>
                    <a:pt x="32942" y="29861"/>
                  </a:lnTo>
                  <a:lnTo>
                    <a:pt x="34041" y="20245"/>
                  </a:lnTo>
                  <a:lnTo>
                    <a:pt x="47439" y="0"/>
                  </a:lnTo>
                  <a:lnTo>
                    <a:pt x="51987" y="2120"/>
                  </a:lnTo>
                  <a:lnTo>
                    <a:pt x="51587" y="6634"/>
                  </a:lnTo>
                  <a:lnTo>
                    <a:pt x="43138" y="21641"/>
                  </a:lnTo>
                  <a:lnTo>
                    <a:pt x="45788" y="30694"/>
                  </a:lnTo>
                  <a:lnTo>
                    <a:pt x="46388" y="44115"/>
                  </a:lnTo>
                  <a:lnTo>
                    <a:pt x="42590" y="5291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" name="oPE_MapPart_NOR_6_123" descr="Norwegen">
              <a:extLst>
                <a:ext uri="{FF2B5EF4-FFF2-40B4-BE49-F238E27FC236}">
                  <a16:creationId xmlns:a16="http://schemas.microsoft.com/office/drawing/2014/main" id="{74D06890-581B-ADC6-D3B7-54500BA77B4F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6562830" y="2444158"/>
              <a:ext cx="35192" cy="45834"/>
            </a:xfrm>
            <a:custGeom>
              <a:avLst/>
              <a:gdLst/>
              <a:ahLst/>
              <a:cxnLst/>
              <a:rect l="0" t="0" r="0" b="0"/>
              <a:pathLst>
                <a:path w="35192" h="45834">
                  <a:moveTo>
                    <a:pt x="19245" y="0"/>
                  </a:moveTo>
                  <a:lnTo>
                    <a:pt x="22594" y="4582"/>
                  </a:lnTo>
                  <a:lnTo>
                    <a:pt x="27043" y="2722"/>
                  </a:lnTo>
                  <a:lnTo>
                    <a:pt x="33142" y="7297"/>
                  </a:lnTo>
                  <a:lnTo>
                    <a:pt x="35191" y="15984"/>
                  </a:lnTo>
                  <a:lnTo>
                    <a:pt x="31442" y="21231"/>
                  </a:lnTo>
                  <a:lnTo>
                    <a:pt x="31692" y="31537"/>
                  </a:lnTo>
                  <a:lnTo>
                    <a:pt x="21044" y="34490"/>
                  </a:lnTo>
                  <a:lnTo>
                    <a:pt x="18795" y="31537"/>
                  </a:lnTo>
                  <a:lnTo>
                    <a:pt x="7548" y="45833"/>
                  </a:lnTo>
                  <a:lnTo>
                    <a:pt x="7398" y="43319"/>
                  </a:lnTo>
                  <a:lnTo>
                    <a:pt x="0" y="41361"/>
                  </a:lnTo>
                  <a:lnTo>
                    <a:pt x="4499" y="36175"/>
                  </a:lnTo>
                  <a:lnTo>
                    <a:pt x="5299" y="18680"/>
                  </a:lnTo>
                  <a:lnTo>
                    <a:pt x="7598" y="15700"/>
                  </a:lnTo>
                  <a:lnTo>
                    <a:pt x="15296" y="17119"/>
                  </a:lnTo>
                  <a:lnTo>
                    <a:pt x="15646" y="12571"/>
                  </a:lnTo>
                  <a:lnTo>
                    <a:pt x="11648" y="9437"/>
                  </a:lnTo>
                  <a:lnTo>
                    <a:pt x="17845" y="5297"/>
                  </a:lnTo>
                  <a:lnTo>
                    <a:pt x="18845" y="8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oPE_MapPart_NOR_7_124" descr="Norwegen">
              <a:extLst>
                <a:ext uri="{FF2B5EF4-FFF2-40B4-BE49-F238E27FC236}">
                  <a16:creationId xmlns:a16="http://schemas.microsoft.com/office/drawing/2014/main" id="{EFC6995F-AF71-12A6-834F-38B717FA1219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6597571" y="2391589"/>
              <a:ext cx="42940" cy="57438"/>
            </a:xfrm>
            <a:custGeom>
              <a:avLst/>
              <a:gdLst/>
              <a:ahLst/>
              <a:cxnLst/>
              <a:rect l="0" t="0" r="0" b="0"/>
              <a:pathLst>
                <a:path w="42940" h="57438">
                  <a:moveTo>
                    <a:pt x="33141" y="14726"/>
                  </a:moveTo>
                  <a:lnTo>
                    <a:pt x="35641" y="19119"/>
                  </a:lnTo>
                  <a:lnTo>
                    <a:pt x="39940" y="16338"/>
                  </a:lnTo>
                  <a:lnTo>
                    <a:pt x="42939" y="18534"/>
                  </a:lnTo>
                  <a:lnTo>
                    <a:pt x="42539" y="22625"/>
                  </a:lnTo>
                  <a:lnTo>
                    <a:pt x="35391" y="34695"/>
                  </a:lnTo>
                  <a:lnTo>
                    <a:pt x="29693" y="35420"/>
                  </a:lnTo>
                  <a:lnTo>
                    <a:pt x="26293" y="39615"/>
                  </a:lnTo>
                  <a:lnTo>
                    <a:pt x="20695" y="49124"/>
                  </a:lnTo>
                  <a:lnTo>
                    <a:pt x="20095" y="54002"/>
                  </a:lnTo>
                  <a:lnTo>
                    <a:pt x="5899" y="57437"/>
                  </a:lnTo>
                  <a:lnTo>
                    <a:pt x="0" y="52139"/>
                  </a:lnTo>
                  <a:lnTo>
                    <a:pt x="4599" y="49411"/>
                  </a:lnTo>
                  <a:lnTo>
                    <a:pt x="7998" y="38892"/>
                  </a:lnTo>
                  <a:lnTo>
                    <a:pt x="15645" y="35275"/>
                  </a:lnTo>
                  <a:lnTo>
                    <a:pt x="16996" y="37736"/>
                  </a:lnTo>
                  <a:lnTo>
                    <a:pt x="17345" y="29035"/>
                  </a:lnTo>
                  <a:lnTo>
                    <a:pt x="22844" y="19265"/>
                  </a:lnTo>
                  <a:lnTo>
                    <a:pt x="27493" y="17071"/>
                  </a:lnTo>
                  <a:lnTo>
                    <a:pt x="27743" y="6643"/>
                  </a:lnTo>
                  <a:lnTo>
                    <a:pt x="29742" y="148"/>
                  </a:lnTo>
                  <a:lnTo>
                    <a:pt x="31992" y="0"/>
                  </a:lnTo>
                  <a:lnTo>
                    <a:pt x="32992" y="56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5" name="oPE_MapPart_NOR_8_125" descr="Norwegen">
              <a:extLst>
                <a:ext uri="{FF2B5EF4-FFF2-40B4-BE49-F238E27FC236}">
                  <a16:creationId xmlns:a16="http://schemas.microsoft.com/office/drawing/2014/main" id="{C2F9D34D-A506-B2DC-60C6-28EBA3203DA5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6389175" y="1463186"/>
              <a:ext cx="43289" cy="95073"/>
            </a:xfrm>
            <a:custGeom>
              <a:avLst/>
              <a:gdLst/>
              <a:ahLst/>
              <a:cxnLst/>
              <a:rect l="0" t="0" r="0" b="0"/>
              <a:pathLst>
                <a:path w="43289" h="95073">
                  <a:moveTo>
                    <a:pt x="19245" y="41537"/>
                  </a:moveTo>
                  <a:lnTo>
                    <a:pt x="19594" y="51380"/>
                  </a:lnTo>
                  <a:lnTo>
                    <a:pt x="24093" y="50374"/>
                  </a:lnTo>
                  <a:lnTo>
                    <a:pt x="35241" y="65909"/>
                  </a:lnTo>
                  <a:lnTo>
                    <a:pt x="43288" y="93847"/>
                  </a:lnTo>
                  <a:lnTo>
                    <a:pt x="39090" y="95072"/>
                  </a:lnTo>
                  <a:lnTo>
                    <a:pt x="28593" y="72628"/>
                  </a:lnTo>
                  <a:lnTo>
                    <a:pt x="15645" y="62164"/>
                  </a:lnTo>
                  <a:lnTo>
                    <a:pt x="1999" y="21415"/>
                  </a:lnTo>
                  <a:lnTo>
                    <a:pt x="0" y="9323"/>
                  </a:lnTo>
                  <a:lnTo>
                    <a:pt x="50" y="0"/>
                  </a:lnTo>
                  <a:lnTo>
                    <a:pt x="11196" y="8032"/>
                  </a:lnTo>
                  <a:lnTo>
                    <a:pt x="16545" y="25510"/>
                  </a:lnTo>
                  <a:lnTo>
                    <a:pt x="14496" y="31125"/>
                  </a:lnTo>
                  <a:lnTo>
                    <a:pt x="16595" y="374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6" name="oPE_MapPart_NOR_9_126" descr="Norwegen">
              <a:extLst>
                <a:ext uri="{FF2B5EF4-FFF2-40B4-BE49-F238E27FC236}">
                  <a16:creationId xmlns:a16="http://schemas.microsoft.com/office/drawing/2014/main" id="{0A748893-B505-E2E4-425B-ABA66CDE7DA4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6495147" y="2490968"/>
              <a:ext cx="28445" cy="30006"/>
            </a:xfrm>
            <a:custGeom>
              <a:avLst/>
              <a:gdLst/>
              <a:ahLst/>
              <a:cxnLst/>
              <a:rect l="0" t="0" r="0" b="0"/>
              <a:pathLst>
                <a:path w="28445" h="30006">
                  <a:moveTo>
                    <a:pt x="23145" y="4458"/>
                  </a:moveTo>
                  <a:lnTo>
                    <a:pt x="28444" y="16796"/>
                  </a:lnTo>
                  <a:lnTo>
                    <a:pt x="27094" y="25338"/>
                  </a:lnTo>
                  <a:lnTo>
                    <a:pt x="23595" y="29593"/>
                  </a:lnTo>
                  <a:lnTo>
                    <a:pt x="14347" y="30005"/>
                  </a:lnTo>
                  <a:lnTo>
                    <a:pt x="10298" y="24926"/>
                  </a:lnTo>
                  <a:lnTo>
                    <a:pt x="4099" y="28359"/>
                  </a:lnTo>
                  <a:lnTo>
                    <a:pt x="900" y="26025"/>
                  </a:lnTo>
                  <a:lnTo>
                    <a:pt x="0" y="22312"/>
                  </a:lnTo>
                  <a:lnTo>
                    <a:pt x="4999" y="14031"/>
                  </a:lnTo>
                  <a:lnTo>
                    <a:pt x="11898" y="16243"/>
                  </a:lnTo>
                  <a:lnTo>
                    <a:pt x="13846" y="6821"/>
                  </a:lnTo>
                  <a:lnTo>
                    <a:pt x="18445" y="8210"/>
                  </a:lnTo>
                  <a:lnTo>
                    <a:pt x="18445" y="0"/>
                  </a:lnTo>
                  <a:lnTo>
                    <a:pt x="22295" y="15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" name="oPE_MapPart_NOR_10_127" descr="Norwegen">
              <a:extLst>
                <a:ext uri="{FF2B5EF4-FFF2-40B4-BE49-F238E27FC236}">
                  <a16:creationId xmlns:a16="http://schemas.microsoft.com/office/drawing/2014/main" id="{55714724-F89C-7BAE-8F63-48EF622D311A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6706794" y="2341909"/>
              <a:ext cx="40190" cy="27498"/>
            </a:xfrm>
            <a:custGeom>
              <a:avLst/>
              <a:gdLst/>
              <a:ahLst/>
              <a:cxnLst/>
              <a:rect l="0" t="0" r="0" b="0"/>
              <a:pathLst>
                <a:path w="40190" h="27498">
                  <a:moveTo>
                    <a:pt x="40189" y="2283"/>
                  </a:moveTo>
                  <a:lnTo>
                    <a:pt x="29841" y="20891"/>
                  </a:lnTo>
                  <a:lnTo>
                    <a:pt x="23194" y="25248"/>
                  </a:lnTo>
                  <a:lnTo>
                    <a:pt x="10097" y="27497"/>
                  </a:lnTo>
                  <a:lnTo>
                    <a:pt x="1699" y="19235"/>
                  </a:lnTo>
                  <a:lnTo>
                    <a:pt x="0" y="15617"/>
                  </a:lnTo>
                  <a:lnTo>
                    <a:pt x="26942" y="11083"/>
                  </a:lnTo>
                  <a:lnTo>
                    <a:pt x="33590" y="2283"/>
                  </a:lnTo>
                  <a:lnTo>
                    <a:pt x="3893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8" name="oPE_MapPart_NOR_11_128" descr="Norwegen">
              <a:extLst>
                <a:ext uri="{FF2B5EF4-FFF2-40B4-BE49-F238E27FC236}">
                  <a16:creationId xmlns:a16="http://schemas.microsoft.com/office/drawing/2014/main" id="{1E713BA0-2FDD-8D1E-2F68-B928F51627DB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6732437" y="2360843"/>
              <a:ext cx="20096" cy="26749"/>
            </a:xfrm>
            <a:custGeom>
              <a:avLst/>
              <a:gdLst/>
              <a:ahLst/>
              <a:cxnLst/>
              <a:rect l="0" t="0" r="0" b="0"/>
              <a:pathLst>
                <a:path w="20096" h="26749">
                  <a:moveTo>
                    <a:pt x="19394" y="5714"/>
                  </a:moveTo>
                  <a:lnTo>
                    <a:pt x="20095" y="12754"/>
                  </a:lnTo>
                  <a:lnTo>
                    <a:pt x="9796" y="26600"/>
                  </a:lnTo>
                  <a:lnTo>
                    <a:pt x="5048" y="26748"/>
                  </a:lnTo>
                  <a:lnTo>
                    <a:pt x="4798" y="19914"/>
                  </a:lnTo>
                  <a:lnTo>
                    <a:pt x="2449" y="21997"/>
                  </a:lnTo>
                  <a:lnTo>
                    <a:pt x="0" y="19319"/>
                  </a:lnTo>
                  <a:lnTo>
                    <a:pt x="2899" y="10960"/>
                  </a:lnTo>
                  <a:lnTo>
                    <a:pt x="9198" y="9312"/>
                  </a:lnTo>
                  <a:lnTo>
                    <a:pt x="17446" y="0"/>
                  </a:lnTo>
                  <a:lnTo>
                    <a:pt x="18345" y="19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9" name="oPE_MapPart_NOR_12_129" descr="Norwegen">
              <a:extLst>
                <a:ext uri="{FF2B5EF4-FFF2-40B4-BE49-F238E27FC236}">
                  <a16:creationId xmlns:a16="http://schemas.microsoft.com/office/drawing/2014/main" id="{B2F43722-AC3C-DE2E-7D73-8E56161F7846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6462556" y="2546278"/>
              <a:ext cx="25544" cy="20940"/>
            </a:xfrm>
            <a:custGeom>
              <a:avLst/>
              <a:gdLst/>
              <a:ahLst/>
              <a:cxnLst/>
              <a:rect l="0" t="0" r="0" b="0"/>
              <a:pathLst>
                <a:path w="25544" h="20940">
                  <a:moveTo>
                    <a:pt x="18695" y="810"/>
                  </a:moveTo>
                  <a:lnTo>
                    <a:pt x="25543" y="2159"/>
                  </a:lnTo>
                  <a:lnTo>
                    <a:pt x="23044" y="6605"/>
                  </a:lnTo>
                  <a:lnTo>
                    <a:pt x="8197" y="16798"/>
                  </a:lnTo>
                  <a:lnTo>
                    <a:pt x="6248" y="14390"/>
                  </a:lnTo>
                  <a:lnTo>
                    <a:pt x="5348" y="18937"/>
                  </a:lnTo>
                  <a:lnTo>
                    <a:pt x="850" y="20939"/>
                  </a:lnTo>
                  <a:lnTo>
                    <a:pt x="0" y="14122"/>
                  </a:lnTo>
                  <a:lnTo>
                    <a:pt x="2799" y="8621"/>
                  </a:lnTo>
                  <a:lnTo>
                    <a:pt x="6348" y="8487"/>
                  </a:lnTo>
                  <a:lnTo>
                    <a:pt x="9397" y="2025"/>
                  </a:lnTo>
                  <a:lnTo>
                    <a:pt x="1624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0" name="oPE_MapPart_NOR_13_130" descr="Norwegen">
              <a:extLst>
                <a:ext uri="{FF2B5EF4-FFF2-40B4-BE49-F238E27FC236}">
                  <a16:creationId xmlns:a16="http://schemas.microsoft.com/office/drawing/2014/main" id="{0103393B-013A-1BDC-B327-014F3CA919E2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6870502" y="1453287"/>
              <a:ext cx="48788" cy="20514"/>
            </a:xfrm>
            <a:custGeom>
              <a:avLst/>
              <a:gdLst/>
              <a:ahLst/>
              <a:cxnLst/>
              <a:rect l="0" t="0" r="0" b="0"/>
              <a:pathLst>
                <a:path w="48788" h="20514">
                  <a:moveTo>
                    <a:pt x="32141" y="8600"/>
                  </a:moveTo>
                  <a:lnTo>
                    <a:pt x="48787" y="7300"/>
                  </a:lnTo>
                  <a:lnTo>
                    <a:pt x="39489" y="17155"/>
                  </a:lnTo>
                  <a:lnTo>
                    <a:pt x="16795" y="12235"/>
                  </a:lnTo>
                  <a:lnTo>
                    <a:pt x="4148" y="20513"/>
                  </a:lnTo>
                  <a:lnTo>
                    <a:pt x="0" y="17155"/>
                  </a:lnTo>
                  <a:lnTo>
                    <a:pt x="14596" y="1567"/>
                  </a:lnTo>
                  <a:lnTo>
                    <a:pt x="2654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" name="oPE_MapPart_NOR_14_131" descr="Norwegen">
              <a:extLst>
                <a:ext uri="{FF2B5EF4-FFF2-40B4-BE49-F238E27FC236}">
                  <a16:creationId xmlns:a16="http://schemas.microsoft.com/office/drawing/2014/main" id="{20D741F4-44A1-D036-93E3-71530F710EDE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5843314" y="2313336"/>
              <a:ext cx="30494" cy="28879"/>
            </a:xfrm>
            <a:custGeom>
              <a:avLst/>
              <a:gdLst/>
              <a:ahLst/>
              <a:cxnLst/>
              <a:rect l="0" t="0" r="0" b="0"/>
              <a:pathLst>
                <a:path w="30494" h="28879">
                  <a:moveTo>
                    <a:pt x="4049" y="28878"/>
                  </a:moveTo>
                  <a:lnTo>
                    <a:pt x="0" y="27506"/>
                  </a:lnTo>
                  <a:lnTo>
                    <a:pt x="16046" y="12656"/>
                  </a:lnTo>
                  <a:lnTo>
                    <a:pt x="20995" y="3250"/>
                  </a:lnTo>
                  <a:lnTo>
                    <a:pt x="30493" y="0"/>
                  </a:lnTo>
                  <a:lnTo>
                    <a:pt x="30443" y="11733"/>
                  </a:lnTo>
                  <a:lnTo>
                    <a:pt x="12897" y="203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" name="oPE_MapPart_NOR_15_132" descr="Norwegen">
              <a:extLst>
                <a:ext uri="{FF2B5EF4-FFF2-40B4-BE49-F238E27FC236}">
                  <a16:creationId xmlns:a16="http://schemas.microsoft.com/office/drawing/2014/main" id="{2F773D9D-2D7D-37F7-B664-9260378E24A5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6970276" y="1257421"/>
              <a:ext cx="59635" cy="21971"/>
            </a:xfrm>
            <a:custGeom>
              <a:avLst/>
              <a:gdLst/>
              <a:ahLst/>
              <a:cxnLst/>
              <a:rect l="0" t="0" r="0" b="0"/>
              <a:pathLst>
                <a:path w="59635" h="21971">
                  <a:moveTo>
                    <a:pt x="28992" y="19932"/>
                  </a:moveTo>
                  <a:lnTo>
                    <a:pt x="0" y="21970"/>
                  </a:lnTo>
                  <a:lnTo>
                    <a:pt x="44888" y="2063"/>
                  </a:lnTo>
                  <a:lnTo>
                    <a:pt x="52836" y="0"/>
                  </a:lnTo>
                  <a:lnTo>
                    <a:pt x="59634" y="4124"/>
                  </a:lnTo>
                  <a:lnTo>
                    <a:pt x="57635" y="70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3" name="oPE_MapPart_NOR_16_133" descr="Norwegen">
              <a:extLst>
                <a:ext uri="{FF2B5EF4-FFF2-40B4-BE49-F238E27FC236}">
                  <a16:creationId xmlns:a16="http://schemas.microsoft.com/office/drawing/2014/main" id="{645F8ECD-0675-010E-8E73-3562361E3E9A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6799019" y="2316431"/>
              <a:ext cx="23096" cy="15395"/>
            </a:xfrm>
            <a:custGeom>
              <a:avLst/>
              <a:gdLst/>
              <a:ahLst/>
              <a:cxnLst/>
              <a:rect l="0" t="0" r="0" b="0"/>
              <a:pathLst>
                <a:path w="23096" h="15395">
                  <a:moveTo>
                    <a:pt x="7548" y="0"/>
                  </a:moveTo>
                  <a:lnTo>
                    <a:pt x="17496" y="3090"/>
                  </a:lnTo>
                  <a:lnTo>
                    <a:pt x="23095" y="8792"/>
                  </a:lnTo>
                  <a:lnTo>
                    <a:pt x="22744" y="12480"/>
                  </a:lnTo>
                  <a:lnTo>
                    <a:pt x="7398" y="15394"/>
                  </a:lnTo>
                  <a:lnTo>
                    <a:pt x="4649" y="10484"/>
                  </a:lnTo>
                  <a:lnTo>
                    <a:pt x="0" y="9254"/>
                  </a:lnTo>
                  <a:lnTo>
                    <a:pt x="3000" y="37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4" name="oPE_MapPart_POL_1_134" descr="Polen">
              <a:extLst>
                <a:ext uri="{FF2B5EF4-FFF2-40B4-BE49-F238E27FC236}">
                  <a16:creationId xmlns:a16="http://schemas.microsoft.com/office/drawing/2014/main" id="{CCBC868A-E6AB-3E01-BB84-D65798F83F74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6488349" y="3344278"/>
              <a:ext cx="277079" cy="262487"/>
            </a:xfrm>
            <a:custGeom>
              <a:avLst/>
              <a:gdLst/>
              <a:ahLst/>
              <a:cxnLst/>
              <a:rect l="0" t="0" r="0" b="0"/>
              <a:pathLst>
                <a:path w="277079" h="262487">
                  <a:moveTo>
                    <a:pt x="263183" y="153981"/>
                  </a:moveTo>
                  <a:lnTo>
                    <a:pt x="265232" y="159437"/>
                  </a:lnTo>
                  <a:lnTo>
                    <a:pt x="264833" y="163199"/>
                  </a:lnTo>
                  <a:lnTo>
                    <a:pt x="270331" y="171419"/>
                  </a:lnTo>
                  <a:lnTo>
                    <a:pt x="273730" y="179606"/>
                  </a:lnTo>
                  <a:lnTo>
                    <a:pt x="276829" y="182539"/>
                  </a:lnTo>
                  <a:lnTo>
                    <a:pt x="277078" y="183806"/>
                  </a:lnTo>
                  <a:lnTo>
                    <a:pt x="273530" y="186417"/>
                  </a:lnTo>
                  <a:lnTo>
                    <a:pt x="276779" y="193756"/>
                  </a:lnTo>
                  <a:lnTo>
                    <a:pt x="276629" y="197614"/>
                  </a:lnTo>
                  <a:lnTo>
                    <a:pt x="273380" y="202797"/>
                  </a:lnTo>
                  <a:lnTo>
                    <a:pt x="266132" y="204287"/>
                  </a:lnTo>
                  <a:lnTo>
                    <a:pt x="257734" y="213125"/>
                  </a:lnTo>
                  <a:lnTo>
                    <a:pt x="247387" y="224955"/>
                  </a:lnTo>
                  <a:lnTo>
                    <a:pt x="236640" y="240418"/>
                  </a:lnTo>
                  <a:lnTo>
                    <a:pt x="238939" y="250868"/>
                  </a:lnTo>
                  <a:lnTo>
                    <a:pt x="238189" y="256150"/>
                  </a:lnTo>
                  <a:lnTo>
                    <a:pt x="242138" y="259969"/>
                  </a:lnTo>
                  <a:lnTo>
                    <a:pt x="241088" y="262486"/>
                  </a:lnTo>
                  <a:lnTo>
                    <a:pt x="219144" y="254467"/>
                  </a:lnTo>
                  <a:lnTo>
                    <a:pt x="215546" y="248797"/>
                  </a:lnTo>
                  <a:lnTo>
                    <a:pt x="208596" y="245880"/>
                  </a:lnTo>
                  <a:lnTo>
                    <a:pt x="193051" y="245572"/>
                  </a:lnTo>
                  <a:lnTo>
                    <a:pt x="190851" y="248951"/>
                  </a:lnTo>
                  <a:lnTo>
                    <a:pt x="187202" y="250024"/>
                  </a:lnTo>
                  <a:lnTo>
                    <a:pt x="180154" y="246725"/>
                  </a:lnTo>
                  <a:lnTo>
                    <a:pt x="174806" y="246725"/>
                  </a:lnTo>
                  <a:lnTo>
                    <a:pt x="167608" y="249948"/>
                  </a:lnTo>
                  <a:lnTo>
                    <a:pt x="164658" y="255691"/>
                  </a:lnTo>
                  <a:lnTo>
                    <a:pt x="160758" y="254008"/>
                  </a:lnTo>
                  <a:lnTo>
                    <a:pt x="157560" y="255232"/>
                  </a:lnTo>
                  <a:lnTo>
                    <a:pt x="156311" y="254697"/>
                  </a:lnTo>
                  <a:lnTo>
                    <a:pt x="156810" y="247569"/>
                  </a:lnTo>
                  <a:lnTo>
                    <a:pt x="152812" y="246110"/>
                  </a:lnTo>
                  <a:lnTo>
                    <a:pt x="147562" y="237951"/>
                  </a:lnTo>
                  <a:lnTo>
                    <a:pt x="142263" y="241650"/>
                  </a:lnTo>
                  <a:lnTo>
                    <a:pt x="139464" y="246418"/>
                  </a:lnTo>
                  <a:lnTo>
                    <a:pt x="134416" y="246571"/>
                  </a:lnTo>
                  <a:lnTo>
                    <a:pt x="133566" y="242188"/>
                  </a:lnTo>
                  <a:lnTo>
                    <a:pt x="130617" y="241650"/>
                  </a:lnTo>
                  <a:lnTo>
                    <a:pt x="129917" y="237257"/>
                  </a:lnTo>
                  <a:lnTo>
                    <a:pt x="124018" y="231076"/>
                  </a:lnTo>
                  <a:lnTo>
                    <a:pt x="123119" y="225808"/>
                  </a:lnTo>
                  <a:lnTo>
                    <a:pt x="121869" y="224799"/>
                  </a:lnTo>
                  <a:lnTo>
                    <a:pt x="116020" y="224333"/>
                  </a:lnTo>
                  <a:lnTo>
                    <a:pt x="108923" y="219204"/>
                  </a:lnTo>
                  <a:lnTo>
                    <a:pt x="102824" y="221304"/>
                  </a:lnTo>
                  <a:lnTo>
                    <a:pt x="96125" y="213827"/>
                  </a:lnTo>
                  <a:lnTo>
                    <a:pt x="99424" y="212266"/>
                  </a:lnTo>
                  <a:lnTo>
                    <a:pt x="100174" y="210626"/>
                  </a:lnTo>
                  <a:lnTo>
                    <a:pt x="99275" y="207341"/>
                  </a:lnTo>
                  <a:lnTo>
                    <a:pt x="91277" y="209610"/>
                  </a:lnTo>
                  <a:lnTo>
                    <a:pt x="83979" y="204208"/>
                  </a:lnTo>
                  <a:lnTo>
                    <a:pt x="76431" y="202091"/>
                  </a:lnTo>
                  <a:lnTo>
                    <a:pt x="79480" y="210391"/>
                  </a:lnTo>
                  <a:lnTo>
                    <a:pt x="69733" y="216167"/>
                  </a:lnTo>
                  <a:lnTo>
                    <a:pt x="61284" y="204678"/>
                  </a:lnTo>
                  <a:lnTo>
                    <a:pt x="57835" y="202247"/>
                  </a:lnTo>
                  <a:lnTo>
                    <a:pt x="63634" y="195725"/>
                  </a:lnTo>
                  <a:lnTo>
                    <a:pt x="59834" y="192101"/>
                  </a:lnTo>
                  <a:lnTo>
                    <a:pt x="52187" y="193993"/>
                  </a:lnTo>
                  <a:lnTo>
                    <a:pt x="50537" y="191471"/>
                  </a:lnTo>
                  <a:lnTo>
                    <a:pt x="44488" y="188392"/>
                  </a:lnTo>
                  <a:lnTo>
                    <a:pt x="34041" y="185231"/>
                  </a:lnTo>
                  <a:lnTo>
                    <a:pt x="31392" y="178812"/>
                  </a:lnTo>
                  <a:lnTo>
                    <a:pt x="24044" y="176351"/>
                  </a:lnTo>
                  <a:lnTo>
                    <a:pt x="23744" y="181984"/>
                  </a:lnTo>
                  <a:lnTo>
                    <a:pt x="18896" y="183173"/>
                  </a:lnTo>
                  <a:lnTo>
                    <a:pt x="24694" y="165756"/>
                  </a:lnTo>
                  <a:lnTo>
                    <a:pt x="21595" y="156390"/>
                  </a:lnTo>
                  <a:lnTo>
                    <a:pt x="16545" y="153740"/>
                  </a:lnTo>
                  <a:lnTo>
                    <a:pt x="16596" y="147545"/>
                  </a:lnTo>
                  <a:lnTo>
                    <a:pt x="13147" y="139875"/>
                  </a:lnTo>
                  <a:lnTo>
                    <a:pt x="17345" y="128681"/>
                  </a:lnTo>
                  <a:lnTo>
                    <a:pt x="15996" y="127379"/>
                  </a:lnTo>
                  <a:lnTo>
                    <a:pt x="15296" y="121021"/>
                  </a:lnTo>
                  <a:lnTo>
                    <a:pt x="11847" y="116034"/>
                  </a:lnTo>
                  <a:lnTo>
                    <a:pt x="13647" y="108324"/>
                  </a:lnTo>
                  <a:lnTo>
                    <a:pt x="10697" y="102977"/>
                  </a:lnTo>
                  <a:lnTo>
                    <a:pt x="0" y="92320"/>
                  </a:lnTo>
                  <a:lnTo>
                    <a:pt x="300" y="89834"/>
                  </a:lnTo>
                  <a:lnTo>
                    <a:pt x="6699" y="81856"/>
                  </a:lnTo>
                  <a:lnTo>
                    <a:pt x="7848" y="77522"/>
                  </a:lnTo>
                  <a:lnTo>
                    <a:pt x="3649" y="52751"/>
                  </a:lnTo>
                  <a:lnTo>
                    <a:pt x="12647" y="56972"/>
                  </a:lnTo>
                  <a:lnTo>
                    <a:pt x="11947" y="48353"/>
                  </a:lnTo>
                  <a:lnTo>
                    <a:pt x="2349" y="46150"/>
                  </a:lnTo>
                  <a:lnTo>
                    <a:pt x="2300" y="42416"/>
                  </a:lnTo>
                  <a:lnTo>
                    <a:pt x="7098" y="43605"/>
                  </a:lnTo>
                  <a:lnTo>
                    <a:pt x="32242" y="33392"/>
                  </a:lnTo>
                  <a:lnTo>
                    <a:pt x="57135" y="26296"/>
                  </a:lnTo>
                  <a:lnTo>
                    <a:pt x="67533" y="13667"/>
                  </a:lnTo>
                  <a:lnTo>
                    <a:pt x="76581" y="11683"/>
                  </a:lnTo>
                  <a:lnTo>
                    <a:pt x="87028" y="5287"/>
                  </a:lnTo>
                  <a:lnTo>
                    <a:pt x="103174" y="1041"/>
                  </a:lnTo>
                  <a:lnTo>
                    <a:pt x="116520" y="0"/>
                  </a:lnTo>
                  <a:lnTo>
                    <a:pt x="128618" y="7451"/>
                  </a:lnTo>
                  <a:lnTo>
                    <a:pt x="129717" y="9870"/>
                  </a:lnTo>
                  <a:lnTo>
                    <a:pt x="119620" y="4508"/>
                  </a:lnTo>
                  <a:lnTo>
                    <a:pt x="126117" y="19605"/>
                  </a:lnTo>
                  <a:lnTo>
                    <a:pt x="134616" y="23468"/>
                  </a:lnTo>
                  <a:lnTo>
                    <a:pt x="146613" y="21752"/>
                  </a:lnTo>
                  <a:lnTo>
                    <a:pt x="152061" y="18229"/>
                  </a:lnTo>
                  <a:lnTo>
                    <a:pt x="223292" y="22954"/>
                  </a:lnTo>
                  <a:lnTo>
                    <a:pt x="238939" y="23468"/>
                  </a:lnTo>
                  <a:lnTo>
                    <a:pt x="241488" y="21237"/>
                  </a:lnTo>
                  <a:lnTo>
                    <a:pt x="256635" y="30573"/>
                  </a:lnTo>
                  <a:lnTo>
                    <a:pt x="259734" y="36290"/>
                  </a:lnTo>
                  <a:lnTo>
                    <a:pt x="259634" y="41991"/>
                  </a:lnTo>
                  <a:lnTo>
                    <a:pt x="263033" y="58910"/>
                  </a:lnTo>
                  <a:lnTo>
                    <a:pt x="270231" y="81524"/>
                  </a:lnTo>
                  <a:lnTo>
                    <a:pt x="271831" y="95052"/>
                  </a:lnTo>
                  <a:lnTo>
                    <a:pt x="271380" y="100338"/>
                  </a:lnTo>
                  <a:lnTo>
                    <a:pt x="269831" y="102153"/>
                  </a:lnTo>
                  <a:lnTo>
                    <a:pt x="257783" y="108900"/>
                  </a:lnTo>
                  <a:lnTo>
                    <a:pt x="251385" y="118488"/>
                  </a:lnTo>
                  <a:lnTo>
                    <a:pt x="251836" y="120694"/>
                  </a:lnTo>
                  <a:lnTo>
                    <a:pt x="262983" y="127705"/>
                  </a:lnTo>
                  <a:lnTo>
                    <a:pt x="264482" y="130551"/>
                  </a:lnTo>
                  <a:lnTo>
                    <a:pt x="263733" y="140926"/>
                  </a:lnTo>
                  <a:lnTo>
                    <a:pt x="261483" y="145368"/>
                  </a:lnTo>
                  <a:lnTo>
                    <a:pt x="261383" y="14947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5" name="oPE_MapPart_PRT_1_135" descr="Portugal">
              <a:extLst>
                <a:ext uri="{FF2B5EF4-FFF2-40B4-BE49-F238E27FC236}">
                  <a16:creationId xmlns:a16="http://schemas.microsoft.com/office/drawing/2014/main" id="{F60FA35B-4168-48CC-2517-6A59302E66A6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5617222" y="4205653"/>
              <a:ext cx="15197" cy="7253"/>
            </a:xfrm>
            <a:custGeom>
              <a:avLst/>
              <a:gdLst/>
              <a:ahLst/>
              <a:cxnLst/>
              <a:rect l="0" t="0" r="0" b="0"/>
              <a:pathLst>
                <a:path w="15197" h="7253">
                  <a:moveTo>
                    <a:pt x="1400" y="0"/>
                  </a:moveTo>
                  <a:lnTo>
                    <a:pt x="5149" y="1725"/>
                  </a:lnTo>
                  <a:lnTo>
                    <a:pt x="8648" y="893"/>
                  </a:lnTo>
                  <a:lnTo>
                    <a:pt x="15196" y="3628"/>
                  </a:lnTo>
                  <a:lnTo>
                    <a:pt x="11197" y="7252"/>
                  </a:lnTo>
                  <a:lnTo>
                    <a:pt x="6149" y="6777"/>
                  </a:lnTo>
                  <a:lnTo>
                    <a:pt x="1900" y="4816"/>
                  </a:lnTo>
                  <a:lnTo>
                    <a:pt x="0" y="20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6" name="oPE_MapPart_PRT_2_136" descr="Portugal">
              <a:extLst>
                <a:ext uri="{FF2B5EF4-FFF2-40B4-BE49-F238E27FC236}">
                  <a16:creationId xmlns:a16="http://schemas.microsoft.com/office/drawing/2014/main" id="{06C2EB6A-4A99-EBF4-F771-27CF925E00CE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5832717" y="3880377"/>
              <a:ext cx="90778" cy="185032"/>
            </a:xfrm>
            <a:custGeom>
              <a:avLst/>
              <a:gdLst/>
              <a:ahLst/>
              <a:cxnLst/>
              <a:rect l="0" t="0" r="0" b="0"/>
              <a:pathLst>
                <a:path w="90778" h="185032">
                  <a:moveTo>
                    <a:pt x="19545" y="7336"/>
                  </a:moveTo>
                  <a:lnTo>
                    <a:pt x="24744" y="3167"/>
                  </a:lnTo>
                  <a:lnTo>
                    <a:pt x="33741" y="0"/>
                  </a:lnTo>
                  <a:lnTo>
                    <a:pt x="35191" y="135"/>
                  </a:lnTo>
                  <a:lnTo>
                    <a:pt x="37491" y="4512"/>
                  </a:lnTo>
                  <a:lnTo>
                    <a:pt x="34891" y="9083"/>
                  </a:lnTo>
                  <a:lnTo>
                    <a:pt x="36891" y="12171"/>
                  </a:lnTo>
                  <a:lnTo>
                    <a:pt x="43339" y="9486"/>
                  </a:lnTo>
                  <a:lnTo>
                    <a:pt x="57685" y="11365"/>
                  </a:lnTo>
                  <a:lnTo>
                    <a:pt x="63084" y="9083"/>
                  </a:lnTo>
                  <a:lnTo>
                    <a:pt x="64783" y="5857"/>
                  </a:lnTo>
                  <a:lnTo>
                    <a:pt x="79480" y="7336"/>
                  </a:lnTo>
                  <a:lnTo>
                    <a:pt x="81179" y="9889"/>
                  </a:lnTo>
                  <a:lnTo>
                    <a:pt x="81579" y="17396"/>
                  </a:lnTo>
                  <a:lnTo>
                    <a:pt x="88127" y="18466"/>
                  </a:lnTo>
                  <a:lnTo>
                    <a:pt x="90777" y="22610"/>
                  </a:lnTo>
                  <a:lnTo>
                    <a:pt x="71232" y="40837"/>
                  </a:lnTo>
                  <a:lnTo>
                    <a:pt x="73431" y="50427"/>
                  </a:lnTo>
                  <a:lnTo>
                    <a:pt x="72981" y="62675"/>
                  </a:lnTo>
                  <a:lnTo>
                    <a:pt x="74181" y="66284"/>
                  </a:lnTo>
                  <a:lnTo>
                    <a:pt x="67983" y="72638"/>
                  </a:lnTo>
                  <a:lnTo>
                    <a:pt x="71782" y="77997"/>
                  </a:lnTo>
                  <a:lnTo>
                    <a:pt x="69582" y="86077"/>
                  </a:lnTo>
                  <a:lnTo>
                    <a:pt x="65633" y="90302"/>
                  </a:lnTo>
                  <a:lnTo>
                    <a:pt x="54036" y="91017"/>
                  </a:lnTo>
                  <a:lnTo>
                    <a:pt x="59585" y="98085"/>
                  </a:lnTo>
                  <a:lnTo>
                    <a:pt x="60385" y="102613"/>
                  </a:lnTo>
                  <a:lnTo>
                    <a:pt x="64084" y="109906"/>
                  </a:lnTo>
                  <a:lnTo>
                    <a:pt x="67683" y="110937"/>
                  </a:lnTo>
                  <a:lnTo>
                    <a:pt x="68932" y="112740"/>
                  </a:lnTo>
                  <a:lnTo>
                    <a:pt x="67633" y="118077"/>
                  </a:lnTo>
                  <a:lnTo>
                    <a:pt x="61084" y="124941"/>
                  </a:lnTo>
                  <a:lnTo>
                    <a:pt x="59385" y="134086"/>
                  </a:lnTo>
                  <a:lnTo>
                    <a:pt x="65933" y="143834"/>
                  </a:lnTo>
                  <a:lnTo>
                    <a:pt x="70082" y="143643"/>
                  </a:lnTo>
                  <a:lnTo>
                    <a:pt x="68233" y="148662"/>
                  </a:lnTo>
                  <a:lnTo>
                    <a:pt x="63734" y="149995"/>
                  </a:lnTo>
                  <a:lnTo>
                    <a:pt x="56536" y="159810"/>
                  </a:lnTo>
                  <a:lnTo>
                    <a:pt x="54886" y="164798"/>
                  </a:lnTo>
                  <a:lnTo>
                    <a:pt x="57585" y="179016"/>
                  </a:lnTo>
                  <a:lnTo>
                    <a:pt x="45739" y="185031"/>
                  </a:lnTo>
                  <a:lnTo>
                    <a:pt x="24544" y="181022"/>
                  </a:lnTo>
                  <a:lnTo>
                    <a:pt x="17546" y="182589"/>
                  </a:lnTo>
                  <a:lnTo>
                    <a:pt x="15146" y="184718"/>
                  </a:lnTo>
                  <a:lnTo>
                    <a:pt x="13397" y="184155"/>
                  </a:lnTo>
                  <a:lnTo>
                    <a:pt x="18495" y="170217"/>
                  </a:lnTo>
                  <a:lnTo>
                    <a:pt x="19145" y="159620"/>
                  </a:lnTo>
                  <a:lnTo>
                    <a:pt x="16696" y="151707"/>
                  </a:lnTo>
                  <a:lnTo>
                    <a:pt x="18845" y="143770"/>
                  </a:lnTo>
                  <a:lnTo>
                    <a:pt x="16646" y="134469"/>
                  </a:lnTo>
                  <a:lnTo>
                    <a:pt x="22544" y="135234"/>
                  </a:lnTo>
                  <a:lnTo>
                    <a:pt x="18945" y="131915"/>
                  </a:lnTo>
                  <a:lnTo>
                    <a:pt x="7448" y="134405"/>
                  </a:lnTo>
                  <a:lnTo>
                    <a:pt x="6398" y="126990"/>
                  </a:lnTo>
                  <a:lnTo>
                    <a:pt x="12747" y="123788"/>
                  </a:lnTo>
                  <a:lnTo>
                    <a:pt x="13996" y="121800"/>
                  </a:lnTo>
                  <a:lnTo>
                    <a:pt x="13347" y="118205"/>
                  </a:lnTo>
                  <a:lnTo>
                    <a:pt x="15046" y="114799"/>
                  </a:lnTo>
                  <a:lnTo>
                    <a:pt x="19145" y="111967"/>
                  </a:lnTo>
                  <a:lnTo>
                    <a:pt x="14597" y="114156"/>
                  </a:lnTo>
                  <a:lnTo>
                    <a:pt x="9597" y="123916"/>
                  </a:lnTo>
                  <a:lnTo>
                    <a:pt x="3449" y="125518"/>
                  </a:lnTo>
                  <a:lnTo>
                    <a:pt x="200" y="124365"/>
                  </a:lnTo>
                  <a:lnTo>
                    <a:pt x="0" y="121928"/>
                  </a:lnTo>
                  <a:lnTo>
                    <a:pt x="3549" y="105842"/>
                  </a:lnTo>
                  <a:lnTo>
                    <a:pt x="2949" y="102613"/>
                  </a:lnTo>
                  <a:lnTo>
                    <a:pt x="9248" y="95299"/>
                  </a:lnTo>
                  <a:lnTo>
                    <a:pt x="17846" y="74600"/>
                  </a:lnTo>
                  <a:lnTo>
                    <a:pt x="16496" y="72246"/>
                  </a:lnTo>
                  <a:lnTo>
                    <a:pt x="16896" y="69365"/>
                  </a:lnTo>
                  <a:lnTo>
                    <a:pt x="19645" y="56690"/>
                  </a:lnTo>
                  <a:lnTo>
                    <a:pt x="22094" y="51352"/>
                  </a:lnTo>
                  <a:lnTo>
                    <a:pt x="22794" y="39047"/>
                  </a:lnTo>
                  <a:lnTo>
                    <a:pt x="18745" y="21541"/>
                  </a:lnTo>
                  <a:lnTo>
                    <a:pt x="18595" y="18132"/>
                  </a:lnTo>
                  <a:lnTo>
                    <a:pt x="20145" y="16392"/>
                  </a:lnTo>
                  <a:lnTo>
                    <a:pt x="17596" y="16124"/>
                  </a:lnTo>
                  <a:lnTo>
                    <a:pt x="16746" y="114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7" name="oPE_MapPart_PRT_3_137" descr="Portugal">
              <a:extLst>
                <a:ext uri="{FF2B5EF4-FFF2-40B4-BE49-F238E27FC236}">
                  <a16:creationId xmlns:a16="http://schemas.microsoft.com/office/drawing/2014/main" id="{4748307E-E55B-012E-EBC1-9D6D50F7EC2E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5396229" y="4065596"/>
              <a:ext cx="4750" cy="2003"/>
            </a:xfrm>
            <a:custGeom>
              <a:avLst/>
              <a:gdLst/>
              <a:ahLst/>
              <a:cxnLst/>
              <a:rect l="0" t="0" r="0" b="0"/>
              <a:pathLst>
                <a:path w="4750" h="2003">
                  <a:moveTo>
                    <a:pt x="4749" y="1439"/>
                  </a:moveTo>
                  <a:lnTo>
                    <a:pt x="1050" y="2002"/>
                  </a:lnTo>
                  <a:lnTo>
                    <a:pt x="0" y="125"/>
                  </a:lnTo>
                  <a:lnTo>
                    <a:pt x="42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8" name="oPE_MapPart_PRT_4_138" descr="Portugal">
              <a:extLst>
                <a:ext uri="{FF2B5EF4-FFF2-40B4-BE49-F238E27FC236}">
                  <a16:creationId xmlns:a16="http://schemas.microsoft.com/office/drawing/2014/main" id="{56959C3C-5610-2A8C-4FE5-58A7C11A60CA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5227272" y="3976453"/>
              <a:ext cx="4050" cy="5827"/>
            </a:xfrm>
            <a:custGeom>
              <a:avLst/>
              <a:gdLst/>
              <a:ahLst/>
              <a:cxnLst/>
              <a:rect l="0" t="0" r="0" b="0"/>
              <a:pathLst>
                <a:path w="4050" h="5827">
                  <a:moveTo>
                    <a:pt x="4049" y="4080"/>
                  </a:moveTo>
                  <a:lnTo>
                    <a:pt x="2799" y="5826"/>
                  </a:lnTo>
                  <a:lnTo>
                    <a:pt x="0" y="4533"/>
                  </a:lnTo>
                  <a:lnTo>
                    <a:pt x="600" y="843"/>
                  </a:lnTo>
                  <a:lnTo>
                    <a:pt x="2299" y="0"/>
                  </a:lnTo>
                  <a:lnTo>
                    <a:pt x="3999" y="14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9" name="oPE_MapPart_PRT_5_139" descr="Portugal">
              <a:extLst>
                <a:ext uri="{FF2B5EF4-FFF2-40B4-BE49-F238E27FC236}">
                  <a16:creationId xmlns:a16="http://schemas.microsoft.com/office/drawing/2014/main" id="{A55514BA-BCFA-714A-B53B-89E74CA9B053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5335494" y="4002626"/>
              <a:ext cx="9549" cy="5190"/>
            </a:xfrm>
            <a:custGeom>
              <a:avLst/>
              <a:gdLst/>
              <a:ahLst/>
              <a:cxnLst/>
              <a:rect l="0" t="0" r="0" b="0"/>
              <a:pathLst>
                <a:path w="9549" h="5190">
                  <a:moveTo>
                    <a:pt x="8598" y="5189"/>
                  </a:moveTo>
                  <a:lnTo>
                    <a:pt x="2300" y="4613"/>
                  </a:lnTo>
                  <a:lnTo>
                    <a:pt x="0" y="834"/>
                  </a:lnTo>
                  <a:lnTo>
                    <a:pt x="7148" y="0"/>
                  </a:lnTo>
                  <a:lnTo>
                    <a:pt x="9548" y="1731"/>
                  </a:lnTo>
                  <a:lnTo>
                    <a:pt x="9548" y="397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0" name="oPE_MapPart_PRT_6_140" descr="Portugal">
              <a:extLst>
                <a:ext uri="{FF2B5EF4-FFF2-40B4-BE49-F238E27FC236}">
                  <a16:creationId xmlns:a16="http://schemas.microsoft.com/office/drawing/2014/main" id="{073AA080-C060-B542-7B29-FA906AEBF767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5309801" y="4004293"/>
              <a:ext cx="14797" cy="6657"/>
            </a:xfrm>
            <a:custGeom>
              <a:avLst/>
              <a:gdLst/>
              <a:ahLst/>
              <a:cxnLst/>
              <a:rect l="0" t="0" r="0" b="0"/>
              <a:pathLst>
                <a:path w="14797" h="6657">
                  <a:moveTo>
                    <a:pt x="14796" y="6656"/>
                  </a:moveTo>
                  <a:lnTo>
                    <a:pt x="3399" y="3138"/>
                  </a:lnTo>
                  <a:lnTo>
                    <a:pt x="0" y="0"/>
                  </a:lnTo>
                  <a:lnTo>
                    <a:pt x="9647" y="37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1" name="oPE_MapPart_PRT_7_141" descr="Portugal">
              <a:extLst>
                <a:ext uri="{FF2B5EF4-FFF2-40B4-BE49-F238E27FC236}">
                  <a16:creationId xmlns:a16="http://schemas.microsoft.com/office/drawing/2014/main" id="{B1196E7E-8CF2-6DD8-7F1E-6FA21309672F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5295055" y="4008007"/>
              <a:ext cx="6549" cy="4158"/>
            </a:xfrm>
            <a:custGeom>
              <a:avLst/>
              <a:gdLst/>
              <a:ahLst/>
              <a:cxnLst/>
              <a:rect l="0" t="0" r="0" b="0"/>
              <a:pathLst>
                <a:path w="6549" h="4158">
                  <a:moveTo>
                    <a:pt x="5548" y="4029"/>
                  </a:moveTo>
                  <a:lnTo>
                    <a:pt x="2699" y="4157"/>
                  </a:lnTo>
                  <a:lnTo>
                    <a:pt x="0" y="1408"/>
                  </a:lnTo>
                  <a:lnTo>
                    <a:pt x="3999" y="0"/>
                  </a:lnTo>
                  <a:lnTo>
                    <a:pt x="6548" y="31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2" name="oPE_MapPart_PRT_8_142" descr="Portugal">
              <a:extLst>
                <a:ext uri="{FF2B5EF4-FFF2-40B4-BE49-F238E27FC236}">
                  <a16:creationId xmlns:a16="http://schemas.microsoft.com/office/drawing/2014/main" id="{4E8FF43A-FEFC-197A-8D5F-6CE6DCC81619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5303203" y="4011013"/>
              <a:ext cx="13397" cy="6003"/>
            </a:xfrm>
            <a:custGeom>
              <a:avLst/>
              <a:gdLst/>
              <a:ahLst/>
              <a:cxnLst/>
              <a:rect l="0" t="0" r="0" b="0"/>
              <a:pathLst>
                <a:path w="13397" h="6003">
                  <a:moveTo>
                    <a:pt x="11147" y="3578"/>
                  </a:moveTo>
                  <a:lnTo>
                    <a:pt x="13396" y="5045"/>
                  </a:lnTo>
                  <a:lnTo>
                    <a:pt x="8797" y="6002"/>
                  </a:lnTo>
                  <a:lnTo>
                    <a:pt x="2599" y="5173"/>
                  </a:lnTo>
                  <a:lnTo>
                    <a:pt x="0" y="1279"/>
                  </a:lnTo>
                  <a:lnTo>
                    <a:pt x="40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3" name="oPE_MapPart_PRT_9_143" descr="Portugal">
              <a:extLst>
                <a:ext uri="{FF2B5EF4-FFF2-40B4-BE49-F238E27FC236}">
                  <a16:creationId xmlns:a16="http://schemas.microsoft.com/office/drawing/2014/main" id="{FCCB5C04-A5B6-0CCC-1A6A-519D8552FCDD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5378234" y="4033732"/>
              <a:ext cx="18446" cy="6898"/>
            </a:xfrm>
            <a:custGeom>
              <a:avLst/>
              <a:gdLst/>
              <a:ahLst/>
              <a:cxnLst/>
              <a:rect l="0" t="0" r="0" b="0"/>
              <a:pathLst>
                <a:path w="18446" h="6898">
                  <a:moveTo>
                    <a:pt x="5498" y="2470"/>
                  </a:moveTo>
                  <a:lnTo>
                    <a:pt x="18445" y="2597"/>
                  </a:lnTo>
                  <a:lnTo>
                    <a:pt x="18195" y="5190"/>
                  </a:lnTo>
                  <a:lnTo>
                    <a:pt x="16545" y="6202"/>
                  </a:lnTo>
                  <a:lnTo>
                    <a:pt x="11297" y="6897"/>
                  </a:lnTo>
                  <a:lnTo>
                    <a:pt x="3098" y="5254"/>
                  </a:lnTo>
                  <a:lnTo>
                    <a:pt x="349" y="3039"/>
                  </a:lnTo>
                  <a:lnTo>
                    <a:pt x="0" y="633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4" name="oPE_MapPart_ROU_1_144" descr="Rumänien">
              <a:extLst>
                <a:ext uri="{FF2B5EF4-FFF2-40B4-BE49-F238E27FC236}">
                  <a16:creationId xmlns:a16="http://schemas.microsoft.com/office/drawing/2014/main" id="{87D3C8F0-ADDD-1D73-2C7E-435E10E0D446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6658105" y="3638614"/>
              <a:ext cx="262835" cy="183616"/>
            </a:xfrm>
            <a:custGeom>
              <a:avLst/>
              <a:gdLst/>
              <a:ahLst/>
              <a:cxnLst/>
              <a:rect l="0" t="0" r="0" b="0"/>
              <a:pathLst>
                <a:path w="262835" h="183616">
                  <a:moveTo>
                    <a:pt x="221394" y="114292"/>
                  </a:moveTo>
                  <a:lnTo>
                    <a:pt x="224294" y="118350"/>
                  </a:lnTo>
                  <a:lnTo>
                    <a:pt x="227993" y="120553"/>
                  </a:lnTo>
                  <a:lnTo>
                    <a:pt x="236590" y="122826"/>
                  </a:lnTo>
                  <a:lnTo>
                    <a:pt x="237190" y="119843"/>
                  </a:lnTo>
                  <a:lnTo>
                    <a:pt x="240289" y="120625"/>
                  </a:lnTo>
                  <a:lnTo>
                    <a:pt x="249437" y="116144"/>
                  </a:lnTo>
                  <a:lnTo>
                    <a:pt x="254436" y="115503"/>
                  </a:lnTo>
                  <a:lnTo>
                    <a:pt x="258984" y="117425"/>
                  </a:lnTo>
                  <a:lnTo>
                    <a:pt x="262834" y="121832"/>
                  </a:lnTo>
                  <a:lnTo>
                    <a:pt x="260884" y="132812"/>
                  </a:lnTo>
                  <a:lnTo>
                    <a:pt x="258734" y="138177"/>
                  </a:lnTo>
                  <a:lnTo>
                    <a:pt x="244588" y="141558"/>
                  </a:lnTo>
                  <a:lnTo>
                    <a:pt x="245488" y="139939"/>
                  </a:lnTo>
                  <a:lnTo>
                    <a:pt x="244588" y="134932"/>
                  </a:lnTo>
                  <a:lnTo>
                    <a:pt x="245888" y="133024"/>
                  </a:lnTo>
                  <a:lnTo>
                    <a:pt x="242689" y="132318"/>
                  </a:lnTo>
                  <a:lnTo>
                    <a:pt x="240238" y="135214"/>
                  </a:lnTo>
                  <a:lnTo>
                    <a:pt x="241189" y="139516"/>
                  </a:lnTo>
                  <a:lnTo>
                    <a:pt x="239039" y="143177"/>
                  </a:lnTo>
                  <a:lnTo>
                    <a:pt x="237890" y="149078"/>
                  </a:lnTo>
                  <a:lnTo>
                    <a:pt x="240139" y="148657"/>
                  </a:lnTo>
                  <a:lnTo>
                    <a:pt x="233391" y="159508"/>
                  </a:lnTo>
                  <a:lnTo>
                    <a:pt x="233741" y="171628"/>
                  </a:lnTo>
                  <a:lnTo>
                    <a:pt x="231741" y="180918"/>
                  </a:lnTo>
                  <a:lnTo>
                    <a:pt x="221644" y="179742"/>
                  </a:lnTo>
                  <a:lnTo>
                    <a:pt x="216845" y="177803"/>
                  </a:lnTo>
                  <a:lnTo>
                    <a:pt x="212246" y="171489"/>
                  </a:lnTo>
                  <a:lnTo>
                    <a:pt x="208197" y="172670"/>
                  </a:lnTo>
                  <a:lnTo>
                    <a:pt x="203299" y="170169"/>
                  </a:lnTo>
                  <a:lnTo>
                    <a:pt x="199500" y="170169"/>
                  </a:lnTo>
                  <a:lnTo>
                    <a:pt x="190102" y="164531"/>
                  </a:lnTo>
                  <a:lnTo>
                    <a:pt x="165908" y="170725"/>
                  </a:lnTo>
                  <a:lnTo>
                    <a:pt x="158060" y="175931"/>
                  </a:lnTo>
                  <a:lnTo>
                    <a:pt x="154911" y="179950"/>
                  </a:lnTo>
                  <a:lnTo>
                    <a:pt x="145963" y="183615"/>
                  </a:lnTo>
                  <a:lnTo>
                    <a:pt x="116371" y="178911"/>
                  </a:lnTo>
                  <a:lnTo>
                    <a:pt x="110673" y="180088"/>
                  </a:lnTo>
                  <a:lnTo>
                    <a:pt x="82879" y="175862"/>
                  </a:lnTo>
                  <a:lnTo>
                    <a:pt x="74382" y="177387"/>
                  </a:lnTo>
                  <a:lnTo>
                    <a:pt x="72932" y="176209"/>
                  </a:lnTo>
                  <a:lnTo>
                    <a:pt x="72982" y="172948"/>
                  </a:lnTo>
                  <a:lnTo>
                    <a:pt x="77431" y="167943"/>
                  </a:lnTo>
                  <a:lnTo>
                    <a:pt x="67933" y="161393"/>
                  </a:lnTo>
                  <a:lnTo>
                    <a:pt x="62584" y="154124"/>
                  </a:lnTo>
                  <a:lnTo>
                    <a:pt x="64234" y="149990"/>
                  </a:lnTo>
                  <a:lnTo>
                    <a:pt x="68332" y="149429"/>
                  </a:lnTo>
                  <a:lnTo>
                    <a:pt x="68883" y="147464"/>
                  </a:lnTo>
                  <a:lnTo>
                    <a:pt x="62685" y="143529"/>
                  </a:lnTo>
                  <a:lnTo>
                    <a:pt x="51437" y="149920"/>
                  </a:lnTo>
                  <a:lnTo>
                    <a:pt x="46338" y="145076"/>
                  </a:lnTo>
                  <a:lnTo>
                    <a:pt x="38740" y="143388"/>
                  </a:lnTo>
                  <a:lnTo>
                    <a:pt x="35592" y="140291"/>
                  </a:lnTo>
                  <a:lnTo>
                    <a:pt x="31093" y="138811"/>
                  </a:lnTo>
                  <a:lnTo>
                    <a:pt x="31043" y="137472"/>
                  </a:lnTo>
                  <a:lnTo>
                    <a:pt x="35841" y="135920"/>
                  </a:lnTo>
                  <a:lnTo>
                    <a:pt x="30893" y="131681"/>
                  </a:lnTo>
                  <a:lnTo>
                    <a:pt x="32742" y="130762"/>
                  </a:lnTo>
                  <a:lnTo>
                    <a:pt x="34692" y="126231"/>
                  </a:lnTo>
                  <a:lnTo>
                    <a:pt x="21745" y="119345"/>
                  </a:lnTo>
                  <a:lnTo>
                    <a:pt x="15347" y="113579"/>
                  </a:lnTo>
                  <a:lnTo>
                    <a:pt x="14847" y="102361"/>
                  </a:lnTo>
                  <a:lnTo>
                    <a:pt x="12997" y="103006"/>
                  </a:lnTo>
                  <a:lnTo>
                    <a:pt x="9448" y="97628"/>
                  </a:lnTo>
                  <a:lnTo>
                    <a:pt x="3250" y="93388"/>
                  </a:lnTo>
                  <a:lnTo>
                    <a:pt x="0" y="88059"/>
                  </a:lnTo>
                  <a:lnTo>
                    <a:pt x="7398" y="85750"/>
                  </a:lnTo>
                  <a:lnTo>
                    <a:pt x="10348" y="87049"/>
                  </a:lnTo>
                  <a:lnTo>
                    <a:pt x="14397" y="82572"/>
                  </a:lnTo>
                  <a:lnTo>
                    <a:pt x="22194" y="82717"/>
                  </a:lnTo>
                  <a:lnTo>
                    <a:pt x="24444" y="81126"/>
                  </a:lnTo>
                  <a:lnTo>
                    <a:pt x="26394" y="76710"/>
                  </a:lnTo>
                  <a:lnTo>
                    <a:pt x="28443" y="75840"/>
                  </a:lnTo>
                  <a:lnTo>
                    <a:pt x="28093" y="72866"/>
                  </a:lnTo>
                  <a:lnTo>
                    <a:pt x="29994" y="67996"/>
                  </a:lnTo>
                  <a:lnTo>
                    <a:pt x="34891" y="64063"/>
                  </a:lnTo>
                  <a:lnTo>
                    <a:pt x="34792" y="60635"/>
                  </a:lnTo>
                  <a:lnTo>
                    <a:pt x="39191" y="53541"/>
                  </a:lnTo>
                  <a:lnTo>
                    <a:pt x="39440" y="50316"/>
                  </a:lnTo>
                  <a:lnTo>
                    <a:pt x="42889" y="46425"/>
                  </a:lnTo>
                  <a:lnTo>
                    <a:pt x="45239" y="39653"/>
                  </a:lnTo>
                  <a:lnTo>
                    <a:pt x="48738" y="35890"/>
                  </a:lnTo>
                  <a:lnTo>
                    <a:pt x="48838" y="31381"/>
                  </a:lnTo>
                  <a:lnTo>
                    <a:pt x="56936" y="22260"/>
                  </a:lnTo>
                  <a:lnTo>
                    <a:pt x="65734" y="20625"/>
                  </a:lnTo>
                  <a:lnTo>
                    <a:pt x="80481" y="7346"/>
                  </a:lnTo>
                  <a:lnTo>
                    <a:pt x="87978" y="11383"/>
                  </a:lnTo>
                  <a:lnTo>
                    <a:pt x="95176" y="11308"/>
                  </a:lnTo>
                  <a:lnTo>
                    <a:pt x="109322" y="14891"/>
                  </a:lnTo>
                  <a:lnTo>
                    <a:pt x="120470" y="13847"/>
                  </a:lnTo>
                  <a:lnTo>
                    <a:pt x="129217" y="22632"/>
                  </a:lnTo>
                  <a:lnTo>
                    <a:pt x="134216" y="21517"/>
                  </a:lnTo>
                  <a:lnTo>
                    <a:pt x="136866" y="18318"/>
                  </a:lnTo>
                  <a:lnTo>
                    <a:pt x="145063" y="14667"/>
                  </a:lnTo>
                  <a:lnTo>
                    <a:pt x="164458" y="11234"/>
                  </a:lnTo>
                  <a:lnTo>
                    <a:pt x="168407" y="2477"/>
                  </a:lnTo>
                  <a:lnTo>
                    <a:pt x="179754" y="0"/>
                  </a:lnTo>
                  <a:lnTo>
                    <a:pt x="187152" y="4501"/>
                  </a:lnTo>
                  <a:lnTo>
                    <a:pt x="191902" y="12652"/>
                  </a:lnTo>
                  <a:lnTo>
                    <a:pt x="197050" y="25824"/>
                  </a:lnTo>
                  <a:lnTo>
                    <a:pt x="204747" y="38179"/>
                  </a:lnTo>
                  <a:lnTo>
                    <a:pt x="211397" y="47380"/>
                  </a:lnTo>
                  <a:lnTo>
                    <a:pt x="217444" y="52955"/>
                  </a:lnTo>
                  <a:lnTo>
                    <a:pt x="222144" y="66613"/>
                  </a:lnTo>
                  <a:lnTo>
                    <a:pt x="222243" y="74317"/>
                  </a:lnTo>
                  <a:lnTo>
                    <a:pt x="218795" y="86833"/>
                  </a:lnTo>
                  <a:lnTo>
                    <a:pt x="218245" y="93532"/>
                  </a:lnTo>
                  <a:lnTo>
                    <a:pt x="219895" y="106440"/>
                  </a:lnTo>
                  <a:lnTo>
                    <a:pt x="217545" y="108370"/>
                  </a:lnTo>
                  <a:lnTo>
                    <a:pt x="219995" y="1117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oPE_MapPart_RUS_1_145" descr="Russland">
              <a:extLst>
                <a:ext uri="{FF2B5EF4-FFF2-40B4-BE49-F238E27FC236}">
                  <a16:creationId xmlns:a16="http://schemas.microsoft.com/office/drawing/2014/main" id="{11C8F38D-BB79-CCF0-4678-45264997CCCD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6855655" y="1624024"/>
              <a:ext cx="4239066" cy="2290754"/>
            </a:xfrm>
            <a:custGeom>
              <a:avLst/>
              <a:gdLst/>
              <a:ahLst/>
              <a:cxnLst/>
              <a:rect l="0" t="0" r="0" b="0"/>
              <a:pathLst>
                <a:path w="4239066" h="2290754">
                  <a:moveTo>
                    <a:pt x="2869615" y="2250211"/>
                  </a:moveTo>
                  <a:lnTo>
                    <a:pt x="2865166" y="2241408"/>
                  </a:lnTo>
                  <a:lnTo>
                    <a:pt x="2866766" y="2240187"/>
                  </a:lnTo>
                  <a:lnTo>
                    <a:pt x="2866566" y="2238082"/>
                  </a:lnTo>
                  <a:lnTo>
                    <a:pt x="2862318" y="2234206"/>
                  </a:lnTo>
                  <a:lnTo>
                    <a:pt x="2866566" y="2231006"/>
                  </a:lnTo>
                  <a:lnTo>
                    <a:pt x="2880213" y="2227529"/>
                  </a:lnTo>
                  <a:lnTo>
                    <a:pt x="2880712" y="2222405"/>
                  </a:lnTo>
                  <a:lnTo>
                    <a:pt x="2883161" y="2218434"/>
                  </a:lnTo>
                  <a:lnTo>
                    <a:pt x="2885460" y="2209443"/>
                  </a:lnTo>
                  <a:lnTo>
                    <a:pt x="2885061" y="2206001"/>
                  </a:lnTo>
                  <a:lnTo>
                    <a:pt x="2883361" y="2204555"/>
                  </a:lnTo>
                  <a:lnTo>
                    <a:pt x="2883161" y="2196961"/>
                  </a:lnTo>
                  <a:lnTo>
                    <a:pt x="2884211" y="2185454"/>
                  </a:lnTo>
                  <a:lnTo>
                    <a:pt x="2885411" y="2182811"/>
                  </a:lnTo>
                  <a:lnTo>
                    <a:pt x="2880712" y="2162475"/>
                  </a:lnTo>
                  <a:lnTo>
                    <a:pt x="2877413" y="2154459"/>
                  </a:lnTo>
                  <a:lnTo>
                    <a:pt x="2877813" y="2152697"/>
                  </a:lnTo>
                  <a:lnTo>
                    <a:pt x="2880613" y="2150157"/>
                  </a:lnTo>
                  <a:lnTo>
                    <a:pt x="2890710" y="2147261"/>
                  </a:lnTo>
                  <a:lnTo>
                    <a:pt x="2894359" y="2143371"/>
                  </a:lnTo>
                  <a:lnTo>
                    <a:pt x="2896458" y="2138552"/>
                  </a:lnTo>
                  <a:lnTo>
                    <a:pt x="2901957" y="2133722"/>
                  </a:lnTo>
                  <a:lnTo>
                    <a:pt x="2905456" y="2136990"/>
                  </a:lnTo>
                  <a:lnTo>
                    <a:pt x="2932050" y="2145423"/>
                  </a:lnTo>
                  <a:lnTo>
                    <a:pt x="2936997" y="2141459"/>
                  </a:lnTo>
                  <a:lnTo>
                    <a:pt x="2936997" y="2133935"/>
                  </a:lnTo>
                  <a:lnTo>
                    <a:pt x="2938997" y="2127100"/>
                  </a:lnTo>
                  <a:lnTo>
                    <a:pt x="2945945" y="2122746"/>
                  </a:lnTo>
                  <a:lnTo>
                    <a:pt x="2948095" y="2111858"/>
                  </a:lnTo>
                  <a:lnTo>
                    <a:pt x="2951844" y="2108769"/>
                  </a:lnTo>
                  <a:lnTo>
                    <a:pt x="2953594" y="2104234"/>
                  </a:lnTo>
                  <a:lnTo>
                    <a:pt x="2953294" y="2101423"/>
                  </a:lnTo>
                  <a:lnTo>
                    <a:pt x="2957743" y="2097090"/>
                  </a:lnTo>
                  <a:lnTo>
                    <a:pt x="2958892" y="2092314"/>
                  </a:lnTo>
                  <a:lnTo>
                    <a:pt x="2957893" y="2086947"/>
                  </a:lnTo>
                  <a:lnTo>
                    <a:pt x="2962242" y="2078288"/>
                  </a:lnTo>
                  <a:lnTo>
                    <a:pt x="2963591" y="2068644"/>
                  </a:lnTo>
                  <a:lnTo>
                    <a:pt x="2967240" y="2061455"/>
                  </a:lnTo>
                  <a:lnTo>
                    <a:pt x="2966291" y="2054317"/>
                  </a:lnTo>
                  <a:lnTo>
                    <a:pt x="2969689" y="2049742"/>
                  </a:lnTo>
                  <a:lnTo>
                    <a:pt x="2975038" y="2048338"/>
                  </a:lnTo>
                  <a:lnTo>
                    <a:pt x="2978188" y="2045231"/>
                  </a:lnTo>
                  <a:lnTo>
                    <a:pt x="2982486" y="2037296"/>
                  </a:lnTo>
                  <a:lnTo>
                    <a:pt x="2977337" y="2024628"/>
                  </a:lnTo>
                  <a:lnTo>
                    <a:pt x="2980186" y="2019166"/>
                  </a:lnTo>
                  <a:lnTo>
                    <a:pt x="2980087" y="2014966"/>
                  </a:lnTo>
                  <a:lnTo>
                    <a:pt x="2977287" y="2012186"/>
                  </a:lnTo>
                  <a:lnTo>
                    <a:pt x="2969739" y="2010005"/>
                  </a:lnTo>
                  <a:lnTo>
                    <a:pt x="2957242" y="2014140"/>
                  </a:lnTo>
                  <a:lnTo>
                    <a:pt x="2946846" y="2021487"/>
                  </a:lnTo>
                  <a:lnTo>
                    <a:pt x="2937848" y="2021188"/>
                  </a:lnTo>
                  <a:lnTo>
                    <a:pt x="2927551" y="2028064"/>
                  </a:lnTo>
                  <a:lnTo>
                    <a:pt x="2925700" y="2027765"/>
                  </a:lnTo>
                  <a:lnTo>
                    <a:pt x="2919302" y="2037370"/>
                  </a:lnTo>
                  <a:lnTo>
                    <a:pt x="2900108" y="2038782"/>
                  </a:lnTo>
                  <a:lnTo>
                    <a:pt x="2893759" y="2038707"/>
                  </a:lnTo>
                  <a:lnTo>
                    <a:pt x="2891209" y="2036999"/>
                  </a:lnTo>
                  <a:lnTo>
                    <a:pt x="2877264" y="2037594"/>
                  </a:lnTo>
                  <a:lnTo>
                    <a:pt x="2875963" y="2032089"/>
                  </a:lnTo>
                  <a:lnTo>
                    <a:pt x="2870864" y="2024778"/>
                  </a:lnTo>
                  <a:lnTo>
                    <a:pt x="2870314" y="2020214"/>
                  </a:lnTo>
                  <a:lnTo>
                    <a:pt x="2872864" y="2011359"/>
                  </a:lnTo>
                  <a:lnTo>
                    <a:pt x="2865866" y="2000426"/>
                  </a:lnTo>
                  <a:lnTo>
                    <a:pt x="2867665" y="1993233"/>
                  </a:lnTo>
                  <a:lnTo>
                    <a:pt x="2865916" y="1989513"/>
                  </a:lnTo>
                  <a:lnTo>
                    <a:pt x="2855969" y="1988221"/>
                  </a:lnTo>
                  <a:lnTo>
                    <a:pt x="2851570" y="1984797"/>
                  </a:lnTo>
                  <a:lnTo>
                    <a:pt x="2844772" y="1975180"/>
                  </a:lnTo>
                  <a:lnTo>
                    <a:pt x="2837573" y="1969895"/>
                  </a:lnTo>
                  <a:lnTo>
                    <a:pt x="2836574" y="1967132"/>
                  </a:lnTo>
                  <a:lnTo>
                    <a:pt x="2831375" y="1968591"/>
                  </a:lnTo>
                  <a:lnTo>
                    <a:pt x="2824577" y="1967747"/>
                  </a:lnTo>
                  <a:lnTo>
                    <a:pt x="2821027" y="1964520"/>
                  </a:lnTo>
                  <a:lnTo>
                    <a:pt x="2817728" y="1963904"/>
                  </a:lnTo>
                  <a:lnTo>
                    <a:pt x="2816378" y="1962597"/>
                  </a:lnTo>
                  <a:lnTo>
                    <a:pt x="2816328" y="1959053"/>
                  </a:lnTo>
                  <a:lnTo>
                    <a:pt x="2814528" y="1958051"/>
                  </a:lnTo>
                  <a:lnTo>
                    <a:pt x="2794984" y="1959439"/>
                  </a:lnTo>
                  <a:lnTo>
                    <a:pt x="2786986" y="1955041"/>
                  </a:lnTo>
                  <a:lnTo>
                    <a:pt x="2782537" y="1949395"/>
                  </a:lnTo>
                  <a:lnTo>
                    <a:pt x="2780887" y="1941946"/>
                  </a:lnTo>
                  <a:lnTo>
                    <a:pt x="2783588" y="1931817"/>
                  </a:lnTo>
                  <a:lnTo>
                    <a:pt x="2776590" y="1925716"/>
                  </a:lnTo>
                  <a:lnTo>
                    <a:pt x="2775739" y="1921167"/>
                  </a:lnTo>
                  <a:lnTo>
                    <a:pt x="2776839" y="1913853"/>
                  </a:lnTo>
                  <a:lnTo>
                    <a:pt x="2775739" y="1910068"/>
                  </a:lnTo>
                  <a:lnTo>
                    <a:pt x="2765142" y="1892787"/>
                  </a:lnTo>
                  <a:lnTo>
                    <a:pt x="2761794" y="1874798"/>
                  </a:lnTo>
                  <a:lnTo>
                    <a:pt x="2759144" y="1872065"/>
                  </a:lnTo>
                  <a:lnTo>
                    <a:pt x="2758893" y="1865945"/>
                  </a:lnTo>
                  <a:lnTo>
                    <a:pt x="2753645" y="1855918"/>
                  </a:lnTo>
                  <a:lnTo>
                    <a:pt x="2752095" y="1846901"/>
                  </a:lnTo>
                  <a:lnTo>
                    <a:pt x="2750396" y="1844782"/>
                  </a:lnTo>
                  <a:lnTo>
                    <a:pt x="2750095" y="1839641"/>
                  </a:lnTo>
                  <a:lnTo>
                    <a:pt x="2748446" y="1837597"/>
                  </a:lnTo>
                  <a:lnTo>
                    <a:pt x="2748946" y="1836206"/>
                  </a:lnTo>
                  <a:lnTo>
                    <a:pt x="2744847" y="1829071"/>
                  </a:lnTo>
                  <a:lnTo>
                    <a:pt x="2739899" y="1824878"/>
                  </a:lnTo>
                  <a:lnTo>
                    <a:pt x="2740798" y="1818942"/>
                  </a:lnTo>
                  <a:lnTo>
                    <a:pt x="2735899" y="1812906"/>
                  </a:lnTo>
                  <a:lnTo>
                    <a:pt x="2731901" y="1811994"/>
                  </a:lnTo>
                  <a:lnTo>
                    <a:pt x="2729701" y="1805023"/>
                  </a:lnTo>
                  <a:lnTo>
                    <a:pt x="2713755" y="1797526"/>
                  </a:lnTo>
                  <a:lnTo>
                    <a:pt x="2706457" y="1800778"/>
                  </a:lnTo>
                  <a:lnTo>
                    <a:pt x="2696860" y="1796357"/>
                  </a:lnTo>
                  <a:lnTo>
                    <a:pt x="2690010" y="1789833"/>
                  </a:lnTo>
                  <a:lnTo>
                    <a:pt x="2688212" y="1790335"/>
                  </a:lnTo>
                  <a:lnTo>
                    <a:pt x="2673016" y="1781605"/>
                  </a:lnTo>
                  <a:lnTo>
                    <a:pt x="2660418" y="1781689"/>
                  </a:lnTo>
                  <a:lnTo>
                    <a:pt x="2642674" y="1785807"/>
                  </a:lnTo>
                  <a:lnTo>
                    <a:pt x="2637724" y="1784464"/>
                  </a:lnTo>
                  <a:lnTo>
                    <a:pt x="2611831" y="1792261"/>
                  </a:lnTo>
                  <a:lnTo>
                    <a:pt x="2600183" y="1793767"/>
                  </a:lnTo>
                  <a:lnTo>
                    <a:pt x="2592387" y="1799028"/>
                  </a:lnTo>
                  <a:lnTo>
                    <a:pt x="2575441" y="1816794"/>
                  </a:lnTo>
                  <a:lnTo>
                    <a:pt x="2574041" y="1819932"/>
                  </a:lnTo>
                  <a:lnTo>
                    <a:pt x="2574690" y="1823807"/>
                  </a:lnTo>
                  <a:lnTo>
                    <a:pt x="2587286" y="1824631"/>
                  </a:lnTo>
                  <a:lnTo>
                    <a:pt x="2591037" y="1826852"/>
                  </a:lnTo>
                  <a:lnTo>
                    <a:pt x="2592237" y="1830221"/>
                  </a:lnTo>
                  <a:lnTo>
                    <a:pt x="2590886" y="1834650"/>
                  </a:lnTo>
                  <a:lnTo>
                    <a:pt x="2591286" y="1838987"/>
                  </a:lnTo>
                  <a:lnTo>
                    <a:pt x="2593486" y="1843315"/>
                  </a:lnTo>
                  <a:lnTo>
                    <a:pt x="2593636" y="1848203"/>
                  </a:lnTo>
                  <a:lnTo>
                    <a:pt x="2591736" y="1853809"/>
                  </a:lnTo>
                  <a:lnTo>
                    <a:pt x="2574690" y="1870537"/>
                  </a:lnTo>
                  <a:lnTo>
                    <a:pt x="2566043" y="1889282"/>
                  </a:lnTo>
                  <a:lnTo>
                    <a:pt x="2565793" y="1892469"/>
                  </a:lnTo>
                  <a:lnTo>
                    <a:pt x="2559294" y="1903268"/>
                  </a:lnTo>
                  <a:lnTo>
                    <a:pt x="2557445" y="1910304"/>
                  </a:lnTo>
                  <a:lnTo>
                    <a:pt x="2554595" y="1913301"/>
                  </a:lnTo>
                  <a:lnTo>
                    <a:pt x="2549597" y="1923286"/>
                  </a:lnTo>
                  <a:lnTo>
                    <a:pt x="2553445" y="1925559"/>
                  </a:lnTo>
                  <a:lnTo>
                    <a:pt x="2554647" y="1928769"/>
                  </a:lnTo>
                  <a:lnTo>
                    <a:pt x="2554096" y="1934159"/>
                  </a:lnTo>
                  <a:lnTo>
                    <a:pt x="2552247" y="1937979"/>
                  </a:lnTo>
                  <a:lnTo>
                    <a:pt x="2549148" y="1940313"/>
                  </a:lnTo>
                  <a:lnTo>
                    <a:pt x="2538300" y="1942490"/>
                  </a:lnTo>
                  <a:lnTo>
                    <a:pt x="2529802" y="1947613"/>
                  </a:lnTo>
                  <a:lnTo>
                    <a:pt x="2513756" y="1961827"/>
                  </a:lnTo>
                  <a:lnTo>
                    <a:pt x="2496311" y="1957048"/>
                  </a:lnTo>
                  <a:lnTo>
                    <a:pt x="2480715" y="1948465"/>
                  </a:lnTo>
                  <a:lnTo>
                    <a:pt x="2477065" y="1944277"/>
                  </a:lnTo>
                  <a:lnTo>
                    <a:pt x="2467768" y="1940469"/>
                  </a:lnTo>
                  <a:lnTo>
                    <a:pt x="2453921" y="1946062"/>
                  </a:lnTo>
                  <a:lnTo>
                    <a:pt x="2445873" y="1945364"/>
                  </a:lnTo>
                  <a:lnTo>
                    <a:pt x="2441574" y="1943112"/>
                  </a:lnTo>
                  <a:lnTo>
                    <a:pt x="2434077" y="1934861"/>
                  </a:lnTo>
                  <a:lnTo>
                    <a:pt x="2426828" y="1930723"/>
                  </a:lnTo>
                  <a:lnTo>
                    <a:pt x="2414432" y="1929003"/>
                  </a:lnTo>
                  <a:lnTo>
                    <a:pt x="2394387" y="1940547"/>
                  </a:lnTo>
                  <a:lnTo>
                    <a:pt x="2382990" y="1949627"/>
                  </a:lnTo>
                  <a:lnTo>
                    <a:pt x="2379991" y="1957357"/>
                  </a:lnTo>
                  <a:lnTo>
                    <a:pt x="2373042" y="1961365"/>
                  </a:lnTo>
                  <a:lnTo>
                    <a:pt x="2364395" y="1960980"/>
                  </a:lnTo>
                  <a:lnTo>
                    <a:pt x="2352848" y="1965596"/>
                  </a:lnTo>
                  <a:lnTo>
                    <a:pt x="2332252" y="1968514"/>
                  </a:lnTo>
                  <a:lnTo>
                    <a:pt x="2314807" y="1977550"/>
                  </a:lnTo>
                  <a:lnTo>
                    <a:pt x="2307009" y="1974339"/>
                  </a:lnTo>
                  <a:lnTo>
                    <a:pt x="2300661" y="1976404"/>
                  </a:lnTo>
                  <a:lnTo>
                    <a:pt x="2273918" y="1969435"/>
                  </a:lnTo>
                  <a:lnTo>
                    <a:pt x="2256621" y="1969895"/>
                  </a:lnTo>
                  <a:lnTo>
                    <a:pt x="2250873" y="1966825"/>
                  </a:lnTo>
                  <a:lnTo>
                    <a:pt x="2238627" y="1955813"/>
                  </a:lnTo>
                  <a:lnTo>
                    <a:pt x="2237277" y="1943112"/>
                  </a:lnTo>
                  <a:lnTo>
                    <a:pt x="2218281" y="1941324"/>
                  </a:lnTo>
                  <a:lnTo>
                    <a:pt x="2203786" y="1927360"/>
                  </a:lnTo>
                  <a:lnTo>
                    <a:pt x="2190089" y="1927674"/>
                  </a:lnTo>
                  <a:lnTo>
                    <a:pt x="2180592" y="1923286"/>
                  </a:lnTo>
                  <a:lnTo>
                    <a:pt x="2166895" y="1920304"/>
                  </a:lnTo>
                  <a:lnTo>
                    <a:pt x="2158897" y="1923992"/>
                  </a:lnTo>
                  <a:lnTo>
                    <a:pt x="2141452" y="1927595"/>
                  </a:lnTo>
                  <a:lnTo>
                    <a:pt x="2130705" y="1934237"/>
                  </a:lnTo>
                  <a:lnTo>
                    <a:pt x="2123006" y="1933223"/>
                  </a:lnTo>
                  <a:lnTo>
                    <a:pt x="2118307" y="1934861"/>
                  </a:lnTo>
                  <a:lnTo>
                    <a:pt x="2109161" y="1932208"/>
                  </a:lnTo>
                  <a:lnTo>
                    <a:pt x="2105210" y="1928299"/>
                  </a:lnTo>
                  <a:lnTo>
                    <a:pt x="2091914" y="1924070"/>
                  </a:lnTo>
                  <a:lnTo>
                    <a:pt x="2085965" y="1918025"/>
                  </a:lnTo>
                  <a:lnTo>
                    <a:pt x="2080967" y="1915428"/>
                  </a:lnTo>
                  <a:lnTo>
                    <a:pt x="2081767" y="1909594"/>
                  </a:lnTo>
                  <a:lnTo>
                    <a:pt x="2078917" y="1904693"/>
                  </a:lnTo>
                  <a:lnTo>
                    <a:pt x="2078367" y="1895015"/>
                  </a:lnTo>
                  <a:lnTo>
                    <a:pt x="2077169" y="1892469"/>
                  </a:lnTo>
                  <a:lnTo>
                    <a:pt x="2077268" y="1883293"/>
                  </a:lnTo>
                  <a:lnTo>
                    <a:pt x="2076068" y="1881533"/>
                  </a:lnTo>
                  <a:lnTo>
                    <a:pt x="2061022" y="1876483"/>
                  </a:lnTo>
                  <a:lnTo>
                    <a:pt x="2055773" y="1877125"/>
                  </a:lnTo>
                  <a:lnTo>
                    <a:pt x="2030429" y="1864896"/>
                  </a:lnTo>
                  <a:lnTo>
                    <a:pt x="2015235" y="1863604"/>
                  </a:lnTo>
                  <a:lnTo>
                    <a:pt x="2009635" y="1858349"/>
                  </a:lnTo>
                  <a:lnTo>
                    <a:pt x="2000938" y="1856080"/>
                  </a:lnTo>
                  <a:lnTo>
                    <a:pt x="1986691" y="1847308"/>
                  </a:lnTo>
                  <a:lnTo>
                    <a:pt x="1982993" y="1856891"/>
                  </a:lnTo>
                  <a:lnTo>
                    <a:pt x="1979643" y="1861584"/>
                  </a:lnTo>
                  <a:lnTo>
                    <a:pt x="1971645" y="1865299"/>
                  </a:lnTo>
                  <a:lnTo>
                    <a:pt x="1967996" y="1874798"/>
                  </a:lnTo>
                  <a:lnTo>
                    <a:pt x="1962897" y="1877286"/>
                  </a:lnTo>
                  <a:lnTo>
                    <a:pt x="1960398" y="1881773"/>
                  </a:lnTo>
                  <a:lnTo>
                    <a:pt x="1959398" y="1889920"/>
                  </a:lnTo>
                  <a:lnTo>
                    <a:pt x="1957299" y="1894936"/>
                  </a:lnTo>
                  <a:lnTo>
                    <a:pt x="1956999" y="1897876"/>
                  </a:lnTo>
                  <a:lnTo>
                    <a:pt x="1960548" y="1903585"/>
                  </a:lnTo>
                  <a:lnTo>
                    <a:pt x="1962698" y="1912828"/>
                  </a:lnTo>
                  <a:lnTo>
                    <a:pt x="1969645" y="1917710"/>
                  </a:lnTo>
                  <a:lnTo>
                    <a:pt x="1968796" y="1927751"/>
                  </a:lnTo>
                  <a:lnTo>
                    <a:pt x="1967447" y="1931036"/>
                  </a:lnTo>
                  <a:lnTo>
                    <a:pt x="1964746" y="1937511"/>
                  </a:lnTo>
                  <a:lnTo>
                    <a:pt x="1961997" y="1940236"/>
                  </a:lnTo>
                  <a:lnTo>
                    <a:pt x="1957799" y="1943190"/>
                  </a:lnTo>
                  <a:lnTo>
                    <a:pt x="1950451" y="1944665"/>
                  </a:lnTo>
                  <a:lnTo>
                    <a:pt x="1944102" y="1952026"/>
                  </a:lnTo>
                  <a:lnTo>
                    <a:pt x="1939903" y="1952490"/>
                  </a:lnTo>
                  <a:lnTo>
                    <a:pt x="1933705" y="1945907"/>
                  </a:lnTo>
                  <a:lnTo>
                    <a:pt x="1915059" y="1945131"/>
                  </a:lnTo>
                  <a:lnTo>
                    <a:pt x="1908162" y="1940936"/>
                  </a:lnTo>
                  <a:lnTo>
                    <a:pt x="1904562" y="1942568"/>
                  </a:lnTo>
                  <a:lnTo>
                    <a:pt x="1900463" y="1940313"/>
                  </a:lnTo>
                  <a:lnTo>
                    <a:pt x="1893065" y="1944743"/>
                  </a:lnTo>
                  <a:lnTo>
                    <a:pt x="1881667" y="1943656"/>
                  </a:lnTo>
                  <a:lnTo>
                    <a:pt x="1876620" y="1938991"/>
                  </a:lnTo>
                  <a:lnTo>
                    <a:pt x="1867871" y="1939847"/>
                  </a:lnTo>
                  <a:lnTo>
                    <a:pt x="1860624" y="1931271"/>
                  </a:lnTo>
                  <a:lnTo>
                    <a:pt x="1857774" y="1916687"/>
                  </a:lnTo>
                  <a:lnTo>
                    <a:pt x="1825883" y="1914641"/>
                  </a:lnTo>
                  <a:lnTo>
                    <a:pt x="1823283" y="1912434"/>
                  </a:lnTo>
                  <a:lnTo>
                    <a:pt x="1821384" y="1906987"/>
                  </a:lnTo>
                  <a:lnTo>
                    <a:pt x="1816884" y="1906987"/>
                  </a:lnTo>
                  <a:lnTo>
                    <a:pt x="1815735" y="1909910"/>
                  </a:lnTo>
                  <a:lnTo>
                    <a:pt x="1812636" y="1910935"/>
                  </a:lnTo>
                  <a:lnTo>
                    <a:pt x="1805088" y="1903189"/>
                  </a:lnTo>
                  <a:lnTo>
                    <a:pt x="1803438" y="1903822"/>
                  </a:lnTo>
                  <a:lnTo>
                    <a:pt x="1800589" y="1910384"/>
                  </a:lnTo>
                  <a:lnTo>
                    <a:pt x="1787092" y="1911882"/>
                  </a:lnTo>
                  <a:lnTo>
                    <a:pt x="1778995" y="1920539"/>
                  </a:lnTo>
                  <a:lnTo>
                    <a:pt x="1768098" y="1922815"/>
                  </a:lnTo>
                  <a:lnTo>
                    <a:pt x="1757900" y="1931271"/>
                  </a:lnTo>
                  <a:lnTo>
                    <a:pt x="1741205" y="1936810"/>
                  </a:lnTo>
                  <a:lnTo>
                    <a:pt x="1739054" y="1941558"/>
                  </a:lnTo>
                  <a:lnTo>
                    <a:pt x="1729807" y="1945053"/>
                  </a:lnTo>
                  <a:lnTo>
                    <a:pt x="1730108" y="1953031"/>
                  </a:lnTo>
                  <a:lnTo>
                    <a:pt x="1722908" y="1957588"/>
                  </a:lnTo>
                  <a:lnTo>
                    <a:pt x="1718710" y="1956894"/>
                  </a:lnTo>
                  <a:lnTo>
                    <a:pt x="1714960" y="1962289"/>
                  </a:lnTo>
                  <a:lnTo>
                    <a:pt x="1712162" y="1963520"/>
                  </a:lnTo>
                  <a:lnTo>
                    <a:pt x="1709162" y="1960672"/>
                  </a:lnTo>
                  <a:lnTo>
                    <a:pt x="1707263" y="1964596"/>
                  </a:lnTo>
                  <a:lnTo>
                    <a:pt x="1701764" y="1962981"/>
                  </a:lnTo>
                  <a:lnTo>
                    <a:pt x="1689516" y="1964443"/>
                  </a:lnTo>
                  <a:lnTo>
                    <a:pt x="1687918" y="1967439"/>
                  </a:lnTo>
                  <a:lnTo>
                    <a:pt x="1687368" y="1972731"/>
                  </a:lnTo>
                  <a:lnTo>
                    <a:pt x="1683819" y="1975715"/>
                  </a:lnTo>
                  <a:lnTo>
                    <a:pt x="1667972" y="1980376"/>
                  </a:lnTo>
                  <a:lnTo>
                    <a:pt x="1665374" y="1979994"/>
                  </a:lnTo>
                  <a:lnTo>
                    <a:pt x="1662875" y="1974491"/>
                  </a:lnTo>
                  <a:lnTo>
                    <a:pt x="1656425" y="1971428"/>
                  </a:lnTo>
                  <a:lnTo>
                    <a:pt x="1648479" y="1959824"/>
                  </a:lnTo>
                  <a:lnTo>
                    <a:pt x="1646028" y="1959670"/>
                  </a:lnTo>
                  <a:lnTo>
                    <a:pt x="1645679" y="1957665"/>
                  </a:lnTo>
                  <a:lnTo>
                    <a:pt x="1648928" y="1953959"/>
                  </a:lnTo>
                  <a:lnTo>
                    <a:pt x="1648877" y="1951717"/>
                  </a:lnTo>
                  <a:lnTo>
                    <a:pt x="1647378" y="1950479"/>
                  </a:lnTo>
                  <a:lnTo>
                    <a:pt x="1633631" y="1962366"/>
                  </a:lnTo>
                  <a:lnTo>
                    <a:pt x="1607289" y="1957434"/>
                  </a:lnTo>
                  <a:lnTo>
                    <a:pt x="1600889" y="1945441"/>
                  </a:lnTo>
                  <a:lnTo>
                    <a:pt x="1600540" y="1938212"/>
                  </a:lnTo>
                  <a:lnTo>
                    <a:pt x="1589943" y="1932129"/>
                  </a:lnTo>
                  <a:lnTo>
                    <a:pt x="1582044" y="1930489"/>
                  </a:lnTo>
                  <a:lnTo>
                    <a:pt x="1580246" y="1928378"/>
                  </a:lnTo>
                  <a:lnTo>
                    <a:pt x="1577947" y="1918261"/>
                  </a:lnTo>
                  <a:lnTo>
                    <a:pt x="1571547" y="1907145"/>
                  </a:lnTo>
                  <a:lnTo>
                    <a:pt x="1555252" y="1897478"/>
                  </a:lnTo>
                  <a:lnTo>
                    <a:pt x="1549753" y="1897717"/>
                  </a:lnTo>
                  <a:lnTo>
                    <a:pt x="1545854" y="1901763"/>
                  </a:lnTo>
                  <a:lnTo>
                    <a:pt x="1538656" y="1901921"/>
                  </a:lnTo>
                  <a:lnTo>
                    <a:pt x="1531258" y="1909199"/>
                  </a:lnTo>
                  <a:lnTo>
                    <a:pt x="1520260" y="1909910"/>
                  </a:lnTo>
                  <a:lnTo>
                    <a:pt x="1515712" y="1907461"/>
                  </a:lnTo>
                  <a:lnTo>
                    <a:pt x="1502715" y="1908646"/>
                  </a:lnTo>
                  <a:lnTo>
                    <a:pt x="1500565" y="1899145"/>
                  </a:lnTo>
                  <a:lnTo>
                    <a:pt x="1491767" y="1898590"/>
                  </a:lnTo>
                  <a:lnTo>
                    <a:pt x="1493318" y="1888803"/>
                  </a:lnTo>
                  <a:lnTo>
                    <a:pt x="1488819" y="1888803"/>
                  </a:lnTo>
                  <a:lnTo>
                    <a:pt x="1486369" y="1884732"/>
                  </a:lnTo>
                  <a:lnTo>
                    <a:pt x="1482421" y="1884252"/>
                  </a:lnTo>
                  <a:lnTo>
                    <a:pt x="1474423" y="1889122"/>
                  </a:lnTo>
                  <a:lnTo>
                    <a:pt x="1473773" y="1899622"/>
                  </a:lnTo>
                  <a:lnTo>
                    <a:pt x="1468124" y="1901129"/>
                  </a:lnTo>
                  <a:lnTo>
                    <a:pt x="1464375" y="1904297"/>
                  </a:lnTo>
                  <a:lnTo>
                    <a:pt x="1463825" y="1907857"/>
                  </a:lnTo>
                  <a:lnTo>
                    <a:pt x="1461626" y="1907145"/>
                  </a:lnTo>
                  <a:lnTo>
                    <a:pt x="1438381" y="1858510"/>
                  </a:lnTo>
                  <a:lnTo>
                    <a:pt x="1402591" y="1794519"/>
                  </a:lnTo>
                  <a:lnTo>
                    <a:pt x="1366900" y="1763010"/>
                  </a:lnTo>
                  <a:lnTo>
                    <a:pt x="1364400" y="1759184"/>
                  </a:lnTo>
                  <a:lnTo>
                    <a:pt x="1362602" y="1753133"/>
                  </a:lnTo>
                  <a:lnTo>
                    <a:pt x="1369100" y="1753389"/>
                  </a:lnTo>
                  <a:lnTo>
                    <a:pt x="1374148" y="1739257"/>
                  </a:lnTo>
                  <a:lnTo>
                    <a:pt x="1364701" y="1744408"/>
                  </a:lnTo>
                  <a:lnTo>
                    <a:pt x="1358303" y="1745522"/>
                  </a:lnTo>
                  <a:lnTo>
                    <a:pt x="1342406" y="1754840"/>
                  </a:lnTo>
                  <a:lnTo>
                    <a:pt x="1335309" y="1756033"/>
                  </a:lnTo>
                  <a:lnTo>
                    <a:pt x="1333608" y="1761735"/>
                  </a:lnTo>
                  <a:lnTo>
                    <a:pt x="1329259" y="1765301"/>
                  </a:lnTo>
                  <a:lnTo>
                    <a:pt x="1324610" y="1768437"/>
                  </a:lnTo>
                  <a:lnTo>
                    <a:pt x="1318562" y="1768522"/>
                  </a:lnTo>
                  <a:lnTo>
                    <a:pt x="1307915" y="1776889"/>
                  </a:lnTo>
                  <a:lnTo>
                    <a:pt x="1306565" y="1783539"/>
                  </a:lnTo>
                  <a:lnTo>
                    <a:pt x="1305115" y="1784380"/>
                  </a:lnTo>
                  <a:lnTo>
                    <a:pt x="1301216" y="1780174"/>
                  </a:lnTo>
                  <a:lnTo>
                    <a:pt x="1291469" y="1778153"/>
                  </a:lnTo>
                  <a:lnTo>
                    <a:pt x="1285471" y="1780174"/>
                  </a:lnTo>
                  <a:lnTo>
                    <a:pt x="1278923" y="1786227"/>
                  </a:lnTo>
                  <a:lnTo>
                    <a:pt x="1275523" y="1779164"/>
                  </a:lnTo>
                  <a:lnTo>
                    <a:pt x="1276073" y="1774103"/>
                  </a:lnTo>
                  <a:lnTo>
                    <a:pt x="1278673" y="1769199"/>
                  </a:lnTo>
                  <a:lnTo>
                    <a:pt x="1286471" y="1763604"/>
                  </a:lnTo>
                  <a:lnTo>
                    <a:pt x="1287370" y="1758248"/>
                  </a:lnTo>
                  <a:lnTo>
                    <a:pt x="1286121" y="1757311"/>
                  </a:lnTo>
                  <a:lnTo>
                    <a:pt x="1275274" y="1762415"/>
                  </a:lnTo>
                  <a:lnTo>
                    <a:pt x="1270925" y="1761225"/>
                  </a:lnTo>
                  <a:lnTo>
                    <a:pt x="1265226" y="1755181"/>
                  </a:lnTo>
                  <a:lnTo>
                    <a:pt x="1257129" y="1753902"/>
                  </a:lnTo>
                  <a:lnTo>
                    <a:pt x="1255479" y="1756033"/>
                  </a:lnTo>
                  <a:lnTo>
                    <a:pt x="1256129" y="1760460"/>
                  </a:lnTo>
                  <a:lnTo>
                    <a:pt x="1252230" y="1763010"/>
                  </a:lnTo>
                  <a:lnTo>
                    <a:pt x="1251080" y="1761990"/>
                  </a:lnTo>
                  <a:lnTo>
                    <a:pt x="1250580" y="1754498"/>
                  </a:lnTo>
                  <a:lnTo>
                    <a:pt x="1244981" y="1744837"/>
                  </a:lnTo>
                  <a:lnTo>
                    <a:pt x="1242781" y="1745694"/>
                  </a:lnTo>
                  <a:lnTo>
                    <a:pt x="1239933" y="1750571"/>
                  </a:lnTo>
                  <a:lnTo>
                    <a:pt x="1221387" y="1752792"/>
                  </a:lnTo>
                  <a:lnTo>
                    <a:pt x="1214638" y="1750229"/>
                  </a:lnTo>
                  <a:lnTo>
                    <a:pt x="1213539" y="1747920"/>
                  </a:lnTo>
                  <a:lnTo>
                    <a:pt x="1216288" y="1743036"/>
                  </a:lnTo>
                  <a:lnTo>
                    <a:pt x="1217238" y="1731764"/>
                  </a:lnTo>
                  <a:lnTo>
                    <a:pt x="1209591" y="1706228"/>
                  </a:lnTo>
                  <a:lnTo>
                    <a:pt x="1204791" y="1697641"/>
                  </a:lnTo>
                  <a:lnTo>
                    <a:pt x="1197793" y="1698782"/>
                  </a:lnTo>
                  <a:lnTo>
                    <a:pt x="1189345" y="1704567"/>
                  </a:lnTo>
                  <a:lnTo>
                    <a:pt x="1170201" y="1695093"/>
                  </a:lnTo>
                  <a:lnTo>
                    <a:pt x="1155904" y="1693509"/>
                  </a:lnTo>
                  <a:lnTo>
                    <a:pt x="1143306" y="1702553"/>
                  </a:lnTo>
                  <a:lnTo>
                    <a:pt x="1134459" y="1704654"/>
                  </a:lnTo>
                  <a:lnTo>
                    <a:pt x="1135510" y="1709897"/>
                  </a:lnTo>
                  <a:lnTo>
                    <a:pt x="1133060" y="1713558"/>
                  </a:lnTo>
                  <a:lnTo>
                    <a:pt x="1094170" y="1725109"/>
                  </a:lnTo>
                  <a:lnTo>
                    <a:pt x="1079374" y="1728482"/>
                  </a:lnTo>
                  <a:lnTo>
                    <a:pt x="1071926" y="1728915"/>
                  </a:lnTo>
                  <a:lnTo>
                    <a:pt x="1070826" y="1727272"/>
                  </a:lnTo>
                  <a:lnTo>
                    <a:pt x="1065077" y="1730815"/>
                  </a:lnTo>
                  <a:lnTo>
                    <a:pt x="1058679" y="1730642"/>
                  </a:lnTo>
                  <a:lnTo>
                    <a:pt x="1052030" y="1735730"/>
                  </a:lnTo>
                  <a:lnTo>
                    <a:pt x="1049831" y="1743036"/>
                  </a:lnTo>
                  <a:lnTo>
                    <a:pt x="1047881" y="1744151"/>
                  </a:lnTo>
                  <a:lnTo>
                    <a:pt x="1043382" y="1741491"/>
                  </a:lnTo>
                  <a:lnTo>
                    <a:pt x="1035735" y="1743550"/>
                  </a:lnTo>
                  <a:lnTo>
                    <a:pt x="1030485" y="1742091"/>
                  </a:lnTo>
                  <a:lnTo>
                    <a:pt x="1013440" y="1749118"/>
                  </a:lnTo>
                  <a:lnTo>
                    <a:pt x="995196" y="1752194"/>
                  </a:lnTo>
                  <a:lnTo>
                    <a:pt x="991947" y="1755351"/>
                  </a:lnTo>
                  <a:lnTo>
                    <a:pt x="979699" y="1757056"/>
                  </a:lnTo>
                  <a:lnTo>
                    <a:pt x="976000" y="1759695"/>
                  </a:lnTo>
                  <a:lnTo>
                    <a:pt x="963254" y="1760205"/>
                  </a:lnTo>
                  <a:lnTo>
                    <a:pt x="960155" y="1762840"/>
                  </a:lnTo>
                  <a:lnTo>
                    <a:pt x="943608" y="1757993"/>
                  </a:lnTo>
                  <a:lnTo>
                    <a:pt x="940759" y="1759354"/>
                  </a:lnTo>
                  <a:lnTo>
                    <a:pt x="938359" y="1761990"/>
                  </a:lnTo>
                  <a:lnTo>
                    <a:pt x="937510" y="1771907"/>
                  </a:lnTo>
                  <a:lnTo>
                    <a:pt x="933761" y="1778069"/>
                  </a:lnTo>
                  <a:lnTo>
                    <a:pt x="941260" y="1781353"/>
                  </a:lnTo>
                  <a:lnTo>
                    <a:pt x="947507" y="1780006"/>
                  </a:lnTo>
                  <a:lnTo>
                    <a:pt x="949207" y="1782699"/>
                  </a:lnTo>
                  <a:lnTo>
                    <a:pt x="945508" y="1785807"/>
                  </a:lnTo>
                  <a:lnTo>
                    <a:pt x="940709" y="1786311"/>
                  </a:lnTo>
                  <a:lnTo>
                    <a:pt x="938860" y="1791340"/>
                  </a:lnTo>
                  <a:lnTo>
                    <a:pt x="939909" y="1793683"/>
                  </a:lnTo>
                  <a:lnTo>
                    <a:pt x="952656" y="1796440"/>
                  </a:lnTo>
                  <a:lnTo>
                    <a:pt x="962553" y="1802027"/>
                  </a:lnTo>
                  <a:lnTo>
                    <a:pt x="964403" y="1806768"/>
                  </a:lnTo>
                  <a:lnTo>
                    <a:pt x="961404" y="1809590"/>
                  </a:lnTo>
                  <a:lnTo>
                    <a:pt x="945508" y="1807183"/>
                  </a:lnTo>
                  <a:lnTo>
                    <a:pt x="935660" y="1808263"/>
                  </a:lnTo>
                  <a:lnTo>
                    <a:pt x="928862" y="1818694"/>
                  </a:lnTo>
                  <a:lnTo>
                    <a:pt x="928113" y="1821912"/>
                  </a:lnTo>
                  <a:lnTo>
                    <a:pt x="934211" y="1837352"/>
                  </a:lnTo>
                  <a:lnTo>
                    <a:pt x="925213" y="1845760"/>
                  </a:lnTo>
                  <a:lnTo>
                    <a:pt x="918415" y="1846901"/>
                  </a:lnTo>
                  <a:lnTo>
                    <a:pt x="907418" y="1855594"/>
                  </a:lnTo>
                  <a:lnTo>
                    <a:pt x="917365" y="1862797"/>
                  </a:lnTo>
                  <a:lnTo>
                    <a:pt x="919514" y="1868282"/>
                  </a:lnTo>
                  <a:lnTo>
                    <a:pt x="933611" y="1873352"/>
                  </a:lnTo>
                  <a:lnTo>
                    <a:pt x="934761" y="1875360"/>
                  </a:lnTo>
                  <a:lnTo>
                    <a:pt x="944458" y="1877606"/>
                  </a:lnTo>
                  <a:lnTo>
                    <a:pt x="949757" y="1882813"/>
                  </a:lnTo>
                  <a:lnTo>
                    <a:pt x="950606" y="1887048"/>
                  </a:lnTo>
                  <a:lnTo>
                    <a:pt x="945159" y="1903348"/>
                  </a:lnTo>
                  <a:lnTo>
                    <a:pt x="932761" y="1910620"/>
                  </a:lnTo>
                  <a:lnTo>
                    <a:pt x="918365" y="1911330"/>
                  </a:lnTo>
                  <a:lnTo>
                    <a:pt x="914565" y="1910225"/>
                  </a:lnTo>
                  <a:lnTo>
                    <a:pt x="908217" y="1903822"/>
                  </a:lnTo>
                  <a:lnTo>
                    <a:pt x="905318" y="1906038"/>
                  </a:lnTo>
                  <a:lnTo>
                    <a:pt x="901369" y="1915586"/>
                  </a:lnTo>
                  <a:lnTo>
                    <a:pt x="893322" y="1919440"/>
                  </a:lnTo>
                  <a:lnTo>
                    <a:pt x="893371" y="1915507"/>
                  </a:lnTo>
                  <a:lnTo>
                    <a:pt x="891371" y="1913932"/>
                  </a:lnTo>
                  <a:lnTo>
                    <a:pt x="875575" y="1910620"/>
                  </a:lnTo>
                  <a:lnTo>
                    <a:pt x="866229" y="1898511"/>
                  </a:lnTo>
                  <a:lnTo>
                    <a:pt x="861029" y="1894379"/>
                  </a:lnTo>
                  <a:lnTo>
                    <a:pt x="846583" y="1893185"/>
                  </a:lnTo>
                  <a:lnTo>
                    <a:pt x="841435" y="1900494"/>
                  </a:lnTo>
                  <a:lnTo>
                    <a:pt x="838785" y="1901842"/>
                  </a:lnTo>
                  <a:lnTo>
                    <a:pt x="835536" y="1902080"/>
                  </a:lnTo>
                  <a:lnTo>
                    <a:pt x="828237" y="1895651"/>
                  </a:lnTo>
                  <a:lnTo>
                    <a:pt x="823589" y="1894299"/>
                  </a:lnTo>
                  <a:lnTo>
                    <a:pt x="812742" y="1898035"/>
                  </a:lnTo>
                  <a:lnTo>
                    <a:pt x="809142" y="1896367"/>
                  </a:lnTo>
                  <a:lnTo>
                    <a:pt x="799495" y="1904060"/>
                  </a:lnTo>
                  <a:lnTo>
                    <a:pt x="796897" y="1909831"/>
                  </a:lnTo>
                  <a:lnTo>
                    <a:pt x="786799" y="1915507"/>
                  </a:lnTo>
                  <a:lnTo>
                    <a:pt x="777750" y="1911961"/>
                  </a:lnTo>
                  <a:lnTo>
                    <a:pt x="764054" y="1899780"/>
                  </a:lnTo>
                  <a:lnTo>
                    <a:pt x="757756" y="1896684"/>
                  </a:lnTo>
                  <a:lnTo>
                    <a:pt x="755107" y="1899622"/>
                  </a:lnTo>
                  <a:lnTo>
                    <a:pt x="756806" y="1902476"/>
                  </a:lnTo>
                  <a:lnTo>
                    <a:pt x="758006" y="1912119"/>
                  </a:lnTo>
                  <a:lnTo>
                    <a:pt x="757606" y="1915192"/>
                  </a:lnTo>
                  <a:lnTo>
                    <a:pt x="755356" y="1917632"/>
                  </a:lnTo>
                  <a:lnTo>
                    <a:pt x="753057" y="1915507"/>
                  </a:lnTo>
                  <a:lnTo>
                    <a:pt x="751657" y="1906908"/>
                  </a:lnTo>
                  <a:lnTo>
                    <a:pt x="743859" y="1895412"/>
                  </a:lnTo>
                  <a:lnTo>
                    <a:pt x="738761" y="1890079"/>
                  </a:lnTo>
                  <a:lnTo>
                    <a:pt x="731313" y="1886090"/>
                  </a:lnTo>
                  <a:lnTo>
                    <a:pt x="727014" y="1879530"/>
                  </a:lnTo>
                  <a:lnTo>
                    <a:pt x="721565" y="1875841"/>
                  </a:lnTo>
                  <a:lnTo>
                    <a:pt x="700271" y="1875841"/>
                  </a:lnTo>
                  <a:lnTo>
                    <a:pt x="693622" y="1866913"/>
                  </a:lnTo>
                  <a:lnTo>
                    <a:pt x="690523" y="1865703"/>
                  </a:lnTo>
                  <a:lnTo>
                    <a:pt x="684625" y="1867316"/>
                  </a:lnTo>
                  <a:lnTo>
                    <a:pt x="673578" y="1875761"/>
                  </a:lnTo>
                  <a:lnTo>
                    <a:pt x="666229" y="1876162"/>
                  </a:lnTo>
                  <a:lnTo>
                    <a:pt x="664129" y="1870778"/>
                  </a:lnTo>
                  <a:lnTo>
                    <a:pt x="661181" y="1868443"/>
                  </a:lnTo>
                  <a:lnTo>
                    <a:pt x="650933" y="1864815"/>
                  </a:lnTo>
                  <a:lnTo>
                    <a:pt x="637487" y="1882973"/>
                  </a:lnTo>
                  <a:lnTo>
                    <a:pt x="623940" y="1891354"/>
                  </a:lnTo>
                  <a:lnTo>
                    <a:pt x="614942" y="1893504"/>
                  </a:lnTo>
                  <a:lnTo>
                    <a:pt x="610094" y="1903743"/>
                  </a:lnTo>
                  <a:lnTo>
                    <a:pt x="595797" y="1914720"/>
                  </a:lnTo>
                  <a:lnTo>
                    <a:pt x="590699" y="1914247"/>
                  </a:lnTo>
                  <a:lnTo>
                    <a:pt x="596747" y="1940313"/>
                  </a:lnTo>
                  <a:lnTo>
                    <a:pt x="594397" y="1943966"/>
                  </a:lnTo>
                  <a:lnTo>
                    <a:pt x="585401" y="1948233"/>
                  </a:lnTo>
                  <a:lnTo>
                    <a:pt x="582651" y="1946993"/>
                  </a:lnTo>
                  <a:lnTo>
                    <a:pt x="565156" y="1924462"/>
                  </a:lnTo>
                  <a:lnTo>
                    <a:pt x="562205" y="1922894"/>
                  </a:lnTo>
                  <a:lnTo>
                    <a:pt x="557507" y="1925324"/>
                  </a:lnTo>
                  <a:lnTo>
                    <a:pt x="553758" y="1931427"/>
                  </a:lnTo>
                  <a:lnTo>
                    <a:pt x="553758" y="1938368"/>
                  </a:lnTo>
                  <a:lnTo>
                    <a:pt x="552459" y="1940858"/>
                  </a:lnTo>
                  <a:lnTo>
                    <a:pt x="545360" y="1947225"/>
                  </a:lnTo>
                  <a:lnTo>
                    <a:pt x="542510" y="1953959"/>
                  </a:lnTo>
                  <a:lnTo>
                    <a:pt x="540062" y="1968054"/>
                  </a:lnTo>
                  <a:lnTo>
                    <a:pt x="546460" y="1977245"/>
                  </a:lnTo>
                  <a:lnTo>
                    <a:pt x="537312" y="1991868"/>
                  </a:lnTo>
                  <a:lnTo>
                    <a:pt x="534713" y="2001635"/>
                  </a:lnTo>
                  <a:lnTo>
                    <a:pt x="536163" y="2008349"/>
                  </a:lnTo>
                  <a:lnTo>
                    <a:pt x="547360" y="2015866"/>
                  </a:lnTo>
                  <a:lnTo>
                    <a:pt x="548860" y="2020289"/>
                  </a:lnTo>
                  <a:lnTo>
                    <a:pt x="548160" y="2027690"/>
                  </a:lnTo>
                  <a:lnTo>
                    <a:pt x="551160" y="2034173"/>
                  </a:lnTo>
                  <a:lnTo>
                    <a:pt x="553708" y="2036256"/>
                  </a:lnTo>
                  <a:lnTo>
                    <a:pt x="558957" y="2033652"/>
                  </a:lnTo>
                  <a:lnTo>
                    <a:pt x="576402" y="2036107"/>
                  </a:lnTo>
                  <a:lnTo>
                    <a:pt x="577952" y="2037594"/>
                  </a:lnTo>
                  <a:lnTo>
                    <a:pt x="588699" y="2053580"/>
                  </a:lnTo>
                  <a:lnTo>
                    <a:pt x="599996" y="2075808"/>
                  </a:lnTo>
                  <a:lnTo>
                    <a:pt x="599747" y="2077778"/>
                  </a:lnTo>
                  <a:lnTo>
                    <a:pt x="597896" y="2078653"/>
                  </a:lnTo>
                  <a:lnTo>
                    <a:pt x="588850" y="2076538"/>
                  </a:lnTo>
                  <a:lnTo>
                    <a:pt x="587300" y="2078872"/>
                  </a:lnTo>
                  <a:lnTo>
                    <a:pt x="588350" y="2082658"/>
                  </a:lnTo>
                  <a:lnTo>
                    <a:pt x="607544" y="2093473"/>
                  </a:lnTo>
                  <a:lnTo>
                    <a:pt x="607944" y="2095282"/>
                  </a:lnTo>
                  <a:lnTo>
                    <a:pt x="604595" y="2095716"/>
                  </a:lnTo>
                  <a:lnTo>
                    <a:pt x="603296" y="2099402"/>
                  </a:lnTo>
                  <a:lnTo>
                    <a:pt x="592298" y="2103586"/>
                  </a:lnTo>
                  <a:lnTo>
                    <a:pt x="593598" y="2111140"/>
                  </a:lnTo>
                  <a:lnTo>
                    <a:pt x="586850" y="2109632"/>
                  </a:lnTo>
                  <a:lnTo>
                    <a:pt x="577752" y="2117524"/>
                  </a:lnTo>
                  <a:lnTo>
                    <a:pt x="568605" y="2120458"/>
                  </a:lnTo>
                  <a:lnTo>
                    <a:pt x="565055" y="2119528"/>
                  </a:lnTo>
                  <a:lnTo>
                    <a:pt x="563605" y="2120673"/>
                  </a:lnTo>
                  <a:lnTo>
                    <a:pt x="563156" y="2123603"/>
                  </a:lnTo>
                  <a:lnTo>
                    <a:pt x="558407" y="2119743"/>
                  </a:lnTo>
                  <a:lnTo>
                    <a:pt x="560106" y="2122889"/>
                  </a:lnTo>
                  <a:lnTo>
                    <a:pt x="559857" y="2127242"/>
                  </a:lnTo>
                  <a:lnTo>
                    <a:pt x="557057" y="2130022"/>
                  </a:lnTo>
                  <a:lnTo>
                    <a:pt x="555308" y="2138055"/>
                  </a:lnTo>
                  <a:lnTo>
                    <a:pt x="547910" y="2153824"/>
                  </a:lnTo>
                  <a:lnTo>
                    <a:pt x="545661" y="2151497"/>
                  </a:lnTo>
                  <a:lnTo>
                    <a:pt x="544360" y="2155162"/>
                  </a:lnTo>
                  <a:lnTo>
                    <a:pt x="538762" y="2160087"/>
                  </a:lnTo>
                  <a:lnTo>
                    <a:pt x="537662" y="2163808"/>
                  </a:lnTo>
                  <a:lnTo>
                    <a:pt x="538712" y="2169274"/>
                  </a:lnTo>
                  <a:lnTo>
                    <a:pt x="546210" y="2172282"/>
                  </a:lnTo>
                  <a:lnTo>
                    <a:pt x="554108" y="2181559"/>
                  </a:lnTo>
                  <a:lnTo>
                    <a:pt x="557507" y="2194055"/>
                  </a:lnTo>
                  <a:lnTo>
                    <a:pt x="558407" y="2202693"/>
                  </a:lnTo>
                  <a:lnTo>
                    <a:pt x="561207" y="2191907"/>
                  </a:lnTo>
                  <a:lnTo>
                    <a:pt x="563506" y="2190036"/>
                  </a:lnTo>
                  <a:lnTo>
                    <a:pt x="559706" y="2204417"/>
                  </a:lnTo>
                  <a:lnTo>
                    <a:pt x="559807" y="2215555"/>
                  </a:lnTo>
                  <a:lnTo>
                    <a:pt x="558407" y="2222541"/>
                  </a:lnTo>
                  <a:lnTo>
                    <a:pt x="563205" y="2227529"/>
                  </a:lnTo>
                  <a:lnTo>
                    <a:pt x="565256" y="2231006"/>
                  </a:lnTo>
                  <a:lnTo>
                    <a:pt x="565755" y="2235907"/>
                  </a:lnTo>
                  <a:lnTo>
                    <a:pt x="575553" y="2248250"/>
                  </a:lnTo>
                  <a:lnTo>
                    <a:pt x="584001" y="2263286"/>
                  </a:lnTo>
                  <a:lnTo>
                    <a:pt x="589249" y="2267316"/>
                  </a:lnTo>
                  <a:lnTo>
                    <a:pt x="584200" y="2276357"/>
                  </a:lnTo>
                  <a:lnTo>
                    <a:pt x="574903" y="2281633"/>
                  </a:lnTo>
                  <a:lnTo>
                    <a:pt x="569504" y="2290753"/>
                  </a:lnTo>
                  <a:lnTo>
                    <a:pt x="560007" y="2290155"/>
                  </a:lnTo>
                  <a:lnTo>
                    <a:pt x="552809" y="2286962"/>
                  </a:lnTo>
                  <a:lnTo>
                    <a:pt x="551259" y="2281766"/>
                  </a:lnTo>
                  <a:lnTo>
                    <a:pt x="538611" y="2268524"/>
                  </a:lnTo>
                  <a:lnTo>
                    <a:pt x="533664" y="2268993"/>
                  </a:lnTo>
                  <a:lnTo>
                    <a:pt x="532714" y="2266376"/>
                  </a:lnTo>
                  <a:lnTo>
                    <a:pt x="523716" y="2261874"/>
                  </a:lnTo>
                  <a:lnTo>
                    <a:pt x="516518" y="2260192"/>
                  </a:lnTo>
                  <a:lnTo>
                    <a:pt x="507770" y="2253858"/>
                  </a:lnTo>
                  <a:lnTo>
                    <a:pt x="510219" y="2243714"/>
                  </a:lnTo>
                  <a:lnTo>
                    <a:pt x="508220" y="2242087"/>
                  </a:lnTo>
                  <a:lnTo>
                    <a:pt x="499572" y="2241611"/>
                  </a:lnTo>
                  <a:lnTo>
                    <a:pt x="494473" y="2236179"/>
                  </a:lnTo>
                  <a:lnTo>
                    <a:pt x="486426" y="2233049"/>
                  </a:lnTo>
                  <a:lnTo>
                    <a:pt x="483675" y="2238353"/>
                  </a:lnTo>
                  <a:lnTo>
                    <a:pt x="480127" y="2233866"/>
                  </a:lnTo>
                  <a:lnTo>
                    <a:pt x="476277" y="2233389"/>
                  </a:lnTo>
                  <a:lnTo>
                    <a:pt x="461082" y="2240255"/>
                  </a:lnTo>
                  <a:lnTo>
                    <a:pt x="457433" y="2240051"/>
                  </a:lnTo>
                  <a:lnTo>
                    <a:pt x="454984" y="2238353"/>
                  </a:lnTo>
                  <a:lnTo>
                    <a:pt x="456234" y="2233458"/>
                  </a:lnTo>
                  <a:lnTo>
                    <a:pt x="436939" y="2224250"/>
                  </a:lnTo>
                  <a:lnTo>
                    <a:pt x="434239" y="2220352"/>
                  </a:lnTo>
                  <a:lnTo>
                    <a:pt x="427841" y="2217407"/>
                  </a:lnTo>
                  <a:lnTo>
                    <a:pt x="422442" y="2217955"/>
                  </a:lnTo>
                  <a:lnTo>
                    <a:pt x="418343" y="2215349"/>
                  </a:lnTo>
                  <a:lnTo>
                    <a:pt x="408095" y="2216584"/>
                  </a:lnTo>
                  <a:lnTo>
                    <a:pt x="395048" y="2215487"/>
                  </a:lnTo>
                  <a:lnTo>
                    <a:pt x="388900" y="2211161"/>
                  </a:lnTo>
                  <a:lnTo>
                    <a:pt x="381252" y="2209580"/>
                  </a:lnTo>
                  <a:lnTo>
                    <a:pt x="369155" y="2203520"/>
                  </a:lnTo>
                  <a:lnTo>
                    <a:pt x="365607" y="2204348"/>
                  </a:lnTo>
                  <a:lnTo>
                    <a:pt x="355359" y="2202141"/>
                  </a:lnTo>
                  <a:lnTo>
                    <a:pt x="353510" y="2202762"/>
                  </a:lnTo>
                  <a:lnTo>
                    <a:pt x="350560" y="2207860"/>
                  </a:lnTo>
                  <a:lnTo>
                    <a:pt x="315569" y="2174447"/>
                  </a:lnTo>
                  <a:lnTo>
                    <a:pt x="300673" y="2169274"/>
                  </a:lnTo>
                  <a:lnTo>
                    <a:pt x="291525" y="2158400"/>
                  </a:lnTo>
                  <a:lnTo>
                    <a:pt x="287427" y="2159876"/>
                  </a:lnTo>
                  <a:lnTo>
                    <a:pt x="281628" y="2158540"/>
                  </a:lnTo>
                  <a:lnTo>
                    <a:pt x="277629" y="2154952"/>
                  </a:lnTo>
                  <a:lnTo>
                    <a:pt x="273530" y="2147756"/>
                  </a:lnTo>
                  <a:lnTo>
                    <a:pt x="258184" y="2141671"/>
                  </a:lnTo>
                  <a:lnTo>
                    <a:pt x="257284" y="2139332"/>
                  </a:lnTo>
                  <a:lnTo>
                    <a:pt x="266232" y="2135215"/>
                  </a:lnTo>
                  <a:lnTo>
                    <a:pt x="260084" y="2131944"/>
                  </a:lnTo>
                  <a:lnTo>
                    <a:pt x="262132" y="2130449"/>
                  </a:lnTo>
                  <a:lnTo>
                    <a:pt x="264132" y="2129808"/>
                  </a:lnTo>
                  <a:lnTo>
                    <a:pt x="273780" y="2135925"/>
                  </a:lnTo>
                  <a:lnTo>
                    <a:pt x="285827" y="2131730"/>
                  </a:lnTo>
                  <a:lnTo>
                    <a:pt x="286527" y="2127385"/>
                  </a:lnTo>
                  <a:lnTo>
                    <a:pt x="284777" y="2126886"/>
                  </a:lnTo>
                  <a:lnTo>
                    <a:pt x="284877" y="2124317"/>
                  </a:lnTo>
                  <a:lnTo>
                    <a:pt x="291225" y="2115015"/>
                  </a:lnTo>
                  <a:lnTo>
                    <a:pt x="293774" y="2106899"/>
                  </a:lnTo>
                  <a:lnTo>
                    <a:pt x="296024" y="2105099"/>
                  </a:lnTo>
                  <a:lnTo>
                    <a:pt x="297673" y="2106323"/>
                  </a:lnTo>
                  <a:lnTo>
                    <a:pt x="297824" y="2109632"/>
                  </a:lnTo>
                  <a:lnTo>
                    <a:pt x="300723" y="2103225"/>
                  </a:lnTo>
                  <a:lnTo>
                    <a:pt x="309321" y="2103369"/>
                  </a:lnTo>
                  <a:lnTo>
                    <a:pt x="297773" y="2091155"/>
                  </a:lnTo>
                  <a:lnTo>
                    <a:pt x="293225" y="2090720"/>
                  </a:lnTo>
                  <a:lnTo>
                    <a:pt x="289126" y="2081421"/>
                  </a:lnTo>
                  <a:lnTo>
                    <a:pt x="294724" y="2082149"/>
                  </a:lnTo>
                  <a:lnTo>
                    <a:pt x="302023" y="2078799"/>
                  </a:lnTo>
                  <a:lnTo>
                    <a:pt x="309520" y="2080329"/>
                  </a:lnTo>
                  <a:lnTo>
                    <a:pt x="307821" y="2074275"/>
                  </a:lnTo>
                  <a:lnTo>
                    <a:pt x="330916" y="2064833"/>
                  </a:lnTo>
                  <a:lnTo>
                    <a:pt x="331565" y="2062337"/>
                  </a:lnTo>
                  <a:lnTo>
                    <a:pt x="328816" y="2055717"/>
                  </a:lnTo>
                  <a:lnTo>
                    <a:pt x="324066" y="2055570"/>
                  </a:lnTo>
                  <a:lnTo>
                    <a:pt x="321417" y="2059471"/>
                  </a:lnTo>
                  <a:lnTo>
                    <a:pt x="314169" y="2060794"/>
                  </a:lnTo>
                  <a:lnTo>
                    <a:pt x="310970" y="2060500"/>
                  </a:lnTo>
                  <a:lnTo>
                    <a:pt x="316769" y="2056012"/>
                  </a:lnTo>
                  <a:lnTo>
                    <a:pt x="311670" y="2056896"/>
                  </a:lnTo>
                  <a:lnTo>
                    <a:pt x="301572" y="2062924"/>
                  </a:lnTo>
                  <a:lnTo>
                    <a:pt x="301223" y="2059544"/>
                  </a:lnTo>
                  <a:lnTo>
                    <a:pt x="303423" y="2055349"/>
                  </a:lnTo>
                  <a:lnTo>
                    <a:pt x="301223" y="2053580"/>
                  </a:lnTo>
                  <a:lnTo>
                    <a:pt x="303623" y="2043750"/>
                  </a:lnTo>
                  <a:lnTo>
                    <a:pt x="313419" y="2039376"/>
                  </a:lnTo>
                  <a:lnTo>
                    <a:pt x="318468" y="2032313"/>
                  </a:lnTo>
                  <a:lnTo>
                    <a:pt x="343862" y="2032015"/>
                  </a:lnTo>
                  <a:lnTo>
                    <a:pt x="345011" y="2030227"/>
                  </a:lnTo>
                  <a:lnTo>
                    <a:pt x="344962" y="2027019"/>
                  </a:lnTo>
                  <a:lnTo>
                    <a:pt x="350011" y="2014365"/>
                  </a:lnTo>
                  <a:lnTo>
                    <a:pt x="346912" y="2012937"/>
                  </a:lnTo>
                  <a:lnTo>
                    <a:pt x="348111" y="2010532"/>
                  </a:lnTo>
                  <a:lnTo>
                    <a:pt x="346611" y="2002920"/>
                  </a:lnTo>
                  <a:lnTo>
                    <a:pt x="341313" y="2000880"/>
                  </a:lnTo>
                  <a:lnTo>
                    <a:pt x="342962" y="1994674"/>
                  </a:lnTo>
                  <a:lnTo>
                    <a:pt x="345412" y="1991792"/>
                  </a:lnTo>
                  <a:lnTo>
                    <a:pt x="351260" y="1991184"/>
                  </a:lnTo>
                  <a:lnTo>
                    <a:pt x="344312" y="1987233"/>
                  </a:lnTo>
                  <a:lnTo>
                    <a:pt x="342462" y="1983274"/>
                  </a:lnTo>
                  <a:lnTo>
                    <a:pt x="348111" y="1980910"/>
                  </a:lnTo>
                  <a:lnTo>
                    <a:pt x="354210" y="1972960"/>
                  </a:lnTo>
                  <a:lnTo>
                    <a:pt x="354658" y="1967977"/>
                  </a:lnTo>
                  <a:lnTo>
                    <a:pt x="352759" y="1965289"/>
                  </a:lnTo>
                  <a:lnTo>
                    <a:pt x="353409" y="1959053"/>
                  </a:lnTo>
                  <a:lnTo>
                    <a:pt x="345061" y="1959284"/>
                  </a:lnTo>
                  <a:lnTo>
                    <a:pt x="336264" y="1952568"/>
                  </a:lnTo>
                  <a:lnTo>
                    <a:pt x="331815" y="1952026"/>
                  </a:lnTo>
                  <a:lnTo>
                    <a:pt x="328266" y="1947070"/>
                  </a:lnTo>
                  <a:lnTo>
                    <a:pt x="321118" y="1948465"/>
                  </a:lnTo>
                  <a:lnTo>
                    <a:pt x="313620" y="1942879"/>
                  </a:lnTo>
                  <a:lnTo>
                    <a:pt x="308171" y="1942413"/>
                  </a:lnTo>
                  <a:lnTo>
                    <a:pt x="302823" y="1938601"/>
                  </a:lnTo>
                  <a:lnTo>
                    <a:pt x="300573" y="1939769"/>
                  </a:lnTo>
                  <a:lnTo>
                    <a:pt x="299724" y="1943500"/>
                  </a:lnTo>
                  <a:lnTo>
                    <a:pt x="296924" y="1944354"/>
                  </a:lnTo>
                  <a:lnTo>
                    <a:pt x="287427" y="1936187"/>
                  </a:lnTo>
                  <a:lnTo>
                    <a:pt x="284027" y="1928221"/>
                  </a:lnTo>
                  <a:lnTo>
                    <a:pt x="279579" y="1923051"/>
                  </a:lnTo>
                  <a:lnTo>
                    <a:pt x="261183" y="1928221"/>
                  </a:lnTo>
                  <a:lnTo>
                    <a:pt x="257284" y="1931817"/>
                  </a:lnTo>
                  <a:lnTo>
                    <a:pt x="253985" y="1928691"/>
                  </a:lnTo>
                  <a:lnTo>
                    <a:pt x="248586" y="1928691"/>
                  </a:lnTo>
                  <a:lnTo>
                    <a:pt x="243338" y="1923129"/>
                  </a:lnTo>
                  <a:lnTo>
                    <a:pt x="237039" y="1921874"/>
                  </a:lnTo>
                  <a:lnTo>
                    <a:pt x="231041" y="1925872"/>
                  </a:lnTo>
                  <a:lnTo>
                    <a:pt x="228741" y="1924854"/>
                  </a:lnTo>
                  <a:lnTo>
                    <a:pt x="223742" y="1917395"/>
                  </a:lnTo>
                  <a:lnTo>
                    <a:pt x="223193" y="1914326"/>
                  </a:lnTo>
                  <a:lnTo>
                    <a:pt x="224542" y="1909199"/>
                  </a:lnTo>
                  <a:lnTo>
                    <a:pt x="221043" y="1899384"/>
                  </a:lnTo>
                  <a:lnTo>
                    <a:pt x="220994" y="1895253"/>
                  </a:lnTo>
                  <a:lnTo>
                    <a:pt x="216695" y="1894538"/>
                  </a:lnTo>
                  <a:lnTo>
                    <a:pt x="214095" y="1888245"/>
                  </a:lnTo>
                  <a:lnTo>
                    <a:pt x="205647" y="1889760"/>
                  </a:lnTo>
                  <a:lnTo>
                    <a:pt x="190501" y="1885930"/>
                  </a:lnTo>
                  <a:lnTo>
                    <a:pt x="192201" y="1882173"/>
                  </a:lnTo>
                  <a:lnTo>
                    <a:pt x="190951" y="1881132"/>
                  </a:lnTo>
                  <a:lnTo>
                    <a:pt x="190102" y="1872628"/>
                  </a:lnTo>
                  <a:lnTo>
                    <a:pt x="187903" y="1866993"/>
                  </a:lnTo>
                  <a:lnTo>
                    <a:pt x="195100" y="1865380"/>
                  </a:lnTo>
                  <a:lnTo>
                    <a:pt x="195600" y="1862473"/>
                  </a:lnTo>
                  <a:lnTo>
                    <a:pt x="187702" y="1853485"/>
                  </a:lnTo>
                  <a:lnTo>
                    <a:pt x="182404" y="1841193"/>
                  </a:lnTo>
                  <a:lnTo>
                    <a:pt x="177205" y="1837024"/>
                  </a:lnTo>
                  <a:lnTo>
                    <a:pt x="160909" y="1837188"/>
                  </a:lnTo>
                  <a:lnTo>
                    <a:pt x="151412" y="1841193"/>
                  </a:lnTo>
                  <a:lnTo>
                    <a:pt x="141113" y="1838660"/>
                  </a:lnTo>
                  <a:lnTo>
                    <a:pt x="139065" y="1840294"/>
                  </a:lnTo>
                  <a:lnTo>
                    <a:pt x="136865" y="1847470"/>
                  </a:lnTo>
                  <a:lnTo>
                    <a:pt x="132416" y="1850317"/>
                  </a:lnTo>
                  <a:lnTo>
                    <a:pt x="122418" y="1848040"/>
                  </a:lnTo>
                  <a:lnTo>
                    <a:pt x="117270" y="1838496"/>
                  </a:lnTo>
                  <a:lnTo>
                    <a:pt x="118319" y="1827839"/>
                  </a:lnTo>
                  <a:lnTo>
                    <a:pt x="115871" y="1823807"/>
                  </a:lnTo>
                  <a:lnTo>
                    <a:pt x="115670" y="1820840"/>
                  </a:lnTo>
                  <a:lnTo>
                    <a:pt x="116919" y="1818033"/>
                  </a:lnTo>
                  <a:lnTo>
                    <a:pt x="108422" y="1806186"/>
                  </a:lnTo>
                  <a:lnTo>
                    <a:pt x="112821" y="1797943"/>
                  </a:lnTo>
                  <a:lnTo>
                    <a:pt x="119770" y="1797693"/>
                  </a:lnTo>
                  <a:lnTo>
                    <a:pt x="124818" y="1802110"/>
                  </a:lnTo>
                  <a:lnTo>
                    <a:pt x="132966" y="1802777"/>
                  </a:lnTo>
                  <a:lnTo>
                    <a:pt x="140864" y="1797275"/>
                  </a:lnTo>
                  <a:lnTo>
                    <a:pt x="142064" y="1794436"/>
                  </a:lnTo>
                  <a:lnTo>
                    <a:pt x="148562" y="1791424"/>
                  </a:lnTo>
                  <a:lnTo>
                    <a:pt x="148612" y="1787569"/>
                  </a:lnTo>
                  <a:lnTo>
                    <a:pt x="142064" y="1781605"/>
                  </a:lnTo>
                  <a:lnTo>
                    <a:pt x="140814" y="1778321"/>
                  </a:lnTo>
                  <a:lnTo>
                    <a:pt x="141513" y="1774779"/>
                  </a:lnTo>
                  <a:lnTo>
                    <a:pt x="134566" y="1770638"/>
                  </a:lnTo>
                  <a:lnTo>
                    <a:pt x="122169" y="1769199"/>
                  </a:lnTo>
                  <a:lnTo>
                    <a:pt x="124169" y="1763349"/>
                  </a:lnTo>
                  <a:lnTo>
                    <a:pt x="124169" y="1758844"/>
                  </a:lnTo>
                  <a:lnTo>
                    <a:pt x="112422" y="1750999"/>
                  </a:lnTo>
                  <a:lnTo>
                    <a:pt x="106373" y="1738741"/>
                  </a:lnTo>
                  <a:lnTo>
                    <a:pt x="103323" y="1736935"/>
                  </a:lnTo>
                  <a:lnTo>
                    <a:pt x="105473" y="1730556"/>
                  </a:lnTo>
                  <a:lnTo>
                    <a:pt x="95626" y="1722943"/>
                  </a:lnTo>
                  <a:lnTo>
                    <a:pt x="96525" y="1716605"/>
                  </a:lnTo>
                  <a:lnTo>
                    <a:pt x="100624" y="1709984"/>
                  </a:lnTo>
                  <a:lnTo>
                    <a:pt x="100075" y="1705791"/>
                  </a:lnTo>
                  <a:lnTo>
                    <a:pt x="96076" y="1698958"/>
                  </a:lnTo>
                  <a:lnTo>
                    <a:pt x="98475" y="1693157"/>
                  </a:lnTo>
                  <a:lnTo>
                    <a:pt x="97975" y="1683362"/>
                  </a:lnTo>
                  <a:lnTo>
                    <a:pt x="93526" y="1682123"/>
                  </a:lnTo>
                  <a:lnTo>
                    <a:pt x="86127" y="1673961"/>
                  </a:lnTo>
                  <a:lnTo>
                    <a:pt x="79929" y="1671114"/>
                  </a:lnTo>
                  <a:lnTo>
                    <a:pt x="71731" y="1671114"/>
                  </a:lnTo>
                  <a:lnTo>
                    <a:pt x="59085" y="1679022"/>
                  </a:lnTo>
                  <a:lnTo>
                    <a:pt x="55486" y="1674139"/>
                  </a:lnTo>
                  <a:lnTo>
                    <a:pt x="56686" y="1667817"/>
                  </a:lnTo>
                  <a:lnTo>
                    <a:pt x="53536" y="1665050"/>
                  </a:lnTo>
                  <a:lnTo>
                    <a:pt x="46589" y="1662369"/>
                  </a:lnTo>
                  <a:lnTo>
                    <a:pt x="39990" y="1666300"/>
                  </a:lnTo>
                  <a:lnTo>
                    <a:pt x="33591" y="1658877"/>
                  </a:lnTo>
                  <a:lnTo>
                    <a:pt x="25793" y="1660669"/>
                  </a:lnTo>
                  <a:lnTo>
                    <a:pt x="22045" y="1656277"/>
                  </a:lnTo>
                  <a:lnTo>
                    <a:pt x="23544" y="1650436"/>
                  </a:lnTo>
                  <a:lnTo>
                    <a:pt x="22645" y="1644125"/>
                  </a:lnTo>
                  <a:lnTo>
                    <a:pt x="20795" y="1636163"/>
                  </a:lnTo>
                  <a:lnTo>
                    <a:pt x="14947" y="1626254"/>
                  </a:lnTo>
                  <a:lnTo>
                    <a:pt x="14647" y="1622056"/>
                  </a:lnTo>
                  <a:lnTo>
                    <a:pt x="12547" y="1619862"/>
                  </a:lnTo>
                  <a:lnTo>
                    <a:pt x="7898" y="1620960"/>
                  </a:lnTo>
                  <a:lnTo>
                    <a:pt x="10098" y="1610327"/>
                  </a:lnTo>
                  <a:lnTo>
                    <a:pt x="13197" y="1603144"/>
                  </a:lnTo>
                  <a:lnTo>
                    <a:pt x="13147" y="1598063"/>
                  </a:lnTo>
                  <a:lnTo>
                    <a:pt x="5098" y="1591112"/>
                  </a:lnTo>
                  <a:lnTo>
                    <a:pt x="4350" y="1587022"/>
                  </a:lnTo>
                  <a:lnTo>
                    <a:pt x="0" y="1584880"/>
                  </a:lnTo>
                  <a:lnTo>
                    <a:pt x="1250" y="1578815"/>
                  </a:lnTo>
                  <a:lnTo>
                    <a:pt x="5199" y="1571886"/>
                  </a:lnTo>
                  <a:lnTo>
                    <a:pt x="11797" y="1568224"/>
                  </a:lnTo>
                  <a:lnTo>
                    <a:pt x="8848" y="1564837"/>
                  </a:lnTo>
                  <a:lnTo>
                    <a:pt x="4098" y="1549806"/>
                  </a:lnTo>
                  <a:lnTo>
                    <a:pt x="4899" y="1538477"/>
                  </a:lnTo>
                  <a:lnTo>
                    <a:pt x="2199" y="1519666"/>
                  </a:lnTo>
                  <a:lnTo>
                    <a:pt x="11197" y="1505431"/>
                  </a:lnTo>
                  <a:lnTo>
                    <a:pt x="15096" y="1493241"/>
                  </a:lnTo>
                  <a:lnTo>
                    <a:pt x="22094" y="1487950"/>
                  </a:lnTo>
                  <a:lnTo>
                    <a:pt x="18245" y="1481954"/>
                  </a:lnTo>
                  <a:lnTo>
                    <a:pt x="19695" y="1478111"/>
                  </a:lnTo>
                  <a:lnTo>
                    <a:pt x="18295" y="1468815"/>
                  </a:lnTo>
                  <a:lnTo>
                    <a:pt x="19545" y="1465639"/>
                  </a:lnTo>
                  <a:lnTo>
                    <a:pt x="21545" y="1465341"/>
                  </a:lnTo>
                  <a:lnTo>
                    <a:pt x="27193" y="1470499"/>
                  </a:lnTo>
                  <a:lnTo>
                    <a:pt x="32292" y="1461861"/>
                  </a:lnTo>
                  <a:lnTo>
                    <a:pt x="38690" y="1464248"/>
                  </a:lnTo>
                  <a:lnTo>
                    <a:pt x="44239" y="1463055"/>
                  </a:lnTo>
                  <a:lnTo>
                    <a:pt x="49787" y="1453582"/>
                  </a:lnTo>
                  <a:lnTo>
                    <a:pt x="76881" y="1460567"/>
                  </a:lnTo>
                  <a:lnTo>
                    <a:pt x="78280" y="1455880"/>
                  </a:lnTo>
                  <a:lnTo>
                    <a:pt x="72831" y="1452082"/>
                  </a:lnTo>
                  <a:lnTo>
                    <a:pt x="65733" y="1442653"/>
                  </a:lnTo>
                  <a:lnTo>
                    <a:pt x="47638" y="1442854"/>
                  </a:lnTo>
                  <a:lnTo>
                    <a:pt x="40490" y="1434993"/>
                  </a:lnTo>
                  <a:lnTo>
                    <a:pt x="35791" y="1432568"/>
                  </a:lnTo>
                  <a:lnTo>
                    <a:pt x="31592" y="1423342"/>
                  </a:lnTo>
                  <a:lnTo>
                    <a:pt x="35191" y="1426084"/>
                  </a:lnTo>
                  <a:lnTo>
                    <a:pt x="35991" y="1419272"/>
                  </a:lnTo>
                  <a:lnTo>
                    <a:pt x="32142" y="1415499"/>
                  </a:lnTo>
                  <a:lnTo>
                    <a:pt x="22894" y="1421512"/>
                  </a:lnTo>
                  <a:lnTo>
                    <a:pt x="12297" y="1423546"/>
                  </a:lnTo>
                  <a:lnTo>
                    <a:pt x="29243" y="1403004"/>
                  </a:lnTo>
                  <a:lnTo>
                    <a:pt x="52687" y="1380564"/>
                  </a:lnTo>
                  <a:lnTo>
                    <a:pt x="99474" y="1319721"/>
                  </a:lnTo>
                  <a:lnTo>
                    <a:pt x="109173" y="1305025"/>
                  </a:lnTo>
                  <a:lnTo>
                    <a:pt x="116070" y="1285826"/>
                  </a:lnTo>
                  <a:lnTo>
                    <a:pt x="115371" y="1281544"/>
                  </a:lnTo>
                  <a:lnTo>
                    <a:pt x="106274" y="1265975"/>
                  </a:lnTo>
                  <a:lnTo>
                    <a:pt x="85078" y="1247694"/>
                  </a:lnTo>
                  <a:lnTo>
                    <a:pt x="73231" y="1233294"/>
                  </a:lnTo>
                  <a:lnTo>
                    <a:pt x="79280" y="1228996"/>
                  </a:lnTo>
                  <a:lnTo>
                    <a:pt x="87478" y="1215242"/>
                  </a:lnTo>
                  <a:lnTo>
                    <a:pt x="88078" y="1211701"/>
                  </a:lnTo>
                  <a:lnTo>
                    <a:pt x="87027" y="1201495"/>
                  </a:lnTo>
                  <a:lnTo>
                    <a:pt x="76480" y="1193195"/>
                  </a:lnTo>
                  <a:lnTo>
                    <a:pt x="73082" y="1182998"/>
                  </a:lnTo>
                  <a:lnTo>
                    <a:pt x="76781" y="1175194"/>
                  </a:lnTo>
                  <a:lnTo>
                    <a:pt x="76530" y="1169465"/>
                  </a:lnTo>
                  <a:lnTo>
                    <a:pt x="67433" y="1164892"/>
                  </a:lnTo>
                  <a:lnTo>
                    <a:pt x="62484" y="1154056"/>
                  </a:lnTo>
                  <a:lnTo>
                    <a:pt x="62984" y="1149442"/>
                  </a:lnTo>
                  <a:lnTo>
                    <a:pt x="68682" y="1142440"/>
                  </a:lnTo>
                  <a:lnTo>
                    <a:pt x="68183" y="1138510"/>
                  </a:lnTo>
                  <a:lnTo>
                    <a:pt x="62584" y="1135647"/>
                  </a:lnTo>
                  <a:lnTo>
                    <a:pt x="65533" y="1129787"/>
                  </a:lnTo>
                  <a:lnTo>
                    <a:pt x="65933" y="1120660"/>
                  </a:lnTo>
                  <a:lnTo>
                    <a:pt x="68432" y="1114266"/>
                  </a:lnTo>
                  <a:lnTo>
                    <a:pt x="65583" y="1110515"/>
                  </a:lnTo>
                  <a:lnTo>
                    <a:pt x="76130" y="1106635"/>
                  </a:lnTo>
                  <a:lnTo>
                    <a:pt x="75881" y="1099580"/>
                  </a:lnTo>
                  <a:lnTo>
                    <a:pt x="70781" y="1078860"/>
                  </a:lnTo>
                  <a:lnTo>
                    <a:pt x="47538" y="1023090"/>
                  </a:lnTo>
                  <a:lnTo>
                    <a:pt x="48088" y="1017477"/>
                  </a:lnTo>
                  <a:lnTo>
                    <a:pt x="52437" y="1008509"/>
                  </a:lnTo>
                  <a:lnTo>
                    <a:pt x="71831" y="976095"/>
                  </a:lnTo>
                  <a:lnTo>
                    <a:pt x="73131" y="967304"/>
                  </a:lnTo>
                  <a:lnTo>
                    <a:pt x="55236" y="938250"/>
                  </a:lnTo>
                  <a:lnTo>
                    <a:pt x="36941" y="928724"/>
                  </a:lnTo>
                  <a:lnTo>
                    <a:pt x="30992" y="906244"/>
                  </a:lnTo>
                  <a:lnTo>
                    <a:pt x="31242" y="902559"/>
                  </a:lnTo>
                  <a:lnTo>
                    <a:pt x="38790" y="884706"/>
                  </a:lnTo>
                  <a:lnTo>
                    <a:pt x="39390" y="879452"/>
                  </a:lnTo>
                  <a:lnTo>
                    <a:pt x="29443" y="874460"/>
                  </a:lnTo>
                  <a:lnTo>
                    <a:pt x="48987" y="863173"/>
                  </a:lnTo>
                  <a:lnTo>
                    <a:pt x="51537" y="859535"/>
                  </a:lnTo>
                  <a:lnTo>
                    <a:pt x="56486" y="843771"/>
                  </a:lnTo>
                  <a:lnTo>
                    <a:pt x="73282" y="836402"/>
                  </a:lnTo>
                  <a:lnTo>
                    <a:pt x="78030" y="827716"/>
                  </a:lnTo>
                  <a:lnTo>
                    <a:pt x="78480" y="816976"/>
                  </a:lnTo>
                  <a:lnTo>
                    <a:pt x="90577" y="825288"/>
                  </a:lnTo>
                  <a:lnTo>
                    <a:pt x="97375" y="824859"/>
                  </a:lnTo>
                  <a:lnTo>
                    <a:pt x="99125" y="815827"/>
                  </a:lnTo>
                  <a:lnTo>
                    <a:pt x="97624" y="805156"/>
                  </a:lnTo>
                  <a:lnTo>
                    <a:pt x="116420" y="812085"/>
                  </a:lnTo>
                  <a:lnTo>
                    <a:pt x="119719" y="810211"/>
                  </a:lnTo>
                  <a:lnTo>
                    <a:pt x="123118" y="802550"/>
                  </a:lnTo>
                  <a:lnTo>
                    <a:pt x="128967" y="803129"/>
                  </a:lnTo>
                  <a:lnTo>
                    <a:pt x="129867" y="801100"/>
                  </a:lnTo>
                  <a:lnTo>
                    <a:pt x="128168" y="794708"/>
                  </a:lnTo>
                  <a:lnTo>
                    <a:pt x="128567" y="791503"/>
                  </a:lnTo>
                  <a:lnTo>
                    <a:pt x="157010" y="810067"/>
                  </a:lnTo>
                  <a:lnTo>
                    <a:pt x="156610" y="817838"/>
                  </a:lnTo>
                  <a:lnTo>
                    <a:pt x="154410" y="819704"/>
                  </a:lnTo>
                  <a:lnTo>
                    <a:pt x="133916" y="813957"/>
                  </a:lnTo>
                  <a:lnTo>
                    <a:pt x="131567" y="817264"/>
                  </a:lnTo>
                  <a:lnTo>
                    <a:pt x="138165" y="823572"/>
                  </a:lnTo>
                  <a:lnTo>
                    <a:pt x="139515" y="829429"/>
                  </a:lnTo>
                  <a:lnTo>
                    <a:pt x="156760" y="830141"/>
                  </a:lnTo>
                  <a:lnTo>
                    <a:pt x="157360" y="832136"/>
                  </a:lnTo>
                  <a:lnTo>
                    <a:pt x="155160" y="837112"/>
                  </a:lnTo>
                  <a:lnTo>
                    <a:pt x="156210" y="838389"/>
                  </a:lnTo>
                  <a:lnTo>
                    <a:pt x="169407" y="833559"/>
                  </a:lnTo>
                  <a:lnTo>
                    <a:pt x="168257" y="846173"/>
                  </a:lnTo>
                  <a:lnTo>
                    <a:pt x="165858" y="855186"/>
                  </a:lnTo>
                  <a:lnTo>
                    <a:pt x="160709" y="861635"/>
                  </a:lnTo>
                  <a:lnTo>
                    <a:pt x="168857" y="856871"/>
                  </a:lnTo>
                  <a:lnTo>
                    <a:pt x="175805" y="842780"/>
                  </a:lnTo>
                  <a:lnTo>
                    <a:pt x="190901" y="842639"/>
                  </a:lnTo>
                  <a:lnTo>
                    <a:pt x="212596" y="849840"/>
                  </a:lnTo>
                  <a:lnTo>
                    <a:pt x="220344" y="845608"/>
                  </a:lnTo>
                  <a:lnTo>
                    <a:pt x="236140" y="852093"/>
                  </a:lnTo>
                  <a:lnTo>
                    <a:pt x="288126" y="890770"/>
                  </a:lnTo>
                  <a:lnTo>
                    <a:pt x="307571" y="916302"/>
                  </a:lnTo>
                  <a:lnTo>
                    <a:pt x="318718" y="918604"/>
                  </a:lnTo>
                  <a:lnTo>
                    <a:pt x="339213" y="937447"/>
                  </a:lnTo>
                  <a:lnTo>
                    <a:pt x="346262" y="938518"/>
                  </a:lnTo>
                  <a:lnTo>
                    <a:pt x="344112" y="930741"/>
                  </a:lnTo>
                  <a:lnTo>
                    <a:pt x="345862" y="931547"/>
                  </a:lnTo>
                  <a:lnTo>
                    <a:pt x="361757" y="955291"/>
                  </a:lnTo>
                  <a:lnTo>
                    <a:pt x="378003" y="963880"/>
                  </a:lnTo>
                  <a:lnTo>
                    <a:pt x="380652" y="983539"/>
                  </a:lnTo>
                  <a:lnTo>
                    <a:pt x="382652" y="987705"/>
                  </a:lnTo>
                  <a:lnTo>
                    <a:pt x="382652" y="996263"/>
                  </a:lnTo>
                  <a:lnTo>
                    <a:pt x="388900" y="1000398"/>
                  </a:lnTo>
                  <a:lnTo>
                    <a:pt x="386601" y="1021434"/>
                  </a:lnTo>
                  <a:lnTo>
                    <a:pt x="384202" y="1027669"/>
                  </a:lnTo>
                  <a:lnTo>
                    <a:pt x="365656" y="1054267"/>
                  </a:lnTo>
                  <a:lnTo>
                    <a:pt x="354060" y="1064494"/>
                  </a:lnTo>
                  <a:lnTo>
                    <a:pt x="331415" y="1076021"/>
                  </a:lnTo>
                  <a:lnTo>
                    <a:pt x="313769" y="1080340"/>
                  </a:lnTo>
                  <a:lnTo>
                    <a:pt x="292875" y="1078490"/>
                  </a:lnTo>
                  <a:lnTo>
                    <a:pt x="267382" y="1066359"/>
                  </a:lnTo>
                  <a:lnTo>
                    <a:pt x="226592" y="1057766"/>
                  </a:lnTo>
                  <a:lnTo>
                    <a:pt x="207447" y="1042846"/>
                  </a:lnTo>
                  <a:lnTo>
                    <a:pt x="197950" y="1047121"/>
                  </a:lnTo>
                  <a:lnTo>
                    <a:pt x="195550" y="1042720"/>
                  </a:lnTo>
                  <a:lnTo>
                    <a:pt x="197100" y="1040073"/>
                  </a:lnTo>
                  <a:lnTo>
                    <a:pt x="181604" y="1036159"/>
                  </a:lnTo>
                  <a:lnTo>
                    <a:pt x="173306" y="1030588"/>
                  </a:lnTo>
                  <a:lnTo>
                    <a:pt x="170156" y="1032109"/>
                  </a:lnTo>
                  <a:lnTo>
                    <a:pt x="160959" y="1026398"/>
                  </a:lnTo>
                  <a:lnTo>
                    <a:pt x="152561" y="1013895"/>
                  </a:lnTo>
                  <a:lnTo>
                    <a:pt x="154860" y="1009279"/>
                  </a:lnTo>
                  <a:lnTo>
                    <a:pt x="140113" y="1004523"/>
                  </a:lnTo>
                  <a:lnTo>
                    <a:pt x="126117" y="1003879"/>
                  </a:lnTo>
                  <a:lnTo>
                    <a:pt x="134616" y="1007353"/>
                  </a:lnTo>
                  <a:lnTo>
                    <a:pt x="142913" y="1015175"/>
                  </a:lnTo>
                  <a:lnTo>
                    <a:pt x="141864" y="1021306"/>
                  </a:lnTo>
                  <a:lnTo>
                    <a:pt x="152961" y="1035147"/>
                  </a:lnTo>
                  <a:lnTo>
                    <a:pt x="161808" y="1038054"/>
                  </a:lnTo>
                  <a:lnTo>
                    <a:pt x="162808" y="1048377"/>
                  </a:lnTo>
                  <a:lnTo>
                    <a:pt x="175006" y="1054517"/>
                  </a:lnTo>
                  <a:lnTo>
                    <a:pt x="173255" y="1058639"/>
                  </a:lnTo>
                  <a:lnTo>
                    <a:pt x="166808" y="1062379"/>
                  </a:lnTo>
                  <a:lnTo>
                    <a:pt x="187652" y="1069586"/>
                  </a:lnTo>
                  <a:lnTo>
                    <a:pt x="195649" y="1076269"/>
                  </a:lnTo>
                  <a:lnTo>
                    <a:pt x="203747" y="1088332"/>
                  </a:lnTo>
                  <a:lnTo>
                    <a:pt x="206397" y="1094332"/>
                  </a:lnTo>
                  <a:lnTo>
                    <a:pt x="206147" y="1100799"/>
                  </a:lnTo>
                  <a:lnTo>
                    <a:pt x="201648" y="1118250"/>
                  </a:lnTo>
                  <a:lnTo>
                    <a:pt x="195849" y="1125830"/>
                  </a:lnTo>
                  <a:lnTo>
                    <a:pt x="203198" y="1140893"/>
                  </a:lnTo>
                  <a:lnTo>
                    <a:pt x="206847" y="1152992"/>
                  </a:lnTo>
                  <a:lnTo>
                    <a:pt x="207647" y="1165126"/>
                  </a:lnTo>
                  <a:lnTo>
                    <a:pt x="210996" y="1167942"/>
                  </a:lnTo>
                  <a:lnTo>
                    <a:pt x="208397" y="1171221"/>
                  </a:lnTo>
                  <a:lnTo>
                    <a:pt x="208697" y="1180672"/>
                  </a:lnTo>
                  <a:lnTo>
                    <a:pt x="213296" y="1188452"/>
                  </a:lnTo>
                  <a:lnTo>
                    <a:pt x="224293" y="1194466"/>
                  </a:lnTo>
                  <a:lnTo>
                    <a:pt x="230291" y="1192386"/>
                  </a:lnTo>
                  <a:lnTo>
                    <a:pt x="244137" y="1204483"/>
                  </a:lnTo>
                  <a:lnTo>
                    <a:pt x="250235" y="1216383"/>
                  </a:lnTo>
                  <a:lnTo>
                    <a:pt x="280128" y="1228317"/>
                  </a:lnTo>
                  <a:lnTo>
                    <a:pt x="285527" y="1223325"/>
                  </a:lnTo>
                  <a:lnTo>
                    <a:pt x="294724" y="1219801"/>
                  </a:lnTo>
                  <a:lnTo>
                    <a:pt x="297573" y="1214900"/>
                  </a:lnTo>
                  <a:lnTo>
                    <a:pt x="297374" y="1210786"/>
                  </a:lnTo>
                  <a:lnTo>
                    <a:pt x="294975" y="1203334"/>
                  </a:lnTo>
                  <a:lnTo>
                    <a:pt x="294325" y="1196197"/>
                  </a:lnTo>
                  <a:lnTo>
                    <a:pt x="288426" y="1191230"/>
                  </a:lnTo>
                  <a:lnTo>
                    <a:pt x="279778" y="1192733"/>
                  </a:lnTo>
                  <a:lnTo>
                    <a:pt x="272980" y="1190536"/>
                  </a:lnTo>
                  <a:lnTo>
                    <a:pt x="256185" y="1165713"/>
                  </a:lnTo>
                  <a:lnTo>
                    <a:pt x="254734" y="1162071"/>
                  </a:lnTo>
                  <a:lnTo>
                    <a:pt x="254935" y="1156063"/>
                  </a:lnTo>
                  <a:lnTo>
                    <a:pt x="261933" y="1152874"/>
                  </a:lnTo>
                  <a:lnTo>
                    <a:pt x="264582" y="1140655"/>
                  </a:lnTo>
                  <a:lnTo>
                    <a:pt x="271780" y="1139225"/>
                  </a:lnTo>
                  <a:lnTo>
                    <a:pt x="282528" y="1144935"/>
                  </a:lnTo>
                  <a:lnTo>
                    <a:pt x="298824" y="1161601"/>
                  </a:lnTo>
                  <a:lnTo>
                    <a:pt x="307071" y="1161365"/>
                  </a:lnTo>
                  <a:lnTo>
                    <a:pt x="310670" y="1165713"/>
                  </a:lnTo>
                  <a:lnTo>
                    <a:pt x="324866" y="1170753"/>
                  </a:lnTo>
                  <a:lnTo>
                    <a:pt x="339163" y="1179974"/>
                  </a:lnTo>
                  <a:lnTo>
                    <a:pt x="344462" y="1179624"/>
                  </a:lnTo>
                  <a:lnTo>
                    <a:pt x="346961" y="1172273"/>
                  </a:lnTo>
                  <a:lnTo>
                    <a:pt x="352759" y="1167004"/>
                  </a:lnTo>
                  <a:lnTo>
                    <a:pt x="363507" y="1166535"/>
                  </a:lnTo>
                  <a:lnTo>
                    <a:pt x="358958" y="1152164"/>
                  </a:lnTo>
                  <a:lnTo>
                    <a:pt x="355109" y="1147902"/>
                  </a:lnTo>
                  <a:lnTo>
                    <a:pt x="345561" y="1128949"/>
                  </a:lnTo>
                  <a:lnTo>
                    <a:pt x="344212" y="1122345"/>
                  </a:lnTo>
                  <a:lnTo>
                    <a:pt x="346061" y="1112331"/>
                  </a:lnTo>
                  <a:lnTo>
                    <a:pt x="360258" y="1101895"/>
                  </a:lnTo>
                  <a:lnTo>
                    <a:pt x="370355" y="1087595"/>
                  </a:lnTo>
                  <a:lnTo>
                    <a:pt x="392149" y="1076639"/>
                  </a:lnTo>
                  <a:lnTo>
                    <a:pt x="412545" y="1049256"/>
                  </a:lnTo>
                  <a:lnTo>
                    <a:pt x="423442" y="1056017"/>
                  </a:lnTo>
                  <a:lnTo>
                    <a:pt x="440937" y="1056392"/>
                  </a:lnTo>
                  <a:lnTo>
                    <a:pt x="449785" y="1063001"/>
                  </a:lnTo>
                  <a:lnTo>
                    <a:pt x="452634" y="1067849"/>
                  </a:lnTo>
                  <a:lnTo>
                    <a:pt x="449535" y="1076639"/>
                  </a:lnTo>
                  <a:lnTo>
                    <a:pt x="457933" y="1075280"/>
                  </a:lnTo>
                  <a:lnTo>
                    <a:pt x="465131" y="1084525"/>
                  </a:lnTo>
                  <a:lnTo>
                    <a:pt x="466281" y="1077380"/>
                  </a:lnTo>
                  <a:lnTo>
                    <a:pt x="464931" y="1068965"/>
                  </a:lnTo>
                  <a:lnTo>
                    <a:pt x="475828" y="1038559"/>
                  </a:lnTo>
                  <a:lnTo>
                    <a:pt x="474178" y="1019775"/>
                  </a:lnTo>
                  <a:lnTo>
                    <a:pt x="470380" y="1008252"/>
                  </a:lnTo>
                  <a:lnTo>
                    <a:pt x="458232" y="1001946"/>
                  </a:lnTo>
                  <a:lnTo>
                    <a:pt x="456234" y="997169"/>
                  </a:lnTo>
                  <a:lnTo>
                    <a:pt x="458282" y="983930"/>
                  </a:lnTo>
                  <a:lnTo>
                    <a:pt x="468530" y="943193"/>
                  </a:lnTo>
                  <a:lnTo>
                    <a:pt x="467931" y="923874"/>
                  </a:lnTo>
                  <a:lnTo>
                    <a:pt x="466931" y="918333"/>
                  </a:lnTo>
                  <a:lnTo>
                    <a:pt x="445685" y="897086"/>
                  </a:lnTo>
                  <a:lnTo>
                    <a:pt x="443737" y="892145"/>
                  </a:lnTo>
                  <a:lnTo>
                    <a:pt x="447586" y="891732"/>
                  </a:lnTo>
                  <a:lnTo>
                    <a:pt x="463581" y="901602"/>
                  </a:lnTo>
                  <a:lnTo>
                    <a:pt x="492174" y="899414"/>
                  </a:lnTo>
                  <a:lnTo>
                    <a:pt x="514818" y="906925"/>
                  </a:lnTo>
                  <a:lnTo>
                    <a:pt x="536762" y="945060"/>
                  </a:lnTo>
                  <a:lnTo>
                    <a:pt x="536962" y="953966"/>
                  </a:lnTo>
                  <a:lnTo>
                    <a:pt x="504721" y="960714"/>
                  </a:lnTo>
                  <a:lnTo>
                    <a:pt x="488325" y="981192"/>
                  </a:lnTo>
                  <a:lnTo>
                    <a:pt x="487325" y="985754"/>
                  </a:lnTo>
                  <a:lnTo>
                    <a:pt x="488325" y="990303"/>
                  </a:lnTo>
                  <a:lnTo>
                    <a:pt x="505620" y="1002204"/>
                  </a:lnTo>
                  <a:lnTo>
                    <a:pt x="514618" y="1023090"/>
                  </a:lnTo>
                  <a:lnTo>
                    <a:pt x="531465" y="1029573"/>
                  </a:lnTo>
                  <a:lnTo>
                    <a:pt x="563756" y="1017093"/>
                  </a:lnTo>
                  <a:lnTo>
                    <a:pt x="566905" y="995746"/>
                  </a:lnTo>
                  <a:lnTo>
                    <a:pt x="570803" y="982758"/>
                  </a:lnTo>
                  <a:lnTo>
                    <a:pt x="569855" y="973345"/>
                  </a:lnTo>
                  <a:lnTo>
                    <a:pt x="591498" y="965330"/>
                  </a:lnTo>
                  <a:lnTo>
                    <a:pt x="596497" y="966251"/>
                  </a:lnTo>
                  <a:lnTo>
                    <a:pt x="597697" y="962562"/>
                  </a:lnTo>
                  <a:lnTo>
                    <a:pt x="592649" y="952109"/>
                  </a:lnTo>
                  <a:lnTo>
                    <a:pt x="594298" y="950515"/>
                  </a:lnTo>
                  <a:lnTo>
                    <a:pt x="599847" y="953568"/>
                  </a:lnTo>
                  <a:lnTo>
                    <a:pt x="605395" y="952374"/>
                  </a:lnTo>
                  <a:lnTo>
                    <a:pt x="626989" y="937982"/>
                  </a:lnTo>
                  <a:lnTo>
                    <a:pt x="648284" y="919145"/>
                  </a:lnTo>
                  <a:lnTo>
                    <a:pt x="684275" y="902422"/>
                  </a:lnTo>
                  <a:lnTo>
                    <a:pt x="687974" y="902969"/>
                  </a:lnTo>
                  <a:lnTo>
                    <a:pt x="692323" y="908423"/>
                  </a:lnTo>
                  <a:lnTo>
                    <a:pt x="689523" y="914810"/>
                  </a:lnTo>
                  <a:lnTo>
                    <a:pt x="695422" y="916572"/>
                  </a:lnTo>
                  <a:lnTo>
                    <a:pt x="703020" y="910872"/>
                  </a:lnTo>
                  <a:lnTo>
                    <a:pt x="704470" y="906516"/>
                  </a:lnTo>
                  <a:lnTo>
                    <a:pt x="699671" y="898319"/>
                  </a:lnTo>
                  <a:lnTo>
                    <a:pt x="693973" y="897086"/>
                  </a:lnTo>
                  <a:lnTo>
                    <a:pt x="703420" y="887741"/>
                  </a:lnTo>
                  <a:lnTo>
                    <a:pt x="734462" y="867362"/>
                  </a:lnTo>
                  <a:lnTo>
                    <a:pt x="753606" y="867641"/>
                  </a:lnTo>
                  <a:lnTo>
                    <a:pt x="734362" y="874182"/>
                  </a:lnTo>
                  <a:lnTo>
                    <a:pt x="739160" y="879037"/>
                  </a:lnTo>
                  <a:lnTo>
                    <a:pt x="733262" y="895166"/>
                  </a:lnTo>
                  <a:lnTo>
                    <a:pt x="737661" y="902559"/>
                  </a:lnTo>
                  <a:lnTo>
                    <a:pt x="738061" y="910192"/>
                  </a:lnTo>
                  <a:lnTo>
                    <a:pt x="735212" y="914267"/>
                  </a:lnTo>
                  <a:lnTo>
                    <a:pt x="731363" y="912774"/>
                  </a:lnTo>
                  <a:lnTo>
                    <a:pt x="721715" y="917250"/>
                  </a:lnTo>
                  <a:lnTo>
                    <a:pt x="719416" y="922929"/>
                  </a:lnTo>
                  <a:lnTo>
                    <a:pt x="739060" y="925896"/>
                  </a:lnTo>
                  <a:lnTo>
                    <a:pt x="753208" y="920903"/>
                  </a:lnTo>
                  <a:lnTo>
                    <a:pt x="759905" y="929128"/>
                  </a:lnTo>
                  <a:lnTo>
                    <a:pt x="763905" y="927782"/>
                  </a:lnTo>
                  <a:lnTo>
                    <a:pt x="765604" y="914946"/>
                  </a:lnTo>
                  <a:lnTo>
                    <a:pt x="779350" y="900235"/>
                  </a:lnTo>
                  <a:lnTo>
                    <a:pt x="796697" y="894068"/>
                  </a:lnTo>
                  <a:lnTo>
                    <a:pt x="826789" y="901192"/>
                  </a:lnTo>
                  <a:lnTo>
                    <a:pt x="855831" y="875571"/>
                  </a:lnTo>
                  <a:lnTo>
                    <a:pt x="857631" y="879868"/>
                  </a:lnTo>
                  <a:lnTo>
                    <a:pt x="860880" y="873488"/>
                  </a:lnTo>
                  <a:lnTo>
                    <a:pt x="880425" y="866526"/>
                  </a:lnTo>
                  <a:lnTo>
                    <a:pt x="881874" y="875015"/>
                  </a:lnTo>
                  <a:lnTo>
                    <a:pt x="889122" y="887189"/>
                  </a:lnTo>
                  <a:lnTo>
                    <a:pt x="881924" y="896537"/>
                  </a:lnTo>
                  <a:lnTo>
                    <a:pt x="881575" y="909512"/>
                  </a:lnTo>
                  <a:lnTo>
                    <a:pt x="898969" y="916572"/>
                  </a:lnTo>
                  <a:lnTo>
                    <a:pt x="903718" y="911280"/>
                  </a:lnTo>
                  <a:lnTo>
                    <a:pt x="904967" y="904607"/>
                  </a:lnTo>
                  <a:lnTo>
                    <a:pt x="902819" y="897360"/>
                  </a:lnTo>
                  <a:lnTo>
                    <a:pt x="903718" y="889669"/>
                  </a:lnTo>
                  <a:lnTo>
                    <a:pt x="920165" y="887878"/>
                  </a:lnTo>
                  <a:lnTo>
                    <a:pt x="932511" y="868060"/>
                  </a:lnTo>
                  <a:lnTo>
                    <a:pt x="930411" y="855748"/>
                  </a:lnTo>
                  <a:lnTo>
                    <a:pt x="925064" y="858414"/>
                  </a:lnTo>
                  <a:lnTo>
                    <a:pt x="911317" y="820564"/>
                  </a:lnTo>
                  <a:lnTo>
                    <a:pt x="914266" y="815683"/>
                  </a:lnTo>
                  <a:lnTo>
                    <a:pt x="922114" y="812517"/>
                  </a:lnTo>
                  <a:lnTo>
                    <a:pt x="931811" y="800085"/>
                  </a:lnTo>
                  <a:lnTo>
                    <a:pt x="999945" y="813957"/>
                  </a:lnTo>
                  <a:lnTo>
                    <a:pt x="1022939" y="825145"/>
                  </a:lnTo>
                  <a:lnTo>
                    <a:pt x="1043433" y="841648"/>
                  </a:lnTo>
                  <a:lnTo>
                    <a:pt x="1042533" y="847726"/>
                  </a:lnTo>
                  <a:lnTo>
                    <a:pt x="1046332" y="846032"/>
                  </a:lnTo>
                  <a:lnTo>
                    <a:pt x="1084772" y="871124"/>
                  </a:lnTo>
                  <a:lnTo>
                    <a:pt x="1101067" y="876819"/>
                  </a:lnTo>
                  <a:lnTo>
                    <a:pt x="1105116" y="885948"/>
                  </a:lnTo>
                  <a:lnTo>
                    <a:pt x="1118764" y="899277"/>
                  </a:lnTo>
                  <a:lnTo>
                    <a:pt x="1121263" y="904334"/>
                  </a:lnTo>
                  <a:lnTo>
                    <a:pt x="1139059" y="919416"/>
                  </a:lnTo>
                  <a:lnTo>
                    <a:pt x="1142758" y="916843"/>
                  </a:lnTo>
                  <a:lnTo>
                    <a:pt x="1151805" y="900235"/>
                  </a:lnTo>
                  <a:lnTo>
                    <a:pt x="1160403" y="870845"/>
                  </a:lnTo>
                  <a:lnTo>
                    <a:pt x="1149956" y="873488"/>
                  </a:lnTo>
                  <a:lnTo>
                    <a:pt x="1143807" y="869592"/>
                  </a:lnTo>
                  <a:lnTo>
                    <a:pt x="1132009" y="848572"/>
                  </a:lnTo>
                  <a:lnTo>
                    <a:pt x="1130760" y="834128"/>
                  </a:lnTo>
                  <a:lnTo>
                    <a:pt x="1128910" y="829429"/>
                  </a:lnTo>
                  <a:lnTo>
                    <a:pt x="1118314" y="821137"/>
                  </a:lnTo>
                  <a:lnTo>
                    <a:pt x="1102768" y="812373"/>
                  </a:lnTo>
                  <a:lnTo>
                    <a:pt x="1099968" y="815396"/>
                  </a:lnTo>
                  <a:lnTo>
                    <a:pt x="1098118" y="823572"/>
                  </a:lnTo>
                  <a:lnTo>
                    <a:pt x="1095520" y="815108"/>
                  </a:lnTo>
                  <a:lnTo>
                    <a:pt x="1095520" y="808624"/>
                  </a:lnTo>
                  <a:lnTo>
                    <a:pt x="1098918" y="786538"/>
                  </a:lnTo>
                  <a:lnTo>
                    <a:pt x="1102918" y="787269"/>
                  </a:lnTo>
                  <a:lnTo>
                    <a:pt x="1107617" y="778915"/>
                  </a:lnTo>
                  <a:lnTo>
                    <a:pt x="1105067" y="769782"/>
                  </a:lnTo>
                  <a:lnTo>
                    <a:pt x="1108867" y="726696"/>
                  </a:lnTo>
                  <a:lnTo>
                    <a:pt x="1104968" y="718342"/>
                  </a:lnTo>
                  <a:lnTo>
                    <a:pt x="1092720" y="719864"/>
                  </a:lnTo>
                  <a:lnTo>
                    <a:pt x="1091720" y="713004"/>
                  </a:lnTo>
                  <a:lnTo>
                    <a:pt x="1096719" y="699044"/>
                  </a:lnTo>
                  <a:lnTo>
                    <a:pt x="1092420" y="700891"/>
                  </a:lnTo>
                  <a:lnTo>
                    <a:pt x="1090970" y="697503"/>
                  </a:lnTo>
                  <a:lnTo>
                    <a:pt x="1094520" y="692562"/>
                  </a:lnTo>
                  <a:lnTo>
                    <a:pt x="1098669" y="680301"/>
                  </a:lnTo>
                  <a:lnTo>
                    <a:pt x="1116013" y="669049"/>
                  </a:lnTo>
                  <a:lnTo>
                    <a:pt x="1136209" y="645201"/>
                  </a:lnTo>
                  <a:lnTo>
                    <a:pt x="1145607" y="615838"/>
                  </a:lnTo>
                  <a:lnTo>
                    <a:pt x="1157603" y="555685"/>
                  </a:lnTo>
                  <a:lnTo>
                    <a:pt x="1167401" y="528787"/>
                  </a:lnTo>
                  <a:lnTo>
                    <a:pt x="1175799" y="526739"/>
                  </a:lnTo>
                  <a:lnTo>
                    <a:pt x="1174449" y="534236"/>
                  </a:lnTo>
                  <a:lnTo>
                    <a:pt x="1181147" y="535765"/>
                  </a:lnTo>
                  <a:lnTo>
                    <a:pt x="1225935" y="532705"/>
                  </a:lnTo>
                  <a:lnTo>
                    <a:pt x="1237884" y="541698"/>
                  </a:lnTo>
                  <a:lnTo>
                    <a:pt x="1252230" y="544404"/>
                  </a:lnTo>
                  <a:lnTo>
                    <a:pt x="1262377" y="553670"/>
                  </a:lnTo>
                  <a:lnTo>
                    <a:pt x="1260727" y="585785"/>
                  </a:lnTo>
                  <a:lnTo>
                    <a:pt x="1255779" y="615838"/>
                  </a:lnTo>
                  <a:lnTo>
                    <a:pt x="1247581" y="644088"/>
                  </a:lnTo>
                  <a:lnTo>
                    <a:pt x="1237383" y="657088"/>
                  </a:lnTo>
                  <a:lnTo>
                    <a:pt x="1236133" y="664967"/>
                  </a:lnTo>
                  <a:lnTo>
                    <a:pt x="1242032" y="678119"/>
                  </a:lnTo>
                  <a:lnTo>
                    <a:pt x="1255979" y="691634"/>
                  </a:lnTo>
                  <a:lnTo>
                    <a:pt x="1259378" y="707648"/>
                  </a:lnTo>
                  <a:lnTo>
                    <a:pt x="1260127" y="719560"/>
                  </a:lnTo>
                  <a:lnTo>
                    <a:pt x="1259278" y="750171"/>
                  </a:lnTo>
                  <a:lnTo>
                    <a:pt x="1252880" y="765197"/>
                  </a:lnTo>
                  <a:lnTo>
                    <a:pt x="1254529" y="773618"/>
                  </a:lnTo>
                  <a:lnTo>
                    <a:pt x="1256478" y="804432"/>
                  </a:lnTo>
                  <a:lnTo>
                    <a:pt x="1256927" y="829143"/>
                  </a:lnTo>
                  <a:lnTo>
                    <a:pt x="1255329" y="837396"/>
                  </a:lnTo>
                  <a:lnTo>
                    <a:pt x="1254479" y="855046"/>
                  </a:lnTo>
                  <a:lnTo>
                    <a:pt x="1255828" y="869453"/>
                  </a:lnTo>
                  <a:lnTo>
                    <a:pt x="1262377" y="881252"/>
                  </a:lnTo>
                  <a:lnTo>
                    <a:pt x="1282822" y="899688"/>
                  </a:lnTo>
                  <a:lnTo>
                    <a:pt x="1284020" y="906789"/>
                  </a:lnTo>
                  <a:lnTo>
                    <a:pt x="1280521" y="910600"/>
                  </a:lnTo>
                  <a:lnTo>
                    <a:pt x="1271474" y="929262"/>
                  </a:lnTo>
                  <a:lnTo>
                    <a:pt x="1272424" y="944794"/>
                  </a:lnTo>
                  <a:lnTo>
                    <a:pt x="1271824" y="952772"/>
                  </a:lnTo>
                  <a:lnTo>
                    <a:pt x="1269475" y="960053"/>
                  </a:lnTo>
                  <a:lnTo>
                    <a:pt x="1256329" y="973214"/>
                  </a:lnTo>
                  <a:lnTo>
                    <a:pt x="1235583" y="1014919"/>
                  </a:lnTo>
                  <a:lnTo>
                    <a:pt x="1230634" y="1019648"/>
                  </a:lnTo>
                  <a:lnTo>
                    <a:pt x="1222187" y="1018116"/>
                  </a:lnTo>
                  <a:lnTo>
                    <a:pt x="1227387" y="1032363"/>
                  </a:lnTo>
                  <a:lnTo>
                    <a:pt x="1227036" y="1037802"/>
                  </a:lnTo>
                  <a:lnTo>
                    <a:pt x="1221537" y="1037549"/>
                  </a:lnTo>
                  <a:lnTo>
                    <a:pt x="1210389" y="1047247"/>
                  </a:lnTo>
                  <a:lnTo>
                    <a:pt x="1204442" y="1049256"/>
                  </a:lnTo>
                  <a:lnTo>
                    <a:pt x="1194944" y="1043475"/>
                  </a:lnTo>
                  <a:lnTo>
                    <a:pt x="1196593" y="1038812"/>
                  </a:lnTo>
                  <a:lnTo>
                    <a:pt x="1203492" y="1033376"/>
                  </a:lnTo>
                  <a:lnTo>
                    <a:pt x="1192145" y="1037549"/>
                  </a:lnTo>
                  <a:lnTo>
                    <a:pt x="1180898" y="1026398"/>
                  </a:lnTo>
                  <a:lnTo>
                    <a:pt x="1156904" y="1030335"/>
                  </a:lnTo>
                  <a:lnTo>
                    <a:pt x="1161902" y="1045111"/>
                  </a:lnTo>
                  <a:lnTo>
                    <a:pt x="1183797" y="1057391"/>
                  </a:lnTo>
                  <a:lnTo>
                    <a:pt x="1193694" y="1061507"/>
                  </a:lnTo>
                  <a:lnTo>
                    <a:pt x="1221987" y="1060385"/>
                  </a:lnTo>
                  <a:lnTo>
                    <a:pt x="1237533" y="1068097"/>
                  </a:lnTo>
                  <a:lnTo>
                    <a:pt x="1241731" y="1067724"/>
                  </a:lnTo>
                  <a:lnTo>
                    <a:pt x="1248781" y="1062254"/>
                  </a:lnTo>
                  <a:lnTo>
                    <a:pt x="1251430" y="1046368"/>
                  </a:lnTo>
                  <a:lnTo>
                    <a:pt x="1281872" y="1025254"/>
                  </a:lnTo>
                  <a:lnTo>
                    <a:pt x="1289620" y="1015687"/>
                  </a:lnTo>
                  <a:lnTo>
                    <a:pt x="1297467" y="985754"/>
                  </a:lnTo>
                  <a:lnTo>
                    <a:pt x="1316762" y="960053"/>
                  </a:lnTo>
                  <a:lnTo>
                    <a:pt x="1317263" y="950382"/>
                  </a:lnTo>
                  <a:lnTo>
                    <a:pt x="1316014" y="937313"/>
                  </a:lnTo>
                  <a:lnTo>
                    <a:pt x="1306265" y="911416"/>
                  </a:lnTo>
                  <a:lnTo>
                    <a:pt x="1308715" y="893244"/>
                  </a:lnTo>
                  <a:lnTo>
                    <a:pt x="1311464" y="886224"/>
                  </a:lnTo>
                  <a:lnTo>
                    <a:pt x="1326610" y="877651"/>
                  </a:lnTo>
                  <a:lnTo>
                    <a:pt x="1353903" y="868896"/>
                  </a:lnTo>
                  <a:lnTo>
                    <a:pt x="1363651" y="868756"/>
                  </a:lnTo>
                  <a:lnTo>
                    <a:pt x="1371348" y="884292"/>
                  </a:lnTo>
                  <a:lnTo>
                    <a:pt x="1381796" y="898045"/>
                  </a:lnTo>
                  <a:lnTo>
                    <a:pt x="1385295" y="907606"/>
                  </a:lnTo>
                  <a:lnTo>
                    <a:pt x="1385595" y="947191"/>
                  </a:lnTo>
                  <a:lnTo>
                    <a:pt x="1383546" y="959128"/>
                  </a:lnTo>
                  <a:lnTo>
                    <a:pt x="1400091" y="974393"/>
                  </a:lnTo>
                  <a:lnTo>
                    <a:pt x="1432083" y="972952"/>
                  </a:lnTo>
                  <a:lnTo>
                    <a:pt x="1429734" y="969933"/>
                  </a:lnTo>
                  <a:lnTo>
                    <a:pt x="1395043" y="961110"/>
                  </a:lnTo>
                  <a:lnTo>
                    <a:pt x="1393144" y="949452"/>
                  </a:lnTo>
                  <a:lnTo>
                    <a:pt x="1393593" y="942259"/>
                  </a:lnTo>
                  <a:lnTo>
                    <a:pt x="1397142" y="928590"/>
                  </a:lnTo>
                  <a:lnTo>
                    <a:pt x="1406340" y="923469"/>
                  </a:lnTo>
                  <a:lnTo>
                    <a:pt x="1403890" y="906653"/>
                  </a:lnTo>
                  <a:lnTo>
                    <a:pt x="1400491" y="895440"/>
                  </a:lnTo>
                  <a:lnTo>
                    <a:pt x="1396742" y="874599"/>
                  </a:lnTo>
                  <a:lnTo>
                    <a:pt x="1391643" y="874321"/>
                  </a:lnTo>
                  <a:lnTo>
                    <a:pt x="1368849" y="857853"/>
                  </a:lnTo>
                  <a:lnTo>
                    <a:pt x="1350954" y="848713"/>
                  </a:lnTo>
                  <a:lnTo>
                    <a:pt x="1334808" y="848431"/>
                  </a:lnTo>
                  <a:lnTo>
                    <a:pt x="1324610" y="857993"/>
                  </a:lnTo>
                  <a:lnTo>
                    <a:pt x="1318012" y="859955"/>
                  </a:lnTo>
                  <a:lnTo>
                    <a:pt x="1305465" y="855748"/>
                  </a:lnTo>
                  <a:lnTo>
                    <a:pt x="1294768" y="858133"/>
                  </a:lnTo>
                  <a:lnTo>
                    <a:pt x="1289119" y="851671"/>
                  </a:lnTo>
                  <a:lnTo>
                    <a:pt x="1292369" y="834270"/>
                  </a:lnTo>
                  <a:lnTo>
                    <a:pt x="1283171" y="811365"/>
                  </a:lnTo>
                  <a:lnTo>
                    <a:pt x="1283671" y="803709"/>
                  </a:lnTo>
                  <a:lnTo>
                    <a:pt x="1290669" y="773471"/>
                  </a:lnTo>
                  <a:lnTo>
                    <a:pt x="1304917" y="740129"/>
                  </a:lnTo>
                  <a:lnTo>
                    <a:pt x="1304016" y="733803"/>
                  </a:lnTo>
                  <a:lnTo>
                    <a:pt x="1283620" y="685900"/>
                  </a:lnTo>
                  <a:lnTo>
                    <a:pt x="1271774" y="671399"/>
                  </a:lnTo>
                  <a:lnTo>
                    <a:pt x="1269975" y="666066"/>
                  </a:lnTo>
                  <a:lnTo>
                    <a:pt x="1286270" y="630825"/>
                  </a:lnTo>
                  <a:lnTo>
                    <a:pt x="1308964" y="617294"/>
                  </a:lnTo>
                  <a:lnTo>
                    <a:pt x="1322911" y="603979"/>
                  </a:lnTo>
                  <a:lnTo>
                    <a:pt x="1325661" y="593185"/>
                  </a:lnTo>
                  <a:lnTo>
                    <a:pt x="1324812" y="566890"/>
                  </a:lnTo>
                  <a:lnTo>
                    <a:pt x="1317212" y="542375"/>
                  </a:lnTo>
                  <a:lnTo>
                    <a:pt x="1327360" y="538480"/>
                  </a:lnTo>
                  <a:lnTo>
                    <a:pt x="1333408" y="543728"/>
                  </a:lnTo>
                  <a:lnTo>
                    <a:pt x="1339907" y="563887"/>
                  </a:lnTo>
                  <a:lnTo>
                    <a:pt x="1339556" y="575370"/>
                  </a:lnTo>
                  <a:lnTo>
                    <a:pt x="1343756" y="590064"/>
                  </a:lnTo>
                  <a:lnTo>
                    <a:pt x="1338408" y="601532"/>
                  </a:lnTo>
                  <a:lnTo>
                    <a:pt x="1334109" y="618426"/>
                  </a:lnTo>
                  <a:lnTo>
                    <a:pt x="1330758" y="620687"/>
                  </a:lnTo>
                  <a:lnTo>
                    <a:pt x="1330010" y="633710"/>
                  </a:lnTo>
                  <a:lnTo>
                    <a:pt x="1337108" y="647744"/>
                  </a:lnTo>
                  <a:lnTo>
                    <a:pt x="1336158" y="658351"/>
                  </a:lnTo>
                  <a:lnTo>
                    <a:pt x="1330909" y="667480"/>
                  </a:lnTo>
                  <a:lnTo>
                    <a:pt x="1332358" y="675153"/>
                  </a:lnTo>
                  <a:lnTo>
                    <a:pt x="1343507" y="681703"/>
                  </a:lnTo>
                  <a:lnTo>
                    <a:pt x="1371499" y="687141"/>
                  </a:lnTo>
                  <a:lnTo>
                    <a:pt x="1376697" y="693644"/>
                  </a:lnTo>
                  <a:lnTo>
                    <a:pt x="1378546" y="689002"/>
                  </a:lnTo>
                  <a:lnTo>
                    <a:pt x="1395043" y="690086"/>
                  </a:lnTo>
                  <a:lnTo>
                    <a:pt x="1408340" y="705655"/>
                  </a:lnTo>
                  <a:lnTo>
                    <a:pt x="1421037" y="712087"/>
                  </a:lnTo>
                  <a:lnTo>
                    <a:pt x="1434633" y="708720"/>
                  </a:lnTo>
                  <a:lnTo>
                    <a:pt x="1436532" y="704273"/>
                  </a:lnTo>
                  <a:lnTo>
                    <a:pt x="1426585" y="706575"/>
                  </a:lnTo>
                  <a:lnTo>
                    <a:pt x="1420086" y="702276"/>
                  </a:lnTo>
                  <a:lnTo>
                    <a:pt x="1412338" y="681703"/>
                  </a:lnTo>
                  <a:lnTo>
                    <a:pt x="1403890" y="676715"/>
                  </a:lnTo>
                  <a:lnTo>
                    <a:pt x="1392043" y="677651"/>
                  </a:lnTo>
                  <a:lnTo>
                    <a:pt x="1362952" y="656772"/>
                  </a:lnTo>
                  <a:lnTo>
                    <a:pt x="1359602" y="652977"/>
                  </a:lnTo>
                  <a:lnTo>
                    <a:pt x="1351804" y="625039"/>
                  </a:lnTo>
                  <a:lnTo>
                    <a:pt x="1362602" y="616485"/>
                  </a:lnTo>
                  <a:lnTo>
                    <a:pt x="1375098" y="614056"/>
                  </a:lnTo>
                  <a:lnTo>
                    <a:pt x="1393993" y="631145"/>
                  </a:lnTo>
                  <a:lnTo>
                    <a:pt x="1400292" y="631626"/>
                  </a:lnTo>
                  <a:lnTo>
                    <a:pt x="1411639" y="625361"/>
                  </a:lnTo>
                  <a:lnTo>
                    <a:pt x="1412888" y="621332"/>
                  </a:lnTo>
                  <a:lnTo>
                    <a:pt x="1410389" y="612922"/>
                  </a:lnTo>
                  <a:lnTo>
                    <a:pt x="1406889" y="608700"/>
                  </a:lnTo>
                  <a:lnTo>
                    <a:pt x="1400342" y="606586"/>
                  </a:lnTo>
                  <a:lnTo>
                    <a:pt x="1392393" y="610488"/>
                  </a:lnTo>
                  <a:lnTo>
                    <a:pt x="1390094" y="607237"/>
                  </a:lnTo>
                  <a:lnTo>
                    <a:pt x="1390894" y="602838"/>
                  </a:lnTo>
                  <a:lnTo>
                    <a:pt x="1405590" y="587103"/>
                  </a:lnTo>
                  <a:lnTo>
                    <a:pt x="1419837" y="581164"/>
                  </a:lnTo>
                  <a:lnTo>
                    <a:pt x="1445930" y="582320"/>
                  </a:lnTo>
                  <a:lnTo>
                    <a:pt x="1460726" y="596791"/>
                  </a:lnTo>
                  <a:lnTo>
                    <a:pt x="1483171" y="608863"/>
                  </a:lnTo>
                  <a:lnTo>
                    <a:pt x="1485769" y="619718"/>
                  </a:lnTo>
                  <a:lnTo>
                    <a:pt x="1508165" y="642336"/>
                  </a:lnTo>
                  <a:lnTo>
                    <a:pt x="1519761" y="643132"/>
                  </a:lnTo>
                  <a:lnTo>
                    <a:pt x="1538606" y="638028"/>
                  </a:lnTo>
                  <a:lnTo>
                    <a:pt x="1548254" y="641858"/>
                  </a:lnTo>
                  <a:lnTo>
                    <a:pt x="1551802" y="646473"/>
                  </a:lnTo>
                  <a:lnTo>
                    <a:pt x="1544654" y="665595"/>
                  </a:lnTo>
                  <a:lnTo>
                    <a:pt x="1526509" y="682170"/>
                  </a:lnTo>
                  <a:lnTo>
                    <a:pt x="1524159" y="704734"/>
                  </a:lnTo>
                  <a:lnTo>
                    <a:pt x="1526860" y="720929"/>
                  </a:lnTo>
                  <a:lnTo>
                    <a:pt x="1522060" y="738474"/>
                  </a:lnTo>
                  <a:lnTo>
                    <a:pt x="1523660" y="755244"/>
                  </a:lnTo>
                  <a:lnTo>
                    <a:pt x="1524709" y="742983"/>
                  </a:lnTo>
                  <a:lnTo>
                    <a:pt x="1530058" y="730783"/>
                  </a:lnTo>
                  <a:lnTo>
                    <a:pt x="1534007" y="713920"/>
                  </a:lnTo>
                  <a:lnTo>
                    <a:pt x="1541656" y="708414"/>
                  </a:lnTo>
                  <a:lnTo>
                    <a:pt x="1545604" y="713462"/>
                  </a:lnTo>
                  <a:lnTo>
                    <a:pt x="1546953" y="730329"/>
                  </a:lnTo>
                  <a:lnTo>
                    <a:pt x="1546155" y="739979"/>
                  </a:lnTo>
                  <a:lnTo>
                    <a:pt x="1543105" y="754350"/>
                  </a:lnTo>
                  <a:lnTo>
                    <a:pt x="1536507" y="769930"/>
                  </a:lnTo>
                  <a:lnTo>
                    <a:pt x="1541305" y="779209"/>
                  </a:lnTo>
                  <a:lnTo>
                    <a:pt x="1547553" y="780090"/>
                  </a:lnTo>
                  <a:lnTo>
                    <a:pt x="1548953" y="774944"/>
                  </a:lnTo>
                  <a:lnTo>
                    <a:pt x="1547353" y="765049"/>
                  </a:lnTo>
                  <a:lnTo>
                    <a:pt x="1559101" y="759411"/>
                  </a:lnTo>
                  <a:lnTo>
                    <a:pt x="1563650" y="753455"/>
                  </a:lnTo>
                  <a:lnTo>
                    <a:pt x="1565749" y="742833"/>
                  </a:lnTo>
                  <a:lnTo>
                    <a:pt x="1561400" y="724422"/>
                  </a:lnTo>
                  <a:lnTo>
                    <a:pt x="1549503" y="695652"/>
                  </a:lnTo>
                  <a:lnTo>
                    <a:pt x="1552702" y="680769"/>
                  </a:lnTo>
                  <a:lnTo>
                    <a:pt x="1560600" y="657562"/>
                  </a:lnTo>
                  <a:lnTo>
                    <a:pt x="1560151" y="645201"/>
                  </a:lnTo>
                  <a:lnTo>
                    <a:pt x="1554753" y="632428"/>
                  </a:lnTo>
                  <a:lnTo>
                    <a:pt x="1550852" y="628256"/>
                  </a:lnTo>
                  <a:lnTo>
                    <a:pt x="1535456" y="623751"/>
                  </a:lnTo>
                  <a:lnTo>
                    <a:pt x="1526409" y="610488"/>
                  </a:lnTo>
                  <a:lnTo>
                    <a:pt x="1522660" y="595480"/>
                  </a:lnTo>
                  <a:lnTo>
                    <a:pt x="1520161" y="593021"/>
                  </a:lnTo>
                  <a:lnTo>
                    <a:pt x="1506064" y="585126"/>
                  </a:lnTo>
                  <a:lnTo>
                    <a:pt x="1497617" y="584466"/>
                  </a:lnTo>
                  <a:lnTo>
                    <a:pt x="1484969" y="572548"/>
                  </a:lnTo>
                  <a:lnTo>
                    <a:pt x="1480221" y="551653"/>
                  </a:lnTo>
                  <a:lnTo>
                    <a:pt x="1485369" y="529469"/>
                  </a:lnTo>
                  <a:lnTo>
                    <a:pt x="1483021" y="522123"/>
                  </a:lnTo>
                  <a:lnTo>
                    <a:pt x="1476173" y="516463"/>
                  </a:lnTo>
                  <a:lnTo>
                    <a:pt x="1473773" y="502488"/>
                  </a:lnTo>
                  <a:lnTo>
                    <a:pt x="1473072" y="490315"/>
                  </a:lnTo>
                  <a:lnTo>
                    <a:pt x="1478522" y="478931"/>
                  </a:lnTo>
                  <a:lnTo>
                    <a:pt x="1478171" y="469768"/>
                  </a:lnTo>
                  <a:lnTo>
                    <a:pt x="1512462" y="460731"/>
                  </a:lnTo>
                  <a:lnTo>
                    <a:pt x="1560450" y="460020"/>
                  </a:lnTo>
                  <a:lnTo>
                    <a:pt x="1593592" y="450573"/>
                  </a:lnTo>
                  <a:lnTo>
                    <a:pt x="1606439" y="454679"/>
                  </a:lnTo>
                  <a:lnTo>
                    <a:pt x="1613287" y="453252"/>
                  </a:lnTo>
                  <a:lnTo>
                    <a:pt x="1617836" y="444663"/>
                  </a:lnTo>
                  <a:lnTo>
                    <a:pt x="1628033" y="441071"/>
                  </a:lnTo>
                  <a:lnTo>
                    <a:pt x="1653427" y="438192"/>
                  </a:lnTo>
                  <a:lnTo>
                    <a:pt x="1657225" y="444483"/>
                  </a:lnTo>
                  <a:lnTo>
                    <a:pt x="1638780" y="464635"/>
                  </a:lnTo>
                  <a:lnTo>
                    <a:pt x="1631232" y="468707"/>
                  </a:lnTo>
                  <a:lnTo>
                    <a:pt x="1623834" y="477173"/>
                  </a:lnTo>
                  <a:lnTo>
                    <a:pt x="1622885" y="482442"/>
                  </a:lnTo>
                  <a:lnTo>
                    <a:pt x="1623584" y="493279"/>
                  </a:lnTo>
                  <a:lnTo>
                    <a:pt x="1647428" y="514400"/>
                  </a:lnTo>
                  <a:lnTo>
                    <a:pt x="1648479" y="512679"/>
                  </a:lnTo>
                  <a:lnTo>
                    <a:pt x="1627833" y="491362"/>
                  </a:lnTo>
                  <a:lnTo>
                    <a:pt x="1626134" y="487170"/>
                  </a:lnTo>
                  <a:lnTo>
                    <a:pt x="1626933" y="480688"/>
                  </a:lnTo>
                  <a:lnTo>
                    <a:pt x="1639081" y="469591"/>
                  </a:lnTo>
                  <a:lnTo>
                    <a:pt x="1659724" y="465167"/>
                  </a:lnTo>
                  <a:lnTo>
                    <a:pt x="1666673" y="451109"/>
                  </a:lnTo>
                  <a:lnTo>
                    <a:pt x="1672273" y="445739"/>
                  </a:lnTo>
                  <a:lnTo>
                    <a:pt x="1662225" y="438912"/>
                  </a:lnTo>
                  <a:lnTo>
                    <a:pt x="1644479" y="401957"/>
                  </a:lnTo>
                  <a:lnTo>
                    <a:pt x="1628683" y="394577"/>
                  </a:lnTo>
                  <a:lnTo>
                    <a:pt x="1633681" y="383630"/>
                  </a:lnTo>
                  <a:lnTo>
                    <a:pt x="1639630" y="380836"/>
                  </a:lnTo>
                  <a:lnTo>
                    <a:pt x="1647079" y="384561"/>
                  </a:lnTo>
                  <a:lnTo>
                    <a:pt x="1653576" y="393652"/>
                  </a:lnTo>
                  <a:lnTo>
                    <a:pt x="1662774" y="389762"/>
                  </a:lnTo>
                  <a:lnTo>
                    <a:pt x="1640430" y="366792"/>
                  </a:lnTo>
                  <a:lnTo>
                    <a:pt x="1622834" y="360385"/>
                  </a:lnTo>
                  <a:lnTo>
                    <a:pt x="1625334" y="350539"/>
                  </a:lnTo>
                  <a:lnTo>
                    <a:pt x="1630232" y="351678"/>
                  </a:lnTo>
                  <a:lnTo>
                    <a:pt x="1634231" y="342352"/>
                  </a:lnTo>
                  <a:lnTo>
                    <a:pt x="1646728" y="356605"/>
                  </a:lnTo>
                  <a:lnTo>
                    <a:pt x="1652578" y="352817"/>
                  </a:lnTo>
                  <a:lnTo>
                    <a:pt x="1668023" y="329130"/>
                  </a:lnTo>
                  <a:lnTo>
                    <a:pt x="1669372" y="321416"/>
                  </a:lnTo>
                  <a:lnTo>
                    <a:pt x="1654677" y="315413"/>
                  </a:lnTo>
                  <a:lnTo>
                    <a:pt x="1654227" y="310750"/>
                  </a:lnTo>
                  <a:lnTo>
                    <a:pt x="1656576" y="304513"/>
                  </a:lnTo>
                  <a:lnTo>
                    <a:pt x="1661124" y="302167"/>
                  </a:lnTo>
                  <a:lnTo>
                    <a:pt x="1675021" y="308803"/>
                  </a:lnTo>
                  <a:lnTo>
                    <a:pt x="1704514" y="282690"/>
                  </a:lnTo>
                  <a:lnTo>
                    <a:pt x="1720560" y="271570"/>
                  </a:lnTo>
                  <a:lnTo>
                    <a:pt x="1728458" y="272964"/>
                  </a:lnTo>
                  <a:lnTo>
                    <a:pt x="1744853" y="258166"/>
                  </a:lnTo>
                  <a:lnTo>
                    <a:pt x="1780793" y="251524"/>
                  </a:lnTo>
                  <a:lnTo>
                    <a:pt x="1790941" y="243233"/>
                  </a:lnTo>
                  <a:lnTo>
                    <a:pt x="1852875" y="221809"/>
                  </a:lnTo>
                  <a:lnTo>
                    <a:pt x="1855125" y="216461"/>
                  </a:lnTo>
                  <a:lnTo>
                    <a:pt x="1842078" y="220782"/>
                  </a:lnTo>
                  <a:lnTo>
                    <a:pt x="1838979" y="216873"/>
                  </a:lnTo>
                  <a:lnTo>
                    <a:pt x="1834280" y="223246"/>
                  </a:lnTo>
                  <a:lnTo>
                    <a:pt x="1827982" y="216667"/>
                  </a:lnTo>
                  <a:lnTo>
                    <a:pt x="1819984" y="222220"/>
                  </a:lnTo>
                  <a:lnTo>
                    <a:pt x="1819084" y="214193"/>
                  </a:lnTo>
                  <a:lnTo>
                    <a:pt x="1822234" y="203220"/>
                  </a:lnTo>
                  <a:lnTo>
                    <a:pt x="1825931" y="208819"/>
                  </a:lnTo>
                  <a:lnTo>
                    <a:pt x="1830232" y="200518"/>
                  </a:lnTo>
                  <a:lnTo>
                    <a:pt x="1841028" y="205711"/>
                  </a:lnTo>
                  <a:lnTo>
                    <a:pt x="1853626" y="197602"/>
                  </a:lnTo>
                  <a:lnTo>
                    <a:pt x="1864873" y="199477"/>
                  </a:lnTo>
                  <a:lnTo>
                    <a:pt x="1866772" y="194264"/>
                  </a:lnTo>
                  <a:lnTo>
                    <a:pt x="1879618" y="198852"/>
                  </a:lnTo>
                  <a:lnTo>
                    <a:pt x="1894616" y="195934"/>
                  </a:lnTo>
                  <a:lnTo>
                    <a:pt x="1908412" y="202389"/>
                  </a:lnTo>
                  <a:lnTo>
                    <a:pt x="1905962" y="210681"/>
                  </a:lnTo>
                  <a:lnTo>
                    <a:pt x="1896715" y="224272"/>
                  </a:lnTo>
                  <a:lnTo>
                    <a:pt x="1899214" y="226526"/>
                  </a:lnTo>
                  <a:lnTo>
                    <a:pt x="1920457" y="211301"/>
                  </a:lnTo>
                  <a:lnTo>
                    <a:pt x="1923008" y="212954"/>
                  </a:lnTo>
                  <a:lnTo>
                    <a:pt x="1920109" y="224272"/>
                  </a:lnTo>
                  <a:lnTo>
                    <a:pt x="1943853" y="207991"/>
                  </a:lnTo>
                  <a:lnTo>
                    <a:pt x="1947950" y="214193"/>
                  </a:lnTo>
                  <a:lnTo>
                    <a:pt x="1951800" y="208612"/>
                  </a:lnTo>
                  <a:lnTo>
                    <a:pt x="1952700" y="202805"/>
                  </a:lnTo>
                  <a:lnTo>
                    <a:pt x="1959598" y="201766"/>
                  </a:lnTo>
                  <a:lnTo>
                    <a:pt x="1980243" y="183788"/>
                  </a:lnTo>
                  <a:lnTo>
                    <a:pt x="2005286" y="199269"/>
                  </a:lnTo>
                  <a:lnTo>
                    <a:pt x="2011035" y="208612"/>
                  </a:lnTo>
                  <a:lnTo>
                    <a:pt x="2006385" y="228777"/>
                  </a:lnTo>
                  <a:lnTo>
                    <a:pt x="2001938" y="234290"/>
                  </a:lnTo>
                  <a:lnTo>
                    <a:pt x="2004637" y="234901"/>
                  </a:lnTo>
                  <a:lnTo>
                    <a:pt x="2013284" y="219960"/>
                  </a:lnTo>
                  <a:lnTo>
                    <a:pt x="2012585" y="196143"/>
                  </a:lnTo>
                  <a:lnTo>
                    <a:pt x="2006785" y="183998"/>
                  </a:lnTo>
                  <a:lnTo>
                    <a:pt x="1984243" y="155804"/>
                  </a:lnTo>
                  <a:lnTo>
                    <a:pt x="1985991" y="152379"/>
                  </a:lnTo>
                  <a:lnTo>
                    <a:pt x="2005637" y="156873"/>
                  </a:lnTo>
                  <a:lnTo>
                    <a:pt x="2040827" y="150450"/>
                  </a:lnTo>
                  <a:lnTo>
                    <a:pt x="2061771" y="160714"/>
                  </a:lnTo>
                  <a:lnTo>
                    <a:pt x="2064171" y="155162"/>
                  </a:lnTo>
                  <a:lnTo>
                    <a:pt x="2043177" y="146584"/>
                  </a:lnTo>
                  <a:lnTo>
                    <a:pt x="2047926" y="129073"/>
                  </a:lnTo>
                  <a:lnTo>
                    <a:pt x="2042977" y="114665"/>
                  </a:lnTo>
                  <a:lnTo>
                    <a:pt x="2042577" y="104989"/>
                  </a:lnTo>
                  <a:lnTo>
                    <a:pt x="2044926" y="94145"/>
                  </a:lnTo>
                  <a:lnTo>
                    <a:pt x="2050325" y="89253"/>
                  </a:lnTo>
                  <a:lnTo>
                    <a:pt x="2059573" y="68183"/>
                  </a:lnTo>
                  <a:lnTo>
                    <a:pt x="2089915" y="28911"/>
                  </a:lnTo>
                  <a:lnTo>
                    <a:pt x="2104361" y="13587"/>
                  </a:lnTo>
                  <a:lnTo>
                    <a:pt x="2116307" y="12887"/>
                  </a:lnTo>
                  <a:lnTo>
                    <a:pt x="2128905" y="0"/>
                  </a:lnTo>
                  <a:lnTo>
                    <a:pt x="2175992" y="26599"/>
                  </a:lnTo>
                  <a:lnTo>
                    <a:pt x="2181091" y="31451"/>
                  </a:lnTo>
                  <a:lnTo>
                    <a:pt x="2185691" y="43864"/>
                  </a:lnTo>
                  <a:lnTo>
                    <a:pt x="2176642" y="48894"/>
                  </a:lnTo>
                  <a:lnTo>
                    <a:pt x="2166945" y="63212"/>
                  </a:lnTo>
                  <a:lnTo>
                    <a:pt x="2134103" y="80320"/>
                  </a:lnTo>
                  <a:lnTo>
                    <a:pt x="2174194" y="80320"/>
                  </a:lnTo>
                  <a:lnTo>
                    <a:pt x="2176043" y="92590"/>
                  </a:lnTo>
                  <a:lnTo>
                    <a:pt x="2179093" y="93256"/>
                  </a:lnTo>
                  <a:lnTo>
                    <a:pt x="2188089" y="87247"/>
                  </a:lnTo>
                  <a:lnTo>
                    <a:pt x="2210184" y="88584"/>
                  </a:lnTo>
                  <a:lnTo>
                    <a:pt x="2219531" y="93923"/>
                  </a:lnTo>
                  <a:lnTo>
                    <a:pt x="2223730" y="101898"/>
                  </a:lnTo>
                  <a:lnTo>
                    <a:pt x="2201786" y="144647"/>
                  </a:lnTo>
                  <a:lnTo>
                    <a:pt x="2194738" y="142709"/>
                  </a:lnTo>
                  <a:lnTo>
                    <a:pt x="2195538" y="151951"/>
                  </a:lnTo>
                  <a:lnTo>
                    <a:pt x="2206934" y="155804"/>
                  </a:lnTo>
                  <a:lnTo>
                    <a:pt x="2216182" y="150664"/>
                  </a:lnTo>
                  <a:lnTo>
                    <a:pt x="2231879" y="150879"/>
                  </a:lnTo>
                  <a:lnTo>
                    <a:pt x="2236877" y="145078"/>
                  </a:lnTo>
                  <a:lnTo>
                    <a:pt x="2240376" y="127333"/>
                  </a:lnTo>
                  <a:lnTo>
                    <a:pt x="2244625" y="124938"/>
                  </a:lnTo>
                  <a:lnTo>
                    <a:pt x="2277617" y="123630"/>
                  </a:lnTo>
                  <a:lnTo>
                    <a:pt x="2294613" y="127986"/>
                  </a:lnTo>
                  <a:lnTo>
                    <a:pt x="2308209" y="122322"/>
                  </a:lnTo>
                  <a:lnTo>
                    <a:pt x="2326054" y="126681"/>
                  </a:lnTo>
                  <a:lnTo>
                    <a:pt x="2348949" y="147014"/>
                  </a:lnTo>
                  <a:lnTo>
                    <a:pt x="2353248" y="155804"/>
                  </a:lnTo>
                  <a:lnTo>
                    <a:pt x="2349048" y="167522"/>
                  </a:lnTo>
                  <a:lnTo>
                    <a:pt x="2358896" y="161141"/>
                  </a:lnTo>
                  <a:lnTo>
                    <a:pt x="2367844" y="167310"/>
                  </a:lnTo>
                  <a:lnTo>
                    <a:pt x="2369642" y="186518"/>
                  </a:lnTo>
                  <a:lnTo>
                    <a:pt x="2372842" y="196977"/>
                  </a:lnTo>
                  <a:lnTo>
                    <a:pt x="2368894" y="205711"/>
                  </a:lnTo>
                  <a:lnTo>
                    <a:pt x="2381040" y="196560"/>
                  </a:lnTo>
                  <a:lnTo>
                    <a:pt x="2382590" y="191756"/>
                  </a:lnTo>
                  <a:lnTo>
                    <a:pt x="2378091" y="184208"/>
                  </a:lnTo>
                  <a:lnTo>
                    <a:pt x="2385989" y="182736"/>
                  </a:lnTo>
                  <a:lnTo>
                    <a:pt x="2390288" y="198852"/>
                  </a:lnTo>
                  <a:lnTo>
                    <a:pt x="2394087" y="224272"/>
                  </a:lnTo>
                  <a:lnTo>
                    <a:pt x="2402234" y="220987"/>
                  </a:lnTo>
                  <a:lnTo>
                    <a:pt x="2402634" y="228368"/>
                  </a:lnTo>
                  <a:lnTo>
                    <a:pt x="2399236" y="245462"/>
                  </a:lnTo>
                  <a:lnTo>
                    <a:pt x="2394187" y="260775"/>
                  </a:lnTo>
                  <a:lnTo>
                    <a:pt x="2391937" y="261177"/>
                  </a:lnTo>
                  <a:lnTo>
                    <a:pt x="2392787" y="254748"/>
                  </a:lnTo>
                  <a:lnTo>
                    <a:pt x="2389288" y="248496"/>
                  </a:lnTo>
                  <a:lnTo>
                    <a:pt x="2363595" y="229799"/>
                  </a:lnTo>
                  <a:lnTo>
                    <a:pt x="2370943" y="241814"/>
                  </a:lnTo>
                  <a:lnTo>
                    <a:pt x="2377191" y="260374"/>
                  </a:lnTo>
                  <a:lnTo>
                    <a:pt x="2385189" y="255955"/>
                  </a:lnTo>
                  <a:lnTo>
                    <a:pt x="2388339" y="264582"/>
                  </a:lnTo>
                  <a:lnTo>
                    <a:pt x="2398585" y="273761"/>
                  </a:lnTo>
                  <a:lnTo>
                    <a:pt x="2395486" y="291178"/>
                  </a:lnTo>
                  <a:lnTo>
                    <a:pt x="2376341" y="321223"/>
                  </a:lnTo>
                  <a:lnTo>
                    <a:pt x="2355997" y="338531"/>
                  </a:lnTo>
                  <a:lnTo>
                    <a:pt x="2346999" y="350539"/>
                  </a:lnTo>
                  <a:lnTo>
                    <a:pt x="2331203" y="359063"/>
                  </a:lnTo>
                  <a:lnTo>
                    <a:pt x="2305510" y="379157"/>
                  </a:lnTo>
                  <a:lnTo>
                    <a:pt x="2301411" y="388278"/>
                  </a:lnTo>
                  <a:lnTo>
                    <a:pt x="2290663" y="394022"/>
                  </a:lnTo>
                  <a:lnTo>
                    <a:pt x="2292663" y="400299"/>
                  </a:lnTo>
                  <a:lnTo>
                    <a:pt x="2289863" y="409671"/>
                  </a:lnTo>
                  <a:lnTo>
                    <a:pt x="2269419" y="423539"/>
                  </a:lnTo>
                  <a:lnTo>
                    <a:pt x="2245124" y="457352"/>
                  </a:lnTo>
                  <a:lnTo>
                    <a:pt x="2233079" y="464104"/>
                  </a:lnTo>
                  <a:lnTo>
                    <a:pt x="2219332" y="464458"/>
                  </a:lnTo>
                  <a:lnTo>
                    <a:pt x="2202885" y="492931"/>
                  </a:lnTo>
                  <a:lnTo>
                    <a:pt x="2189289" y="495021"/>
                  </a:lnTo>
                  <a:lnTo>
                    <a:pt x="2175093" y="528446"/>
                  </a:lnTo>
                  <a:lnTo>
                    <a:pt x="2160247" y="545586"/>
                  </a:lnTo>
                  <a:lnTo>
                    <a:pt x="2175943" y="540005"/>
                  </a:lnTo>
                  <a:lnTo>
                    <a:pt x="2185891" y="529299"/>
                  </a:lnTo>
                  <a:lnTo>
                    <a:pt x="2192788" y="514400"/>
                  </a:lnTo>
                  <a:lnTo>
                    <a:pt x="2197287" y="511300"/>
                  </a:lnTo>
                  <a:lnTo>
                    <a:pt x="2232629" y="508023"/>
                  </a:lnTo>
                  <a:lnTo>
                    <a:pt x="2247524" y="499193"/>
                  </a:lnTo>
                  <a:lnTo>
                    <a:pt x="2249324" y="494847"/>
                  </a:lnTo>
                  <a:lnTo>
                    <a:pt x="2269869" y="488219"/>
                  </a:lnTo>
                  <a:lnTo>
                    <a:pt x="2276518" y="477701"/>
                  </a:lnTo>
                  <a:lnTo>
                    <a:pt x="2291112" y="479107"/>
                  </a:lnTo>
                  <a:lnTo>
                    <a:pt x="2316607" y="457886"/>
                  </a:lnTo>
                  <a:lnTo>
                    <a:pt x="2319205" y="453609"/>
                  </a:lnTo>
                  <a:lnTo>
                    <a:pt x="2315157" y="448784"/>
                  </a:lnTo>
                  <a:lnTo>
                    <a:pt x="2297661" y="455927"/>
                  </a:lnTo>
                  <a:lnTo>
                    <a:pt x="2286964" y="452359"/>
                  </a:lnTo>
                  <a:lnTo>
                    <a:pt x="2285815" y="446814"/>
                  </a:lnTo>
                  <a:lnTo>
                    <a:pt x="2291463" y="433683"/>
                  </a:lnTo>
                  <a:lnTo>
                    <a:pt x="2302361" y="424992"/>
                  </a:lnTo>
                  <a:lnTo>
                    <a:pt x="2324454" y="432961"/>
                  </a:lnTo>
                  <a:lnTo>
                    <a:pt x="2326504" y="421539"/>
                  </a:lnTo>
                  <a:lnTo>
                    <a:pt x="2338201" y="423902"/>
                  </a:lnTo>
                  <a:lnTo>
                    <a:pt x="2329203" y="429886"/>
                  </a:lnTo>
                  <a:lnTo>
                    <a:pt x="2334003" y="444125"/>
                  </a:lnTo>
                  <a:lnTo>
                    <a:pt x="2354747" y="455927"/>
                  </a:lnTo>
                  <a:lnTo>
                    <a:pt x="2372741" y="452181"/>
                  </a:lnTo>
                  <a:lnTo>
                    <a:pt x="2376741" y="443227"/>
                  </a:lnTo>
                  <a:lnTo>
                    <a:pt x="2373892" y="430610"/>
                  </a:lnTo>
                  <a:lnTo>
                    <a:pt x="2379341" y="435488"/>
                  </a:lnTo>
                  <a:lnTo>
                    <a:pt x="2389988" y="461974"/>
                  </a:lnTo>
                  <a:lnTo>
                    <a:pt x="2382789" y="480337"/>
                  </a:lnTo>
                  <a:lnTo>
                    <a:pt x="2392088" y="491362"/>
                  </a:lnTo>
                  <a:lnTo>
                    <a:pt x="2391587" y="520067"/>
                  </a:lnTo>
                  <a:lnTo>
                    <a:pt x="2388688" y="530151"/>
                  </a:lnTo>
                  <a:lnTo>
                    <a:pt x="2381990" y="540683"/>
                  </a:lnTo>
                  <a:lnTo>
                    <a:pt x="2383590" y="549970"/>
                  </a:lnTo>
                  <a:lnTo>
                    <a:pt x="2387089" y="556859"/>
                  </a:lnTo>
                  <a:lnTo>
                    <a:pt x="2396886" y="558870"/>
                  </a:lnTo>
                  <a:lnTo>
                    <a:pt x="2398186" y="557194"/>
                  </a:lnTo>
                  <a:lnTo>
                    <a:pt x="2395935" y="555014"/>
                  </a:lnTo>
                  <a:lnTo>
                    <a:pt x="2386689" y="549296"/>
                  </a:lnTo>
                  <a:lnTo>
                    <a:pt x="2384440" y="542882"/>
                  </a:lnTo>
                  <a:lnTo>
                    <a:pt x="2393487" y="519381"/>
                  </a:lnTo>
                  <a:lnTo>
                    <a:pt x="2394587" y="510956"/>
                  </a:lnTo>
                  <a:lnTo>
                    <a:pt x="2393937" y="502314"/>
                  </a:lnTo>
                  <a:lnTo>
                    <a:pt x="2403034" y="491362"/>
                  </a:lnTo>
                  <a:lnTo>
                    <a:pt x="2393387" y="482968"/>
                  </a:lnTo>
                  <a:lnTo>
                    <a:pt x="2392587" y="475941"/>
                  </a:lnTo>
                  <a:lnTo>
                    <a:pt x="2407883" y="468177"/>
                  </a:lnTo>
                  <a:lnTo>
                    <a:pt x="2428878" y="465876"/>
                  </a:lnTo>
                  <a:lnTo>
                    <a:pt x="2443325" y="456461"/>
                  </a:lnTo>
                  <a:lnTo>
                    <a:pt x="2475517" y="459131"/>
                  </a:lnTo>
                  <a:lnTo>
                    <a:pt x="2498061" y="466761"/>
                  </a:lnTo>
                  <a:lnTo>
                    <a:pt x="2529802" y="467646"/>
                  </a:lnTo>
                  <a:lnTo>
                    <a:pt x="2541449" y="472769"/>
                  </a:lnTo>
                  <a:lnTo>
                    <a:pt x="2543298" y="478228"/>
                  </a:lnTo>
                  <a:lnTo>
                    <a:pt x="2529952" y="479810"/>
                  </a:lnTo>
                  <a:lnTo>
                    <a:pt x="2527752" y="489268"/>
                  </a:lnTo>
                  <a:lnTo>
                    <a:pt x="2529253" y="500928"/>
                  </a:lnTo>
                  <a:lnTo>
                    <a:pt x="2565892" y="526569"/>
                  </a:lnTo>
                  <a:lnTo>
                    <a:pt x="2589437" y="526398"/>
                  </a:lnTo>
                  <a:lnTo>
                    <a:pt x="2600534" y="530662"/>
                  </a:lnTo>
                  <a:lnTo>
                    <a:pt x="2621379" y="527422"/>
                  </a:lnTo>
                  <a:lnTo>
                    <a:pt x="2629177" y="534405"/>
                  </a:lnTo>
                  <a:lnTo>
                    <a:pt x="2643274" y="536104"/>
                  </a:lnTo>
                  <a:lnTo>
                    <a:pt x="2649272" y="533385"/>
                  </a:lnTo>
                  <a:lnTo>
                    <a:pt x="2642323" y="527422"/>
                  </a:lnTo>
                  <a:lnTo>
                    <a:pt x="2642973" y="522979"/>
                  </a:lnTo>
                  <a:lnTo>
                    <a:pt x="2660569" y="528958"/>
                  </a:lnTo>
                  <a:lnTo>
                    <a:pt x="2664517" y="524347"/>
                  </a:lnTo>
                  <a:lnTo>
                    <a:pt x="2668967" y="510783"/>
                  </a:lnTo>
                  <a:lnTo>
                    <a:pt x="2673415" y="506122"/>
                  </a:lnTo>
                  <a:lnTo>
                    <a:pt x="2665117" y="483144"/>
                  </a:lnTo>
                  <a:lnTo>
                    <a:pt x="2664618" y="473122"/>
                  </a:lnTo>
                  <a:lnTo>
                    <a:pt x="2667717" y="463039"/>
                  </a:lnTo>
                  <a:lnTo>
                    <a:pt x="2669767" y="460020"/>
                  </a:lnTo>
                  <a:lnTo>
                    <a:pt x="2678264" y="463926"/>
                  </a:lnTo>
                  <a:lnTo>
                    <a:pt x="2684412" y="455571"/>
                  </a:lnTo>
                  <a:lnTo>
                    <a:pt x="2698959" y="451645"/>
                  </a:lnTo>
                  <a:lnTo>
                    <a:pt x="2728802" y="474356"/>
                  </a:lnTo>
                  <a:lnTo>
                    <a:pt x="2728301" y="481565"/>
                  </a:lnTo>
                  <a:lnTo>
                    <a:pt x="2746497" y="471710"/>
                  </a:lnTo>
                  <a:lnTo>
                    <a:pt x="2749046" y="475765"/>
                  </a:lnTo>
                  <a:lnTo>
                    <a:pt x="2746596" y="484195"/>
                  </a:lnTo>
                  <a:lnTo>
                    <a:pt x="2747546" y="486646"/>
                  </a:lnTo>
                  <a:lnTo>
                    <a:pt x="2754794" y="492408"/>
                  </a:lnTo>
                  <a:lnTo>
                    <a:pt x="2768091" y="471710"/>
                  </a:lnTo>
                  <a:lnTo>
                    <a:pt x="2787786" y="478228"/>
                  </a:lnTo>
                  <a:lnTo>
                    <a:pt x="2802782" y="492931"/>
                  </a:lnTo>
                  <a:lnTo>
                    <a:pt x="2802132" y="499019"/>
                  </a:lnTo>
                  <a:lnTo>
                    <a:pt x="2811281" y="499540"/>
                  </a:lnTo>
                  <a:lnTo>
                    <a:pt x="2819678" y="506468"/>
                  </a:lnTo>
                  <a:lnTo>
                    <a:pt x="2819178" y="511300"/>
                  </a:lnTo>
                  <a:lnTo>
                    <a:pt x="2820378" y="514056"/>
                  </a:lnTo>
                  <a:lnTo>
                    <a:pt x="2825576" y="513883"/>
                  </a:lnTo>
                  <a:lnTo>
                    <a:pt x="2824277" y="520238"/>
                  </a:lnTo>
                  <a:lnTo>
                    <a:pt x="2811629" y="534576"/>
                  </a:lnTo>
                  <a:lnTo>
                    <a:pt x="2823227" y="536614"/>
                  </a:lnTo>
                  <a:lnTo>
                    <a:pt x="2829126" y="545755"/>
                  </a:lnTo>
                  <a:lnTo>
                    <a:pt x="2829726" y="552325"/>
                  </a:lnTo>
                  <a:lnTo>
                    <a:pt x="2817627" y="563553"/>
                  </a:lnTo>
                  <a:lnTo>
                    <a:pt x="2806582" y="568223"/>
                  </a:lnTo>
                  <a:lnTo>
                    <a:pt x="2810229" y="571883"/>
                  </a:lnTo>
                  <a:lnTo>
                    <a:pt x="2825976" y="572714"/>
                  </a:lnTo>
                  <a:lnTo>
                    <a:pt x="2830575" y="577193"/>
                  </a:lnTo>
                  <a:lnTo>
                    <a:pt x="2834174" y="588420"/>
                  </a:lnTo>
                  <a:lnTo>
                    <a:pt x="2834174" y="602022"/>
                  </a:lnTo>
                  <a:lnTo>
                    <a:pt x="2830625" y="608700"/>
                  </a:lnTo>
                  <a:lnTo>
                    <a:pt x="2820978" y="609838"/>
                  </a:lnTo>
                  <a:lnTo>
                    <a:pt x="2789535" y="577524"/>
                  </a:lnTo>
                  <a:lnTo>
                    <a:pt x="2787386" y="579345"/>
                  </a:lnTo>
                  <a:lnTo>
                    <a:pt x="2790586" y="589078"/>
                  </a:lnTo>
                  <a:lnTo>
                    <a:pt x="2804932" y="609025"/>
                  </a:lnTo>
                  <a:lnTo>
                    <a:pt x="2820277" y="638827"/>
                  </a:lnTo>
                  <a:lnTo>
                    <a:pt x="2825976" y="632588"/>
                  </a:lnTo>
                  <a:lnTo>
                    <a:pt x="2827025" y="627774"/>
                  </a:lnTo>
                  <a:lnTo>
                    <a:pt x="2826126" y="621171"/>
                  </a:lnTo>
                  <a:lnTo>
                    <a:pt x="2828576" y="624395"/>
                  </a:lnTo>
                  <a:lnTo>
                    <a:pt x="2835574" y="640263"/>
                  </a:lnTo>
                  <a:lnTo>
                    <a:pt x="2829275" y="639785"/>
                  </a:lnTo>
                  <a:lnTo>
                    <a:pt x="2818429" y="646950"/>
                  </a:lnTo>
                  <a:lnTo>
                    <a:pt x="2820627" y="652344"/>
                  </a:lnTo>
                  <a:lnTo>
                    <a:pt x="2826476" y="653135"/>
                  </a:lnTo>
                  <a:lnTo>
                    <a:pt x="2843922" y="694262"/>
                  </a:lnTo>
                  <a:lnTo>
                    <a:pt x="2865466" y="713614"/>
                  </a:lnTo>
                  <a:lnTo>
                    <a:pt x="2869116" y="714072"/>
                  </a:lnTo>
                  <a:lnTo>
                    <a:pt x="2871565" y="707648"/>
                  </a:lnTo>
                  <a:lnTo>
                    <a:pt x="2873615" y="709945"/>
                  </a:lnTo>
                  <a:lnTo>
                    <a:pt x="2875464" y="721233"/>
                  </a:lnTo>
                  <a:lnTo>
                    <a:pt x="2878912" y="726090"/>
                  </a:lnTo>
                  <a:lnTo>
                    <a:pt x="2885761" y="724422"/>
                  </a:lnTo>
                  <a:lnTo>
                    <a:pt x="2893910" y="713004"/>
                  </a:lnTo>
                  <a:lnTo>
                    <a:pt x="2903456" y="687141"/>
                  </a:lnTo>
                  <a:lnTo>
                    <a:pt x="2907056" y="683569"/>
                  </a:lnTo>
                  <a:lnTo>
                    <a:pt x="2905805" y="679366"/>
                  </a:lnTo>
                  <a:lnTo>
                    <a:pt x="2906155" y="674372"/>
                  </a:lnTo>
                  <a:lnTo>
                    <a:pt x="2912405" y="648697"/>
                  </a:lnTo>
                  <a:lnTo>
                    <a:pt x="2924250" y="623590"/>
                  </a:lnTo>
                  <a:lnTo>
                    <a:pt x="2928401" y="637709"/>
                  </a:lnTo>
                  <a:lnTo>
                    <a:pt x="2937498" y="652027"/>
                  </a:lnTo>
                  <a:lnTo>
                    <a:pt x="2952994" y="667009"/>
                  </a:lnTo>
                  <a:lnTo>
                    <a:pt x="2964491" y="671869"/>
                  </a:lnTo>
                  <a:lnTo>
                    <a:pt x="2981137" y="671242"/>
                  </a:lnTo>
                  <a:lnTo>
                    <a:pt x="2989984" y="659929"/>
                  </a:lnTo>
                  <a:lnTo>
                    <a:pt x="2999382" y="657562"/>
                  </a:lnTo>
                  <a:lnTo>
                    <a:pt x="3004931" y="651551"/>
                  </a:lnTo>
                  <a:lnTo>
                    <a:pt x="3019677" y="650759"/>
                  </a:lnTo>
                  <a:lnTo>
                    <a:pt x="3048119" y="668735"/>
                  </a:lnTo>
                  <a:lnTo>
                    <a:pt x="3071014" y="693026"/>
                  </a:lnTo>
                  <a:lnTo>
                    <a:pt x="3072463" y="692253"/>
                  </a:lnTo>
                  <a:lnTo>
                    <a:pt x="3071964" y="690086"/>
                  </a:lnTo>
                  <a:lnTo>
                    <a:pt x="3068364" y="685123"/>
                  </a:lnTo>
                  <a:lnTo>
                    <a:pt x="3075212" y="678119"/>
                  </a:lnTo>
                  <a:lnTo>
                    <a:pt x="3081411" y="676559"/>
                  </a:lnTo>
                  <a:lnTo>
                    <a:pt x="3070414" y="671399"/>
                  </a:lnTo>
                  <a:lnTo>
                    <a:pt x="3074063" y="658982"/>
                  </a:lnTo>
                  <a:lnTo>
                    <a:pt x="3079211" y="652819"/>
                  </a:lnTo>
                  <a:lnTo>
                    <a:pt x="3087259" y="655824"/>
                  </a:lnTo>
                  <a:lnTo>
                    <a:pt x="3091308" y="649490"/>
                  </a:lnTo>
                  <a:lnTo>
                    <a:pt x="3094358" y="649966"/>
                  </a:lnTo>
                  <a:lnTo>
                    <a:pt x="3106304" y="666066"/>
                  </a:lnTo>
                  <a:lnTo>
                    <a:pt x="3127799" y="661977"/>
                  </a:lnTo>
                  <a:lnTo>
                    <a:pt x="3119752" y="643610"/>
                  </a:lnTo>
                  <a:lnTo>
                    <a:pt x="3120550" y="627291"/>
                  </a:lnTo>
                  <a:lnTo>
                    <a:pt x="3110453" y="621332"/>
                  </a:lnTo>
                  <a:lnTo>
                    <a:pt x="3118251" y="617132"/>
                  </a:lnTo>
                  <a:lnTo>
                    <a:pt x="3123999" y="603490"/>
                  </a:lnTo>
                  <a:lnTo>
                    <a:pt x="3133447" y="599735"/>
                  </a:lnTo>
                  <a:lnTo>
                    <a:pt x="3117601" y="596627"/>
                  </a:lnTo>
                  <a:lnTo>
                    <a:pt x="3112403" y="602185"/>
                  </a:lnTo>
                  <a:lnTo>
                    <a:pt x="3105356" y="602185"/>
                  </a:lnTo>
                  <a:lnTo>
                    <a:pt x="3104356" y="587103"/>
                  </a:lnTo>
                  <a:lnTo>
                    <a:pt x="3117152" y="571717"/>
                  </a:lnTo>
                  <a:lnTo>
                    <a:pt x="3140746" y="572050"/>
                  </a:lnTo>
                  <a:lnTo>
                    <a:pt x="3158191" y="563386"/>
                  </a:lnTo>
                  <a:lnTo>
                    <a:pt x="3155542" y="559373"/>
                  </a:lnTo>
                  <a:lnTo>
                    <a:pt x="3155242" y="551316"/>
                  </a:lnTo>
                  <a:lnTo>
                    <a:pt x="3146344" y="539497"/>
                  </a:lnTo>
                  <a:lnTo>
                    <a:pt x="3147894" y="535085"/>
                  </a:lnTo>
                  <a:lnTo>
                    <a:pt x="3150692" y="534916"/>
                  </a:lnTo>
                  <a:lnTo>
                    <a:pt x="3164589" y="537971"/>
                  </a:lnTo>
                  <a:lnTo>
                    <a:pt x="3170387" y="544573"/>
                  </a:lnTo>
                  <a:lnTo>
                    <a:pt x="3185484" y="550979"/>
                  </a:lnTo>
                  <a:lnTo>
                    <a:pt x="3225874" y="552998"/>
                  </a:lnTo>
                  <a:lnTo>
                    <a:pt x="3272612" y="564889"/>
                  </a:lnTo>
                  <a:lnTo>
                    <a:pt x="3301905" y="576696"/>
                  </a:lnTo>
                  <a:lnTo>
                    <a:pt x="3301404" y="585290"/>
                  </a:lnTo>
                  <a:lnTo>
                    <a:pt x="3260864" y="582320"/>
                  </a:lnTo>
                  <a:lnTo>
                    <a:pt x="3255616" y="589242"/>
                  </a:lnTo>
                  <a:lnTo>
                    <a:pt x="3244020" y="593513"/>
                  </a:lnTo>
                  <a:lnTo>
                    <a:pt x="3247519" y="599572"/>
                  </a:lnTo>
                  <a:lnTo>
                    <a:pt x="3252418" y="601206"/>
                  </a:lnTo>
                  <a:lnTo>
                    <a:pt x="3268163" y="593513"/>
                  </a:lnTo>
                  <a:lnTo>
                    <a:pt x="3317950" y="590229"/>
                  </a:lnTo>
                  <a:lnTo>
                    <a:pt x="3317251" y="595644"/>
                  </a:lnTo>
                  <a:lnTo>
                    <a:pt x="3311503" y="605772"/>
                  </a:lnTo>
                  <a:lnTo>
                    <a:pt x="3298006" y="621978"/>
                  </a:lnTo>
                  <a:lnTo>
                    <a:pt x="3295006" y="621816"/>
                  </a:lnTo>
                  <a:lnTo>
                    <a:pt x="3301254" y="604631"/>
                  </a:lnTo>
                  <a:lnTo>
                    <a:pt x="3296307" y="604142"/>
                  </a:lnTo>
                  <a:lnTo>
                    <a:pt x="3288158" y="596627"/>
                  </a:lnTo>
                  <a:lnTo>
                    <a:pt x="3286808" y="598264"/>
                  </a:lnTo>
                  <a:lnTo>
                    <a:pt x="3285509" y="610975"/>
                  </a:lnTo>
                  <a:lnTo>
                    <a:pt x="3288107" y="615190"/>
                  </a:lnTo>
                  <a:lnTo>
                    <a:pt x="3288107" y="622300"/>
                  </a:lnTo>
                  <a:lnTo>
                    <a:pt x="3278410" y="626809"/>
                  </a:lnTo>
                  <a:lnTo>
                    <a:pt x="3268863" y="623590"/>
                  </a:lnTo>
                  <a:lnTo>
                    <a:pt x="3269163" y="632108"/>
                  </a:lnTo>
                  <a:lnTo>
                    <a:pt x="3266814" y="638987"/>
                  </a:lnTo>
                  <a:lnTo>
                    <a:pt x="3272311" y="644088"/>
                  </a:lnTo>
                  <a:lnTo>
                    <a:pt x="3289458" y="639625"/>
                  </a:lnTo>
                  <a:lnTo>
                    <a:pt x="3296905" y="634030"/>
                  </a:lnTo>
                  <a:lnTo>
                    <a:pt x="3319699" y="599081"/>
                  </a:lnTo>
                  <a:lnTo>
                    <a:pt x="3329897" y="587268"/>
                  </a:lnTo>
                  <a:lnTo>
                    <a:pt x="3361590" y="588749"/>
                  </a:lnTo>
                  <a:lnTo>
                    <a:pt x="3392081" y="602185"/>
                  </a:lnTo>
                  <a:lnTo>
                    <a:pt x="3404928" y="617617"/>
                  </a:lnTo>
                  <a:lnTo>
                    <a:pt x="3406427" y="626327"/>
                  </a:lnTo>
                  <a:lnTo>
                    <a:pt x="3402629" y="630985"/>
                  </a:lnTo>
                  <a:lnTo>
                    <a:pt x="3379534" y="635151"/>
                  </a:lnTo>
                  <a:lnTo>
                    <a:pt x="3376035" y="642495"/>
                  </a:lnTo>
                  <a:lnTo>
                    <a:pt x="3377285" y="644565"/>
                  </a:lnTo>
                  <a:lnTo>
                    <a:pt x="3391982" y="646950"/>
                  </a:lnTo>
                  <a:lnTo>
                    <a:pt x="3401979" y="652344"/>
                  </a:lnTo>
                  <a:lnTo>
                    <a:pt x="3407627" y="660402"/>
                  </a:lnTo>
                  <a:lnTo>
                    <a:pt x="3422623" y="659613"/>
                  </a:lnTo>
                  <a:lnTo>
                    <a:pt x="3424473" y="665281"/>
                  </a:lnTo>
                  <a:lnTo>
                    <a:pt x="3408677" y="685123"/>
                  </a:lnTo>
                  <a:lnTo>
                    <a:pt x="3432821" y="671712"/>
                  </a:lnTo>
                  <a:lnTo>
                    <a:pt x="3449866" y="679834"/>
                  </a:lnTo>
                  <a:lnTo>
                    <a:pt x="3464062" y="702583"/>
                  </a:lnTo>
                  <a:lnTo>
                    <a:pt x="3454864" y="705961"/>
                  </a:lnTo>
                  <a:lnTo>
                    <a:pt x="3475611" y="718646"/>
                  </a:lnTo>
                  <a:lnTo>
                    <a:pt x="3511301" y="714683"/>
                  </a:lnTo>
                  <a:lnTo>
                    <a:pt x="3528547" y="706728"/>
                  </a:lnTo>
                  <a:lnTo>
                    <a:pt x="3561339" y="701199"/>
                  </a:lnTo>
                  <a:lnTo>
                    <a:pt x="3569636" y="696269"/>
                  </a:lnTo>
                  <a:lnTo>
                    <a:pt x="3612774" y="698120"/>
                  </a:lnTo>
                  <a:lnTo>
                    <a:pt x="3629121" y="701199"/>
                  </a:lnTo>
                  <a:lnTo>
                    <a:pt x="3647616" y="710098"/>
                  </a:lnTo>
                  <a:lnTo>
                    <a:pt x="3665611" y="722296"/>
                  </a:lnTo>
                  <a:lnTo>
                    <a:pt x="3676108" y="734105"/>
                  </a:lnTo>
                  <a:lnTo>
                    <a:pt x="3681207" y="746131"/>
                  </a:lnTo>
                  <a:lnTo>
                    <a:pt x="3683806" y="762380"/>
                  </a:lnTo>
                  <a:lnTo>
                    <a:pt x="3683207" y="769635"/>
                  </a:lnTo>
                  <a:lnTo>
                    <a:pt x="3678958" y="781118"/>
                  </a:lnTo>
                  <a:lnTo>
                    <a:pt x="3679207" y="788584"/>
                  </a:lnTo>
                  <a:lnTo>
                    <a:pt x="3676158" y="798198"/>
                  </a:lnTo>
                  <a:lnTo>
                    <a:pt x="3679007" y="805156"/>
                  </a:lnTo>
                  <a:lnTo>
                    <a:pt x="3708950" y="819417"/>
                  </a:lnTo>
                  <a:lnTo>
                    <a:pt x="3712399" y="859395"/>
                  </a:lnTo>
                  <a:lnTo>
                    <a:pt x="3720047" y="868478"/>
                  </a:lnTo>
                  <a:lnTo>
                    <a:pt x="3720896" y="874321"/>
                  </a:lnTo>
                  <a:lnTo>
                    <a:pt x="3714999" y="893656"/>
                  </a:lnTo>
                  <a:lnTo>
                    <a:pt x="3707401" y="902422"/>
                  </a:lnTo>
                  <a:lnTo>
                    <a:pt x="3714298" y="900645"/>
                  </a:lnTo>
                  <a:lnTo>
                    <a:pt x="3721546" y="880698"/>
                  </a:lnTo>
                  <a:lnTo>
                    <a:pt x="3727146" y="874321"/>
                  </a:lnTo>
                  <a:lnTo>
                    <a:pt x="3727146" y="862055"/>
                  </a:lnTo>
                  <a:lnTo>
                    <a:pt x="3724746" y="851389"/>
                  </a:lnTo>
                  <a:lnTo>
                    <a:pt x="3724746" y="843629"/>
                  </a:lnTo>
                  <a:lnTo>
                    <a:pt x="3726346" y="837396"/>
                  </a:lnTo>
                  <a:lnTo>
                    <a:pt x="3743791" y="818986"/>
                  </a:lnTo>
                  <a:lnTo>
                    <a:pt x="3772533" y="810788"/>
                  </a:lnTo>
                  <a:lnTo>
                    <a:pt x="3780781" y="812517"/>
                  </a:lnTo>
                  <a:lnTo>
                    <a:pt x="3793228" y="809057"/>
                  </a:lnTo>
                  <a:lnTo>
                    <a:pt x="3799177" y="810356"/>
                  </a:lnTo>
                  <a:lnTo>
                    <a:pt x="3808975" y="819130"/>
                  </a:lnTo>
                  <a:lnTo>
                    <a:pt x="3843616" y="821137"/>
                  </a:lnTo>
                  <a:lnTo>
                    <a:pt x="3874857" y="827859"/>
                  </a:lnTo>
                  <a:lnTo>
                    <a:pt x="3895503" y="808624"/>
                  </a:lnTo>
                  <a:lnTo>
                    <a:pt x="3901851" y="809634"/>
                  </a:lnTo>
                  <a:lnTo>
                    <a:pt x="3909998" y="821710"/>
                  </a:lnTo>
                  <a:lnTo>
                    <a:pt x="3914247" y="845890"/>
                  </a:lnTo>
                  <a:lnTo>
                    <a:pt x="3942191" y="860795"/>
                  </a:lnTo>
                  <a:lnTo>
                    <a:pt x="3945090" y="873210"/>
                  </a:lnTo>
                  <a:lnTo>
                    <a:pt x="3950538" y="883602"/>
                  </a:lnTo>
                  <a:lnTo>
                    <a:pt x="3976282" y="880560"/>
                  </a:lnTo>
                  <a:lnTo>
                    <a:pt x="3988978" y="863453"/>
                  </a:lnTo>
                  <a:lnTo>
                    <a:pt x="3989029" y="856590"/>
                  </a:lnTo>
                  <a:lnTo>
                    <a:pt x="3981181" y="836685"/>
                  </a:lnTo>
                  <a:lnTo>
                    <a:pt x="3977532" y="821281"/>
                  </a:lnTo>
                  <a:lnTo>
                    <a:pt x="3965835" y="817838"/>
                  </a:lnTo>
                  <a:lnTo>
                    <a:pt x="3975332" y="799360"/>
                  </a:lnTo>
                  <a:lnTo>
                    <a:pt x="3974882" y="778915"/>
                  </a:lnTo>
                  <a:lnTo>
                    <a:pt x="4032417" y="790336"/>
                  </a:lnTo>
                  <a:lnTo>
                    <a:pt x="4052361" y="801971"/>
                  </a:lnTo>
                  <a:lnTo>
                    <a:pt x="4054462" y="793835"/>
                  </a:lnTo>
                  <a:lnTo>
                    <a:pt x="4056860" y="792086"/>
                  </a:lnTo>
                  <a:lnTo>
                    <a:pt x="4071007" y="797908"/>
                  </a:lnTo>
                  <a:lnTo>
                    <a:pt x="4094252" y="799360"/>
                  </a:lnTo>
                  <a:lnTo>
                    <a:pt x="4125793" y="796163"/>
                  </a:lnTo>
                  <a:lnTo>
                    <a:pt x="4153636" y="816258"/>
                  </a:lnTo>
                  <a:lnTo>
                    <a:pt x="4166733" y="818986"/>
                  </a:lnTo>
                  <a:lnTo>
                    <a:pt x="4181679" y="828145"/>
                  </a:lnTo>
                  <a:lnTo>
                    <a:pt x="4207073" y="836828"/>
                  </a:lnTo>
                  <a:lnTo>
                    <a:pt x="4209922" y="843912"/>
                  </a:lnTo>
                  <a:lnTo>
                    <a:pt x="4218869" y="846738"/>
                  </a:lnTo>
                  <a:lnTo>
                    <a:pt x="4239065" y="868338"/>
                  </a:lnTo>
                  <a:lnTo>
                    <a:pt x="4239065" y="1147664"/>
                  </a:lnTo>
                  <a:lnTo>
                    <a:pt x="4234265" y="1149798"/>
                  </a:lnTo>
                  <a:lnTo>
                    <a:pt x="4223718" y="1163717"/>
                  </a:lnTo>
                  <a:lnTo>
                    <a:pt x="4215471" y="1166300"/>
                  </a:lnTo>
                  <a:lnTo>
                    <a:pt x="4197976" y="1177877"/>
                  </a:lnTo>
                  <a:lnTo>
                    <a:pt x="4191427" y="1173442"/>
                  </a:lnTo>
                  <a:lnTo>
                    <a:pt x="4176531" y="1170519"/>
                  </a:lnTo>
                  <a:lnTo>
                    <a:pt x="4160735" y="1151100"/>
                  </a:lnTo>
                  <a:lnTo>
                    <a:pt x="4152436" y="1146597"/>
                  </a:lnTo>
                  <a:lnTo>
                    <a:pt x="4145339" y="1149561"/>
                  </a:lnTo>
                  <a:lnTo>
                    <a:pt x="4139440" y="1147309"/>
                  </a:lnTo>
                  <a:lnTo>
                    <a:pt x="4137440" y="1148968"/>
                  </a:lnTo>
                  <a:lnTo>
                    <a:pt x="4156786" y="1152046"/>
                  </a:lnTo>
                  <a:lnTo>
                    <a:pt x="4161935" y="1161130"/>
                  </a:lnTo>
                  <a:lnTo>
                    <a:pt x="4157685" y="1165948"/>
                  </a:lnTo>
                  <a:lnTo>
                    <a:pt x="4151038" y="1161954"/>
                  </a:lnTo>
                  <a:lnTo>
                    <a:pt x="4139889" y="1161483"/>
                  </a:lnTo>
                  <a:lnTo>
                    <a:pt x="4129692" y="1154647"/>
                  </a:lnTo>
                  <a:lnTo>
                    <a:pt x="4121894" y="1162306"/>
                  </a:lnTo>
                  <a:lnTo>
                    <a:pt x="4087703" y="1172741"/>
                  </a:lnTo>
                  <a:lnTo>
                    <a:pt x="4119046" y="1166300"/>
                  </a:lnTo>
                  <a:lnTo>
                    <a:pt x="4129543" y="1158304"/>
                  </a:lnTo>
                  <a:lnTo>
                    <a:pt x="4134842" y="1162306"/>
                  </a:lnTo>
                  <a:lnTo>
                    <a:pt x="4137741" y="1171338"/>
                  </a:lnTo>
                  <a:lnTo>
                    <a:pt x="4131891" y="1179042"/>
                  </a:lnTo>
                  <a:lnTo>
                    <a:pt x="4142089" y="1172741"/>
                  </a:lnTo>
                  <a:lnTo>
                    <a:pt x="4151386" y="1175894"/>
                  </a:lnTo>
                  <a:lnTo>
                    <a:pt x="4157135" y="1170402"/>
                  </a:lnTo>
                  <a:lnTo>
                    <a:pt x="4167633" y="1167473"/>
                  </a:lnTo>
                  <a:lnTo>
                    <a:pt x="4168733" y="1169231"/>
                  </a:lnTo>
                  <a:lnTo>
                    <a:pt x="4167133" y="1179857"/>
                  </a:lnTo>
                  <a:lnTo>
                    <a:pt x="4167782" y="1188220"/>
                  </a:lnTo>
                  <a:lnTo>
                    <a:pt x="4174830" y="1197119"/>
                  </a:lnTo>
                  <a:lnTo>
                    <a:pt x="4184778" y="1202530"/>
                  </a:lnTo>
                  <a:lnTo>
                    <a:pt x="4187127" y="1201610"/>
                  </a:lnTo>
                  <a:lnTo>
                    <a:pt x="4189877" y="1193311"/>
                  </a:lnTo>
                  <a:lnTo>
                    <a:pt x="4194125" y="1199999"/>
                  </a:lnTo>
                  <a:lnTo>
                    <a:pt x="4196774" y="1208382"/>
                  </a:lnTo>
                  <a:lnTo>
                    <a:pt x="4196075" y="1215812"/>
                  </a:lnTo>
                  <a:lnTo>
                    <a:pt x="4201574" y="1218776"/>
                  </a:lnTo>
                  <a:lnTo>
                    <a:pt x="4203823" y="1237468"/>
                  </a:lnTo>
                  <a:lnTo>
                    <a:pt x="4195776" y="1241408"/>
                  </a:lnTo>
                  <a:lnTo>
                    <a:pt x="4203124" y="1246573"/>
                  </a:lnTo>
                  <a:lnTo>
                    <a:pt x="4202374" y="1254069"/>
                  </a:lnTo>
                  <a:lnTo>
                    <a:pt x="4204174" y="1254515"/>
                  </a:lnTo>
                  <a:lnTo>
                    <a:pt x="4205374" y="1251499"/>
                  </a:lnTo>
                  <a:lnTo>
                    <a:pt x="4205523" y="1245451"/>
                  </a:lnTo>
                  <a:lnTo>
                    <a:pt x="4209122" y="1257526"/>
                  </a:lnTo>
                  <a:lnTo>
                    <a:pt x="4222069" y="1269741"/>
                  </a:lnTo>
                  <a:lnTo>
                    <a:pt x="4222518" y="1274052"/>
                  </a:lnTo>
                  <a:lnTo>
                    <a:pt x="4218520" y="1278242"/>
                  </a:lnTo>
                  <a:lnTo>
                    <a:pt x="4221869" y="1285936"/>
                  </a:lnTo>
                  <a:lnTo>
                    <a:pt x="4225467" y="1287142"/>
                  </a:lnTo>
                  <a:lnTo>
                    <a:pt x="4227117" y="1292613"/>
                  </a:lnTo>
                  <a:lnTo>
                    <a:pt x="4227117" y="1297850"/>
                  </a:lnTo>
                  <a:lnTo>
                    <a:pt x="4216220" y="1310983"/>
                  </a:lnTo>
                  <a:lnTo>
                    <a:pt x="4214671" y="1319937"/>
                  </a:lnTo>
                  <a:lnTo>
                    <a:pt x="4184079" y="1306327"/>
                  </a:lnTo>
                  <a:lnTo>
                    <a:pt x="4163883" y="1303179"/>
                  </a:lnTo>
                  <a:lnTo>
                    <a:pt x="4165733" y="1294797"/>
                  </a:lnTo>
                  <a:lnTo>
                    <a:pt x="4165182" y="1292066"/>
                  </a:lnTo>
                  <a:lnTo>
                    <a:pt x="4162934" y="1294033"/>
                  </a:lnTo>
                  <a:lnTo>
                    <a:pt x="4156384" y="1292394"/>
                  </a:lnTo>
                  <a:lnTo>
                    <a:pt x="4154786" y="1299592"/>
                  </a:lnTo>
                  <a:lnTo>
                    <a:pt x="4161034" y="1303614"/>
                  </a:lnTo>
                  <a:lnTo>
                    <a:pt x="4160184" y="1305459"/>
                  </a:lnTo>
                  <a:lnTo>
                    <a:pt x="4147487" y="1308819"/>
                  </a:lnTo>
                  <a:lnTo>
                    <a:pt x="4137090" y="1318322"/>
                  </a:lnTo>
                  <a:lnTo>
                    <a:pt x="4107648" y="1332910"/>
                  </a:lnTo>
                  <a:lnTo>
                    <a:pt x="4105549" y="1336858"/>
                  </a:lnTo>
                  <a:lnTo>
                    <a:pt x="4092302" y="1342074"/>
                  </a:lnTo>
                  <a:lnTo>
                    <a:pt x="4086703" y="1349393"/>
                  </a:lnTo>
                  <a:lnTo>
                    <a:pt x="4076306" y="1350980"/>
                  </a:lnTo>
                  <a:lnTo>
                    <a:pt x="4067508" y="1357842"/>
                  </a:lnTo>
                  <a:lnTo>
                    <a:pt x="4061959" y="1355628"/>
                  </a:lnTo>
                  <a:lnTo>
                    <a:pt x="4048314" y="1373683"/>
                  </a:lnTo>
                  <a:lnTo>
                    <a:pt x="4040664" y="1370024"/>
                  </a:lnTo>
                  <a:lnTo>
                    <a:pt x="4039316" y="1372011"/>
                  </a:lnTo>
                  <a:lnTo>
                    <a:pt x="4042115" y="1379210"/>
                  </a:lnTo>
                  <a:lnTo>
                    <a:pt x="4037165" y="1379002"/>
                  </a:lnTo>
                  <a:lnTo>
                    <a:pt x="4036266" y="1382851"/>
                  </a:lnTo>
                  <a:lnTo>
                    <a:pt x="4033118" y="1386174"/>
                  </a:lnTo>
                  <a:lnTo>
                    <a:pt x="4027918" y="1387522"/>
                  </a:lnTo>
                  <a:lnTo>
                    <a:pt x="4026969" y="1390422"/>
                  </a:lnTo>
                  <a:lnTo>
                    <a:pt x="4027819" y="1393627"/>
                  </a:lnTo>
                  <a:lnTo>
                    <a:pt x="4014623" y="1404955"/>
                  </a:lnTo>
                  <a:lnTo>
                    <a:pt x="4009373" y="1406084"/>
                  </a:lnTo>
                  <a:lnTo>
                    <a:pt x="3987728" y="1424257"/>
                  </a:lnTo>
                  <a:lnTo>
                    <a:pt x="3978231" y="1429228"/>
                  </a:lnTo>
                  <a:lnTo>
                    <a:pt x="3971083" y="1455480"/>
                  </a:lnTo>
                  <a:lnTo>
                    <a:pt x="3965635" y="1454282"/>
                  </a:lnTo>
                  <a:lnTo>
                    <a:pt x="3960886" y="1449779"/>
                  </a:lnTo>
                  <a:lnTo>
                    <a:pt x="3958536" y="1445366"/>
                  </a:lnTo>
                  <a:lnTo>
                    <a:pt x="3958237" y="1441445"/>
                  </a:lnTo>
                  <a:lnTo>
                    <a:pt x="3950738" y="1429025"/>
                  </a:lnTo>
                  <a:lnTo>
                    <a:pt x="3939891" y="1420189"/>
                  </a:lnTo>
                  <a:lnTo>
                    <a:pt x="3909649" y="1421410"/>
                  </a:lnTo>
                  <a:lnTo>
                    <a:pt x="3884355" y="1430848"/>
                  </a:lnTo>
                  <a:lnTo>
                    <a:pt x="3877057" y="1436407"/>
                  </a:lnTo>
                  <a:lnTo>
                    <a:pt x="3857862" y="1461562"/>
                  </a:lnTo>
                  <a:lnTo>
                    <a:pt x="3855462" y="1461861"/>
                  </a:lnTo>
                  <a:lnTo>
                    <a:pt x="3854063" y="1454681"/>
                  </a:lnTo>
                  <a:lnTo>
                    <a:pt x="3860061" y="1426389"/>
                  </a:lnTo>
                  <a:lnTo>
                    <a:pt x="3855263" y="1426693"/>
                  </a:lnTo>
                  <a:lnTo>
                    <a:pt x="3848664" y="1433579"/>
                  </a:lnTo>
                  <a:lnTo>
                    <a:pt x="3824870" y="1448075"/>
                  </a:lnTo>
                  <a:lnTo>
                    <a:pt x="3824571" y="1456579"/>
                  </a:lnTo>
                  <a:lnTo>
                    <a:pt x="3823020" y="1461264"/>
                  </a:lnTo>
                  <a:lnTo>
                    <a:pt x="3821220" y="1462259"/>
                  </a:lnTo>
                  <a:lnTo>
                    <a:pt x="3816373" y="1460567"/>
                  </a:lnTo>
                  <a:lnTo>
                    <a:pt x="3813323" y="1453682"/>
                  </a:lnTo>
                  <a:lnTo>
                    <a:pt x="3809323" y="1450180"/>
                  </a:lnTo>
                  <a:lnTo>
                    <a:pt x="3805175" y="1450280"/>
                  </a:lnTo>
                  <a:lnTo>
                    <a:pt x="3797878" y="1459272"/>
                  </a:lnTo>
                  <a:lnTo>
                    <a:pt x="3798478" y="1454382"/>
                  </a:lnTo>
                  <a:lnTo>
                    <a:pt x="3792329" y="1451481"/>
                  </a:lnTo>
                  <a:lnTo>
                    <a:pt x="3787630" y="1451982"/>
                  </a:lnTo>
                  <a:lnTo>
                    <a:pt x="3777082" y="1465639"/>
                  </a:lnTo>
                  <a:lnTo>
                    <a:pt x="3774434" y="1479984"/>
                  </a:lnTo>
                  <a:lnTo>
                    <a:pt x="3774533" y="1491870"/>
                  </a:lnTo>
                  <a:lnTo>
                    <a:pt x="3769335" y="1501150"/>
                  </a:lnTo>
                  <a:lnTo>
                    <a:pt x="3765286" y="1502124"/>
                  </a:lnTo>
                  <a:lnTo>
                    <a:pt x="3767086" y="1507180"/>
                  </a:lnTo>
                  <a:lnTo>
                    <a:pt x="3766135" y="1509024"/>
                  </a:lnTo>
                  <a:lnTo>
                    <a:pt x="3751789" y="1523905"/>
                  </a:lnTo>
                  <a:lnTo>
                    <a:pt x="3743141" y="1537808"/>
                  </a:lnTo>
                  <a:lnTo>
                    <a:pt x="3738092" y="1557384"/>
                  </a:lnTo>
                  <a:lnTo>
                    <a:pt x="3740292" y="1565685"/>
                  </a:lnTo>
                  <a:lnTo>
                    <a:pt x="3744692" y="1570385"/>
                  </a:lnTo>
                  <a:lnTo>
                    <a:pt x="3750639" y="1573011"/>
                  </a:lnTo>
                  <a:lnTo>
                    <a:pt x="3750039" y="1576196"/>
                  </a:lnTo>
                  <a:lnTo>
                    <a:pt x="3752139" y="1573668"/>
                  </a:lnTo>
                  <a:lnTo>
                    <a:pt x="3753688" y="1566438"/>
                  </a:lnTo>
                  <a:lnTo>
                    <a:pt x="3757338" y="1564178"/>
                  </a:lnTo>
                  <a:lnTo>
                    <a:pt x="3773234" y="1572355"/>
                  </a:lnTo>
                  <a:lnTo>
                    <a:pt x="3772183" y="1580310"/>
                  </a:lnTo>
                  <a:lnTo>
                    <a:pt x="3760837" y="1594822"/>
                  </a:lnTo>
                  <a:lnTo>
                    <a:pt x="3760337" y="1600651"/>
                  </a:lnTo>
                  <a:lnTo>
                    <a:pt x="3761636" y="1607844"/>
                  </a:lnTo>
                  <a:lnTo>
                    <a:pt x="3761486" y="1622695"/>
                  </a:lnTo>
                  <a:lnTo>
                    <a:pt x="3764785" y="1627165"/>
                  </a:lnTo>
                  <a:lnTo>
                    <a:pt x="3768235" y="1626254"/>
                  </a:lnTo>
                  <a:lnTo>
                    <a:pt x="3774084" y="1628986"/>
                  </a:lnTo>
                  <a:lnTo>
                    <a:pt x="3773733" y="1635165"/>
                  </a:lnTo>
                  <a:lnTo>
                    <a:pt x="3776284" y="1651875"/>
                  </a:lnTo>
                  <a:lnTo>
                    <a:pt x="3768286" y="1661206"/>
                  </a:lnTo>
                  <a:lnTo>
                    <a:pt x="3762536" y="1660131"/>
                  </a:lnTo>
                  <a:lnTo>
                    <a:pt x="3756638" y="1651875"/>
                  </a:lnTo>
                  <a:lnTo>
                    <a:pt x="3758987" y="1646923"/>
                  </a:lnTo>
                  <a:lnTo>
                    <a:pt x="3763987" y="1643494"/>
                  </a:lnTo>
                  <a:lnTo>
                    <a:pt x="3768035" y="1637341"/>
                  </a:lnTo>
                  <a:lnTo>
                    <a:pt x="3763587" y="1639605"/>
                  </a:lnTo>
                  <a:lnTo>
                    <a:pt x="3757838" y="1638972"/>
                  </a:lnTo>
                  <a:lnTo>
                    <a:pt x="3752739" y="1643494"/>
                  </a:lnTo>
                  <a:lnTo>
                    <a:pt x="3753838" y="1650436"/>
                  </a:lnTo>
                  <a:lnTo>
                    <a:pt x="3741542" y="1658967"/>
                  </a:lnTo>
                  <a:lnTo>
                    <a:pt x="3732944" y="1680529"/>
                  </a:lnTo>
                  <a:lnTo>
                    <a:pt x="3731545" y="1688310"/>
                  </a:lnTo>
                  <a:lnTo>
                    <a:pt x="3733244" y="1702465"/>
                  </a:lnTo>
                  <a:lnTo>
                    <a:pt x="3741442" y="1717996"/>
                  </a:lnTo>
                  <a:lnTo>
                    <a:pt x="3742142" y="1724416"/>
                  </a:lnTo>
                  <a:lnTo>
                    <a:pt x="3731595" y="1734955"/>
                  </a:lnTo>
                  <a:lnTo>
                    <a:pt x="3728795" y="1735730"/>
                  </a:lnTo>
                  <a:lnTo>
                    <a:pt x="3719597" y="1735557"/>
                  </a:lnTo>
                  <a:lnTo>
                    <a:pt x="3715049" y="1731851"/>
                  </a:lnTo>
                  <a:lnTo>
                    <a:pt x="3705100" y="1734524"/>
                  </a:lnTo>
                  <a:lnTo>
                    <a:pt x="3685706" y="1751340"/>
                  </a:lnTo>
                  <a:lnTo>
                    <a:pt x="3681457" y="1759865"/>
                  </a:lnTo>
                  <a:lnTo>
                    <a:pt x="3679308" y="1770469"/>
                  </a:lnTo>
                  <a:lnTo>
                    <a:pt x="3682407" y="1781353"/>
                  </a:lnTo>
                  <a:lnTo>
                    <a:pt x="3680807" y="1789330"/>
                  </a:lnTo>
                  <a:lnTo>
                    <a:pt x="3683706" y="1794268"/>
                  </a:lnTo>
                  <a:lnTo>
                    <a:pt x="3684356" y="1801028"/>
                  </a:lnTo>
                  <a:lnTo>
                    <a:pt x="3682207" y="1801194"/>
                  </a:lnTo>
                  <a:lnTo>
                    <a:pt x="3677308" y="1796357"/>
                  </a:lnTo>
                  <a:lnTo>
                    <a:pt x="3672160" y="1796023"/>
                  </a:lnTo>
                  <a:lnTo>
                    <a:pt x="3654564" y="1804773"/>
                  </a:lnTo>
                  <a:lnTo>
                    <a:pt x="3648815" y="1811166"/>
                  </a:lnTo>
                  <a:lnTo>
                    <a:pt x="3643768" y="1804690"/>
                  </a:lnTo>
                  <a:lnTo>
                    <a:pt x="3641217" y="1805521"/>
                  </a:lnTo>
                  <a:lnTo>
                    <a:pt x="3640118" y="1808926"/>
                  </a:lnTo>
                  <a:lnTo>
                    <a:pt x="3645017" y="1812823"/>
                  </a:lnTo>
                  <a:lnTo>
                    <a:pt x="3641467" y="1824137"/>
                  </a:lnTo>
                  <a:lnTo>
                    <a:pt x="3641817" y="1835223"/>
                  </a:lnTo>
                  <a:lnTo>
                    <a:pt x="3637318" y="1848528"/>
                  </a:lnTo>
                  <a:lnTo>
                    <a:pt x="3630970" y="1861180"/>
                  </a:lnTo>
                  <a:lnTo>
                    <a:pt x="3623222" y="1870296"/>
                  </a:lnTo>
                  <a:lnTo>
                    <a:pt x="3615073" y="1875922"/>
                  </a:lnTo>
                  <a:lnTo>
                    <a:pt x="3613925" y="1879050"/>
                  </a:lnTo>
                  <a:lnTo>
                    <a:pt x="3605976" y="1887766"/>
                  </a:lnTo>
                  <a:lnTo>
                    <a:pt x="3593330" y="1898590"/>
                  </a:lnTo>
                  <a:lnTo>
                    <a:pt x="3591180" y="1887207"/>
                  </a:lnTo>
                  <a:lnTo>
                    <a:pt x="3587681" y="1883453"/>
                  </a:lnTo>
                  <a:lnTo>
                    <a:pt x="3587032" y="1880331"/>
                  </a:lnTo>
                  <a:lnTo>
                    <a:pt x="3586182" y="1856485"/>
                  </a:lnTo>
                  <a:lnTo>
                    <a:pt x="3582683" y="1829482"/>
                  </a:lnTo>
                  <a:lnTo>
                    <a:pt x="3578933" y="1824137"/>
                  </a:lnTo>
                  <a:lnTo>
                    <a:pt x="3575634" y="1813154"/>
                  </a:lnTo>
                  <a:lnTo>
                    <a:pt x="3571186" y="1772329"/>
                  </a:lnTo>
                  <a:lnTo>
                    <a:pt x="3564436" y="1735471"/>
                  </a:lnTo>
                  <a:lnTo>
                    <a:pt x="3560438" y="1702816"/>
                  </a:lnTo>
                  <a:lnTo>
                    <a:pt x="3560188" y="1695532"/>
                  </a:lnTo>
                  <a:lnTo>
                    <a:pt x="3564687" y="1659863"/>
                  </a:lnTo>
                  <a:lnTo>
                    <a:pt x="3573285" y="1625707"/>
                  </a:lnTo>
                  <a:lnTo>
                    <a:pt x="3587281" y="1612073"/>
                  </a:lnTo>
                  <a:lnTo>
                    <a:pt x="3592780" y="1605357"/>
                  </a:lnTo>
                  <a:lnTo>
                    <a:pt x="3596129" y="1598248"/>
                  </a:lnTo>
                  <a:lnTo>
                    <a:pt x="3599677" y="1589161"/>
                  </a:lnTo>
                  <a:lnTo>
                    <a:pt x="3598879" y="1581430"/>
                  </a:lnTo>
                  <a:lnTo>
                    <a:pt x="3594529" y="1574605"/>
                  </a:lnTo>
                  <a:lnTo>
                    <a:pt x="3596778" y="1571699"/>
                  </a:lnTo>
                  <a:lnTo>
                    <a:pt x="3599929" y="1570291"/>
                  </a:lnTo>
                  <a:lnTo>
                    <a:pt x="3606376" y="1573105"/>
                  </a:lnTo>
                  <a:lnTo>
                    <a:pt x="3612824" y="1571886"/>
                  </a:lnTo>
                  <a:lnTo>
                    <a:pt x="3618823" y="1560407"/>
                  </a:lnTo>
                  <a:lnTo>
                    <a:pt x="3627421" y="1562199"/>
                  </a:lnTo>
                  <a:lnTo>
                    <a:pt x="3635768" y="1560973"/>
                  </a:lnTo>
                  <a:lnTo>
                    <a:pt x="3640568" y="1552841"/>
                  </a:lnTo>
                  <a:lnTo>
                    <a:pt x="3661712" y="1533983"/>
                  </a:lnTo>
                  <a:lnTo>
                    <a:pt x="3672310" y="1518797"/>
                  </a:lnTo>
                  <a:lnTo>
                    <a:pt x="3679407" y="1501442"/>
                  </a:lnTo>
                  <a:lnTo>
                    <a:pt x="3693405" y="1486870"/>
                  </a:lnTo>
                  <a:lnTo>
                    <a:pt x="3698853" y="1478506"/>
                  </a:lnTo>
                  <a:lnTo>
                    <a:pt x="3707401" y="1474161"/>
                  </a:lnTo>
                  <a:lnTo>
                    <a:pt x="3723896" y="1451982"/>
                  </a:lnTo>
                  <a:lnTo>
                    <a:pt x="3732344" y="1445065"/>
                  </a:lnTo>
                  <a:lnTo>
                    <a:pt x="3741092" y="1427505"/>
                  </a:lnTo>
                  <a:lnTo>
                    <a:pt x="3758987" y="1416520"/>
                  </a:lnTo>
                  <a:lnTo>
                    <a:pt x="3766236" y="1409570"/>
                  </a:lnTo>
                  <a:lnTo>
                    <a:pt x="3776733" y="1408545"/>
                  </a:lnTo>
                  <a:lnTo>
                    <a:pt x="3786680" y="1401873"/>
                  </a:lnTo>
                  <a:lnTo>
                    <a:pt x="3782331" y="1395692"/>
                  </a:lnTo>
                  <a:lnTo>
                    <a:pt x="3784181" y="1390732"/>
                  </a:lnTo>
                  <a:lnTo>
                    <a:pt x="3791779" y="1383371"/>
                  </a:lnTo>
                  <a:lnTo>
                    <a:pt x="3794878" y="1377335"/>
                  </a:lnTo>
                  <a:lnTo>
                    <a:pt x="3793979" y="1372952"/>
                  </a:lnTo>
                  <a:lnTo>
                    <a:pt x="3789280" y="1370547"/>
                  </a:lnTo>
                  <a:lnTo>
                    <a:pt x="3791480" y="1360054"/>
                  </a:lnTo>
                  <a:lnTo>
                    <a:pt x="3795278" y="1355945"/>
                  </a:lnTo>
                  <a:lnTo>
                    <a:pt x="3796777" y="1336325"/>
                  </a:lnTo>
                  <a:lnTo>
                    <a:pt x="3800478" y="1321550"/>
                  </a:lnTo>
                  <a:lnTo>
                    <a:pt x="3811375" y="1310875"/>
                  </a:lnTo>
                  <a:lnTo>
                    <a:pt x="3828270" y="1316705"/>
                  </a:lnTo>
                  <a:lnTo>
                    <a:pt x="3828420" y="1312280"/>
                  </a:lnTo>
                  <a:lnTo>
                    <a:pt x="3834119" y="1312280"/>
                  </a:lnTo>
                  <a:lnTo>
                    <a:pt x="3833517" y="1309468"/>
                  </a:lnTo>
                  <a:lnTo>
                    <a:pt x="3816723" y="1304808"/>
                  </a:lnTo>
                  <a:lnTo>
                    <a:pt x="3806375" y="1296760"/>
                  </a:lnTo>
                  <a:lnTo>
                    <a:pt x="3776183" y="1306001"/>
                  </a:lnTo>
                  <a:lnTo>
                    <a:pt x="3773733" y="1311848"/>
                  </a:lnTo>
                  <a:lnTo>
                    <a:pt x="3775333" y="1316705"/>
                  </a:lnTo>
                  <a:lnTo>
                    <a:pt x="3771484" y="1323484"/>
                  </a:lnTo>
                  <a:lnTo>
                    <a:pt x="3770234" y="1329916"/>
                  </a:lnTo>
                  <a:lnTo>
                    <a:pt x="3770585" y="1336005"/>
                  </a:lnTo>
                  <a:lnTo>
                    <a:pt x="3767435" y="1345366"/>
                  </a:lnTo>
                  <a:lnTo>
                    <a:pt x="3767235" y="1351192"/>
                  </a:lnTo>
                  <a:lnTo>
                    <a:pt x="3774133" y="1356683"/>
                  </a:lnTo>
                  <a:lnTo>
                    <a:pt x="3769335" y="1364153"/>
                  </a:lnTo>
                  <a:lnTo>
                    <a:pt x="3766785" y="1365728"/>
                  </a:lnTo>
                  <a:lnTo>
                    <a:pt x="3762987" y="1356261"/>
                  </a:lnTo>
                  <a:lnTo>
                    <a:pt x="3760088" y="1355945"/>
                  </a:lnTo>
                  <a:lnTo>
                    <a:pt x="3758587" y="1359422"/>
                  </a:lnTo>
                  <a:lnTo>
                    <a:pt x="3750090" y="1358790"/>
                  </a:lnTo>
                  <a:lnTo>
                    <a:pt x="3712449" y="1399300"/>
                  </a:lnTo>
                  <a:lnTo>
                    <a:pt x="3704952" y="1411207"/>
                  </a:lnTo>
                  <a:lnTo>
                    <a:pt x="3697053" y="1412026"/>
                  </a:lnTo>
                  <a:lnTo>
                    <a:pt x="3688455" y="1417744"/>
                  </a:lnTo>
                  <a:lnTo>
                    <a:pt x="3689906" y="1406803"/>
                  </a:lnTo>
                  <a:lnTo>
                    <a:pt x="3694154" y="1395692"/>
                  </a:lnTo>
                  <a:lnTo>
                    <a:pt x="3688756" y="1394453"/>
                  </a:lnTo>
                  <a:lnTo>
                    <a:pt x="3680407" y="1400433"/>
                  </a:lnTo>
                  <a:lnTo>
                    <a:pt x="3677807" y="1399609"/>
                  </a:lnTo>
                  <a:lnTo>
                    <a:pt x="3682257" y="1389801"/>
                  </a:lnTo>
                  <a:lnTo>
                    <a:pt x="3680407" y="1380355"/>
                  </a:lnTo>
                  <a:lnTo>
                    <a:pt x="3690504" y="1359633"/>
                  </a:lnTo>
                  <a:lnTo>
                    <a:pt x="3692455" y="1351086"/>
                  </a:lnTo>
                  <a:lnTo>
                    <a:pt x="3692255" y="1345154"/>
                  </a:lnTo>
                  <a:lnTo>
                    <a:pt x="3688704" y="1344729"/>
                  </a:lnTo>
                  <a:lnTo>
                    <a:pt x="3671209" y="1355417"/>
                  </a:lnTo>
                  <a:lnTo>
                    <a:pt x="3664061" y="1343986"/>
                  </a:lnTo>
                  <a:lnTo>
                    <a:pt x="3661112" y="1343137"/>
                  </a:lnTo>
                  <a:lnTo>
                    <a:pt x="3643317" y="1350134"/>
                  </a:lnTo>
                  <a:lnTo>
                    <a:pt x="3637368" y="1349182"/>
                  </a:lnTo>
                  <a:lnTo>
                    <a:pt x="3630071" y="1353412"/>
                  </a:lnTo>
                  <a:lnTo>
                    <a:pt x="3613374" y="1350769"/>
                  </a:lnTo>
                  <a:lnTo>
                    <a:pt x="3602677" y="1358053"/>
                  </a:lnTo>
                  <a:lnTo>
                    <a:pt x="3591481" y="1369396"/>
                  </a:lnTo>
                  <a:lnTo>
                    <a:pt x="3590030" y="1381500"/>
                  </a:lnTo>
                  <a:lnTo>
                    <a:pt x="3574135" y="1397445"/>
                  </a:lnTo>
                  <a:lnTo>
                    <a:pt x="3564687" y="1415295"/>
                  </a:lnTo>
                  <a:lnTo>
                    <a:pt x="3543992" y="1432467"/>
                  </a:lnTo>
                  <a:lnTo>
                    <a:pt x="3533095" y="1448276"/>
                  </a:lnTo>
                  <a:lnTo>
                    <a:pt x="3529246" y="1459969"/>
                  </a:lnTo>
                  <a:lnTo>
                    <a:pt x="3525147" y="1462757"/>
                  </a:lnTo>
                  <a:lnTo>
                    <a:pt x="3524497" y="1472380"/>
                  </a:lnTo>
                  <a:lnTo>
                    <a:pt x="3521198" y="1479590"/>
                  </a:lnTo>
                  <a:lnTo>
                    <a:pt x="3524597" y="1482446"/>
                  </a:lnTo>
                  <a:lnTo>
                    <a:pt x="3533195" y="1478900"/>
                  </a:lnTo>
                  <a:lnTo>
                    <a:pt x="3543992" y="1483824"/>
                  </a:lnTo>
                  <a:lnTo>
                    <a:pt x="3549442" y="1488734"/>
                  </a:lnTo>
                  <a:lnTo>
                    <a:pt x="3549242" y="1498029"/>
                  </a:lnTo>
                  <a:lnTo>
                    <a:pt x="3539893" y="1498127"/>
                  </a:lnTo>
                  <a:lnTo>
                    <a:pt x="3536545" y="1500662"/>
                  </a:lnTo>
                  <a:lnTo>
                    <a:pt x="3529747" y="1496565"/>
                  </a:lnTo>
                  <a:lnTo>
                    <a:pt x="3523897" y="1502416"/>
                  </a:lnTo>
                  <a:lnTo>
                    <a:pt x="3517349" y="1504167"/>
                  </a:lnTo>
                  <a:lnTo>
                    <a:pt x="3508551" y="1496076"/>
                  </a:lnTo>
                  <a:lnTo>
                    <a:pt x="3499304" y="1496662"/>
                  </a:lnTo>
                  <a:lnTo>
                    <a:pt x="3496854" y="1503292"/>
                  </a:lnTo>
                  <a:lnTo>
                    <a:pt x="3491406" y="1503875"/>
                  </a:lnTo>
                  <a:lnTo>
                    <a:pt x="3484207" y="1512223"/>
                  </a:lnTo>
                  <a:lnTo>
                    <a:pt x="3470361" y="1506598"/>
                  </a:lnTo>
                  <a:lnTo>
                    <a:pt x="3466062" y="1508442"/>
                  </a:lnTo>
                  <a:lnTo>
                    <a:pt x="3463914" y="1513095"/>
                  </a:lnTo>
                  <a:lnTo>
                    <a:pt x="3442769" y="1515030"/>
                  </a:lnTo>
                  <a:lnTo>
                    <a:pt x="3437070" y="1503778"/>
                  </a:lnTo>
                  <a:lnTo>
                    <a:pt x="3447716" y="1499395"/>
                  </a:lnTo>
                  <a:lnTo>
                    <a:pt x="3461213" y="1499590"/>
                  </a:lnTo>
                  <a:lnTo>
                    <a:pt x="3468712" y="1496174"/>
                  </a:lnTo>
                  <a:lnTo>
                    <a:pt x="3466213" y="1493241"/>
                  </a:lnTo>
                  <a:lnTo>
                    <a:pt x="3455864" y="1490793"/>
                  </a:lnTo>
                  <a:lnTo>
                    <a:pt x="3447217" y="1479787"/>
                  </a:lnTo>
                  <a:lnTo>
                    <a:pt x="3443368" y="1477716"/>
                  </a:lnTo>
                  <a:lnTo>
                    <a:pt x="3434670" y="1476433"/>
                  </a:lnTo>
                  <a:lnTo>
                    <a:pt x="3428823" y="1483234"/>
                  </a:lnTo>
                  <a:lnTo>
                    <a:pt x="3419374" y="1481462"/>
                  </a:lnTo>
                  <a:lnTo>
                    <a:pt x="3424473" y="1478012"/>
                  </a:lnTo>
                  <a:lnTo>
                    <a:pt x="3396029" y="1466235"/>
                  </a:lnTo>
                  <a:lnTo>
                    <a:pt x="3389982" y="1466731"/>
                  </a:lnTo>
                  <a:lnTo>
                    <a:pt x="3379984" y="1473963"/>
                  </a:lnTo>
                  <a:lnTo>
                    <a:pt x="3383883" y="1481758"/>
                  </a:lnTo>
                  <a:lnTo>
                    <a:pt x="3376085" y="1482446"/>
                  </a:lnTo>
                  <a:lnTo>
                    <a:pt x="3372536" y="1479294"/>
                  </a:lnTo>
                  <a:lnTo>
                    <a:pt x="3370087" y="1483922"/>
                  </a:lnTo>
                  <a:lnTo>
                    <a:pt x="3371087" y="1488048"/>
                  </a:lnTo>
                  <a:lnTo>
                    <a:pt x="3375085" y="1486575"/>
                  </a:lnTo>
                  <a:lnTo>
                    <a:pt x="3377186" y="1488244"/>
                  </a:lnTo>
                  <a:lnTo>
                    <a:pt x="3375786" y="1492947"/>
                  </a:lnTo>
                  <a:lnTo>
                    <a:pt x="3370586" y="1494317"/>
                  </a:lnTo>
                  <a:lnTo>
                    <a:pt x="3364039" y="1494023"/>
                  </a:lnTo>
                  <a:lnTo>
                    <a:pt x="3357540" y="1485790"/>
                  </a:lnTo>
                  <a:lnTo>
                    <a:pt x="3346942" y="1487263"/>
                  </a:lnTo>
                  <a:lnTo>
                    <a:pt x="3341744" y="1492556"/>
                  </a:lnTo>
                  <a:lnTo>
                    <a:pt x="3336895" y="1493730"/>
                  </a:lnTo>
                  <a:lnTo>
                    <a:pt x="3323748" y="1488440"/>
                  </a:lnTo>
                  <a:lnTo>
                    <a:pt x="3317200" y="1488048"/>
                  </a:lnTo>
                  <a:lnTo>
                    <a:pt x="3309802" y="1483431"/>
                  </a:lnTo>
                  <a:lnTo>
                    <a:pt x="3307204" y="1484905"/>
                  </a:lnTo>
                  <a:lnTo>
                    <a:pt x="3302455" y="1496272"/>
                  </a:lnTo>
                  <a:lnTo>
                    <a:pt x="3296256" y="1499005"/>
                  </a:lnTo>
                  <a:lnTo>
                    <a:pt x="3292957" y="1497541"/>
                  </a:lnTo>
                  <a:lnTo>
                    <a:pt x="3288107" y="1488048"/>
                  </a:lnTo>
                  <a:lnTo>
                    <a:pt x="3282509" y="1485790"/>
                  </a:lnTo>
                  <a:lnTo>
                    <a:pt x="3252767" y="1487852"/>
                  </a:lnTo>
                  <a:lnTo>
                    <a:pt x="3235672" y="1485986"/>
                  </a:lnTo>
                  <a:lnTo>
                    <a:pt x="3226074" y="1489617"/>
                  </a:lnTo>
                  <a:lnTo>
                    <a:pt x="3216876" y="1488244"/>
                  </a:lnTo>
                  <a:lnTo>
                    <a:pt x="3192932" y="1499980"/>
                  </a:lnTo>
                  <a:lnTo>
                    <a:pt x="3184484" y="1508248"/>
                  </a:lnTo>
                  <a:lnTo>
                    <a:pt x="3172738" y="1527078"/>
                  </a:lnTo>
                  <a:lnTo>
                    <a:pt x="3155642" y="1539432"/>
                  </a:lnTo>
                  <a:lnTo>
                    <a:pt x="3147245" y="1550281"/>
                  </a:lnTo>
                  <a:lnTo>
                    <a:pt x="3140645" y="1571136"/>
                  </a:lnTo>
                  <a:lnTo>
                    <a:pt x="3128298" y="1577693"/>
                  </a:lnTo>
                  <a:lnTo>
                    <a:pt x="3124399" y="1584880"/>
                  </a:lnTo>
                  <a:lnTo>
                    <a:pt x="3117651" y="1589718"/>
                  </a:lnTo>
                  <a:lnTo>
                    <a:pt x="3114552" y="1594729"/>
                  </a:lnTo>
                  <a:lnTo>
                    <a:pt x="3105504" y="1599727"/>
                  </a:lnTo>
                  <a:lnTo>
                    <a:pt x="3099506" y="1608580"/>
                  </a:lnTo>
                  <a:lnTo>
                    <a:pt x="3091108" y="1614826"/>
                  </a:lnTo>
                  <a:lnTo>
                    <a:pt x="3078762" y="1631897"/>
                  </a:lnTo>
                  <a:lnTo>
                    <a:pt x="3074762" y="1641777"/>
                  </a:lnTo>
                  <a:lnTo>
                    <a:pt x="3064115" y="1656456"/>
                  </a:lnTo>
                  <a:lnTo>
                    <a:pt x="3060816" y="1657891"/>
                  </a:lnTo>
                  <a:lnTo>
                    <a:pt x="3055568" y="1664693"/>
                  </a:lnTo>
                  <a:lnTo>
                    <a:pt x="3039172" y="1678578"/>
                  </a:lnTo>
                  <a:lnTo>
                    <a:pt x="3029925" y="1684335"/>
                  </a:lnTo>
                  <a:lnTo>
                    <a:pt x="3022026" y="1695356"/>
                  </a:lnTo>
                  <a:lnTo>
                    <a:pt x="3010228" y="1704654"/>
                  </a:lnTo>
                  <a:lnTo>
                    <a:pt x="3004380" y="1706928"/>
                  </a:lnTo>
                  <a:lnTo>
                    <a:pt x="2996682" y="1715212"/>
                  </a:lnTo>
                  <a:lnTo>
                    <a:pt x="2995283" y="1720167"/>
                  </a:lnTo>
                  <a:lnTo>
                    <a:pt x="2996533" y="1725455"/>
                  </a:lnTo>
                  <a:lnTo>
                    <a:pt x="3013028" y="1732541"/>
                  </a:lnTo>
                  <a:lnTo>
                    <a:pt x="3039271" y="1730729"/>
                  </a:lnTo>
                  <a:lnTo>
                    <a:pt x="3039921" y="1738827"/>
                  </a:lnTo>
                  <a:lnTo>
                    <a:pt x="3036123" y="1763519"/>
                  </a:lnTo>
                  <a:lnTo>
                    <a:pt x="3037123" y="1769538"/>
                  </a:lnTo>
                  <a:lnTo>
                    <a:pt x="3039422" y="1770553"/>
                  </a:lnTo>
                  <a:lnTo>
                    <a:pt x="3041772" y="1767845"/>
                  </a:lnTo>
                  <a:lnTo>
                    <a:pt x="3049219" y="1768691"/>
                  </a:lnTo>
                  <a:lnTo>
                    <a:pt x="3052069" y="1759099"/>
                  </a:lnTo>
                  <a:lnTo>
                    <a:pt x="3047620" y="1754243"/>
                  </a:lnTo>
                  <a:lnTo>
                    <a:pt x="3048869" y="1751682"/>
                  </a:lnTo>
                  <a:lnTo>
                    <a:pt x="3055418" y="1746893"/>
                  </a:lnTo>
                  <a:lnTo>
                    <a:pt x="3063416" y="1746893"/>
                  </a:lnTo>
                  <a:lnTo>
                    <a:pt x="3059166" y="1752878"/>
                  </a:lnTo>
                  <a:lnTo>
                    <a:pt x="3054368" y="1755522"/>
                  </a:lnTo>
                  <a:lnTo>
                    <a:pt x="3062216" y="1761650"/>
                  </a:lnTo>
                  <a:lnTo>
                    <a:pt x="3068114" y="1762840"/>
                  </a:lnTo>
                  <a:lnTo>
                    <a:pt x="3062816" y="1766658"/>
                  </a:lnTo>
                  <a:lnTo>
                    <a:pt x="3059267" y="1774103"/>
                  </a:lnTo>
                  <a:lnTo>
                    <a:pt x="3051069" y="1780090"/>
                  </a:lnTo>
                  <a:lnTo>
                    <a:pt x="3051968" y="1781605"/>
                  </a:lnTo>
                  <a:lnTo>
                    <a:pt x="3071313" y="1778911"/>
                  </a:lnTo>
                  <a:lnTo>
                    <a:pt x="3079711" y="1773174"/>
                  </a:lnTo>
                  <a:lnTo>
                    <a:pt x="3083210" y="1764538"/>
                  </a:lnTo>
                  <a:lnTo>
                    <a:pt x="3087360" y="1762160"/>
                  </a:lnTo>
                  <a:lnTo>
                    <a:pt x="3088459" y="1762755"/>
                  </a:lnTo>
                  <a:lnTo>
                    <a:pt x="3088509" y="1768861"/>
                  </a:lnTo>
                  <a:lnTo>
                    <a:pt x="3079611" y="1782615"/>
                  </a:lnTo>
                  <a:lnTo>
                    <a:pt x="3085210" y="1782026"/>
                  </a:lnTo>
                  <a:lnTo>
                    <a:pt x="3091059" y="1772329"/>
                  </a:lnTo>
                  <a:lnTo>
                    <a:pt x="3092108" y="1766404"/>
                  </a:lnTo>
                  <a:lnTo>
                    <a:pt x="3092558" y="1749717"/>
                  </a:lnTo>
                  <a:lnTo>
                    <a:pt x="3090958" y="1746122"/>
                  </a:lnTo>
                  <a:lnTo>
                    <a:pt x="3092008" y="1745094"/>
                  </a:lnTo>
                  <a:lnTo>
                    <a:pt x="3109354" y="1751169"/>
                  </a:lnTo>
                  <a:lnTo>
                    <a:pt x="3120100" y="1747149"/>
                  </a:lnTo>
                  <a:lnTo>
                    <a:pt x="3133197" y="1757822"/>
                  </a:lnTo>
                  <a:lnTo>
                    <a:pt x="3137896" y="1769115"/>
                  </a:lnTo>
                  <a:lnTo>
                    <a:pt x="3147344" y="1779248"/>
                  </a:lnTo>
                  <a:lnTo>
                    <a:pt x="3156142" y="1784044"/>
                  </a:lnTo>
                  <a:lnTo>
                    <a:pt x="3162041" y="1791508"/>
                  </a:lnTo>
                  <a:lnTo>
                    <a:pt x="3166389" y="1793432"/>
                  </a:lnTo>
                  <a:lnTo>
                    <a:pt x="3167189" y="1798443"/>
                  </a:lnTo>
                  <a:lnTo>
                    <a:pt x="3161041" y="1806269"/>
                  </a:lnTo>
                  <a:lnTo>
                    <a:pt x="3151542" y="1802943"/>
                  </a:lnTo>
                  <a:lnTo>
                    <a:pt x="3158441" y="1811663"/>
                  </a:lnTo>
                  <a:lnTo>
                    <a:pt x="3163090" y="1814313"/>
                  </a:lnTo>
                  <a:lnTo>
                    <a:pt x="3162791" y="1827592"/>
                  </a:lnTo>
                  <a:lnTo>
                    <a:pt x="3159690" y="1832847"/>
                  </a:lnTo>
                  <a:lnTo>
                    <a:pt x="3160740" y="1835878"/>
                  </a:lnTo>
                  <a:lnTo>
                    <a:pt x="3169488" y="1844538"/>
                  </a:lnTo>
                  <a:lnTo>
                    <a:pt x="3166739" y="1849992"/>
                  </a:lnTo>
                  <a:lnTo>
                    <a:pt x="3166189" y="1856161"/>
                  </a:lnTo>
                  <a:lnTo>
                    <a:pt x="3154142" y="1869652"/>
                  </a:lnTo>
                  <a:lnTo>
                    <a:pt x="3151542" y="1878889"/>
                  </a:lnTo>
                  <a:lnTo>
                    <a:pt x="3147344" y="1886968"/>
                  </a:lnTo>
                  <a:lnTo>
                    <a:pt x="3146845" y="1894936"/>
                  </a:lnTo>
                  <a:lnTo>
                    <a:pt x="3142696" y="1906038"/>
                  </a:lnTo>
                  <a:lnTo>
                    <a:pt x="3141445" y="1917159"/>
                  </a:lnTo>
                  <a:lnTo>
                    <a:pt x="3143096" y="1935251"/>
                  </a:lnTo>
                  <a:lnTo>
                    <a:pt x="3145595" y="1937277"/>
                  </a:lnTo>
                  <a:lnTo>
                    <a:pt x="3141096" y="1944665"/>
                  </a:lnTo>
                  <a:lnTo>
                    <a:pt x="3142595" y="1958282"/>
                  </a:lnTo>
                  <a:lnTo>
                    <a:pt x="3136797" y="1981368"/>
                  </a:lnTo>
                  <a:lnTo>
                    <a:pt x="3138746" y="1985178"/>
                  </a:lnTo>
                  <a:lnTo>
                    <a:pt x="3134447" y="1993233"/>
                  </a:lnTo>
                  <a:lnTo>
                    <a:pt x="3131397" y="2007972"/>
                  </a:lnTo>
                  <a:lnTo>
                    <a:pt x="3110803" y="2030227"/>
                  </a:lnTo>
                  <a:lnTo>
                    <a:pt x="3100506" y="2050997"/>
                  </a:lnTo>
                  <a:lnTo>
                    <a:pt x="3089009" y="2064319"/>
                  </a:lnTo>
                  <a:lnTo>
                    <a:pt x="3083560" y="2077049"/>
                  </a:lnTo>
                  <a:lnTo>
                    <a:pt x="3082061" y="2085203"/>
                  </a:lnTo>
                  <a:lnTo>
                    <a:pt x="3078512" y="2088399"/>
                  </a:lnTo>
                  <a:lnTo>
                    <a:pt x="3075661" y="2096945"/>
                  </a:lnTo>
                  <a:lnTo>
                    <a:pt x="3063966" y="2114227"/>
                  </a:lnTo>
                  <a:lnTo>
                    <a:pt x="3039471" y="2139899"/>
                  </a:lnTo>
                  <a:lnTo>
                    <a:pt x="3024125" y="2159666"/>
                  </a:lnTo>
                  <a:lnTo>
                    <a:pt x="3021127" y="2166613"/>
                  </a:lnTo>
                  <a:lnTo>
                    <a:pt x="3013679" y="2171093"/>
                  </a:lnTo>
                  <a:lnTo>
                    <a:pt x="3004180" y="2186635"/>
                  </a:lnTo>
                  <a:lnTo>
                    <a:pt x="3002830" y="2191907"/>
                  </a:lnTo>
                  <a:lnTo>
                    <a:pt x="2996632" y="2197721"/>
                  </a:lnTo>
                  <a:lnTo>
                    <a:pt x="2993034" y="2203796"/>
                  </a:lnTo>
                  <a:lnTo>
                    <a:pt x="2961891" y="2225822"/>
                  </a:lnTo>
                  <a:lnTo>
                    <a:pt x="2953543" y="2230324"/>
                  </a:lnTo>
                  <a:lnTo>
                    <a:pt x="2938298" y="2235295"/>
                  </a:lnTo>
                  <a:lnTo>
                    <a:pt x="2935498" y="2234342"/>
                  </a:lnTo>
                  <a:lnTo>
                    <a:pt x="2933749" y="2231142"/>
                  </a:lnTo>
                  <a:lnTo>
                    <a:pt x="2930050" y="2231687"/>
                  </a:lnTo>
                  <a:lnTo>
                    <a:pt x="2925751" y="2228552"/>
                  </a:lnTo>
                  <a:lnTo>
                    <a:pt x="2919452" y="2227256"/>
                  </a:lnTo>
                  <a:lnTo>
                    <a:pt x="2914504" y="2228279"/>
                  </a:lnTo>
                  <a:lnTo>
                    <a:pt x="2914654" y="2211917"/>
                  </a:lnTo>
                  <a:lnTo>
                    <a:pt x="2906856" y="2219325"/>
                  </a:lnTo>
                  <a:lnTo>
                    <a:pt x="2902357" y="2220215"/>
                  </a:lnTo>
                  <a:lnTo>
                    <a:pt x="2906456" y="2213222"/>
                  </a:lnTo>
                  <a:lnTo>
                    <a:pt x="2904357" y="2212329"/>
                  </a:lnTo>
                  <a:lnTo>
                    <a:pt x="2898357" y="2216173"/>
                  </a:lnTo>
                  <a:lnTo>
                    <a:pt x="2889209" y="2230597"/>
                  </a:lnTo>
                  <a:lnTo>
                    <a:pt x="2882712" y="2238014"/>
                  </a:lnTo>
                  <a:lnTo>
                    <a:pt x="2870215" y="2236859"/>
                  </a:lnTo>
                  <a:lnTo>
                    <a:pt x="2873714" y="2241883"/>
                  </a:lnTo>
                  <a:lnTo>
                    <a:pt x="2870815" y="22493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6" name="oPE_MapPart_RUS_2_146" descr="Russland">
              <a:extLst>
                <a:ext uri="{FF2B5EF4-FFF2-40B4-BE49-F238E27FC236}">
                  <a16:creationId xmlns:a16="http://schemas.microsoft.com/office/drawing/2014/main" id="{ACCCFB48-A74A-ABD3-8631-F6AA259699FE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1097280" y="2492362"/>
              <a:ext cx="285228" cy="330396"/>
            </a:xfrm>
            <a:custGeom>
              <a:avLst/>
              <a:gdLst/>
              <a:ahLst/>
              <a:cxnLst/>
              <a:rect l="0" t="0" r="0" b="0"/>
              <a:pathLst>
                <a:path w="285228" h="330396">
                  <a:moveTo>
                    <a:pt x="5599" y="3342"/>
                  </a:moveTo>
                  <a:lnTo>
                    <a:pt x="14696" y="5427"/>
                  </a:lnTo>
                  <a:lnTo>
                    <a:pt x="19995" y="12222"/>
                  </a:lnTo>
                  <a:lnTo>
                    <a:pt x="31292" y="17610"/>
                  </a:lnTo>
                  <a:lnTo>
                    <a:pt x="40589" y="30528"/>
                  </a:lnTo>
                  <a:lnTo>
                    <a:pt x="34691" y="24768"/>
                  </a:lnTo>
                  <a:lnTo>
                    <a:pt x="36291" y="33538"/>
                  </a:lnTo>
                  <a:lnTo>
                    <a:pt x="52836" y="42670"/>
                  </a:lnTo>
                  <a:lnTo>
                    <a:pt x="55036" y="50401"/>
                  </a:lnTo>
                  <a:lnTo>
                    <a:pt x="53986" y="54726"/>
                  </a:lnTo>
                  <a:lnTo>
                    <a:pt x="61184" y="49183"/>
                  </a:lnTo>
                  <a:lnTo>
                    <a:pt x="47638" y="35586"/>
                  </a:lnTo>
                  <a:lnTo>
                    <a:pt x="45188" y="32034"/>
                  </a:lnTo>
                  <a:lnTo>
                    <a:pt x="48587" y="33811"/>
                  </a:lnTo>
                  <a:lnTo>
                    <a:pt x="68682" y="52565"/>
                  </a:lnTo>
                  <a:lnTo>
                    <a:pt x="65533" y="56480"/>
                  </a:lnTo>
                  <a:lnTo>
                    <a:pt x="66933" y="57828"/>
                  </a:lnTo>
                  <a:lnTo>
                    <a:pt x="75031" y="57963"/>
                  </a:lnTo>
                  <a:lnTo>
                    <a:pt x="129267" y="98176"/>
                  </a:lnTo>
                  <a:lnTo>
                    <a:pt x="132416" y="115071"/>
                  </a:lnTo>
                  <a:lnTo>
                    <a:pt x="128467" y="121446"/>
                  </a:lnTo>
                  <a:lnTo>
                    <a:pt x="134565" y="120926"/>
                  </a:lnTo>
                  <a:lnTo>
                    <a:pt x="138764" y="115723"/>
                  </a:lnTo>
                  <a:lnTo>
                    <a:pt x="143013" y="122094"/>
                  </a:lnTo>
                  <a:lnTo>
                    <a:pt x="140764" y="132576"/>
                  </a:lnTo>
                  <a:lnTo>
                    <a:pt x="140564" y="140428"/>
                  </a:lnTo>
                  <a:lnTo>
                    <a:pt x="144863" y="152968"/>
                  </a:lnTo>
                  <a:lnTo>
                    <a:pt x="145213" y="162377"/>
                  </a:lnTo>
                  <a:lnTo>
                    <a:pt x="142463" y="166557"/>
                  </a:lnTo>
                  <a:lnTo>
                    <a:pt x="140914" y="173626"/>
                  </a:lnTo>
                  <a:lnTo>
                    <a:pt x="147912" y="175011"/>
                  </a:lnTo>
                  <a:lnTo>
                    <a:pt x="152611" y="179537"/>
                  </a:lnTo>
                  <a:lnTo>
                    <a:pt x="155660" y="193044"/>
                  </a:lnTo>
                  <a:lnTo>
                    <a:pt x="160909" y="185553"/>
                  </a:lnTo>
                  <a:lnTo>
                    <a:pt x="164258" y="184177"/>
                  </a:lnTo>
                  <a:lnTo>
                    <a:pt x="166107" y="190426"/>
                  </a:lnTo>
                  <a:lnTo>
                    <a:pt x="164808" y="201000"/>
                  </a:lnTo>
                  <a:lnTo>
                    <a:pt x="169407" y="195410"/>
                  </a:lnTo>
                  <a:lnTo>
                    <a:pt x="172906" y="186804"/>
                  </a:lnTo>
                  <a:lnTo>
                    <a:pt x="168807" y="180667"/>
                  </a:lnTo>
                  <a:lnTo>
                    <a:pt x="161159" y="176647"/>
                  </a:lnTo>
                  <a:lnTo>
                    <a:pt x="160209" y="172996"/>
                  </a:lnTo>
                  <a:lnTo>
                    <a:pt x="164958" y="168958"/>
                  </a:lnTo>
                  <a:lnTo>
                    <a:pt x="166457" y="162757"/>
                  </a:lnTo>
                  <a:lnTo>
                    <a:pt x="164208" y="151182"/>
                  </a:lnTo>
                  <a:lnTo>
                    <a:pt x="157110" y="144276"/>
                  </a:lnTo>
                  <a:lnTo>
                    <a:pt x="152211" y="143635"/>
                  </a:lnTo>
                  <a:lnTo>
                    <a:pt x="151361" y="140556"/>
                  </a:lnTo>
                  <a:lnTo>
                    <a:pt x="175505" y="136700"/>
                  </a:lnTo>
                  <a:lnTo>
                    <a:pt x="190001" y="142097"/>
                  </a:lnTo>
                  <a:lnTo>
                    <a:pt x="184853" y="153478"/>
                  </a:lnTo>
                  <a:lnTo>
                    <a:pt x="184753" y="157552"/>
                  </a:lnTo>
                  <a:lnTo>
                    <a:pt x="187202" y="158441"/>
                  </a:lnTo>
                  <a:lnTo>
                    <a:pt x="189501" y="156661"/>
                  </a:lnTo>
                  <a:lnTo>
                    <a:pt x="188052" y="149266"/>
                  </a:lnTo>
                  <a:lnTo>
                    <a:pt x="189051" y="147477"/>
                  </a:lnTo>
                  <a:lnTo>
                    <a:pt x="195450" y="151182"/>
                  </a:lnTo>
                  <a:lnTo>
                    <a:pt x="207697" y="150416"/>
                  </a:lnTo>
                  <a:lnTo>
                    <a:pt x="194350" y="144661"/>
                  </a:lnTo>
                  <a:lnTo>
                    <a:pt x="194200" y="142481"/>
                  </a:lnTo>
                  <a:lnTo>
                    <a:pt x="227842" y="151948"/>
                  </a:lnTo>
                  <a:lnTo>
                    <a:pt x="239938" y="169842"/>
                  </a:lnTo>
                  <a:lnTo>
                    <a:pt x="263532" y="193044"/>
                  </a:lnTo>
                  <a:lnTo>
                    <a:pt x="264582" y="194663"/>
                  </a:lnTo>
                  <a:lnTo>
                    <a:pt x="260933" y="199635"/>
                  </a:lnTo>
                  <a:lnTo>
                    <a:pt x="269331" y="196529"/>
                  </a:lnTo>
                  <a:lnTo>
                    <a:pt x="272380" y="202983"/>
                  </a:lnTo>
                  <a:lnTo>
                    <a:pt x="270930" y="205087"/>
                  </a:lnTo>
                  <a:lnTo>
                    <a:pt x="283877" y="206942"/>
                  </a:lnTo>
                  <a:lnTo>
                    <a:pt x="285227" y="212741"/>
                  </a:lnTo>
                  <a:lnTo>
                    <a:pt x="282378" y="216801"/>
                  </a:lnTo>
                  <a:lnTo>
                    <a:pt x="277579" y="214465"/>
                  </a:lnTo>
                  <a:lnTo>
                    <a:pt x="273280" y="216187"/>
                  </a:lnTo>
                  <a:lnTo>
                    <a:pt x="262683" y="225872"/>
                  </a:lnTo>
                  <a:lnTo>
                    <a:pt x="262133" y="239996"/>
                  </a:lnTo>
                  <a:lnTo>
                    <a:pt x="259184" y="242419"/>
                  </a:lnTo>
                  <a:lnTo>
                    <a:pt x="249886" y="239511"/>
                  </a:lnTo>
                  <a:lnTo>
                    <a:pt x="238239" y="229658"/>
                  </a:lnTo>
                  <a:lnTo>
                    <a:pt x="237389" y="230755"/>
                  </a:lnTo>
                  <a:lnTo>
                    <a:pt x="238789" y="233557"/>
                  </a:lnTo>
                  <a:lnTo>
                    <a:pt x="248436" y="247136"/>
                  </a:lnTo>
                  <a:lnTo>
                    <a:pt x="245237" y="250394"/>
                  </a:lnTo>
                  <a:lnTo>
                    <a:pt x="236989" y="248343"/>
                  </a:lnTo>
                  <a:lnTo>
                    <a:pt x="224742" y="250755"/>
                  </a:lnTo>
                  <a:lnTo>
                    <a:pt x="223343" y="247740"/>
                  </a:lnTo>
                  <a:lnTo>
                    <a:pt x="214345" y="244961"/>
                  </a:lnTo>
                  <a:lnTo>
                    <a:pt x="210046" y="239147"/>
                  </a:lnTo>
                  <a:lnTo>
                    <a:pt x="200399" y="238419"/>
                  </a:lnTo>
                  <a:lnTo>
                    <a:pt x="212345" y="250755"/>
                  </a:lnTo>
                  <a:lnTo>
                    <a:pt x="210546" y="253886"/>
                  </a:lnTo>
                  <a:lnTo>
                    <a:pt x="215695" y="253525"/>
                  </a:lnTo>
                  <a:lnTo>
                    <a:pt x="216294" y="255570"/>
                  </a:lnTo>
                  <a:lnTo>
                    <a:pt x="213595" y="265518"/>
                  </a:lnTo>
                  <a:lnTo>
                    <a:pt x="203798" y="267309"/>
                  </a:lnTo>
                  <a:lnTo>
                    <a:pt x="214245" y="270172"/>
                  </a:lnTo>
                  <a:lnTo>
                    <a:pt x="216245" y="280512"/>
                  </a:lnTo>
                  <a:lnTo>
                    <a:pt x="205697" y="289730"/>
                  </a:lnTo>
                  <a:lnTo>
                    <a:pt x="192551" y="293733"/>
                  </a:lnTo>
                  <a:lnTo>
                    <a:pt x="192001" y="295614"/>
                  </a:lnTo>
                  <a:lnTo>
                    <a:pt x="194450" y="294321"/>
                  </a:lnTo>
                  <a:lnTo>
                    <a:pt x="199899" y="297375"/>
                  </a:lnTo>
                  <a:lnTo>
                    <a:pt x="196500" y="303000"/>
                  </a:lnTo>
                  <a:lnTo>
                    <a:pt x="197149" y="307906"/>
                  </a:lnTo>
                  <a:lnTo>
                    <a:pt x="208646" y="313381"/>
                  </a:lnTo>
                  <a:lnTo>
                    <a:pt x="211646" y="320693"/>
                  </a:lnTo>
                  <a:lnTo>
                    <a:pt x="201648" y="321850"/>
                  </a:lnTo>
                  <a:lnTo>
                    <a:pt x="200199" y="316286"/>
                  </a:lnTo>
                  <a:lnTo>
                    <a:pt x="197099" y="314544"/>
                  </a:lnTo>
                  <a:lnTo>
                    <a:pt x="195800" y="315822"/>
                  </a:lnTo>
                  <a:lnTo>
                    <a:pt x="196750" y="324626"/>
                  </a:lnTo>
                  <a:lnTo>
                    <a:pt x="194150" y="329243"/>
                  </a:lnTo>
                  <a:lnTo>
                    <a:pt x="190001" y="330395"/>
                  </a:lnTo>
                  <a:lnTo>
                    <a:pt x="186752" y="329819"/>
                  </a:lnTo>
                  <a:lnTo>
                    <a:pt x="183953" y="325550"/>
                  </a:lnTo>
                  <a:lnTo>
                    <a:pt x="183953" y="321966"/>
                  </a:lnTo>
                  <a:lnTo>
                    <a:pt x="185802" y="319998"/>
                  </a:lnTo>
                  <a:lnTo>
                    <a:pt x="185302" y="313730"/>
                  </a:lnTo>
                  <a:lnTo>
                    <a:pt x="177654" y="324857"/>
                  </a:lnTo>
                  <a:lnTo>
                    <a:pt x="174105" y="324973"/>
                  </a:lnTo>
                  <a:lnTo>
                    <a:pt x="150761" y="302181"/>
                  </a:lnTo>
                  <a:lnTo>
                    <a:pt x="137865" y="295849"/>
                  </a:lnTo>
                  <a:lnTo>
                    <a:pt x="126567" y="295732"/>
                  </a:lnTo>
                  <a:lnTo>
                    <a:pt x="115120" y="282998"/>
                  </a:lnTo>
                  <a:lnTo>
                    <a:pt x="115070" y="268384"/>
                  </a:lnTo>
                  <a:lnTo>
                    <a:pt x="113221" y="260371"/>
                  </a:lnTo>
                  <a:lnTo>
                    <a:pt x="108472" y="252442"/>
                  </a:lnTo>
                  <a:lnTo>
                    <a:pt x="81729" y="242904"/>
                  </a:lnTo>
                  <a:lnTo>
                    <a:pt x="69732" y="250273"/>
                  </a:lnTo>
                  <a:lnTo>
                    <a:pt x="44089" y="250876"/>
                  </a:lnTo>
                  <a:lnTo>
                    <a:pt x="41539" y="247981"/>
                  </a:lnTo>
                  <a:lnTo>
                    <a:pt x="40939" y="244235"/>
                  </a:lnTo>
                  <a:lnTo>
                    <a:pt x="41589" y="234409"/>
                  </a:lnTo>
                  <a:lnTo>
                    <a:pt x="33591" y="225872"/>
                  </a:lnTo>
                  <a:lnTo>
                    <a:pt x="29442" y="214465"/>
                  </a:lnTo>
                  <a:lnTo>
                    <a:pt x="34791" y="215818"/>
                  </a:lnTo>
                  <a:lnTo>
                    <a:pt x="36291" y="208177"/>
                  </a:lnTo>
                  <a:lnTo>
                    <a:pt x="39240" y="203106"/>
                  </a:lnTo>
                  <a:lnTo>
                    <a:pt x="40939" y="189053"/>
                  </a:lnTo>
                  <a:lnTo>
                    <a:pt x="31442" y="203849"/>
                  </a:lnTo>
                  <a:lnTo>
                    <a:pt x="24844" y="200752"/>
                  </a:lnTo>
                  <a:lnTo>
                    <a:pt x="24794" y="192920"/>
                  </a:lnTo>
                  <a:lnTo>
                    <a:pt x="23794" y="190925"/>
                  </a:lnTo>
                  <a:lnTo>
                    <a:pt x="22444" y="195286"/>
                  </a:lnTo>
                  <a:lnTo>
                    <a:pt x="18345" y="197027"/>
                  </a:lnTo>
                  <a:lnTo>
                    <a:pt x="18695" y="205582"/>
                  </a:lnTo>
                  <a:lnTo>
                    <a:pt x="10647" y="207931"/>
                  </a:lnTo>
                  <a:lnTo>
                    <a:pt x="8798" y="204097"/>
                  </a:lnTo>
                  <a:lnTo>
                    <a:pt x="5998" y="215449"/>
                  </a:lnTo>
                  <a:lnTo>
                    <a:pt x="5848" y="223425"/>
                  </a:lnTo>
                  <a:lnTo>
                    <a:pt x="7548" y="230023"/>
                  </a:lnTo>
                  <a:lnTo>
                    <a:pt x="17595" y="241208"/>
                  </a:lnTo>
                  <a:lnTo>
                    <a:pt x="17995" y="249429"/>
                  </a:lnTo>
                  <a:lnTo>
                    <a:pt x="8198" y="271364"/>
                  </a:lnTo>
                  <a:lnTo>
                    <a:pt x="0" y="279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7" name="oPE_MapPart_RUS_3_147" descr="Russland">
              <a:extLst>
                <a:ext uri="{FF2B5EF4-FFF2-40B4-BE49-F238E27FC236}">
                  <a16:creationId xmlns:a16="http://schemas.microsoft.com/office/drawing/2014/main" id="{5E019F87-CAE9-24F1-59E3-F57F48829683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7589017" y="1715947"/>
              <a:ext cx="421543" cy="403447"/>
            </a:xfrm>
            <a:custGeom>
              <a:avLst/>
              <a:gdLst/>
              <a:ahLst/>
              <a:cxnLst/>
              <a:rect l="0" t="0" r="0" b="0"/>
              <a:pathLst>
                <a:path w="421543" h="403447">
                  <a:moveTo>
                    <a:pt x="388851" y="92495"/>
                  </a:moveTo>
                  <a:lnTo>
                    <a:pt x="347711" y="121857"/>
                  </a:lnTo>
                  <a:lnTo>
                    <a:pt x="274830" y="157583"/>
                  </a:lnTo>
                  <a:lnTo>
                    <a:pt x="230591" y="184422"/>
                  </a:lnTo>
                  <a:lnTo>
                    <a:pt x="218094" y="196299"/>
                  </a:lnTo>
                  <a:lnTo>
                    <a:pt x="210896" y="196694"/>
                  </a:lnTo>
                  <a:lnTo>
                    <a:pt x="193201" y="223490"/>
                  </a:lnTo>
                  <a:lnTo>
                    <a:pt x="180904" y="230073"/>
                  </a:lnTo>
                  <a:lnTo>
                    <a:pt x="179904" y="234126"/>
                  </a:lnTo>
                  <a:lnTo>
                    <a:pt x="185853" y="236630"/>
                  </a:lnTo>
                  <a:lnTo>
                    <a:pt x="187152" y="241051"/>
                  </a:lnTo>
                  <a:lnTo>
                    <a:pt x="175455" y="256906"/>
                  </a:lnTo>
                  <a:lnTo>
                    <a:pt x="166207" y="258046"/>
                  </a:lnTo>
                  <a:lnTo>
                    <a:pt x="166857" y="266573"/>
                  </a:lnTo>
                  <a:lnTo>
                    <a:pt x="164158" y="272234"/>
                  </a:lnTo>
                  <a:lnTo>
                    <a:pt x="152112" y="263547"/>
                  </a:lnTo>
                  <a:lnTo>
                    <a:pt x="150512" y="266384"/>
                  </a:lnTo>
                  <a:lnTo>
                    <a:pt x="149512" y="278250"/>
                  </a:lnTo>
                  <a:lnTo>
                    <a:pt x="146562" y="285179"/>
                  </a:lnTo>
                  <a:lnTo>
                    <a:pt x="132516" y="283871"/>
                  </a:lnTo>
                  <a:lnTo>
                    <a:pt x="131616" y="287420"/>
                  </a:lnTo>
                  <a:lnTo>
                    <a:pt x="136166" y="305425"/>
                  </a:lnTo>
                  <a:lnTo>
                    <a:pt x="134815" y="311874"/>
                  </a:lnTo>
                  <a:lnTo>
                    <a:pt x="129916" y="321774"/>
                  </a:lnTo>
                  <a:lnTo>
                    <a:pt x="111222" y="333432"/>
                  </a:lnTo>
                  <a:lnTo>
                    <a:pt x="114121" y="349867"/>
                  </a:lnTo>
                  <a:lnTo>
                    <a:pt x="110922" y="357935"/>
                  </a:lnTo>
                  <a:lnTo>
                    <a:pt x="98625" y="351125"/>
                  </a:lnTo>
                  <a:lnTo>
                    <a:pt x="97974" y="353457"/>
                  </a:lnTo>
                  <a:lnTo>
                    <a:pt x="102824" y="360258"/>
                  </a:lnTo>
                  <a:lnTo>
                    <a:pt x="104974" y="368986"/>
                  </a:lnTo>
                  <a:lnTo>
                    <a:pt x="93626" y="384018"/>
                  </a:lnTo>
                  <a:lnTo>
                    <a:pt x="88928" y="397519"/>
                  </a:lnTo>
                  <a:lnTo>
                    <a:pt x="79730" y="403446"/>
                  </a:lnTo>
                  <a:lnTo>
                    <a:pt x="49638" y="398392"/>
                  </a:lnTo>
                  <a:lnTo>
                    <a:pt x="34541" y="388940"/>
                  </a:lnTo>
                  <a:lnTo>
                    <a:pt x="27943" y="389467"/>
                  </a:lnTo>
                  <a:lnTo>
                    <a:pt x="14947" y="398915"/>
                  </a:lnTo>
                  <a:lnTo>
                    <a:pt x="10248" y="386305"/>
                  </a:lnTo>
                  <a:lnTo>
                    <a:pt x="12297" y="380317"/>
                  </a:lnTo>
                  <a:lnTo>
                    <a:pt x="2099" y="365073"/>
                  </a:lnTo>
                  <a:lnTo>
                    <a:pt x="0" y="358292"/>
                  </a:lnTo>
                  <a:lnTo>
                    <a:pt x="17345" y="341399"/>
                  </a:lnTo>
                  <a:lnTo>
                    <a:pt x="24444" y="338868"/>
                  </a:lnTo>
                  <a:lnTo>
                    <a:pt x="43840" y="292080"/>
                  </a:lnTo>
                  <a:lnTo>
                    <a:pt x="65933" y="284058"/>
                  </a:lnTo>
                  <a:lnTo>
                    <a:pt x="52737" y="277875"/>
                  </a:lnTo>
                  <a:lnTo>
                    <a:pt x="50537" y="270349"/>
                  </a:lnTo>
                  <a:lnTo>
                    <a:pt x="59735" y="252718"/>
                  </a:lnTo>
                  <a:lnTo>
                    <a:pt x="75980" y="235475"/>
                  </a:lnTo>
                  <a:lnTo>
                    <a:pt x="71582" y="229493"/>
                  </a:lnTo>
                  <a:lnTo>
                    <a:pt x="62085" y="230459"/>
                  </a:lnTo>
                  <a:lnTo>
                    <a:pt x="57186" y="221160"/>
                  </a:lnTo>
                  <a:lnTo>
                    <a:pt x="56885" y="217464"/>
                  </a:lnTo>
                  <a:lnTo>
                    <a:pt x="59935" y="212785"/>
                  </a:lnTo>
                  <a:lnTo>
                    <a:pt x="66634" y="210831"/>
                  </a:lnTo>
                  <a:lnTo>
                    <a:pt x="77980" y="220383"/>
                  </a:lnTo>
                  <a:lnTo>
                    <a:pt x="86477" y="204563"/>
                  </a:lnTo>
                  <a:lnTo>
                    <a:pt x="84629" y="195313"/>
                  </a:lnTo>
                  <a:lnTo>
                    <a:pt x="85578" y="192745"/>
                  </a:lnTo>
                  <a:lnTo>
                    <a:pt x="92327" y="189183"/>
                  </a:lnTo>
                  <a:lnTo>
                    <a:pt x="106772" y="193931"/>
                  </a:lnTo>
                  <a:lnTo>
                    <a:pt x="111671" y="175657"/>
                  </a:lnTo>
                  <a:lnTo>
                    <a:pt x="120269" y="166042"/>
                  </a:lnTo>
                  <a:lnTo>
                    <a:pt x="119320" y="158188"/>
                  </a:lnTo>
                  <a:lnTo>
                    <a:pt x="142164" y="136445"/>
                  </a:lnTo>
                  <a:lnTo>
                    <a:pt x="174205" y="121857"/>
                  </a:lnTo>
                  <a:lnTo>
                    <a:pt x="176504" y="112336"/>
                  </a:lnTo>
                  <a:lnTo>
                    <a:pt x="180954" y="108803"/>
                  </a:lnTo>
                  <a:lnTo>
                    <a:pt x="199399" y="111713"/>
                  </a:lnTo>
                  <a:lnTo>
                    <a:pt x="202498" y="106096"/>
                  </a:lnTo>
                  <a:lnTo>
                    <a:pt x="201948" y="92915"/>
                  </a:lnTo>
                  <a:lnTo>
                    <a:pt x="206597" y="87234"/>
                  </a:lnTo>
                  <a:lnTo>
                    <a:pt x="255735" y="92495"/>
                  </a:lnTo>
                  <a:lnTo>
                    <a:pt x="297175" y="76023"/>
                  </a:lnTo>
                  <a:lnTo>
                    <a:pt x="310670" y="63453"/>
                  </a:lnTo>
                  <a:lnTo>
                    <a:pt x="333065" y="52078"/>
                  </a:lnTo>
                  <a:lnTo>
                    <a:pt x="341612" y="31925"/>
                  </a:lnTo>
                  <a:lnTo>
                    <a:pt x="349410" y="22961"/>
                  </a:lnTo>
                  <a:lnTo>
                    <a:pt x="382453" y="0"/>
                  </a:lnTo>
                  <a:lnTo>
                    <a:pt x="408896" y="9091"/>
                  </a:lnTo>
                  <a:lnTo>
                    <a:pt x="420693" y="30180"/>
                  </a:lnTo>
                  <a:lnTo>
                    <a:pt x="421542" y="36715"/>
                  </a:lnTo>
                  <a:lnTo>
                    <a:pt x="419193" y="48413"/>
                  </a:lnTo>
                  <a:lnTo>
                    <a:pt x="420392" y="52724"/>
                  </a:lnTo>
                  <a:lnTo>
                    <a:pt x="399998" y="870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8" name="oPE_MapPart_RUS_4_148" descr="Russland">
              <a:extLst>
                <a:ext uri="{FF2B5EF4-FFF2-40B4-BE49-F238E27FC236}">
                  <a16:creationId xmlns:a16="http://schemas.microsoft.com/office/drawing/2014/main" id="{11849262-2221-C19C-1E12-EF5291A4049C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10029992" y="3364570"/>
              <a:ext cx="84829" cy="369805"/>
            </a:xfrm>
            <a:custGeom>
              <a:avLst/>
              <a:gdLst/>
              <a:ahLst/>
              <a:cxnLst/>
              <a:rect l="0" t="0" r="0" b="0"/>
              <a:pathLst>
                <a:path w="84829" h="369805">
                  <a:moveTo>
                    <a:pt x="30592" y="1031"/>
                  </a:moveTo>
                  <a:lnTo>
                    <a:pt x="36541" y="13100"/>
                  </a:lnTo>
                  <a:lnTo>
                    <a:pt x="34941" y="29415"/>
                  </a:lnTo>
                  <a:lnTo>
                    <a:pt x="43438" y="52719"/>
                  </a:lnTo>
                  <a:lnTo>
                    <a:pt x="46238" y="68131"/>
                  </a:lnTo>
                  <a:lnTo>
                    <a:pt x="46188" y="84167"/>
                  </a:lnTo>
                  <a:lnTo>
                    <a:pt x="41990" y="96233"/>
                  </a:lnTo>
                  <a:lnTo>
                    <a:pt x="41539" y="108308"/>
                  </a:lnTo>
                  <a:lnTo>
                    <a:pt x="42489" y="114561"/>
                  </a:lnTo>
                  <a:lnTo>
                    <a:pt x="45388" y="123543"/>
                  </a:lnTo>
                  <a:lnTo>
                    <a:pt x="46139" y="130796"/>
                  </a:lnTo>
                  <a:lnTo>
                    <a:pt x="49838" y="135777"/>
                  </a:lnTo>
                  <a:lnTo>
                    <a:pt x="50337" y="143386"/>
                  </a:lnTo>
                  <a:lnTo>
                    <a:pt x="52036" y="145783"/>
                  </a:lnTo>
                  <a:lnTo>
                    <a:pt x="59885" y="188067"/>
                  </a:lnTo>
                  <a:lnTo>
                    <a:pt x="66333" y="204818"/>
                  </a:lnTo>
                  <a:lnTo>
                    <a:pt x="74481" y="235399"/>
                  </a:lnTo>
                  <a:lnTo>
                    <a:pt x="76980" y="240898"/>
                  </a:lnTo>
                  <a:lnTo>
                    <a:pt x="84028" y="248511"/>
                  </a:lnTo>
                  <a:lnTo>
                    <a:pt x="84828" y="258292"/>
                  </a:lnTo>
                  <a:lnTo>
                    <a:pt x="79879" y="247599"/>
                  </a:lnTo>
                  <a:lnTo>
                    <a:pt x="66333" y="232491"/>
                  </a:lnTo>
                  <a:lnTo>
                    <a:pt x="57535" y="229809"/>
                  </a:lnTo>
                  <a:lnTo>
                    <a:pt x="47838" y="230729"/>
                  </a:lnTo>
                  <a:lnTo>
                    <a:pt x="40139" y="234634"/>
                  </a:lnTo>
                  <a:lnTo>
                    <a:pt x="37941" y="238609"/>
                  </a:lnTo>
                  <a:lnTo>
                    <a:pt x="25394" y="281989"/>
                  </a:lnTo>
                  <a:lnTo>
                    <a:pt x="24893" y="295859"/>
                  </a:lnTo>
                  <a:lnTo>
                    <a:pt x="30143" y="307644"/>
                  </a:lnTo>
                  <a:lnTo>
                    <a:pt x="35541" y="312960"/>
                  </a:lnTo>
                  <a:lnTo>
                    <a:pt x="43240" y="334459"/>
                  </a:lnTo>
                  <a:lnTo>
                    <a:pt x="47887" y="334021"/>
                  </a:lnTo>
                  <a:lnTo>
                    <a:pt x="50687" y="336211"/>
                  </a:lnTo>
                  <a:lnTo>
                    <a:pt x="53337" y="351985"/>
                  </a:lnTo>
                  <a:lnTo>
                    <a:pt x="49187" y="365345"/>
                  </a:lnTo>
                  <a:lnTo>
                    <a:pt x="46988" y="347345"/>
                  </a:lnTo>
                  <a:lnTo>
                    <a:pt x="45038" y="344003"/>
                  </a:lnTo>
                  <a:lnTo>
                    <a:pt x="32491" y="342112"/>
                  </a:lnTo>
                  <a:lnTo>
                    <a:pt x="28642" y="337888"/>
                  </a:lnTo>
                  <a:lnTo>
                    <a:pt x="25493" y="338253"/>
                  </a:lnTo>
                  <a:lnTo>
                    <a:pt x="20745" y="344149"/>
                  </a:lnTo>
                  <a:lnTo>
                    <a:pt x="15246" y="362896"/>
                  </a:lnTo>
                  <a:lnTo>
                    <a:pt x="11597" y="369804"/>
                  </a:lnTo>
                  <a:lnTo>
                    <a:pt x="8398" y="365921"/>
                  </a:lnTo>
                  <a:lnTo>
                    <a:pt x="4749" y="348361"/>
                  </a:lnTo>
                  <a:lnTo>
                    <a:pt x="5749" y="338544"/>
                  </a:lnTo>
                  <a:lnTo>
                    <a:pt x="10497" y="320395"/>
                  </a:lnTo>
                  <a:lnTo>
                    <a:pt x="8448" y="302093"/>
                  </a:lnTo>
                  <a:lnTo>
                    <a:pt x="14496" y="284456"/>
                  </a:lnTo>
                  <a:lnTo>
                    <a:pt x="13197" y="272917"/>
                  </a:lnTo>
                  <a:lnTo>
                    <a:pt x="5749" y="253673"/>
                  </a:lnTo>
                  <a:lnTo>
                    <a:pt x="9998" y="239753"/>
                  </a:lnTo>
                  <a:lnTo>
                    <a:pt x="13397" y="218893"/>
                  </a:lnTo>
                  <a:lnTo>
                    <a:pt x="13696" y="190959"/>
                  </a:lnTo>
                  <a:lnTo>
                    <a:pt x="11297" y="172913"/>
                  </a:lnTo>
                  <a:lnTo>
                    <a:pt x="15196" y="156774"/>
                  </a:lnTo>
                  <a:lnTo>
                    <a:pt x="15196" y="146821"/>
                  </a:lnTo>
                  <a:lnTo>
                    <a:pt x="9598" y="133529"/>
                  </a:lnTo>
                  <a:lnTo>
                    <a:pt x="1749" y="123946"/>
                  </a:lnTo>
                  <a:lnTo>
                    <a:pt x="4099" y="121523"/>
                  </a:lnTo>
                  <a:lnTo>
                    <a:pt x="250" y="115048"/>
                  </a:lnTo>
                  <a:lnTo>
                    <a:pt x="0" y="99667"/>
                  </a:lnTo>
                  <a:lnTo>
                    <a:pt x="3999" y="86800"/>
                  </a:lnTo>
                  <a:lnTo>
                    <a:pt x="5448" y="75918"/>
                  </a:lnTo>
                  <a:lnTo>
                    <a:pt x="5949" y="64643"/>
                  </a:lnTo>
                  <a:lnTo>
                    <a:pt x="4549" y="50711"/>
                  </a:lnTo>
                  <a:lnTo>
                    <a:pt x="8448" y="45261"/>
                  </a:lnTo>
                  <a:lnTo>
                    <a:pt x="13397" y="43413"/>
                  </a:lnTo>
                  <a:lnTo>
                    <a:pt x="18295" y="47610"/>
                  </a:lnTo>
                  <a:lnTo>
                    <a:pt x="24044" y="45681"/>
                  </a:lnTo>
                  <a:lnTo>
                    <a:pt x="25644" y="41480"/>
                  </a:lnTo>
                  <a:lnTo>
                    <a:pt x="23594" y="39123"/>
                  </a:lnTo>
                  <a:lnTo>
                    <a:pt x="24794" y="36089"/>
                  </a:lnTo>
                  <a:lnTo>
                    <a:pt x="28293" y="35077"/>
                  </a:lnTo>
                  <a:lnTo>
                    <a:pt x="28592" y="32459"/>
                  </a:lnTo>
                  <a:lnTo>
                    <a:pt x="27293" y="32122"/>
                  </a:lnTo>
                  <a:lnTo>
                    <a:pt x="29042" y="24670"/>
                  </a:lnTo>
                  <a:lnTo>
                    <a:pt x="18745" y="6432"/>
                  </a:lnTo>
                  <a:lnTo>
                    <a:pt x="24743" y="6518"/>
                  </a:lnTo>
                  <a:lnTo>
                    <a:pt x="2869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9" name="oPE_MapPart_RUS_5_149" descr="Russland">
              <a:extLst>
                <a:ext uri="{FF2B5EF4-FFF2-40B4-BE49-F238E27FC236}">
                  <a16:creationId xmlns:a16="http://schemas.microsoft.com/office/drawing/2014/main" id="{F2FCE0F4-8DD4-2C0C-CE10-4417028800D9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7524484" y="2111369"/>
              <a:ext cx="171807" cy="253987"/>
            </a:xfrm>
            <a:custGeom>
              <a:avLst/>
              <a:gdLst/>
              <a:ahLst/>
              <a:cxnLst/>
              <a:rect l="0" t="0" r="0" b="0"/>
              <a:pathLst>
                <a:path w="171807" h="253987">
                  <a:moveTo>
                    <a:pt x="107773" y="7676"/>
                  </a:moveTo>
                  <a:lnTo>
                    <a:pt x="130517" y="12715"/>
                  </a:lnTo>
                  <a:lnTo>
                    <a:pt x="138614" y="18086"/>
                  </a:lnTo>
                  <a:lnTo>
                    <a:pt x="137715" y="23955"/>
                  </a:lnTo>
                  <a:lnTo>
                    <a:pt x="131915" y="34093"/>
                  </a:lnTo>
                  <a:lnTo>
                    <a:pt x="132016" y="46211"/>
                  </a:lnTo>
                  <a:lnTo>
                    <a:pt x="130066" y="55537"/>
                  </a:lnTo>
                  <a:lnTo>
                    <a:pt x="118969" y="59254"/>
                  </a:lnTo>
                  <a:lnTo>
                    <a:pt x="118369" y="68172"/>
                  </a:lnTo>
                  <a:lnTo>
                    <a:pt x="116020" y="74872"/>
                  </a:lnTo>
                  <a:lnTo>
                    <a:pt x="110121" y="79545"/>
                  </a:lnTo>
                  <a:lnTo>
                    <a:pt x="108872" y="92496"/>
                  </a:lnTo>
                  <a:lnTo>
                    <a:pt x="109971" y="101239"/>
                  </a:lnTo>
                  <a:lnTo>
                    <a:pt x="113270" y="109609"/>
                  </a:lnTo>
                  <a:lnTo>
                    <a:pt x="107173" y="135439"/>
                  </a:lnTo>
                  <a:lnTo>
                    <a:pt x="111971" y="141393"/>
                  </a:lnTo>
                  <a:lnTo>
                    <a:pt x="115919" y="157220"/>
                  </a:lnTo>
                  <a:lnTo>
                    <a:pt x="127868" y="187496"/>
                  </a:lnTo>
                  <a:lnTo>
                    <a:pt x="139313" y="207998"/>
                  </a:lnTo>
                  <a:lnTo>
                    <a:pt x="151511" y="223365"/>
                  </a:lnTo>
                  <a:lnTo>
                    <a:pt x="171806" y="240109"/>
                  </a:lnTo>
                  <a:lnTo>
                    <a:pt x="158509" y="251882"/>
                  </a:lnTo>
                  <a:lnTo>
                    <a:pt x="144713" y="247062"/>
                  </a:lnTo>
                  <a:lnTo>
                    <a:pt x="140814" y="240109"/>
                  </a:lnTo>
                  <a:lnTo>
                    <a:pt x="137365" y="239655"/>
                  </a:lnTo>
                  <a:lnTo>
                    <a:pt x="133915" y="241320"/>
                  </a:lnTo>
                  <a:lnTo>
                    <a:pt x="142264" y="251431"/>
                  </a:lnTo>
                  <a:lnTo>
                    <a:pt x="138765" y="253986"/>
                  </a:lnTo>
                  <a:lnTo>
                    <a:pt x="130616" y="246157"/>
                  </a:lnTo>
                  <a:lnTo>
                    <a:pt x="129117" y="249474"/>
                  </a:lnTo>
                  <a:lnTo>
                    <a:pt x="125068" y="246760"/>
                  </a:lnTo>
                  <a:lnTo>
                    <a:pt x="121018" y="249624"/>
                  </a:lnTo>
                  <a:lnTo>
                    <a:pt x="118519" y="247515"/>
                  </a:lnTo>
                  <a:lnTo>
                    <a:pt x="117970" y="243287"/>
                  </a:lnTo>
                  <a:lnTo>
                    <a:pt x="100323" y="245402"/>
                  </a:lnTo>
                  <a:lnTo>
                    <a:pt x="89026" y="239049"/>
                  </a:lnTo>
                  <a:lnTo>
                    <a:pt x="87827" y="244193"/>
                  </a:lnTo>
                  <a:lnTo>
                    <a:pt x="54036" y="227948"/>
                  </a:lnTo>
                  <a:lnTo>
                    <a:pt x="60385" y="224436"/>
                  </a:lnTo>
                  <a:lnTo>
                    <a:pt x="59684" y="212777"/>
                  </a:lnTo>
                  <a:lnTo>
                    <a:pt x="61983" y="209695"/>
                  </a:lnTo>
                  <a:lnTo>
                    <a:pt x="67183" y="211083"/>
                  </a:lnTo>
                  <a:lnTo>
                    <a:pt x="66533" y="206299"/>
                  </a:lnTo>
                  <a:lnTo>
                    <a:pt x="75430" y="206453"/>
                  </a:lnTo>
                  <a:lnTo>
                    <a:pt x="59785" y="191710"/>
                  </a:lnTo>
                  <a:lnTo>
                    <a:pt x="60634" y="188589"/>
                  </a:lnTo>
                  <a:lnTo>
                    <a:pt x="54736" y="187964"/>
                  </a:lnTo>
                  <a:lnTo>
                    <a:pt x="52236" y="182801"/>
                  </a:lnTo>
                  <a:lnTo>
                    <a:pt x="52587" y="175892"/>
                  </a:lnTo>
                  <a:lnTo>
                    <a:pt x="54786" y="171322"/>
                  </a:lnTo>
                  <a:lnTo>
                    <a:pt x="53486" y="170375"/>
                  </a:lnTo>
                  <a:lnTo>
                    <a:pt x="40839" y="174475"/>
                  </a:lnTo>
                  <a:lnTo>
                    <a:pt x="27243" y="170691"/>
                  </a:lnTo>
                  <a:lnTo>
                    <a:pt x="13847" y="176206"/>
                  </a:lnTo>
                  <a:lnTo>
                    <a:pt x="7048" y="171795"/>
                  </a:lnTo>
                  <a:lnTo>
                    <a:pt x="1999" y="161035"/>
                  </a:lnTo>
                  <a:lnTo>
                    <a:pt x="0" y="149565"/>
                  </a:lnTo>
                  <a:lnTo>
                    <a:pt x="150" y="135439"/>
                  </a:lnTo>
                  <a:lnTo>
                    <a:pt x="5948" y="120705"/>
                  </a:lnTo>
                  <a:lnTo>
                    <a:pt x="12396" y="115819"/>
                  </a:lnTo>
                  <a:lnTo>
                    <a:pt x="22594" y="117938"/>
                  </a:lnTo>
                  <a:lnTo>
                    <a:pt x="32842" y="102391"/>
                  </a:lnTo>
                  <a:lnTo>
                    <a:pt x="36391" y="85701"/>
                  </a:lnTo>
                  <a:lnTo>
                    <a:pt x="39589" y="79545"/>
                  </a:lnTo>
                  <a:lnTo>
                    <a:pt x="38440" y="75707"/>
                  </a:lnTo>
                  <a:lnTo>
                    <a:pt x="41039" y="68340"/>
                  </a:lnTo>
                  <a:lnTo>
                    <a:pt x="34541" y="67165"/>
                  </a:lnTo>
                  <a:lnTo>
                    <a:pt x="30292" y="61951"/>
                  </a:lnTo>
                  <a:lnTo>
                    <a:pt x="30892" y="59085"/>
                  </a:lnTo>
                  <a:lnTo>
                    <a:pt x="40939" y="46721"/>
                  </a:lnTo>
                  <a:lnTo>
                    <a:pt x="53636" y="45190"/>
                  </a:lnTo>
                  <a:lnTo>
                    <a:pt x="50237" y="39736"/>
                  </a:lnTo>
                  <a:lnTo>
                    <a:pt x="48587" y="27399"/>
                  </a:lnTo>
                  <a:lnTo>
                    <a:pt x="48837" y="23093"/>
                  </a:lnTo>
                  <a:lnTo>
                    <a:pt x="53286" y="15835"/>
                  </a:lnTo>
                  <a:lnTo>
                    <a:pt x="64284" y="9241"/>
                  </a:lnTo>
                  <a:lnTo>
                    <a:pt x="76730" y="10284"/>
                  </a:lnTo>
                  <a:lnTo>
                    <a:pt x="93476" y="0"/>
                  </a:lnTo>
                  <a:lnTo>
                    <a:pt x="102274" y="297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0" name="oPE_MapPart_RUS_6_150" descr="Russland">
              <a:extLst>
                <a:ext uri="{FF2B5EF4-FFF2-40B4-BE49-F238E27FC236}">
                  <a16:creationId xmlns:a16="http://schemas.microsoft.com/office/drawing/2014/main" id="{FBA3BAF5-27CB-8554-AD78-EE2C4502C865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9899126" y="1813058"/>
              <a:ext cx="233641" cy="170219"/>
            </a:xfrm>
            <a:custGeom>
              <a:avLst/>
              <a:gdLst/>
              <a:ahLst/>
              <a:cxnLst/>
              <a:rect l="0" t="0" r="0" b="0"/>
              <a:pathLst>
                <a:path w="233641" h="170219">
                  <a:moveTo>
                    <a:pt x="86127" y="42400"/>
                  </a:moveTo>
                  <a:lnTo>
                    <a:pt x="95576" y="46071"/>
                  </a:lnTo>
                  <a:lnTo>
                    <a:pt x="99924" y="61077"/>
                  </a:lnTo>
                  <a:lnTo>
                    <a:pt x="107421" y="64707"/>
                  </a:lnTo>
                  <a:lnTo>
                    <a:pt x="110972" y="56833"/>
                  </a:lnTo>
                  <a:lnTo>
                    <a:pt x="110471" y="38107"/>
                  </a:lnTo>
                  <a:lnTo>
                    <a:pt x="112120" y="26808"/>
                  </a:lnTo>
                  <a:lnTo>
                    <a:pt x="126017" y="7109"/>
                  </a:lnTo>
                  <a:lnTo>
                    <a:pt x="133166" y="10443"/>
                  </a:lnTo>
                  <a:lnTo>
                    <a:pt x="158910" y="38516"/>
                  </a:lnTo>
                  <a:lnTo>
                    <a:pt x="173205" y="44032"/>
                  </a:lnTo>
                  <a:lnTo>
                    <a:pt x="187102" y="38516"/>
                  </a:lnTo>
                  <a:lnTo>
                    <a:pt x="232240" y="72143"/>
                  </a:lnTo>
                  <a:lnTo>
                    <a:pt x="233640" y="75948"/>
                  </a:lnTo>
                  <a:lnTo>
                    <a:pt x="224292" y="80343"/>
                  </a:lnTo>
                  <a:lnTo>
                    <a:pt x="216044" y="94052"/>
                  </a:lnTo>
                  <a:lnTo>
                    <a:pt x="220393" y="104702"/>
                  </a:lnTo>
                  <a:lnTo>
                    <a:pt x="207197" y="122883"/>
                  </a:lnTo>
                  <a:lnTo>
                    <a:pt x="196399" y="129093"/>
                  </a:lnTo>
                  <a:lnTo>
                    <a:pt x="172805" y="121132"/>
                  </a:lnTo>
                  <a:lnTo>
                    <a:pt x="163108" y="104899"/>
                  </a:lnTo>
                  <a:lnTo>
                    <a:pt x="160559" y="97215"/>
                  </a:lnTo>
                  <a:lnTo>
                    <a:pt x="159759" y="84925"/>
                  </a:lnTo>
                  <a:lnTo>
                    <a:pt x="160708" y="74347"/>
                  </a:lnTo>
                  <a:lnTo>
                    <a:pt x="167708" y="64505"/>
                  </a:lnTo>
                  <a:lnTo>
                    <a:pt x="168157" y="61481"/>
                  </a:lnTo>
                  <a:lnTo>
                    <a:pt x="166457" y="55415"/>
                  </a:lnTo>
                  <a:lnTo>
                    <a:pt x="155609" y="54605"/>
                  </a:lnTo>
                  <a:lnTo>
                    <a:pt x="142712" y="61279"/>
                  </a:lnTo>
                  <a:lnTo>
                    <a:pt x="144512" y="83930"/>
                  </a:lnTo>
                  <a:lnTo>
                    <a:pt x="147662" y="96227"/>
                  </a:lnTo>
                  <a:lnTo>
                    <a:pt x="157459" y="119380"/>
                  </a:lnTo>
                  <a:lnTo>
                    <a:pt x="171656" y="137015"/>
                  </a:lnTo>
                  <a:lnTo>
                    <a:pt x="153460" y="152937"/>
                  </a:lnTo>
                  <a:lnTo>
                    <a:pt x="148312" y="149879"/>
                  </a:lnTo>
                  <a:lnTo>
                    <a:pt x="139964" y="134700"/>
                  </a:lnTo>
                  <a:lnTo>
                    <a:pt x="92227" y="150071"/>
                  </a:lnTo>
                  <a:lnTo>
                    <a:pt x="75930" y="137593"/>
                  </a:lnTo>
                  <a:lnTo>
                    <a:pt x="72231" y="144131"/>
                  </a:lnTo>
                  <a:lnTo>
                    <a:pt x="68932" y="160555"/>
                  </a:lnTo>
                  <a:lnTo>
                    <a:pt x="66033" y="167004"/>
                  </a:lnTo>
                  <a:lnTo>
                    <a:pt x="59734" y="170218"/>
                  </a:lnTo>
                  <a:lnTo>
                    <a:pt x="31792" y="155417"/>
                  </a:lnTo>
                  <a:lnTo>
                    <a:pt x="20444" y="132962"/>
                  </a:lnTo>
                  <a:lnTo>
                    <a:pt x="7497" y="120548"/>
                  </a:lnTo>
                  <a:lnTo>
                    <a:pt x="1650" y="108433"/>
                  </a:lnTo>
                  <a:lnTo>
                    <a:pt x="0" y="98399"/>
                  </a:lnTo>
                  <a:lnTo>
                    <a:pt x="949" y="94052"/>
                  </a:lnTo>
                  <a:lnTo>
                    <a:pt x="9497" y="96030"/>
                  </a:lnTo>
                  <a:lnTo>
                    <a:pt x="7448" y="73145"/>
                  </a:lnTo>
                  <a:lnTo>
                    <a:pt x="8897" y="51359"/>
                  </a:lnTo>
                  <a:lnTo>
                    <a:pt x="11396" y="47700"/>
                  </a:lnTo>
                  <a:lnTo>
                    <a:pt x="21095" y="50140"/>
                  </a:lnTo>
                  <a:lnTo>
                    <a:pt x="15396" y="33186"/>
                  </a:lnTo>
                  <a:lnTo>
                    <a:pt x="18845" y="24127"/>
                  </a:lnTo>
                  <a:lnTo>
                    <a:pt x="28592" y="19578"/>
                  </a:lnTo>
                  <a:lnTo>
                    <a:pt x="34990" y="9610"/>
                  </a:lnTo>
                  <a:lnTo>
                    <a:pt x="54786" y="0"/>
                  </a:lnTo>
                  <a:lnTo>
                    <a:pt x="60034" y="10443"/>
                  </a:lnTo>
                  <a:lnTo>
                    <a:pt x="77629" y="282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1" name="oPE_MapPart_RUS_7_151" descr="Russland">
              <a:extLst>
                <a:ext uri="{FF2B5EF4-FFF2-40B4-BE49-F238E27FC236}">
                  <a16:creationId xmlns:a16="http://schemas.microsoft.com/office/drawing/2014/main" id="{11899F01-D54E-86B5-6C28-2653229C66E0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8680638" y="1269468"/>
              <a:ext cx="194152" cy="210256"/>
            </a:xfrm>
            <a:custGeom>
              <a:avLst/>
              <a:gdLst/>
              <a:ahLst/>
              <a:cxnLst/>
              <a:rect l="0" t="0" r="0" b="0"/>
              <a:pathLst>
                <a:path w="194152" h="210256">
                  <a:moveTo>
                    <a:pt x="127866" y="1756"/>
                  </a:moveTo>
                  <a:lnTo>
                    <a:pt x="137365" y="23540"/>
                  </a:lnTo>
                  <a:lnTo>
                    <a:pt x="134315" y="26423"/>
                  </a:lnTo>
                  <a:lnTo>
                    <a:pt x="126517" y="51002"/>
                  </a:lnTo>
                  <a:lnTo>
                    <a:pt x="125518" y="62872"/>
                  </a:lnTo>
                  <a:lnTo>
                    <a:pt x="127217" y="65123"/>
                  </a:lnTo>
                  <a:lnTo>
                    <a:pt x="138664" y="43041"/>
                  </a:lnTo>
                  <a:lnTo>
                    <a:pt x="146712" y="45604"/>
                  </a:lnTo>
                  <a:lnTo>
                    <a:pt x="150761" y="34753"/>
                  </a:lnTo>
                  <a:lnTo>
                    <a:pt x="150011" y="25558"/>
                  </a:lnTo>
                  <a:lnTo>
                    <a:pt x="153460" y="18917"/>
                  </a:lnTo>
                  <a:lnTo>
                    <a:pt x="172856" y="24405"/>
                  </a:lnTo>
                  <a:lnTo>
                    <a:pt x="190951" y="51002"/>
                  </a:lnTo>
                  <a:lnTo>
                    <a:pt x="194151" y="62309"/>
                  </a:lnTo>
                  <a:lnTo>
                    <a:pt x="190101" y="68494"/>
                  </a:lnTo>
                  <a:lnTo>
                    <a:pt x="186353" y="85520"/>
                  </a:lnTo>
                  <a:lnTo>
                    <a:pt x="183553" y="131777"/>
                  </a:lnTo>
                  <a:lnTo>
                    <a:pt x="179604" y="138777"/>
                  </a:lnTo>
                  <a:lnTo>
                    <a:pt x="165807" y="136357"/>
                  </a:lnTo>
                  <a:lnTo>
                    <a:pt x="179004" y="160660"/>
                  </a:lnTo>
                  <a:lnTo>
                    <a:pt x="187301" y="165688"/>
                  </a:lnTo>
                  <a:lnTo>
                    <a:pt x="190452" y="185386"/>
                  </a:lnTo>
                  <a:lnTo>
                    <a:pt x="176854" y="203558"/>
                  </a:lnTo>
                  <a:lnTo>
                    <a:pt x="148311" y="210255"/>
                  </a:lnTo>
                  <a:lnTo>
                    <a:pt x="124518" y="204590"/>
                  </a:lnTo>
                  <a:lnTo>
                    <a:pt x="103773" y="181727"/>
                  </a:lnTo>
                  <a:lnTo>
                    <a:pt x="75680" y="179371"/>
                  </a:lnTo>
                  <a:lnTo>
                    <a:pt x="68332" y="165424"/>
                  </a:lnTo>
                  <a:lnTo>
                    <a:pt x="54136" y="172018"/>
                  </a:lnTo>
                  <a:lnTo>
                    <a:pt x="43938" y="160925"/>
                  </a:lnTo>
                  <a:lnTo>
                    <a:pt x="43039" y="151356"/>
                  </a:lnTo>
                  <a:lnTo>
                    <a:pt x="39189" y="147619"/>
                  </a:lnTo>
                  <a:lnTo>
                    <a:pt x="31892" y="120132"/>
                  </a:lnTo>
                  <a:lnTo>
                    <a:pt x="0" y="105937"/>
                  </a:lnTo>
                  <a:lnTo>
                    <a:pt x="9247" y="84965"/>
                  </a:lnTo>
                  <a:lnTo>
                    <a:pt x="21544" y="74096"/>
                  </a:lnTo>
                  <a:lnTo>
                    <a:pt x="32942" y="54119"/>
                  </a:lnTo>
                  <a:lnTo>
                    <a:pt x="35441" y="36471"/>
                  </a:lnTo>
                  <a:lnTo>
                    <a:pt x="53235" y="11668"/>
                  </a:lnTo>
                  <a:lnTo>
                    <a:pt x="61383" y="22386"/>
                  </a:lnTo>
                  <a:lnTo>
                    <a:pt x="67383" y="10214"/>
                  </a:lnTo>
                  <a:lnTo>
                    <a:pt x="92926" y="10505"/>
                  </a:lnTo>
                  <a:lnTo>
                    <a:pt x="12541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2" name="oPE_MapPart_RUS_8_152" descr="Russland">
              <a:extLst>
                <a:ext uri="{FF2B5EF4-FFF2-40B4-BE49-F238E27FC236}">
                  <a16:creationId xmlns:a16="http://schemas.microsoft.com/office/drawing/2014/main" id="{F28BB757-0605-5007-7FAD-D155C37C4D6C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8637699" y="1077577"/>
              <a:ext cx="176206" cy="217450"/>
            </a:xfrm>
            <a:custGeom>
              <a:avLst/>
              <a:gdLst/>
              <a:ahLst/>
              <a:cxnLst/>
              <a:rect l="0" t="0" r="0" b="0"/>
              <a:pathLst>
                <a:path w="176206" h="217450">
                  <a:moveTo>
                    <a:pt x="138914" y="37159"/>
                  </a:moveTo>
                  <a:lnTo>
                    <a:pt x="145263" y="57969"/>
                  </a:lnTo>
                  <a:lnTo>
                    <a:pt x="171556" y="81024"/>
                  </a:lnTo>
                  <a:lnTo>
                    <a:pt x="176205" y="92273"/>
                  </a:lnTo>
                  <a:lnTo>
                    <a:pt x="175855" y="103444"/>
                  </a:lnTo>
                  <a:lnTo>
                    <a:pt x="155209" y="117607"/>
                  </a:lnTo>
                  <a:lnTo>
                    <a:pt x="152760" y="131038"/>
                  </a:lnTo>
                  <a:lnTo>
                    <a:pt x="160009" y="163242"/>
                  </a:lnTo>
                  <a:lnTo>
                    <a:pt x="163658" y="166517"/>
                  </a:lnTo>
                  <a:lnTo>
                    <a:pt x="156910" y="180138"/>
                  </a:lnTo>
                  <a:lnTo>
                    <a:pt x="84428" y="198902"/>
                  </a:lnTo>
                  <a:lnTo>
                    <a:pt x="65182" y="217449"/>
                  </a:lnTo>
                  <a:lnTo>
                    <a:pt x="59134" y="217449"/>
                  </a:lnTo>
                  <a:lnTo>
                    <a:pt x="3149" y="175413"/>
                  </a:lnTo>
                  <a:lnTo>
                    <a:pt x="0" y="160558"/>
                  </a:lnTo>
                  <a:lnTo>
                    <a:pt x="4549" y="150678"/>
                  </a:lnTo>
                  <a:lnTo>
                    <a:pt x="10347" y="140737"/>
                  </a:lnTo>
                  <a:lnTo>
                    <a:pt x="29242" y="131342"/>
                  </a:lnTo>
                  <a:lnTo>
                    <a:pt x="48237" y="87283"/>
                  </a:lnTo>
                  <a:lnTo>
                    <a:pt x="29642" y="89156"/>
                  </a:lnTo>
                  <a:lnTo>
                    <a:pt x="32941" y="73165"/>
                  </a:lnTo>
                  <a:lnTo>
                    <a:pt x="42788" y="52552"/>
                  </a:lnTo>
                  <a:lnTo>
                    <a:pt x="92026" y="25842"/>
                  </a:lnTo>
                  <a:lnTo>
                    <a:pt x="98225" y="17056"/>
                  </a:lnTo>
                  <a:lnTo>
                    <a:pt x="100924" y="1648"/>
                  </a:lnTo>
                  <a:lnTo>
                    <a:pt x="118770" y="0"/>
                  </a:lnTo>
                  <a:lnTo>
                    <a:pt x="137364" y="3296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3" name="oPE_MapPart_RUS_9_153" descr="Russland">
              <a:extLst>
                <a:ext uri="{FF2B5EF4-FFF2-40B4-BE49-F238E27FC236}">
                  <a16:creationId xmlns:a16="http://schemas.microsoft.com/office/drawing/2014/main" id="{BCD01225-A0C9-2C07-581B-F02EB1955634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8853294" y="1384701"/>
              <a:ext cx="168158" cy="209651"/>
            </a:xfrm>
            <a:custGeom>
              <a:avLst/>
              <a:gdLst/>
              <a:ahLst/>
              <a:cxnLst/>
              <a:rect l="0" t="0" r="0" b="0"/>
              <a:pathLst>
                <a:path w="168158" h="209651">
                  <a:moveTo>
                    <a:pt x="99874" y="27033"/>
                  </a:moveTo>
                  <a:lnTo>
                    <a:pt x="86777" y="88325"/>
                  </a:lnTo>
                  <a:lnTo>
                    <a:pt x="91625" y="83153"/>
                  </a:lnTo>
                  <a:lnTo>
                    <a:pt x="101724" y="56258"/>
                  </a:lnTo>
                  <a:lnTo>
                    <a:pt x="125318" y="42508"/>
                  </a:lnTo>
                  <a:lnTo>
                    <a:pt x="128767" y="46487"/>
                  </a:lnTo>
                  <a:lnTo>
                    <a:pt x="133365" y="62565"/>
                  </a:lnTo>
                  <a:lnTo>
                    <a:pt x="143313" y="69631"/>
                  </a:lnTo>
                  <a:lnTo>
                    <a:pt x="144113" y="75626"/>
                  </a:lnTo>
                  <a:lnTo>
                    <a:pt x="143413" y="81858"/>
                  </a:lnTo>
                  <a:lnTo>
                    <a:pt x="148462" y="88325"/>
                  </a:lnTo>
                  <a:lnTo>
                    <a:pt x="155310" y="85483"/>
                  </a:lnTo>
                  <a:lnTo>
                    <a:pt x="162658" y="90646"/>
                  </a:lnTo>
                  <a:lnTo>
                    <a:pt x="167256" y="112410"/>
                  </a:lnTo>
                  <a:lnTo>
                    <a:pt x="168157" y="122552"/>
                  </a:lnTo>
                  <a:lnTo>
                    <a:pt x="167307" y="135642"/>
                  </a:lnTo>
                  <a:lnTo>
                    <a:pt x="151460" y="157805"/>
                  </a:lnTo>
                  <a:lnTo>
                    <a:pt x="139114" y="158547"/>
                  </a:lnTo>
                  <a:lnTo>
                    <a:pt x="123068" y="168897"/>
                  </a:lnTo>
                  <a:lnTo>
                    <a:pt x="103173" y="169388"/>
                  </a:lnTo>
                  <a:lnTo>
                    <a:pt x="97425" y="178449"/>
                  </a:lnTo>
                  <a:lnTo>
                    <a:pt x="92475" y="173557"/>
                  </a:lnTo>
                  <a:lnTo>
                    <a:pt x="53235" y="177960"/>
                  </a:lnTo>
                  <a:lnTo>
                    <a:pt x="22043" y="207252"/>
                  </a:lnTo>
                  <a:lnTo>
                    <a:pt x="15445" y="209650"/>
                  </a:lnTo>
                  <a:lnTo>
                    <a:pt x="2899" y="203650"/>
                  </a:lnTo>
                  <a:lnTo>
                    <a:pt x="0" y="198833"/>
                  </a:lnTo>
                  <a:lnTo>
                    <a:pt x="4198" y="192551"/>
                  </a:lnTo>
                  <a:lnTo>
                    <a:pt x="7148" y="179669"/>
                  </a:lnTo>
                  <a:lnTo>
                    <a:pt x="20295" y="157805"/>
                  </a:lnTo>
                  <a:lnTo>
                    <a:pt x="26893" y="125330"/>
                  </a:lnTo>
                  <a:lnTo>
                    <a:pt x="27641" y="110374"/>
                  </a:lnTo>
                  <a:lnTo>
                    <a:pt x="31342" y="99900"/>
                  </a:lnTo>
                  <a:lnTo>
                    <a:pt x="36990" y="93737"/>
                  </a:lnTo>
                  <a:lnTo>
                    <a:pt x="46338" y="95022"/>
                  </a:lnTo>
                  <a:lnTo>
                    <a:pt x="43538" y="79264"/>
                  </a:lnTo>
                  <a:lnTo>
                    <a:pt x="44788" y="67279"/>
                  </a:lnTo>
                  <a:lnTo>
                    <a:pt x="48387" y="60991"/>
                  </a:lnTo>
                  <a:lnTo>
                    <a:pt x="48987" y="46487"/>
                  </a:lnTo>
                  <a:lnTo>
                    <a:pt x="52986" y="34522"/>
                  </a:lnTo>
                  <a:lnTo>
                    <a:pt x="62633" y="27033"/>
                  </a:lnTo>
                  <a:lnTo>
                    <a:pt x="63932" y="12491"/>
                  </a:lnTo>
                  <a:lnTo>
                    <a:pt x="70431" y="9513"/>
                  </a:lnTo>
                  <a:lnTo>
                    <a:pt x="75480" y="25692"/>
                  </a:lnTo>
                  <a:lnTo>
                    <a:pt x="82278" y="26765"/>
                  </a:lnTo>
                  <a:lnTo>
                    <a:pt x="80229" y="18162"/>
                  </a:lnTo>
                  <a:lnTo>
                    <a:pt x="80328" y="9242"/>
                  </a:lnTo>
                  <a:lnTo>
                    <a:pt x="83178" y="545"/>
                  </a:lnTo>
                  <a:lnTo>
                    <a:pt x="86577" y="0"/>
                  </a:lnTo>
                  <a:lnTo>
                    <a:pt x="104223" y="15464"/>
                  </a:lnTo>
                  <a:lnTo>
                    <a:pt x="105823" y="20317"/>
                  </a:lnTo>
                  <a:lnTo>
                    <a:pt x="101423" y="24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4" name="oPE_MapPart_RUS_10_154" descr="Russland">
              <a:extLst>
                <a:ext uri="{FF2B5EF4-FFF2-40B4-BE49-F238E27FC236}">
                  <a16:creationId xmlns:a16="http://schemas.microsoft.com/office/drawing/2014/main" id="{330F19AA-1F11-F95A-B669-77990D7873DA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6998768" y="3722198"/>
              <a:ext cx="112922" cy="71941"/>
            </a:xfrm>
            <a:custGeom>
              <a:avLst/>
              <a:gdLst/>
              <a:ahLst/>
              <a:cxnLst/>
              <a:rect l="0" t="0" r="0" b="0"/>
              <a:pathLst>
                <a:path w="112922" h="71941">
                  <a:moveTo>
                    <a:pt x="30142" y="4979"/>
                  </a:moveTo>
                  <a:lnTo>
                    <a:pt x="31842" y="2960"/>
                  </a:lnTo>
                  <a:lnTo>
                    <a:pt x="31992" y="0"/>
                  </a:lnTo>
                  <a:lnTo>
                    <a:pt x="36041" y="506"/>
                  </a:lnTo>
                  <a:lnTo>
                    <a:pt x="42190" y="4547"/>
                  </a:lnTo>
                  <a:lnTo>
                    <a:pt x="51287" y="6349"/>
                  </a:lnTo>
                  <a:lnTo>
                    <a:pt x="53936" y="10235"/>
                  </a:lnTo>
                  <a:lnTo>
                    <a:pt x="60485" y="9732"/>
                  </a:lnTo>
                  <a:lnTo>
                    <a:pt x="63485" y="13110"/>
                  </a:lnTo>
                  <a:lnTo>
                    <a:pt x="63634" y="17200"/>
                  </a:lnTo>
                  <a:lnTo>
                    <a:pt x="69233" y="19493"/>
                  </a:lnTo>
                  <a:lnTo>
                    <a:pt x="76430" y="30850"/>
                  </a:lnTo>
                  <a:lnTo>
                    <a:pt x="81930" y="35975"/>
                  </a:lnTo>
                  <a:lnTo>
                    <a:pt x="84679" y="36188"/>
                  </a:lnTo>
                  <a:lnTo>
                    <a:pt x="92326" y="32631"/>
                  </a:lnTo>
                  <a:lnTo>
                    <a:pt x="97326" y="33841"/>
                  </a:lnTo>
                  <a:lnTo>
                    <a:pt x="101724" y="30566"/>
                  </a:lnTo>
                  <a:lnTo>
                    <a:pt x="112921" y="32916"/>
                  </a:lnTo>
                  <a:lnTo>
                    <a:pt x="109473" y="39313"/>
                  </a:lnTo>
                  <a:lnTo>
                    <a:pt x="107923" y="45905"/>
                  </a:lnTo>
                  <a:lnTo>
                    <a:pt x="93377" y="48239"/>
                  </a:lnTo>
                  <a:lnTo>
                    <a:pt x="88027" y="44418"/>
                  </a:lnTo>
                  <a:lnTo>
                    <a:pt x="82329" y="44560"/>
                  </a:lnTo>
                  <a:lnTo>
                    <a:pt x="79130" y="49299"/>
                  </a:lnTo>
                  <a:lnTo>
                    <a:pt x="73481" y="52548"/>
                  </a:lnTo>
                  <a:lnTo>
                    <a:pt x="71631" y="56214"/>
                  </a:lnTo>
                  <a:lnTo>
                    <a:pt x="61334" y="56002"/>
                  </a:lnTo>
                  <a:lnTo>
                    <a:pt x="54487" y="59382"/>
                  </a:lnTo>
                  <a:lnTo>
                    <a:pt x="49237" y="66476"/>
                  </a:lnTo>
                  <a:lnTo>
                    <a:pt x="43489" y="70960"/>
                  </a:lnTo>
                  <a:lnTo>
                    <a:pt x="34641" y="71940"/>
                  </a:lnTo>
                  <a:lnTo>
                    <a:pt x="26194" y="65915"/>
                  </a:lnTo>
                  <a:lnTo>
                    <a:pt x="30643" y="52053"/>
                  </a:lnTo>
                  <a:lnTo>
                    <a:pt x="29093" y="44630"/>
                  </a:lnTo>
                  <a:lnTo>
                    <a:pt x="24544" y="41087"/>
                  </a:lnTo>
                  <a:lnTo>
                    <a:pt x="18846" y="40803"/>
                  </a:lnTo>
                  <a:lnTo>
                    <a:pt x="11398" y="34766"/>
                  </a:lnTo>
                  <a:lnTo>
                    <a:pt x="2850" y="35548"/>
                  </a:lnTo>
                  <a:lnTo>
                    <a:pt x="0" y="32560"/>
                  </a:lnTo>
                  <a:lnTo>
                    <a:pt x="17596" y="18848"/>
                  </a:lnTo>
                  <a:lnTo>
                    <a:pt x="21445" y="18203"/>
                  </a:lnTo>
                  <a:lnTo>
                    <a:pt x="32142" y="10954"/>
                  </a:lnTo>
                  <a:lnTo>
                    <a:pt x="31342" y="75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5" name="oPE_MapPart_RUS_11_155" descr="Russland">
              <a:extLst>
                <a:ext uri="{FF2B5EF4-FFF2-40B4-BE49-F238E27FC236}">
                  <a16:creationId xmlns:a16="http://schemas.microsoft.com/office/drawing/2014/main" id="{BCE2306B-79B0-DEFC-64E4-35A75CB9F630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10154659" y="1883194"/>
              <a:ext cx="129769" cy="85472"/>
            </a:xfrm>
            <a:custGeom>
              <a:avLst/>
              <a:gdLst/>
              <a:ahLst/>
              <a:cxnLst/>
              <a:rect l="0" t="0" r="0" b="0"/>
              <a:pathLst>
                <a:path w="129769" h="85472">
                  <a:moveTo>
                    <a:pt x="17946" y="23323"/>
                  </a:moveTo>
                  <a:lnTo>
                    <a:pt x="25295" y="24114"/>
                  </a:lnTo>
                  <a:lnTo>
                    <a:pt x="37441" y="15784"/>
                  </a:lnTo>
                  <a:lnTo>
                    <a:pt x="63386" y="18764"/>
                  </a:lnTo>
                  <a:lnTo>
                    <a:pt x="65534" y="21540"/>
                  </a:lnTo>
                  <a:lnTo>
                    <a:pt x="64584" y="34173"/>
                  </a:lnTo>
                  <a:lnTo>
                    <a:pt x="67784" y="38101"/>
                  </a:lnTo>
                  <a:lnTo>
                    <a:pt x="81481" y="35352"/>
                  </a:lnTo>
                  <a:lnTo>
                    <a:pt x="109823" y="40061"/>
                  </a:lnTo>
                  <a:lnTo>
                    <a:pt x="121670" y="52941"/>
                  </a:lnTo>
                  <a:lnTo>
                    <a:pt x="129768" y="46709"/>
                  </a:lnTo>
                  <a:lnTo>
                    <a:pt x="124869" y="69575"/>
                  </a:lnTo>
                  <a:lnTo>
                    <a:pt x="123070" y="72267"/>
                  </a:lnTo>
                  <a:lnTo>
                    <a:pt x="102425" y="85471"/>
                  </a:lnTo>
                  <a:lnTo>
                    <a:pt x="59635" y="84899"/>
                  </a:lnTo>
                  <a:lnTo>
                    <a:pt x="41041" y="68035"/>
                  </a:lnTo>
                  <a:lnTo>
                    <a:pt x="27644" y="63792"/>
                  </a:lnTo>
                  <a:lnTo>
                    <a:pt x="0" y="42215"/>
                  </a:lnTo>
                  <a:lnTo>
                    <a:pt x="3000" y="20946"/>
                  </a:lnTo>
                  <a:lnTo>
                    <a:pt x="8049" y="2608"/>
                  </a:lnTo>
                  <a:lnTo>
                    <a:pt x="10798" y="0"/>
                  </a:lnTo>
                  <a:lnTo>
                    <a:pt x="16697" y="8011"/>
                  </a:lnTo>
                  <a:lnTo>
                    <a:pt x="16647" y="1697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6" name="oPE_MapPart_RUS_12_156" descr="Russland">
              <a:extLst>
                <a:ext uri="{FF2B5EF4-FFF2-40B4-BE49-F238E27FC236}">
                  <a16:creationId xmlns:a16="http://schemas.microsoft.com/office/drawing/2014/main" id="{E6CB5135-A329-B4F8-F418-01E871EB00B6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6640410" y="3322543"/>
              <a:ext cx="89428" cy="44861"/>
            </a:xfrm>
            <a:custGeom>
              <a:avLst/>
              <a:gdLst/>
              <a:ahLst/>
              <a:cxnLst/>
              <a:rect l="0" t="0" r="0" b="0"/>
              <a:pathLst>
                <a:path w="89428" h="44861">
                  <a:moveTo>
                    <a:pt x="37591" y="351"/>
                  </a:moveTo>
                  <a:lnTo>
                    <a:pt x="27543" y="14778"/>
                  </a:lnTo>
                  <a:lnTo>
                    <a:pt x="35641" y="18346"/>
                  </a:lnTo>
                  <a:lnTo>
                    <a:pt x="44039" y="17042"/>
                  </a:lnTo>
                  <a:lnTo>
                    <a:pt x="45338" y="1141"/>
                  </a:lnTo>
                  <a:lnTo>
                    <a:pt x="49588" y="527"/>
                  </a:lnTo>
                  <a:lnTo>
                    <a:pt x="54186" y="4472"/>
                  </a:lnTo>
                  <a:lnTo>
                    <a:pt x="68532" y="10854"/>
                  </a:lnTo>
                  <a:lnTo>
                    <a:pt x="82279" y="11116"/>
                  </a:lnTo>
                  <a:lnTo>
                    <a:pt x="83979" y="15388"/>
                  </a:lnTo>
                  <a:lnTo>
                    <a:pt x="89427" y="20172"/>
                  </a:lnTo>
                  <a:lnTo>
                    <a:pt x="85528" y="34970"/>
                  </a:lnTo>
                  <a:lnTo>
                    <a:pt x="85429" y="38330"/>
                  </a:lnTo>
                  <a:lnTo>
                    <a:pt x="87827" y="44860"/>
                  </a:lnTo>
                  <a:lnTo>
                    <a:pt x="1100" y="40566"/>
                  </a:lnTo>
                  <a:lnTo>
                    <a:pt x="0" y="39964"/>
                  </a:lnTo>
                  <a:lnTo>
                    <a:pt x="4299" y="35832"/>
                  </a:lnTo>
                  <a:lnTo>
                    <a:pt x="9448" y="25984"/>
                  </a:lnTo>
                  <a:lnTo>
                    <a:pt x="10297" y="17738"/>
                  </a:lnTo>
                  <a:lnTo>
                    <a:pt x="21994" y="16345"/>
                  </a:lnTo>
                  <a:lnTo>
                    <a:pt x="25444" y="14168"/>
                  </a:lnTo>
                  <a:lnTo>
                    <a:pt x="3599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7" name="oPE_MapPart_RUS_13_157" descr="Russland">
              <a:extLst>
                <a:ext uri="{FF2B5EF4-FFF2-40B4-BE49-F238E27FC236}">
                  <a16:creationId xmlns:a16="http://schemas.microsoft.com/office/drawing/2014/main" id="{BD2D6D23-F32A-EF30-0F30-9104C1BD232A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7391367" y="1140944"/>
              <a:ext cx="140466" cy="142516"/>
            </a:xfrm>
            <a:custGeom>
              <a:avLst/>
              <a:gdLst/>
              <a:ahLst/>
              <a:cxnLst/>
              <a:rect l="0" t="0" r="0" b="0"/>
              <a:pathLst>
                <a:path w="140466" h="142516">
                  <a:moveTo>
                    <a:pt x="100875" y="0"/>
                  </a:moveTo>
                  <a:lnTo>
                    <a:pt x="115421" y="2534"/>
                  </a:lnTo>
                  <a:lnTo>
                    <a:pt x="140465" y="41931"/>
                  </a:lnTo>
                  <a:lnTo>
                    <a:pt x="119871" y="66759"/>
                  </a:lnTo>
                  <a:lnTo>
                    <a:pt x="88878" y="74042"/>
                  </a:lnTo>
                  <a:lnTo>
                    <a:pt x="86229" y="78276"/>
                  </a:lnTo>
                  <a:lnTo>
                    <a:pt x="87429" y="86109"/>
                  </a:lnTo>
                  <a:lnTo>
                    <a:pt x="81680" y="94203"/>
                  </a:lnTo>
                  <a:lnTo>
                    <a:pt x="62485" y="95399"/>
                  </a:lnTo>
                  <a:lnTo>
                    <a:pt x="56436" y="107011"/>
                  </a:lnTo>
                  <a:lnTo>
                    <a:pt x="64284" y="112638"/>
                  </a:lnTo>
                  <a:lnTo>
                    <a:pt x="65684" y="122071"/>
                  </a:lnTo>
                  <a:lnTo>
                    <a:pt x="64784" y="129402"/>
                  </a:lnTo>
                  <a:lnTo>
                    <a:pt x="53786" y="124127"/>
                  </a:lnTo>
                  <a:lnTo>
                    <a:pt x="48339" y="140192"/>
                  </a:lnTo>
                  <a:lnTo>
                    <a:pt x="42290" y="134368"/>
                  </a:lnTo>
                  <a:lnTo>
                    <a:pt x="30343" y="142515"/>
                  </a:lnTo>
                  <a:lnTo>
                    <a:pt x="27394" y="137574"/>
                  </a:lnTo>
                  <a:lnTo>
                    <a:pt x="36992" y="121189"/>
                  </a:lnTo>
                  <a:lnTo>
                    <a:pt x="34642" y="117066"/>
                  </a:lnTo>
                  <a:lnTo>
                    <a:pt x="9598" y="126180"/>
                  </a:lnTo>
                  <a:lnTo>
                    <a:pt x="0" y="107011"/>
                  </a:lnTo>
                  <a:lnTo>
                    <a:pt x="34743" y="68887"/>
                  </a:lnTo>
                  <a:lnTo>
                    <a:pt x="48788" y="62190"/>
                  </a:lnTo>
                  <a:lnTo>
                    <a:pt x="54987" y="72225"/>
                  </a:lnTo>
                  <a:lnTo>
                    <a:pt x="67834" y="71012"/>
                  </a:lnTo>
                  <a:lnTo>
                    <a:pt x="70533" y="63714"/>
                  </a:lnTo>
                  <a:lnTo>
                    <a:pt x="70733" y="47174"/>
                  </a:lnTo>
                  <a:lnTo>
                    <a:pt x="69483" y="37601"/>
                  </a:lnTo>
                  <a:lnTo>
                    <a:pt x="72182" y="18597"/>
                  </a:lnTo>
                  <a:lnTo>
                    <a:pt x="96626" y="6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8" name="oPE_MapPart_RUS_14_158" descr="Russland">
              <a:extLst>
                <a:ext uri="{FF2B5EF4-FFF2-40B4-BE49-F238E27FC236}">
                  <a16:creationId xmlns:a16="http://schemas.microsoft.com/office/drawing/2014/main" id="{6E5E8599-36BE-CD3C-382A-0A4A5E860B4F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9975155" y="2059332"/>
              <a:ext cx="105676" cy="67181"/>
            </a:xfrm>
            <a:custGeom>
              <a:avLst/>
              <a:gdLst/>
              <a:ahLst/>
              <a:cxnLst/>
              <a:rect l="0" t="0" r="0" b="0"/>
              <a:pathLst>
                <a:path w="105676" h="67181">
                  <a:moveTo>
                    <a:pt x="69433" y="1983"/>
                  </a:moveTo>
                  <a:lnTo>
                    <a:pt x="82030" y="11148"/>
                  </a:lnTo>
                  <a:lnTo>
                    <a:pt x="101576" y="34283"/>
                  </a:lnTo>
                  <a:lnTo>
                    <a:pt x="104924" y="45204"/>
                  </a:lnTo>
                  <a:lnTo>
                    <a:pt x="105675" y="65793"/>
                  </a:lnTo>
                  <a:lnTo>
                    <a:pt x="104574" y="67180"/>
                  </a:lnTo>
                  <a:lnTo>
                    <a:pt x="53087" y="59539"/>
                  </a:lnTo>
                  <a:lnTo>
                    <a:pt x="27145" y="45731"/>
                  </a:lnTo>
                  <a:lnTo>
                    <a:pt x="2800" y="55182"/>
                  </a:lnTo>
                  <a:lnTo>
                    <a:pt x="0" y="48361"/>
                  </a:lnTo>
                  <a:lnTo>
                    <a:pt x="19295" y="42744"/>
                  </a:lnTo>
                  <a:lnTo>
                    <a:pt x="25244" y="34813"/>
                  </a:lnTo>
                  <a:lnTo>
                    <a:pt x="33293" y="13655"/>
                  </a:lnTo>
                  <a:lnTo>
                    <a:pt x="38842" y="4864"/>
                  </a:lnTo>
                  <a:lnTo>
                    <a:pt x="6238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9" name="oPE_MapPart_RUS_15_159" descr="Russland">
              <a:extLst>
                <a:ext uri="{FF2B5EF4-FFF2-40B4-BE49-F238E27FC236}">
                  <a16:creationId xmlns:a16="http://schemas.microsoft.com/office/drawing/2014/main" id="{9DA735B8-173C-AC1A-5017-842BB77AD9F6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1097280" y="2277159"/>
              <a:ext cx="69483" cy="57882"/>
            </a:xfrm>
            <a:custGeom>
              <a:avLst/>
              <a:gdLst/>
              <a:ahLst/>
              <a:cxnLst/>
              <a:rect l="0" t="0" r="0" b="0"/>
              <a:pathLst>
                <a:path w="69483" h="57882">
                  <a:moveTo>
                    <a:pt x="31192" y="1425"/>
                  </a:moveTo>
                  <a:lnTo>
                    <a:pt x="45738" y="5690"/>
                  </a:lnTo>
                  <a:lnTo>
                    <a:pt x="51837" y="11203"/>
                  </a:lnTo>
                  <a:lnTo>
                    <a:pt x="68532" y="28723"/>
                  </a:lnTo>
                  <a:lnTo>
                    <a:pt x="69482" y="32609"/>
                  </a:lnTo>
                  <a:lnTo>
                    <a:pt x="68782" y="37106"/>
                  </a:lnTo>
                  <a:lnTo>
                    <a:pt x="60484" y="45601"/>
                  </a:lnTo>
                  <a:lnTo>
                    <a:pt x="13696" y="57881"/>
                  </a:lnTo>
                  <a:lnTo>
                    <a:pt x="0" y="51906"/>
                  </a:lnTo>
                  <a:lnTo>
                    <a:pt x="0" y="4901"/>
                  </a:lnTo>
                  <a:lnTo>
                    <a:pt x="2794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0" name="oPE_MapPart_RUS_16_160" descr="Russland">
              <a:extLst>
                <a:ext uri="{FF2B5EF4-FFF2-40B4-BE49-F238E27FC236}">
                  <a16:creationId xmlns:a16="http://schemas.microsoft.com/office/drawing/2014/main" id="{0389112C-2564-669F-F347-098EB1DE93ED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7437157" y="2451026"/>
              <a:ext cx="55236" cy="60602"/>
            </a:xfrm>
            <a:custGeom>
              <a:avLst/>
              <a:gdLst/>
              <a:ahLst/>
              <a:cxnLst/>
              <a:rect l="0" t="0" r="0" b="0"/>
              <a:pathLst>
                <a:path w="55236" h="60602">
                  <a:moveTo>
                    <a:pt x="54735" y="25654"/>
                  </a:moveTo>
                  <a:lnTo>
                    <a:pt x="55235" y="33093"/>
                  </a:lnTo>
                  <a:lnTo>
                    <a:pt x="53486" y="36311"/>
                  </a:lnTo>
                  <a:lnTo>
                    <a:pt x="51936" y="37150"/>
                  </a:lnTo>
                  <a:lnTo>
                    <a:pt x="49986" y="30290"/>
                  </a:lnTo>
                  <a:lnTo>
                    <a:pt x="36990" y="50926"/>
                  </a:lnTo>
                  <a:lnTo>
                    <a:pt x="17095" y="59774"/>
                  </a:lnTo>
                  <a:lnTo>
                    <a:pt x="10347" y="60601"/>
                  </a:lnTo>
                  <a:lnTo>
                    <a:pt x="4048" y="55079"/>
                  </a:lnTo>
                  <a:lnTo>
                    <a:pt x="0" y="41197"/>
                  </a:lnTo>
                  <a:lnTo>
                    <a:pt x="699" y="19030"/>
                  </a:lnTo>
                  <a:lnTo>
                    <a:pt x="3349" y="13088"/>
                  </a:lnTo>
                  <a:lnTo>
                    <a:pt x="15295" y="1285"/>
                  </a:lnTo>
                  <a:lnTo>
                    <a:pt x="25843" y="0"/>
                  </a:lnTo>
                  <a:lnTo>
                    <a:pt x="52035" y="200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1" name="oPE_MapPart_SMR_1_161" descr="San Marino">
              <a:extLst>
                <a:ext uri="{FF2B5EF4-FFF2-40B4-BE49-F238E27FC236}">
                  <a16:creationId xmlns:a16="http://schemas.microsoft.com/office/drawing/2014/main" id="{F96A8C77-C3FA-8024-E309-074F854DB6CD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6426915" y="3790707"/>
              <a:ext cx="29993" cy="41729"/>
            </a:xfrm>
            <a:custGeom>
              <a:avLst/>
              <a:gdLst/>
              <a:ahLst/>
              <a:cxnLst/>
              <a:rect l="0" t="0" r="0" b="0"/>
              <a:pathLst>
                <a:path w="29993" h="41729">
                  <a:moveTo>
                    <a:pt x="0" y="0"/>
                  </a:moveTo>
                  <a:lnTo>
                    <a:pt x="29992" y="0"/>
                  </a:lnTo>
                  <a:lnTo>
                    <a:pt x="29992" y="41728"/>
                  </a:lnTo>
                  <a:lnTo>
                    <a:pt x="0" y="417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2" name="oPE_MapPart_SRB_1_162" descr="Serbien">
              <a:extLst>
                <a:ext uri="{FF2B5EF4-FFF2-40B4-BE49-F238E27FC236}">
                  <a16:creationId xmlns:a16="http://schemas.microsoft.com/office/drawing/2014/main" id="{77E8359C-301F-83EF-A1A8-FAF6FAB777E7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6619166" y="3724797"/>
              <a:ext cx="114922" cy="151466"/>
            </a:xfrm>
            <a:custGeom>
              <a:avLst/>
              <a:gdLst/>
              <a:ahLst/>
              <a:cxnLst/>
              <a:rect l="0" t="0" r="0" b="0"/>
              <a:pathLst>
                <a:path w="114922" h="151466">
                  <a:moveTo>
                    <a:pt x="70032" y="52628"/>
                  </a:moveTo>
                  <a:lnTo>
                    <a:pt x="74531" y="54108"/>
                  </a:lnTo>
                  <a:lnTo>
                    <a:pt x="77679" y="57205"/>
                  </a:lnTo>
                  <a:lnTo>
                    <a:pt x="85277" y="58893"/>
                  </a:lnTo>
                  <a:lnTo>
                    <a:pt x="90376" y="63737"/>
                  </a:lnTo>
                  <a:lnTo>
                    <a:pt x="101624" y="57346"/>
                  </a:lnTo>
                  <a:lnTo>
                    <a:pt x="107822" y="61281"/>
                  </a:lnTo>
                  <a:lnTo>
                    <a:pt x="108172" y="62685"/>
                  </a:lnTo>
                  <a:lnTo>
                    <a:pt x="103173" y="63807"/>
                  </a:lnTo>
                  <a:lnTo>
                    <a:pt x="101724" y="65840"/>
                  </a:lnTo>
                  <a:lnTo>
                    <a:pt x="102523" y="70180"/>
                  </a:lnTo>
                  <a:lnTo>
                    <a:pt x="107372" y="75559"/>
                  </a:lnTo>
                  <a:lnTo>
                    <a:pt x="105172" y="77303"/>
                  </a:lnTo>
                  <a:lnTo>
                    <a:pt x="104372" y="81899"/>
                  </a:lnTo>
                  <a:lnTo>
                    <a:pt x="99474" y="84472"/>
                  </a:lnTo>
                  <a:lnTo>
                    <a:pt x="98074" y="93213"/>
                  </a:lnTo>
                  <a:lnTo>
                    <a:pt x="103173" y="105779"/>
                  </a:lnTo>
                  <a:lnTo>
                    <a:pt x="109122" y="109564"/>
                  </a:lnTo>
                  <a:lnTo>
                    <a:pt x="114921" y="115948"/>
                  </a:lnTo>
                  <a:lnTo>
                    <a:pt x="113970" y="119374"/>
                  </a:lnTo>
                  <a:lnTo>
                    <a:pt x="107422" y="127506"/>
                  </a:lnTo>
                  <a:lnTo>
                    <a:pt x="100774" y="129074"/>
                  </a:lnTo>
                  <a:lnTo>
                    <a:pt x="99924" y="137105"/>
                  </a:lnTo>
                  <a:lnTo>
                    <a:pt x="102573" y="142669"/>
                  </a:lnTo>
                  <a:lnTo>
                    <a:pt x="99525" y="148424"/>
                  </a:lnTo>
                  <a:lnTo>
                    <a:pt x="94426" y="147342"/>
                  </a:lnTo>
                  <a:lnTo>
                    <a:pt x="75630" y="151465"/>
                  </a:lnTo>
                  <a:lnTo>
                    <a:pt x="74430" y="148424"/>
                  </a:lnTo>
                  <a:lnTo>
                    <a:pt x="76929" y="146192"/>
                  </a:lnTo>
                  <a:lnTo>
                    <a:pt x="80929" y="135610"/>
                  </a:lnTo>
                  <a:lnTo>
                    <a:pt x="70881" y="132480"/>
                  </a:lnTo>
                  <a:lnTo>
                    <a:pt x="71231" y="129483"/>
                  </a:lnTo>
                  <a:lnTo>
                    <a:pt x="66582" y="126345"/>
                  </a:lnTo>
                  <a:lnTo>
                    <a:pt x="61584" y="119579"/>
                  </a:lnTo>
                  <a:lnTo>
                    <a:pt x="55685" y="116496"/>
                  </a:lnTo>
                  <a:lnTo>
                    <a:pt x="54486" y="113135"/>
                  </a:lnTo>
                  <a:lnTo>
                    <a:pt x="49537" y="115537"/>
                  </a:lnTo>
                  <a:lnTo>
                    <a:pt x="50487" y="119305"/>
                  </a:lnTo>
                  <a:lnTo>
                    <a:pt x="49587" y="121768"/>
                  </a:lnTo>
                  <a:lnTo>
                    <a:pt x="45438" y="124844"/>
                  </a:lnTo>
                  <a:lnTo>
                    <a:pt x="45288" y="128461"/>
                  </a:lnTo>
                  <a:lnTo>
                    <a:pt x="41789" y="129620"/>
                  </a:lnTo>
                  <a:lnTo>
                    <a:pt x="41689" y="127165"/>
                  </a:lnTo>
                  <a:lnTo>
                    <a:pt x="39690" y="125527"/>
                  </a:lnTo>
                  <a:lnTo>
                    <a:pt x="21544" y="116496"/>
                  </a:lnTo>
                  <a:lnTo>
                    <a:pt x="10547" y="105917"/>
                  </a:lnTo>
                  <a:lnTo>
                    <a:pt x="9797" y="103230"/>
                  </a:lnTo>
                  <a:lnTo>
                    <a:pt x="11546" y="100747"/>
                  </a:lnTo>
                  <a:lnTo>
                    <a:pt x="16995" y="101644"/>
                  </a:lnTo>
                  <a:lnTo>
                    <a:pt x="18244" y="98538"/>
                  </a:lnTo>
                  <a:lnTo>
                    <a:pt x="18045" y="96188"/>
                  </a:lnTo>
                  <a:lnTo>
                    <a:pt x="11297" y="86140"/>
                  </a:lnTo>
                  <a:lnTo>
                    <a:pt x="19745" y="85306"/>
                  </a:lnTo>
                  <a:lnTo>
                    <a:pt x="20695" y="83082"/>
                  </a:lnTo>
                  <a:lnTo>
                    <a:pt x="13896" y="76047"/>
                  </a:lnTo>
                  <a:lnTo>
                    <a:pt x="8698" y="73046"/>
                  </a:lnTo>
                  <a:lnTo>
                    <a:pt x="7747" y="70879"/>
                  </a:lnTo>
                  <a:lnTo>
                    <a:pt x="8147" y="66050"/>
                  </a:lnTo>
                  <a:lnTo>
                    <a:pt x="12597" y="57697"/>
                  </a:lnTo>
                  <a:lnTo>
                    <a:pt x="14145" y="50513"/>
                  </a:lnTo>
                  <a:lnTo>
                    <a:pt x="11047" y="49243"/>
                  </a:lnTo>
                  <a:lnTo>
                    <a:pt x="4698" y="51007"/>
                  </a:lnTo>
                  <a:lnTo>
                    <a:pt x="4349" y="49596"/>
                  </a:lnTo>
                  <a:lnTo>
                    <a:pt x="6848" y="48749"/>
                  </a:lnTo>
                  <a:lnTo>
                    <a:pt x="6199" y="40473"/>
                  </a:lnTo>
                  <a:lnTo>
                    <a:pt x="8098" y="39906"/>
                  </a:lnTo>
                  <a:lnTo>
                    <a:pt x="8298" y="38133"/>
                  </a:lnTo>
                  <a:lnTo>
                    <a:pt x="12896" y="39268"/>
                  </a:lnTo>
                  <a:lnTo>
                    <a:pt x="15246" y="39055"/>
                  </a:lnTo>
                  <a:lnTo>
                    <a:pt x="15596" y="37495"/>
                  </a:lnTo>
                  <a:lnTo>
                    <a:pt x="4599" y="30103"/>
                  </a:lnTo>
                  <a:lnTo>
                    <a:pt x="4698" y="27468"/>
                  </a:lnTo>
                  <a:lnTo>
                    <a:pt x="6248" y="25542"/>
                  </a:lnTo>
                  <a:lnTo>
                    <a:pt x="2199" y="22116"/>
                  </a:lnTo>
                  <a:lnTo>
                    <a:pt x="2999" y="19971"/>
                  </a:lnTo>
                  <a:lnTo>
                    <a:pt x="0" y="12808"/>
                  </a:lnTo>
                  <a:lnTo>
                    <a:pt x="1499" y="11588"/>
                  </a:lnTo>
                  <a:lnTo>
                    <a:pt x="1848" y="8930"/>
                  </a:lnTo>
                  <a:lnTo>
                    <a:pt x="6298" y="5838"/>
                  </a:lnTo>
                  <a:lnTo>
                    <a:pt x="12197" y="6126"/>
                  </a:lnTo>
                  <a:lnTo>
                    <a:pt x="19195" y="0"/>
                  </a:lnTo>
                  <a:lnTo>
                    <a:pt x="38090" y="1155"/>
                  </a:lnTo>
                  <a:lnTo>
                    <a:pt x="42189" y="7205"/>
                  </a:lnTo>
                  <a:lnTo>
                    <a:pt x="48387" y="11445"/>
                  </a:lnTo>
                  <a:lnTo>
                    <a:pt x="51936" y="16823"/>
                  </a:lnTo>
                  <a:lnTo>
                    <a:pt x="53786" y="16178"/>
                  </a:lnTo>
                  <a:lnTo>
                    <a:pt x="54286" y="27396"/>
                  </a:lnTo>
                  <a:lnTo>
                    <a:pt x="60684" y="33162"/>
                  </a:lnTo>
                  <a:lnTo>
                    <a:pt x="73631" y="40048"/>
                  </a:lnTo>
                  <a:lnTo>
                    <a:pt x="71681" y="44579"/>
                  </a:lnTo>
                  <a:lnTo>
                    <a:pt x="69832" y="45498"/>
                  </a:lnTo>
                  <a:lnTo>
                    <a:pt x="74780" y="49737"/>
                  </a:lnTo>
                  <a:lnTo>
                    <a:pt x="69982" y="512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3" name="oPE_MapPart_SVK_1_163" descr="Slowakei">
              <a:extLst>
                <a:ext uri="{FF2B5EF4-FFF2-40B4-BE49-F238E27FC236}">
                  <a16:creationId xmlns:a16="http://schemas.microsoft.com/office/drawing/2014/main" id="{C663F826-84B8-41B1-C144-3DED971DCA66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6564280" y="3582229"/>
              <a:ext cx="157611" cy="76862"/>
            </a:xfrm>
            <a:custGeom>
              <a:avLst/>
              <a:gdLst/>
              <a:ahLst/>
              <a:cxnLst/>
              <a:rect l="0" t="0" r="0" b="0"/>
              <a:pathLst>
                <a:path w="157611" h="76862">
                  <a:moveTo>
                    <a:pt x="157610" y="22323"/>
                  </a:moveTo>
                  <a:lnTo>
                    <a:pt x="150861" y="38665"/>
                  </a:lnTo>
                  <a:lnTo>
                    <a:pt x="146662" y="43581"/>
                  </a:lnTo>
                  <a:lnTo>
                    <a:pt x="145763" y="50972"/>
                  </a:lnTo>
                  <a:lnTo>
                    <a:pt x="136215" y="53304"/>
                  </a:lnTo>
                  <a:lnTo>
                    <a:pt x="127417" y="44336"/>
                  </a:lnTo>
                  <a:lnTo>
                    <a:pt x="116770" y="46224"/>
                  </a:lnTo>
                  <a:lnTo>
                    <a:pt x="104973" y="44412"/>
                  </a:lnTo>
                  <a:lnTo>
                    <a:pt x="100724" y="45394"/>
                  </a:lnTo>
                  <a:lnTo>
                    <a:pt x="96425" y="55033"/>
                  </a:lnTo>
                  <a:lnTo>
                    <a:pt x="85778" y="61260"/>
                  </a:lnTo>
                  <a:lnTo>
                    <a:pt x="76730" y="58036"/>
                  </a:lnTo>
                  <a:lnTo>
                    <a:pt x="72331" y="62758"/>
                  </a:lnTo>
                  <a:lnTo>
                    <a:pt x="56986" y="65227"/>
                  </a:lnTo>
                  <a:lnTo>
                    <a:pt x="53586" y="67320"/>
                  </a:lnTo>
                  <a:lnTo>
                    <a:pt x="52436" y="69859"/>
                  </a:lnTo>
                  <a:lnTo>
                    <a:pt x="53186" y="73437"/>
                  </a:lnTo>
                  <a:lnTo>
                    <a:pt x="51687" y="76192"/>
                  </a:lnTo>
                  <a:lnTo>
                    <a:pt x="24994" y="76861"/>
                  </a:lnTo>
                  <a:lnTo>
                    <a:pt x="12646" y="67693"/>
                  </a:lnTo>
                  <a:lnTo>
                    <a:pt x="6198" y="65676"/>
                  </a:lnTo>
                  <a:lnTo>
                    <a:pt x="0" y="48939"/>
                  </a:lnTo>
                  <a:lnTo>
                    <a:pt x="3399" y="39045"/>
                  </a:lnTo>
                  <a:lnTo>
                    <a:pt x="7598" y="32144"/>
                  </a:lnTo>
                  <a:lnTo>
                    <a:pt x="17245" y="32675"/>
                  </a:lnTo>
                  <a:lnTo>
                    <a:pt x="24893" y="30168"/>
                  </a:lnTo>
                  <a:lnTo>
                    <a:pt x="33991" y="22705"/>
                  </a:lnTo>
                  <a:lnTo>
                    <a:pt x="36041" y="14526"/>
                  </a:lnTo>
                  <a:lnTo>
                    <a:pt x="41739" y="11153"/>
                  </a:lnTo>
                  <a:lnTo>
                    <a:pt x="48137" y="4545"/>
                  </a:lnTo>
                  <a:lnTo>
                    <a:pt x="57635" y="4237"/>
                  </a:lnTo>
                  <a:lnTo>
                    <a:pt x="58485" y="8620"/>
                  </a:lnTo>
                  <a:lnTo>
                    <a:pt x="63533" y="8467"/>
                  </a:lnTo>
                  <a:lnTo>
                    <a:pt x="66332" y="3699"/>
                  </a:lnTo>
                  <a:lnTo>
                    <a:pt x="71631" y="0"/>
                  </a:lnTo>
                  <a:lnTo>
                    <a:pt x="76881" y="8159"/>
                  </a:lnTo>
                  <a:lnTo>
                    <a:pt x="80879" y="9618"/>
                  </a:lnTo>
                  <a:lnTo>
                    <a:pt x="80380" y="16746"/>
                  </a:lnTo>
                  <a:lnTo>
                    <a:pt x="84827" y="16057"/>
                  </a:lnTo>
                  <a:lnTo>
                    <a:pt x="88727" y="17740"/>
                  </a:lnTo>
                  <a:lnTo>
                    <a:pt x="91677" y="11997"/>
                  </a:lnTo>
                  <a:lnTo>
                    <a:pt x="97225" y="9081"/>
                  </a:lnTo>
                  <a:lnTo>
                    <a:pt x="104223" y="8774"/>
                  </a:lnTo>
                  <a:lnTo>
                    <a:pt x="111271" y="12073"/>
                  </a:lnTo>
                  <a:lnTo>
                    <a:pt x="114920" y="11000"/>
                  </a:lnTo>
                  <a:lnTo>
                    <a:pt x="117120" y="7621"/>
                  </a:lnTo>
                  <a:lnTo>
                    <a:pt x="132665" y="7929"/>
                  </a:lnTo>
                  <a:lnTo>
                    <a:pt x="139615" y="10846"/>
                  </a:lnTo>
                  <a:lnTo>
                    <a:pt x="143213" y="16516"/>
                  </a:lnTo>
                  <a:lnTo>
                    <a:pt x="155810" y="220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4" name="oPE_MapPart_SVN_1_164" descr="Slowenien">
              <a:extLst>
                <a:ext uri="{FF2B5EF4-FFF2-40B4-BE49-F238E27FC236}">
                  <a16:creationId xmlns:a16="http://schemas.microsoft.com/office/drawing/2014/main" id="{89E28354-6C37-8C7C-57F0-BBBF940B9584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6467504" y="3696253"/>
              <a:ext cx="87179" cy="57509"/>
            </a:xfrm>
            <a:custGeom>
              <a:avLst/>
              <a:gdLst/>
              <a:ahLst/>
              <a:cxnLst/>
              <a:rect l="0" t="0" r="0" b="0"/>
              <a:pathLst>
                <a:path w="87179" h="57509">
                  <a:moveTo>
                    <a:pt x="87178" y="14718"/>
                  </a:moveTo>
                  <a:lnTo>
                    <a:pt x="81730" y="13266"/>
                  </a:lnTo>
                  <a:lnTo>
                    <a:pt x="79380" y="15372"/>
                  </a:lnTo>
                  <a:lnTo>
                    <a:pt x="79131" y="19795"/>
                  </a:lnTo>
                  <a:lnTo>
                    <a:pt x="74681" y="19868"/>
                  </a:lnTo>
                  <a:lnTo>
                    <a:pt x="70982" y="23632"/>
                  </a:lnTo>
                  <a:lnTo>
                    <a:pt x="62735" y="26740"/>
                  </a:lnTo>
                  <a:lnTo>
                    <a:pt x="61535" y="29194"/>
                  </a:lnTo>
                  <a:lnTo>
                    <a:pt x="63535" y="32870"/>
                  </a:lnTo>
                  <a:lnTo>
                    <a:pt x="63184" y="40276"/>
                  </a:lnTo>
                  <a:lnTo>
                    <a:pt x="52737" y="45438"/>
                  </a:lnTo>
                  <a:lnTo>
                    <a:pt x="54986" y="48873"/>
                  </a:lnTo>
                  <a:lnTo>
                    <a:pt x="52937" y="51517"/>
                  </a:lnTo>
                  <a:lnTo>
                    <a:pt x="54486" y="56012"/>
                  </a:lnTo>
                  <a:lnTo>
                    <a:pt x="51786" y="57009"/>
                  </a:lnTo>
                  <a:lnTo>
                    <a:pt x="43790" y="54657"/>
                  </a:lnTo>
                  <a:lnTo>
                    <a:pt x="39291" y="55513"/>
                  </a:lnTo>
                  <a:lnTo>
                    <a:pt x="33092" y="48444"/>
                  </a:lnTo>
                  <a:lnTo>
                    <a:pt x="27544" y="55441"/>
                  </a:lnTo>
                  <a:lnTo>
                    <a:pt x="17096" y="54300"/>
                  </a:lnTo>
                  <a:lnTo>
                    <a:pt x="13897" y="57508"/>
                  </a:lnTo>
                  <a:lnTo>
                    <a:pt x="6599" y="55584"/>
                  </a:lnTo>
                  <a:lnTo>
                    <a:pt x="5549" y="54015"/>
                  </a:lnTo>
                  <a:lnTo>
                    <a:pt x="13797" y="50088"/>
                  </a:lnTo>
                  <a:lnTo>
                    <a:pt x="9548" y="44292"/>
                  </a:lnTo>
                  <a:lnTo>
                    <a:pt x="5699" y="42285"/>
                  </a:lnTo>
                  <a:lnTo>
                    <a:pt x="6199" y="35605"/>
                  </a:lnTo>
                  <a:lnTo>
                    <a:pt x="3049" y="35317"/>
                  </a:lnTo>
                  <a:lnTo>
                    <a:pt x="3000" y="33158"/>
                  </a:lnTo>
                  <a:lnTo>
                    <a:pt x="7098" y="27678"/>
                  </a:lnTo>
                  <a:lnTo>
                    <a:pt x="1200" y="26234"/>
                  </a:lnTo>
                  <a:lnTo>
                    <a:pt x="0" y="24283"/>
                  </a:lnTo>
                  <a:lnTo>
                    <a:pt x="600" y="22040"/>
                  </a:lnTo>
                  <a:lnTo>
                    <a:pt x="8398" y="16170"/>
                  </a:lnTo>
                  <a:lnTo>
                    <a:pt x="8948" y="13846"/>
                  </a:lnTo>
                  <a:lnTo>
                    <a:pt x="32542" y="18708"/>
                  </a:lnTo>
                  <a:lnTo>
                    <a:pt x="42089" y="10429"/>
                  </a:lnTo>
                  <a:lnTo>
                    <a:pt x="57236" y="9483"/>
                  </a:lnTo>
                  <a:lnTo>
                    <a:pt x="66333" y="6133"/>
                  </a:lnTo>
                  <a:lnTo>
                    <a:pt x="71632" y="7517"/>
                  </a:lnTo>
                  <a:lnTo>
                    <a:pt x="72182" y="2484"/>
                  </a:lnTo>
                  <a:lnTo>
                    <a:pt x="75431" y="0"/>
                  </a:lnTo>
                  <a:lnTo>
                    <a:pt x="80679" y="219"/>
                  </a:lnTo>
                  <a:lnTo>
                    <a:pt x="83429" y="9119"/>
                  </a:lnTo>
                  <a:lnTo>
                    <a:pt x="86878" y="1377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5" name="oPE_MapPart_ESP_1_165" descr="Spanien">
              <a:extLst>
                <a:ext uri="{FF2B5EF4-FFF2-40B4-BE49-F238E27FC236}">
                  <a16:creationId xmlns:a16="http://schemas.microsoft.com/office/drawing/2014/main" id="{4E164CB0-F90C-0171-7533-EBE010510CE2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6134939" y="4003396"/>
              <a:ext cx="5350" cy="3460"/>
            </a:xfrm>
            <a:custGeom>
              <a:avLst/>
              <a:gdLst/>
              <a:ahLst/>
              <a:cxnLst/>
              <a:rect l="0" t="0" r="0" b="0"/>
              <a:pathLst>
                <a:path w="5350" h="3460">
                  <a:moveTo>
                    <a:pt x="5349" y="3459"/>
                  </a:moveTo>
                  <a:lnTo>
                    <a:pt x="100" y="3459"/>
                  </a:lnTo>
                  <a:lnTo>
                    <a:pt x="0" y="2050"/>
                  </a:lnTo>
                  <a:lnTo>
                    <a:pt x="950" y="0"/>
                  </a:lnTo>
                  <a:lnTo>
                    <a:pt x="2650" y="1986"/>
                  </a:lnTo>
                  <a:lnTo>
                    <a:pt x="5299" y="237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6" name="oPE_MapPart_ESP_2_166" descr="Spanien">
              <a:extLst>
                <a:ext uri="{FF2B5EF4-FFF2-40B4-BE49-F238E27FC236}">
                  <a16:creationId xmlns:a16="http://schemas.microsoft.com/office/drawing/2014/main" id="{4AD1D5CF-AB63-F742-C1D7-C37CE2E966D7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6161833" y="3960526"/>
              <a:ext cx="30293" cy="23822"/>
            </a:xfrm>
            <a:custGeom>
              <a:avLst/>
              <a:gdLst/>
              <a:ahLst/>
              <a:cxnLst/>
              <a:rect l="0" t="0" r="0" b="0"/>
              <a:pathLst>
                <a:path w="30293" h="23822">
                  <a:moveTo>
                    <a:pt x="21494" y="6188"/>
                  </a:moveTo>
                  <a:lnTo>
                    <a:pt x="29942" y="7229"/>
                  </a:lnTo>
                  <a:lnTo>
                    <a:pt x="30292" y="9569"/>
                  </a:lnTo>
                  <a:lnTo>
                    <a:pt x="24294" y="20783"/>
                  </a:lnTo>
                  <a:lnTo>
                    <a:pt x="19495" y="23821"/>
                  </a:lnTo>
                  <a:lnTo>
                    <a:pt x="11897" y="20783"/>
                  </a:lnTo>
                  <a:lnTo>
                    <a:pt x="9147" y="15150"/>
                  </a:lnTo>
                  <a:lnTo>
                    <a:pt x="7298" y="14631"/>
                  </a:lnTo>
                  <a:lnTo>
                    <a:pt x="3599" y="17482"/>
                  </a:lnTo>
                  <a:lnTo>
                    <a:pt x="649" y="15215"/>
                  </a:lnTo>
                  <a:lnTo>
                    <a:pt x="0" y="12621"/>
                  </a:lnTo>
                  <a:lnTo>
                    <a:pt x="14846" y="1956"/>
                  </a:lnTo>
                  <a:lnTo>
                    <a:pt x="22944" y="0"/>
                  </a:lnTo>
                  <a:lnTo>
                    <a:pt x="21894" y="456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7" name="oPE_MapPart_ESP_3_167" descr="Spanien">
              <a:extLst>
                <a:ext uri="{FF2B5EF4-FFF2-40B4-BE49-F238E27FC236}">
                  <a16:creationId xmlns:a16="http://schemas.microsoft.com/office/drawing/2014/main" id="{A1EFDD81-4845-BE7B-804C-3B2CCE1C9720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6203022" y="3956414"/>
              <a:ext cx="12998" cy="8479"/>
            </a:xfrm>
            <a:custGeom>
              <a:avLst/>
              <a:gdLst/>
              <a:ahLst/>
              <a:cxnLst/>
              <a:rect l="0" t="0" r="0" b="0"/>
              <a:pathLst>
                <a:path w="12998" h="8479">
                  <a:moveTo>
                    <a:pt x="12197" y="8478"/>
                  </a:moveTo>
                  <a:lnTo>
                    <a:pt x="350" y="4243"/>
                  </a:lnTo>
                  <a:lnTo>
                    <a:pt x="0" y="458"/>
                  </a:lnTo>
                  <a:lnTo>
                    <a:pt x="5699" y="0"/>
                  </a:lnTo>
                  <a:lnTo>
                    <a:pt x="10348" y="1568"/>
                  </a:lnTo>
                  <a:lnTo>
                    <a:pt x="12997" y="645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8" name="oPE_MapPart_ESP_4_168" descr="Spanien">
              <a:extLst>
                <a:ext uri="{FF2B5EF4-FFF2-40B4-BE49-F238E27FC236}">
                  <a16:creationId xmlns:a16="http://schemas.microsoft.com/office/drawing/2014/main" id="{A157B98F-0BFB-2F06-51AC-4F33D857D498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6129991" y="3990798"/>
              <a:ext cx="11098" cy="9455"/>
            </a:xfrm>
            <a:custGeom>
              <a:avLst/>
              <a:gdLst/>
              <a:ahLst/>
              <a:cxnLst/>
              <a:rect l="0" t="0" r="0" b="0"/>
              <a:pathLst>
                <a:path w="11098" h="9455">
                  <a:moveTo>
                    <a:pt x="6149" y="7207"/>
                  </a:moveTo>
                  <a:lnTo>
                    <a:pt x="5149" y="9454"/>
                  </a:lnTo>
                  <a:lnTo>
                    <a:pt x="0" y="7784"/>
                  </a:lnTo>
                  <a:lnTo>
                    <a:pt x="3449" y="1417"/>
                  </a:lnTo>
                  <a:lnTo>
                    <a:pt x="9447" y="0"/>
                  </a:lnTo>
                  <a:lnTo>
                    <a:pt x="10797" y="1224"/>
                  </a:lnTo>
                  <a:lnTo>
                    <a:pt x="11097" y="2962"/>
                  </a:lnTo>
                  <a:lnTo>
                    <a:pt x="7498" y="67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9" name="oPE_MapPart_ESP_5_169" descr="Spanien">
              <a:extLst>
                <a:ext uri="{FF2B5EF4-FFF2-40B4-BE49-F238E27FC236}">
                  <a16:creationId xmlns:a16="http://schemas.microsoft.com/office/drawing/2014/main" id="{6F097374-360B-7E78-0835-8D6000172E80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5839515" y="3818633"/>
              <a:ext cx="348312" cy="280674"/>
            </a:xfrm>
            <a:custGeom>
              <a:avLst/>
              <a:gdLst/>
              <a:ahLst/>
              <a:cxnLst/>
              <a:rect l="0" t="0" r="0" b="0"/>
              <a:pathLst>
                <a:path w="348312" h="280674">
                  <a:moveTo>
                    <a:pt x="206647" y="13733"/>
                  </a:moveTo>
                  <a:lnTo>
                    <a:pt x="208897" y="17583"/>
                  </a:lnTo>
                  <a:lnTo>
                    <a:pt x="217295" y="20123"/>
                  </a:lnTo>
                  <a:lnTo>
                    <a:pt x="215395" y="26564"/>
                  </a:lnTo>
                  <a:lnTo>
                    <a:pt x="216795" y="27864"/>
                  </a:lnTo>
                  <a:lnTo>
                    <a:pt x="220394" y="25401"/>
                  </a:lnTo>
                  <a:lnTo>
                    <a:pt x="220794" y="26975"/>
                  </a:lnTo>
                  <a:lnTo>
                    <a:pt x="223843" y="28411"/>
                  </a:lnTo>
                  <a:lnTo>
                    <a:pt x="235290" y="31554"/>
                  </a:lnTo>
                  <a:lnTo>
                    <a:pt x="240189" y="36874"/>
                  </a:lnTo>
                  <a:lnTo>
                    <a:pt x="248187" y="35852"/>
                  </a:lnTo>
                  <a:lnTo>
                    <a:pt x="255335" y="41026"/>
                  </a:lnTo>
                  <a:lnTo>
                    <a:pt x="262083" y="39869"/>
                  </a:lnTo>
                  <a:lnTo>
                    <a:pt x="274030" y="41026"/>
                  </a:lnTo>
                  <a:lnTo>
                    <a:pt x="275830" y="35102"/>
                  </a:lnTo>
                  <a:lnTo>
                    <a:pt x="293975" y="40958"/>
                  </a:lnTo>
                  <a:lnTo>
                    <a:pt x="296175" y="44559"/>
                  </a:lnTo>
                  <a:lnTo>
                    <a:pt x="296724" y="50527"/>
                  </a:lnTo>
                  <a:lnTo>
                    <a:pt x="303872" y="48020"/>
                  </a:lnTo>
                  <a:lnTo>
                    <a:pt x="310021" y="50934"/>
                  </a:lnTo>
                  <a:lnTo>
                    <a:pt x="311670" y="53506"/>
                  </a:lnTo>
                  <a:lnTo>
                    <a:pt x="317569" y="51137"/>
                  </a:lnTo>
                  <a:lnTo>
                    <a:pt x="330116" y="54182"/>
                  </a:lnTo>
                  <a:lnTo>
                    <a:pt x="330616" y="52152"/>
                  </a:lnTo>
                  <a:lnTo>
                    <a:pt x="336764" y="49782"/>
                  </a:lnTo>
                  <a:lnTo>
                    <a:pt x="345662" y="50731"/>
                  </a:lnTo>
                  <a:lnTo>
                    <a:pt x="348311" y="56075"/>
                  </a:lnTo>
                  <a:lnTo>
                    <a:pt x="344412" y="57291"/>
                  </a:lnTo>
                  <a:lnTo>
                    <a:pt x="343963" y="60800"/>
                  </a:lnTo>
                  <a:lnTo>
                    <a:pt x="346412" y="63833"/>
                  </a:lnTo>
                  <a:lnTo>
                    <a:pt x="346661" y="69013"/>
                  </a:lnTo>
                  <a:lnTo>
                    <a:pt x="339913" y="75591"/>
                  </a:lnTo>
                  <a:lnTo>
                    <a:pt x="320668" y="86757"/>
                  </a:lnTo>
                  <a:lnTo>
                    <a:pt x="314320" y="93418"/>
                  </a:lnTo>
                  <a:lnTo>
                    <a:pt x="285177" y="101719"/>
                  </a:lnTo>
                  <a:lnTo>
                    <a:pt x="276330" y="110521"/>
                  </a:lnTo>
                  <a:lnTo>
                    <a:pt x="281228" y="114151"/>
                  </a:lnTo>
                  <a:lnTo>
                    <a:pt x="276479" y="117579"/>
                  </a:lnTo>
                  <a:lnTo>
                    <a:pt x="273030" y="118105"/>
                  </a:lnTo>
                  <a:lnTo>
                    <a:pt x="266582" y="128947"/>
                  </a:lnTo>
                  <a:lnTo>
                    <a:pt x="254385" y="145022"/>
                  </a:lnTo>
                  <a:lnTo>
                    <a:pt x="247387" y="157886"/>
                  </a:lnTo>
                  <a:lnTo>
                    <a:pt x="247337" y="161576"/>
                  </a:lnTo>
                  <a:lnTo>
                    <a:pt x="250786" y="174291"/>
                  </a:lnTo>
                  <a:lnTo>
                    <a:pt x="255535" y="180399"/>
                  </a:lnTo>
                  <a:lnTo>
                    <a:pt x="260784" y="182774"/>
                  </a:lnTo>
                  <a:lnTo>
                    <a:pt x="262083" y="185083"/>
                  </a:lnTo>
                  <a:lnTo>
                    <a:pt x="255035" y="191294"/>
                  </a:lnTo>
                  <a:lnTo>
                    <a:pt x="245887" y="196596"/>
                  </a:lnTo>
                  <a:lnTo>
                    <a:pt x="242038" y="200804"/>
                  </a:lnTo>
                  <a:lnTo>
                    <a:pt x="241189" y="204814"/>
                  </a:lnTo>
                  <a:lnTo>
                    <a:pt x="238539" y="206659"/>
                  </a:lnTo>
                  <a:lnTo>
                    <a:pt x="237490" y="212247"/>
                  </a:lnTo>
                  <a:lnTo>
                    <a:pt x="233840" y="220100"/>
                  </a:lnTo>
                  <a:lnTo>
                    <a:pt x="233640" y="222123"/>
                  </a:lnTo>
                  <a:lnTo>
                    <a:pt x="236440" y="224964"/>
                  </a:lnTo>
                  <a:lnTo>
                    <a:pt x="235040" y="226164"/>
                  </a:lnTo>
                  <a:lnTo>
                    <a:pt x="219594" y="227425"/>
                  </a:lnTo>
                  <a:lnTo>
                    <a:pt x="210896" y="233472"/>
                  </a:lnTo>
                  <a:lnTo>
                    <a:pt x="206547" y="238876"/>
                  </a:lnTo>
                  <a:lnTo>
                    <a:pt x="202648" y="248903"/>
                  </a:lnTo>
                  <a:lnTo>
                    <a:pt x="195750" y="255836"/>
                  </a:lnTo>
                  <a:lnTo>
                    <a:pt x="192451" y="253277"/>
                  </a:lnTo>
                  <a:lnTo>
                    <a:pt x="188352" y="252840"/>
                  </a:lnTo>
                  <a:lnTo>
                    <a:pt x="179054" y="256897"/>
                  </a:lnTo>
                  <a:lnTo>
                    <a:pt x="169007" y="255400"/>
                  </a:lnTo>
                  <a:lnTo>
                    <a:pt x="161209" y="257146"/>
                  </a:lnTo>
                  <a:lnTo>
                    <a:pt x="150162" y="255462"/>
                  </a:lnTo>
                  <a:lnTo>
                    <a:pt x="135216" y="256772"/>
                  </a:lnTo>
                  <a:lnTo>
                    <a:pt x="126668" y="264120"/>
                  </a:lnTo>
                  <a:lnTo>
                    <a:pt x="119420" y="264244"/>
                  </a:lnTo>
                  <a:lnTo>
                    <a:pt x="112872" y="266979"/>
                  </a:lnTo>
                  <a:lnTo>
                    <a:pt x="108473" y="273432"/>
                  </a:lnTo>
                  <a:lnTo>
                    <a:pt x="107623" y="276901"/>
                  </a:lnTo>
                  <a:lnTo>
                    <a:pt x="105323" y="276343"/>
                  </a:lnTo>
                  <a:lnTo>
                    <a:pt x="104773" y="279004"/>
                  </a:lnTo>
                  <a:lnTo>
                    <a:pt x="100275" y="280673"/>
                  </a:lnTo>
                  <a:lnTo>
                    <a:pt x="88728" y="275043"/>
                  </a:lnTo>
                  <a:lnTo>
                    <a:pt x="83579" y="266855"/>
                  </a:lnTo>
                  <a:lnTo>
                    <a:pt x="82379" y="260947"/>
                  </a:lnTo>
                  <a:lnTo>
                    <a:pt x="79180" y="259576"/>
                  </a:lnTo>
                  <a:lnTo>
                    <a:pt x="78430" y="256398"/>
                  </a:lnTo>
                  <a:lnTo>
                    <a:pt x="80729" y="252278"/>
                  </a:lnTo>
                  <a:lnTo>
                    <a:pt x="83829" y="249966"/>
                  </a:lnTo>
                  <a:lnTo>
                    <a:pt x="80929" y="250154"/>
                  </a:lnTo>
                  <a:lnTo>
                    <a:pt x="78880" y="252840"/>
                  </a:lnTo>
                  <a:lnTo>
                    <a:pt x="76181" y="248590"/>
                  </a:lnTo>
                  <a:lnTo>
                    <a:pt x="65283" y="240257"/>
                  </a:lnTo>
                  <a:lnTo>
                    <a:pt x="65883" y="237243"/>
                  </a:lnTo>
                  <a:lnTo>
                    <a:pt x="62784" y="240069"/>
                  </a:lnTo>
                  <a:lnTo>
                    <a:pt x="50787" y="240760"/>
                  </a:lnTo>
                  <a:lnTo>
                    <a:pt x="48088" y="226542"/>
                  </a:lnTo>
                  <a:lnTo>
                    <a:pt x="49738" y="221554"/>
                  </a:lnTo>
                  <a:lnTo>
                    <a:pt x="53987" y="215289"/>
                  </a:lnTo>
                  <a:lnTo>
                    <a:pt x="56936" y="211739"/>
                  </a:lnTo>
                  <a:lnTo>
                    <a:pt x="61435" y="210406"/>
                  </a:lnTo>
                  <a:lnTo>
                    <a:pt x="63284" y="205387"/>
                  </a:lnTo>
                  <a:lnTo>
                    <a:pt x="59135" y="205578"/>
                  </a:lnTo>
                  <a:lnTo>
                    <a:pt x="52587" y="195830"/>
                  </a:lnTo>
                  <a:lnTo>
                    <a:pt x="54286" y="186685"/>
                  </a:lnTo>
                  <a:lnTo>
                    <a:pt x="60835" y="179821"/>
                  </a:lnTo>
                  <a:lnTo>
                    <a:pt x="62134" y="174484"/>
                  </a:lnTo>
                  <a:lnTo>
                    <a:pt x="60885" y="172681"/>
                  </a:lnTo>
                  <a:lnTo>
                    <a:pt x="57286" y="171650"/>
                  </a:lnTo>
                  <a:lnTo>
                    <a:pt x="53587" y="164357"/>
                  </a:lnTo>
                  <a:lnTo>
                    <a:pt x="52787" y="159829"/>
                  </a:lnTo>
                  <a:lnTo>
                    <a:pt x="47238" y="152761"/>
                  </a:lnTo>
                  <a:lnTo>
                    <a:pt x="58835" y="152046"/>
                  </a:lnTo>
                  <a:lnTo>
                    <a:pt x="62784" y="147821"/>
                  </a:lnTo>
                  <a:lnTo>
                    <a:pt x="64984" y="139741"/>
                  </a:lnTo>
                  <a:lnTo>
                    <a:pt x="61185" y="134382"/>
                  </a:lnTo>
                  <a:lnTo>
                    <a:pt x="67383" y="128028"/>
                  </a:lnTo>
                  <a:lnTo>
                    <a:pt x="66183" y="124419"/>
                  </a:lnTo>
                  <a:lnTo>
                    <a:pt x="66633" y="112171"/>
                  </a:lnTo>
                  <a:lnTo>
                    <a:pt x="64084" y="103641"/>
                  </a:lnTo>
                  <a:lnTo>
                    <a:pt x="74131" y="92753"/>
                  </a:lnTo>
                  <a:lnTo>
                    <a:pt x="81829" y="87157"/>
                  </a:lnTo>
                  <a:lnTo>
                    <a:pt x="83729" y="83285"/>
                  </a:lnTo>
                  <a:lnTo>
                    <a:pt x="81329" y="80210"/>
                  </a:lnTo>
                  <a:lnTo>
                    <a:pt x="74781" y="79140"/>
                  </a:lnTo>
                  <a:lnTo>
                    <a:pt x="74381" y="71633"/>
                  </a:lnTo>
                  <a:lnTo>
                    <a:pt x="72682" y="69080"/>
                  </a:lnTo>
                  <a:lnTo>
                    <a:pt x="57985" y="67601"/>
                  </a:lnTo>
                  <a:lnTo>
                    <a:pt x="56286" y="70827"/>
                  </a:lnTo>
                  <a:lnTo>
                    <a:pt x="50887" y="73109"/>
                  </a:lnTo>
                  <a:lnTo>
                    <a:pt x="36541" y="71230"/>
                  </a:lnTo>
                  <a:lnTo>
                    <a:pt x="30093" y="73915"/>
                  </a:lnTo>
                  <a:lnTo>
                    <a:pt x="28093" y="70827"/>
                  </a:lnTo>
                  <a:lnTo>
                    <a:pt x="30693" y="66256"/>
                  </a:lnTo>
                  <a:lnTo>
                    <a:pt x="28393" y="61879"/>
                  </a:lnTo>
                  <a:lnTo>
                    <a:pt x="26943" y="61744"/>
                  </a:lnTo>
                  <a:lnTo>
                    <a:pt x="17946" y="64911"/>
                  </a:lnTo>
                  <a:lnTo>
                    <a:pt x="10648" y="69618"/>
                  </a:lnTo>
                  <a:lnTo>
                    <a:pt x="9698" y="62957"/>
                  </a:lnTo>
                  <a:lnTo>
                    <a:pt x="15146" y="56615"/>
                  </a:lnTo>
                  <a:lnTo>
                    <a:pt x="11647" y="56210"/>
                  </a:lnTo>
                  <a:lnTo>
                    <a:pt x="14047" y="51475"/>
                  </a:lnTo>
                  <a:lnTo>
                    <a:pt x="11748" y="49308"/>
                  </a:lnTo>
                  <a:lnTo>
                    <a:pt x="11797" y="42861"/>
                  </a:lnTo>
                  <a:lnTo>
                    <a:pt x="5649" y="44627"/>
                  </a:lnTo>
                  <a:lnTo>
                    <a:pt x="5599" y="42046"/>
                  </a:lnTo>
                  <a:lnTo>
                    <a:pt x="8548" y="36874"/>
                  </a:lnTo>
                  <a:lnTo>
                    <a:pt x="5399" y="36261"/>
                  </a:lnTo>
                  <a:lnTo>
                    <a:pt x="0" y="30120"/>
                  </a:lnTo>
                  <a:lnTo>
                    <a:pt x="1600" y="22592"/>
                  </a:lnTo>
                  <a:lnTo>
                    <a:pt x="10048" y="16484"/>
                  </a:lnTo>
                  <a:lnTo>
                    <a:pt x="15846" y="17171"/>
                  </a:lnTo>
                  <a:lnTo>
                    <a:pt x="24444" y="14145"/>
                  </a:lnTo>
                  <a:lnTo>
                    <a:pt x="27393" y="12494"/>
                  </a:lnTo>
                  <a:lnTo>
                    <a:pt x="26294" y="8636"/>
                  </a:lnTo>
                  <a:lnTo>
                    <a:pt x="27193" y="7118"/>
                  </a:lnTo>
                  <a:lnTo>
                    <a:pt x="34192" y="2698"/>
                  </a:lnTo>
                  <a:lnTo>
                    <a:pt x="42689" y="0"/>
                  </a:lnTo>
                  <a:lnTo>
                    <a:pt x="48088" y="969"/>
                  </a:lnTo>
                  <a:lnTo>
                    <a:pt x="54836" y="6566"/>
                  </a:lnTo>
                  <a:lnTo>
                    <a:pt x="60385" y="8084"/>
                  </a:lnTo>
                  <a:lnTo>
                    <a:pt x="87628" y="6566"/>
                  </a:lnTo>
                  <a:lnTo>
                    <a:pt x="94126" y="4632"/>
                  </a:lnTo>
                  <a:lnTo>
                    <a:pt x="99125" y="7049"/>
                  </a:lnTo>
                  <a:lnTo>
                    <a:pt x="130867" y="13389"/>
                  </a:lnTo>
                  <a:lnTo>
                    <a:pt x="156360" y="9463"/>
                  </a:lnTo>
                  <a:lnTo>
                    <a:pt x="171906" y="15109"/>
                  </a:lnTo>
                  <a:lnTo>
                    <a:pt x="176655" y="11943"/>
                  </a:lnTo>
                  <a:lnTo>
                    <a:pt x="191601" y="16758"/>
                  </a:lnTo>
                  <a:lnTo>
                    <a:pt x="201199" y="16071"/>
                  </a:lnTo>
                  <a:lnTo>
                    <a:pt x="205697" y="139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0" name="oPE_MapPart_ESP_6_170" descr="Spanien">
              <a:extLst>
                <a:ext uri="{FF2B5EF4-FFF2-40B4-BE49-F238E27FC236}">
                  <a16:creationId xmlns:a16="http://schemas.microsoft.com/office/drawing/2014/main" id="{F0CE41E7-49C7-EE2E-D36A-33413BADC962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5626520" y="4344334"/>
              <a:ext cx="21845" cy="17939"/>
            </a:xfrm>
            <a:custGeom>
              <a:avLst/>
              <a:gdLst/>
              <a:ahLst/>
              <a:cxnLst/>
              <a:rect l="0" t="0" r="0" b="0"/>
              <a:pathLst>
                <a:path w="21845" h="17939">
                  <a:moveTo>
                    <a:pt x="15846" y="6198"/>
                  </a:moveTo>
                  <a:lnTo>
                    <a:pt x="13546" y="13406"/>
                  </a:lnTo>
                  <a:lnTo>
                    <a:pt x="10097" y="17202"/>
                  </a:lnTo>
                  <a:lnTo>
                    <a:pt x="6898" y="17938"/>
                  </a:lnTo>
                  <a:lnTo>
                    <a:pt x="0" y="7505"/>
                  </a:lnTo>
                  <a:lnTo>
                    <a:pt x="10797" y="5175"/>
                  </a:lnTo>
                  <a:lnTo>
                    <a:pt x="16296" y="569"/>
                  </a:lnTo>
                  <a:lnTo>
                    <a:pt x="21694" y="0"/>
                  </a:lnTo>
                  <a:lnTo>
                    <a:pt x="21844" y="15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1" name="oPE_MapPart_ESP_7_171" descr="Spanien">
              <a:extLst>
                <a:ext uri="{FF2B5EF4-FFF2-40B4-BE49-F238E27FC236}">
                  <a16:creationId xmlns:a16="http://schemas.microsoft.com/office/drawing/2014/main" id="{EA4DE58D-E43D-6E1D-80D3-1D899FEBC7CD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5711098" y="4323377"/>
              <a:ext cx="12148" cy="12465"/>
            </a:xfrm>
            <a:custGeom>
              <a:avLst/>
              <a:gdLst/>
              <a:ahLst/>
              <a:cxnLst/>
              <a:rect l="0" t="0" r="0" b="0"/>
              <a:pathLst>
                <a:path w="12148" h="12465">
                  <a:moveTo>
                    <a:pt x="3999" y="10352"/>
                  </a:moveTo>
                  <a:lnTo>
                    <a:pt x="2100" y="12464"/>
                  </a:lnTo>
                  <a:lnTo>
                    <a:pt x="0" y="11722"/>
                  </a:lnTo>
                  <a:lnTo>
                    <a:pt x="1000" y="7095"/>
                  </a:lnTo>
                  <a:lnTo>
                    <a:pt x="9048" y="2977"/>
                  </a:lnTo>
                  <a:lnTo>
                    <a:pt x="10997" y="0"/>
                  </a:lnTo>
                  <a:lnTo>
                    <a:pt x="12147" y="1260"/>
                  </a:lnTo>
                  <a:lnTo>
                    <a:pt x="10597" y="7324"/>
                  </a:lnTo>
                  <a:lnTo>
                    <a:pt x="8498" y="88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2" name="oPE_MapPart_ESP_8_172" descr="Spanien">
              <a:extLst>
                <a:ext uri="{FF2B5EF4-FFF2-40B4-BE49-F238E27FC236}">
                  <a16:creationId xmlns:a16="http://schemas.microsoft.com/office/drawing/2014/main" id="{1BC3322B-2380-D64A-524D-107F585BFF6D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5693552" y="4339149"/>
              <a:ext cx="18447" cy="21596"/>
            </a:xfrm>
            <a:custGeom>
              <a:avLst/>
              <a:gdLst/>
              <a:ahLst/>
              <a:cxnLst/>
              <a:rect l="0" t="0" r="0" b="0"/>
              <a:pathLst>
                <a:path w="18447" h="21596">
                  <a:moveTo>
                    <a:pt x="8198" y="18024"/>
                  </a:moveTo>
                  <a:lnTo>
                    <a:pt x="4399" y="21595"/>
                  </a:lnTo>
                  <a:lnTo>
                    <a:pt x="0" y="20178"/>
                  </a:lnTo>
                  <a:lnTo>
                    <a:pt x="3800" y="19271"/>
                  </a:lnTo>
                  <a:lnTo>
                    <a:pt x="7199" y="16606"/>
                  </a:lnTo>
                  <a:lnTo>
                    <a:pt x="13547" y="1084"/>
                  </a:lnTo>
                  <a:lnTo>
                    <a:pt x="14947" y="0"/>
                  </a:lnTo>
                  <a:lnTo>
                    <a:pt x="17646" y="57"/>
                  </a:lnTo>
                  <a:lnTo>
                    <a:pt x="18446" y="1540"/>
                  </a:lnTo>
                  <a:lnTo>
                    <a:pt x="17446" y="10474"/>
                  </a:lnTo>
                  <a:lnTo>
                    <a:pt x="15647" y="1541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3" name="oPE_MapPart_ESP_9_173" descr="Spanien">
              <a:extLst>
                <a:ext uri="{FF2B5EF4-FFF2-40B4-BE49-F238E27FC236}">
                  <a16:creationId xmlns:a16="http://schemas.microsoft.com/office/drawing/2014/main" id="{E192652C-986F-21C0-B4CA-62F0F668F831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5656962" y="4357513"/>
              <a:ext cx="11648" cy="12960"/>
            </a:xfrm>
            <a:custGeom>
              <a:avLst/>
              <a:gdLst/>
              <a:ahLst/>
              <a:cxnLst/>
              <a:rect l="0" t="0" r="0" b="0"/>
              <a:pathLst>
                <a:path w="11648" h="12960">
                  <a:moveTo>
                    <a:pt x="11347" y="397"/>
                  </a:moveTo>
                  <a:lnTo>
                    <a:pt x="11647" y="8947"/>
                  </a:lnTo>
                  <a:lnTo>
                    <a:pt x="10348" y="10982"/>
                  </a:lnTo>
                  <a:lnTo>
                    <a:pt x="6948" y="12959"/>
                  </a:lnTo>
                  <a:lnTo>
                    <a:pt x="2750" y="11773"/>
                  </a:lnTo>
                  <a:lnTo>
                    <a:pt x="50" y="8551"/>
                  </a:lnTo>
                  <a:lnTo>
                    <a:pt x="0" y="5213"/>
                  </a:lnTo>
                  <a:lnTo>
                    <a:pt x="3499" y="170"/>
                  </a:lnTo>
                  <a:lnTo>
                    <a:pt x="109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4" name="oPE_MapPart_ESP_10_174" descr="Spanien">
              <a:extLst>
                <a:ext uri="{FF2B5EF4-FFF2-40B4-BE49-F238E27FC236}">
                  <a16:creationId xmlns:a16="http://schemas.microsoft.com/office/drawing/2014/main" id="{E6E1DD34-20DD-C5F2-4E83-66F450959BAD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5614873" y="4356152"/>
              <a:ext cx="6199" cy="5668"/>
            </a:xfrm>
            <a:custGeom>
              <a:avLst/>
              <a:gdLst/>
              <a:ahLst/>
              <a:cxnLst/>
              <a:rect l="0" t="0" r="0" b="0"/>
              <a:pathLst>
                <a:path w="6199" h="5668">
                  <a:moveTo>
                    <a:pt x="3899" y="5667"/>
                  </a:moveTo>
                  <a:lnTo>
                    <a:pt x="1400" y="5158"/>
                  </a:lnTo>
                  <a:lnTo>
                    <a:pt x="0" y="2665"/>
                  </a:lnTo>
                  <a:lnTo>
                    <a:pt x="1850" y="0"/>
                  </a:lnTo>
                  <a:lnTo>
                    <a:pt x="5448" y="1475"/>
                  </a:lnTo>
                  <a:lnTo>
                    <a:pt x="6198" y="37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oPE_MapPart_ESP_11_175" descr="Spanien">
              <a:extLst>
                <a:ext uri="{FF2B5EF4-FFF2-40B4-BE49-F238E27FC236}">
                  <a16:creationId xmlns:a16="http://schemas.microsoft.com/office/drawing/2014/main" id="{C219C02B-3528-DAEE-3DDA-59F049E89A91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5591679" y="4367251"/>
              <a:ext cx="7549" cy="6384"/>
            </a:xfrm>
            <a:custGeom>
              <a:avLst/>
              <a:gdLst/>
              <a:ahLst/>
              <a:cxnLst/>
              <a:rect l="0" t="0" r="0" b="0"/>
              <a:pathLst>
                <a:path w="7549" h="6384">
                  <a:moveTo>
                    <a:pt x="7548" y="1244"/>
                  </a:moveTo>
                  <a:lnTo>
                    <a:pt x="4849" y="6383"/>
                  </a:lnTo>
                  <a:lnTo>
                    <a:pt x="650" y="3843"/>
                  </a:lnTo>
                  <a:lnTo>
                    <a:pt x="0" y="2769"/>
                  </a:lnTo>
                  <a:lnTo>
                    <a:pt x="3249" y="2543"/>
                  </a:lnTo>
                  <a:lnTo>
                    <a:pt x="65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6" name="oPE_MapPart_ESP_12_176" descr="Spanien">
              <a:extLst>
                <a:ext uri="{FF2B5EF4-FFF2-40B4-BE49-F238E27FC236}">
                  <a16:creationId xmlns:a16="http://schemas.microsoft.com/office/drawing/2014/main" id="{41E601DC-623F-B23A-20A4-F8B75D8D6C32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5596127" y="4335784"/>
              <a:ext cx="7100" cy="11168"/>
            </a:xfrm>
            <a:custGeom>
              <a:avLst/>
              <a:gdLst/>
              <a:ahLst/>
              <a:cxnLst/>
              <a:rect l="0" t="0" r="0" b="0"/>
              <a:pathLst>
                <a:path w="7100" h="11168">
                  <a:moveTo>
                    <a:pt x="4599" y="11167"/>
                  </a:moveTo>
                  <a:lnTo>
                    <a:pt x="0" y="2795"/>
                  </a:lnTo>
                  <a:lnTo>
                    <a:pt x="2000" y="57"/>
                  </a:lnTo>
                  <a:lnTo>
                    <a:pt x="5599" y="0"/>
                  </a:lnTo>
                  <a:lnTo>
                    <a:pt x="7099" y="1883"/>
                  </a:lnTo>
                  <a:lnTo>
                    <a:pt x="6699" y="877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7" name="oPE_MapPart_SWE_1_177" descr="Schweden">
              <a:extLst>
                <a:ext uri="{FF2B5EF4-FFF2-40B4-BE49-F238E27FC236}">
                  <a16:creationId xmlns:a16="http://schemas.microsoft.com/office/drawing/2014/main" id="{EE9C1C59-B2C4-4AC5-5C97-570A6988FC1F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6598771" y="3190650"/>
              <a:ext cx="26995" cy="50492"/>
            </a:xfrm>
            <a:custGeom>
              <a:avLst/>
              <a:gdLst/>
              <a:ahLst/>
              <a:cxnLst/>
              <a:rect l="0" t="0" r="0" b="0"/>
              <a:pathLst>
                <a:path w="26995" h="50492">
                  <a:moveTo>
                    <a:pt x="26994" y="3383"/>
                  </a:moveTo>
                  <a:lnTo>
                    <a:pt x="19695" y="10132"/>
                  </a:lnTo>
                  <a:lnTo>
                    <a:pt x="19045" y="21698"/>
                  </a:lnTo>
                  <a:lnTo>
                    <a:pt x="22294" y="26064"/>
                  </a:lnTo>
                  <a:lnTo>
                    <a:pt x="18895" y="28011"/>
                  </a:lnTo>
                  <a:lnTo>
                    <a:pt x="16545" y="34025"/>
                  </a:lnTo>
                  <a:lnTo>
                    <a:pt x="10347" y="38178"/>
                  </a:lnTo>
                  <a:lnTo>
                    <a:pt x="6548" y="47558"/>
                  </a:lnTo>
                  <a:lnTo>
                    <a:pt x="1150" y="50491"/>
                  </a:lnTo>
                  <a:lnTo>
                    <a:pt x="5049" y="42230"/>
                  </a:lnTo>
                  <a:lnTo>
                    <a:pt x="0" y="32547"/>
                  </a:lnTo>
                  <a:lnTo>
                    <a:pt x="1299" y="29123"/>
                  </a:lnTo>
                  <a:lnTo>
                    <a:pt x="899" y="17881"/>
                  </a:lnTo>
                  <a:lnTo>
                    <a:pt x="12047" y="3665"/>
                  </a:lnTo>
                  <a:lnTo>
                    <a:pt x="17145" y="1880"/>
                  </a:lnTo>
                  <a:lnTo>
                    <a:pt x="19445" y="3477"/>
                  </a:lnTo>
                  <a:lnTo>
                    <a:pt x="20445" y="0"/>
                  </a:lnTo>
                  <a:lnTo>
                    <a:pt x="2364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oPE_MapPart_SWE_2_178" descr="Schweden">
              <a:extLst>
                <a:ext uri="{FF2B5EF4-FFF2-40B4-BE49-F238E27FC236}">
                  <a16:creationId xmlns:a16="http://schemas.microsoft.com/office/drawing/2014/main" id="{0A99EB6A-8B20-0DEF-62F3-C8AD94120D42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6551483" y="3219495"/>
              <a:ext cx="19896" cy="55776"/>
            </a:xfrm>
            <a:custGeom>
              <a:avLst/>
              <a:gdLst/>
              <a:ahLst/>
              <a:cxnLst/>
              <a:rect l="0" t="0" r="0" b="0"/>
              <a:pathLst>
                <a:path w="19896" h="55776">
                  <a:moveTo>
                    <a:pt x="3549" y="53434"/>
                  </a:moveTo>
                  <a:lnTo>
                    <a:pt x="850" y="55775"/>
                  </a:lnTo>
                  <a:lnTo>
                    <a:pt x="0" y="52443"/>
                  </a:lnTo>
                  <a:lnTo>
                    <a:pt x="300" y="39513"/>
                  </a:lnTo>
                  <a:lnTo>
                    <a:pt x="6348" y="23934"/>
                  </a:lnTo>
                  <a:lnTo>
                    <a:pt x="9048" y="22653"/>
                  </a:lnTo>
                  <a:lnTo>
                    <a:pt x="17346" y="0"/>
                  </a:lnTo>
                  <a:lnTo>
                    <a:pt x="19895" y="1296"/>
                  </a:lnTo>
                  <a:lnTo>
                    <a:pt x="17995" y="3332"/>
                  </a:lnTo>
                  <a:lnTo>
                    <a:pt x="18096" y="7027"/>
                  </a:lnTo>
                  <a:lnTo>
                    <a:pt x="13396" y="18438"/>
                  </a:lnTo>
                  <a:lnTo>
                    <a:pt x="12147" y="25763"/>
                  </a:lnTo>
                  <a:lnTo>
                    <a:pt x="10447" y="275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9" name="oPE_MapPart_SWE_3_179" descr="Schweden">
              <a:extLst>
                <a:ext uri="{FF2B5EF4-FFF2-40B4-BE49-F238E27FC236}">
                  <a16:creationId xmlns:a16="http://schemas.microsoft.com/office/drawing/2014/main" id="{B83B3A6A-F26D-9197-5EBB-8F8A0397AEC2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6405570" y="2488176"/>
              <a:ext cx="361258" cy="831469"/>
            </a:xfrm>
            <a:custGeom>
              <a:avLst/>
              <a:gdLst/>
              <a:ahLst/>
              <a:cxnLst/>
              <a:rect l="0" t="0" r="0" b="0"/>
              <a:pathLst>
                <a:path w="361258" h="831469">
                  <a:moveTo>
                    <a:pt x="6698" y="642154"/>
                  </a:moveTo>
                  <a:lnTo>
                    <a:pt x="8998" y="648943"/>
                  </a:lnTo>
                  <a:lnTo>
                    <a:pt x="13747" y="648071"/>
                  </a:lnTo>
                  <a:lnTo>
                    <a:pt x="15697" y="643125"/>
                  </a:lnTo>
                  <a:lnTo>
                    <a:pt x="18096" y="628404"/>
                  </a:lnTo>
                  <a:lnTo>
                    <a:pt x="14797" y="611886"/>
                  </a:lnTo>
                  <a:lnTo>
                    <a:pt x="19096" y="606149"/>
                  </a:lnTo>
                  <a:lnTo>
                    <a:pt x="21795" y="596913"/>
                  </a:lnTo>
                  <a:lnTo>
                    <a:pt x="28393" y="594222"/>
                  </a:lnTo>
                  <a:lnTo>
                    <a:pt x="37191" y="583422"/>
                  </a:lnTo>
                  <a:lnTo>
                    <a:pt x="37991" y="572356"/>
                  </a:lnTo>
                  <a:lnTo>
                    <a:pt x="40040" y="564164"/>
                  </a:lnTo>
                  <a:lnTo>
                    <a:pt x="32392" y="539160"/>
                  </a:lnTo>
                  <a:lnTo>
                    <a:pt x="31842" y="532881"/>
                  </a:lnTo>
                  <a:lnTo>
                    <a:pt x="43289" y="529578"/>
                  </a:lnTo>
                  <a:lnTo>
                    <a:pt x="48138" y="512662"/>
                  </a:lnTo>
                  <a:lnTo>
                    <a:pt x="40240" y="501680"/>
                  </a:lnTo>
                  <a:lnTo>
                    <a:pt x="27994" y="491265"/>
                  </a:lnTo>
                  <a:lnTo>
                    <a:pt x="32092" y="457828"/>
                  </a:lnTo>
                  <a:lnTo>
                    <a:pt x="26843" y="439462"/>
                  </a:lnTo>
                  <a:lnTo>
                    <a:pt x="27544" y="431626"/>
                  </a:lnTo>
                  <a:lnTo>
                    <a:pt x="26694" y="419589"/>
                  </a:lnTo>
                  <a:lnTo>
                    <a:pt x="29743" y="414641"/>
                  </a:lnTo>
                  <a:lnTo>
                    <a:pt x="23694" y="396714"/>
                  </a:lnTo>
                  <a:lnTo>
                    <a:pt x="29593" y="384326"/>
                  </a:lnTo>
                  <a:lnTo>
                    <a:pt x="28543" y="377818"/>
                  </a:lnTo>
                  <a:lnTo>
                    <a:pt x="45689" y="352345"/>
                  </a:lnTo>
                  <a:lnTo>
                    <a:pt x="57086" y="347663"/>
                  </a:lnTo>
                  <a:lnTo>
                    <a:pt x="78130" y="351546"/>
                  </a:lnTo>
                  <a:lnTo>
                    <a:pt x="83129" y="341363"/>
                  </a:lnTo>
                  <a:lnTo>
                    <a:pt x="81379" y="322793"/>
                  </a:lnTo>
                  <a:lnTo>
                    <a:pt x="69482" y="315123"/>
                  </a:lnTo>
                  <a:lnTo>
                    <a:pt x="82429" y="291439"/>
                  </a:lnTo>
                  <a:lnTo>
                    <a:pt x="92527" y="267910"/>
                  </a:lnTo>
                  <a:lnTo>
                    <a:pt x="94476" y="244909"/>
                  </a:lnTo>
                  <a:lnTo>
                    <a:pt x="96826" y="234941"/>
                  </a:lnTo>
                  <a:lnTo>
                    <a:pt x="94326" y="211993"/>
                  </a:lnTo>
                  <a:lnTo>
                    <a:pt x="108122" y="209397"/>
                  </a:lnTo>
                  <a:lnTo>
                    <a:pt x="117420" y="203572"/>
                  </a:lnTo>
                  <a:lnTo>
                    <a:pt x="120419" y="199845"/>
                  </a:lnTo>
                  <a:lnTo>
                    <a:pt x="118720" y="187110"/>
                  </a:lnTo>
                  <a:lnTo>
                    <a:pt x="145963" y="147309"/>
                  </a:lnTo>
                  <a:lnTo>
                    <a:pt x="146813" y="140242"/>
                  </a:lnTo>
                  <a:lnTo>
                    <a:pt x="138314" y="120690"/>
                  </a:lnTo>
                  <a:lnTo>
                    <a:pt x="140114" y="114951"/>
                  </a:lnTo>
                  <a:lnTo>
                    <a:pt x="147463" y="111551"/>
                  </a:lnTo>
                  <a:lnTo>
                    <a:pt x="151011" y="106044"/>
                  </a:lnTo>
                  <a:lnTo>
                    <a:pt x="156510" y="86496"/>
                  </a:lnTo>
                  <a:lnTo>
                    <a:pt x="171557" y="71018"/>
                  </a:lnTo>
                  <a:lnTo>
                    <a:pt x="188002" y="81308"/>
                  </a:lnTo>
                  <a:lnTo>
                    <a:pt x="195201" y="63765"/>
                  </a:lnTo>
                  <a:lnTo>
                    <a:pt x="194801" y="39090"/>
                  </a:lnTo>
                  <a:lnTo>
                    <a:pt x="200799" y="36493"/>
                  </a:lnTo>
                  <a:lnTo>
                    <a:pt x="244988" y="52014"/>
                  </a:lnTo>
                  <a:lnTo>
                    <a:pt x="252486" y="42909"/>
                  </a:lnTo>
                  <a:lnTo>
                    <a:pt x="244988" y="37997"/>
                  </a:lnTo>
                  <a:lnTo>
                    <a:pt x="252486" y="27993"/>
                  </a:lnTo>
                  <a:lnTo>
                    <a:pt x="255485" y="14608"/>
                  </a:lnTo>
                  <a:lnTo>
                    <a:pt x="255185" y="10586"/>
                  </a:lnTo>
                  <a:lnTo>
                    <a:pt x="249087" y="1257"/>
                  </a:lnTo>
                  <a:lnTo>
                    <a:pt x="263133" y="0"/>
                  </a:lnTo>
                  <a:lnTo>
                    <a:pt x="270681" y="4465"/>
                  </a:lnTo>
                  <a:lnTo>
                    <a:pt x="271331" y="10030"/>
                  </a:lnTo>
                  <a:lnTo>
                    <a:pt x="286527" y="26755"/>
                  </a:lnTo>
                  <a:lnTo>
                    <a:pt x="301323" y="39636"/>
                  </a:lnTo>
                  <a:lnTo>
                    <a:pt x="323117" y="49437"/>
                  </a:lnTo>
                  <a:lnTo>
                    <a:pt x="331865" y="59452"/>
                  </a:lnTo>
                  <a:lnTo>
                    <a:pt x="334215" y="68469"/>
                  </a:lnTo>
                  <a:lnTo>
                    <a:pt x="338014" y="69006"/>
                  </a:lnTo>
                  <a:lnTo>
                    <a:pt x="346912" y="82107"/>
                  </a:lnTo>
                  <a:lnTo>
                    <a:pt x="343113" y="87957"/>
                  </a:lnTo>
                  <a:lnTo>
                    <a:pt x="343063" y="101046"/>
                  </a:lnTo>
                  <a:lnTo>
                    <a:pt x="344212" y="106963"/>
                  </a:lnTo>
                  <a:lnTo>
                    <a:pt x="341763" y="118214"/>
                  </a:lnTo>
                  <a:lnTo>
                    <a:pt x="349511" y="120951"/>
                  </a:lnTo>
                  <a:lnTo>
                    <a:pt x="350660" y="127708"/>
                  </a:lnTo>
                  <a:lnTo>
                    <a:pt x="346562" y="134568"/>
                  </a:lnTo>
                  <a:lnTo>
                    <a:pt x="346962" y="142043"/>
                  </a:lnTo>
                  <a:lnTo>
                    <a:pt x="356609" y="164660"/>
                  </a:lnTo>
                  <a:lnTo>
                    <a:pt x="354010" y="172007"/>
                  </a:lnTo>
                  <a:lnTo>
                    <a:pt x="353210" y="181085"/>
                  </a:lnTo>
                  <a:lnTo>
                    <a:pt x="348612" y="187736"/>
                  </a:lnTo>
                  <a:lnTo>
                    <a:pt x="347861" y="194737"/>
                  </a:lnTo>
                  <a:lnTo>
                    <a:pt x="348612" y="203572"/>
                  </a:lnTo>
                  <a:lnTo>
                    <a:pt x="350011" y="207788"/>
                  </a:lnTo>
                  <a:lnTo>
                    <a:pt x="354360" y="210757"/>
                  </a:lnTo>
                  <a:lnTo>
                    <a:pt x="361257" y="234209"/>
                  </a:lnTo>
                  <a:lnTo>
                    <a:pt x="353910" y="235672"/>
                  </a:lnTo>
                  <a:lnTo>
                    <a:pt x="348361" y="232623"/>
                  </a:lnTo>
                  <a:lnTo>
                    <a:pt x="335315" y="235428"/>
                  </a:lnTo>
                  <a:lnTo>
                    <a:pt x="332016" y="238838"/>
                  </a:lnTo>
                  <a:lnTo>
                    <a:pt x="322117" y="229691"/>
                  </a:lnTo>
                  <a:lnTo>
                    <a:pt x="316320" y="234941"/>
                  </a:lnTo>
                  <a:lnTo>
                    <a:pt x="312520" y="230302"/>
                  </a:lnTo>
                  <a:lnTo>
                    <a:pt x="309371" y="237864"/>
                  </a:lnTo>
                  <a:lnTo>
                    <a:pt x="308422" y="248179"/>
                  </a:lnTo>
                  <a:lnTo>
                    <a:pt x="303772" y="247211"/>
                  </a:lnTo>
                  <a:lnTo>
                    <a:pt x="305472" y="251201"/>
                  </a:lnTo>
                  <a:lnTo>
                    <a:pt x="299174" y="252529"/>
                  </a:lnTo>
                  <a:lnTo>
                    <a:pt x="299973" y="256749"/>
                  </a:lnTo>
                  <a:lnTo>
                    <a:pt x="298024" y="259756"/>
                  </a:lnTo>
                  <a:lnTo>
                    <a:pt x="289326" y="260837"/>
                  </a:lnTo>
                  <a:lnTo>
                    <a:pt x="288127" y="264197"/>
                  </a:lnTo>
                  <a:lnTo>
                    <a:pt x="290626" y="268149"/>
                  </a:lnTo>
                  <a:lnTo>
                    <a:pt x="290525" y="270659"/>
                  </a:lnTo>
                  <a:lnTo>
                    <a:pt x="285028" y="266953"/>
                  </a:lnTo>
                  <a:lnTo>
                    <a:pt x="288776" y="274239"/>
                  </a:lnTo>
                  <a:lnTo>
                    <a:pt x="289576" y="279595"/>
                  </a:lnTo>
                  <a:lnTo>
                    <a:pt x="277429" y="300387"/>
                  </a:lnTo>
                  <a:lnTo>
                    <a:pt x="281378" y="305898"/>
                  </a:lnTo>
                  <a:lnTo>
                    <a:pt x="284527" y="317567"/>
                  </a:lnTo>
                  <a:lnTo>
                    <a:pt x="288026" y="322793"/>
                  </a:lnTo>
                  <a:lnTo>
                    <a:pt x="286527" y="328234"/>
                  </a:lnTo>
                  <a:lnTo>
                    <a:pt x="274131" y="341134"/>
                  </a:lnTo>
                  <a:lnTo>
                    <a:pt x="267032" y="360763"/>
                  </a:lnTo>
                  <a:lnTo>
                    <a:pt x="251535" y="373654"/>
                  </a:lnTo>
                  <a:lnTo>
                    <a:pt x="243438" y="376919"/>
                  </a:lnTo>
                  <a:lnTo>
                    <a:pt x="238139" y="386117"/>
                  </a:lnTo>
                  <a:lnTo>
                    <a:pt x="232041" y="383206"/>
                  </a:lnTo>
                  <a:lnTo>
                    <a:pt x="231791" y="388465"/>
                  </a:lnTo>
                  <a:lnTo>
                    <a:pt x="227892" y="385221"/>
                  </a:lnTo>
                  <a:lnTo>
                    <a:pt x="224643" y="393263"/>
                  </a:lnTo>
                  <a:lnTo>
                    <a:pt x="219044" y="400048"/>
                  </a:lnTo>
                  <a:lnTo>
                    <a:pt x="212996" y="398826"/>
                  </a:lnTo>
                  <a:lnTo>
                    <a:pt x="212296" y="400048"/>
                  </a:lnTo>
                  <a:lnTo>
                    <a:pt x="214145" y="401934"/>
                  </a:lnTo>
                  <a:lnTo>
                    <a:pt x="207147" y="403707"/>
                  </a:lnTo>
                  <a:lnTo>
                    <a:pt x="205048" y="410783"/>
                  </a:lnTo>
                  <a:lnTo>
                    <a:pt x="198999" y="414861"/>
                  </a:lnTo>
                  <a:lnTo>
                    <a:pt x="204248" y="415301"/>
                  </a:lnTo>
                  <a:lnTo>
                    <a:pt x="203149" y="421016"/>
                  </a:lnTo>
                  <a:lnTo>
                    <a:pt x="197200" y="423866"/>
                  </a:lnTo>
                  <a:lnTo>
                    <a:pt x="195001" y="427477"/>
                  </a:lnTo>
                  <a:lnTo>
                    <a:pt x="186952" y="422332"/>
                  </a:lnTo>
                  <a:lnTo>
                    <a:pt x="189601" y="431626"/>
                  </a:lnTo>
                  <a:lnTo>
                    <a:pt x="187603" y="435331"/>
                  </a:lnTo>
                  <a:lnTo>
                    <a:pt x="191351" y="438919"/>
                  </a:lnTo>
                  <a:lnTo>
                    <a:pt x="180504" y="447912"/>
                  </a:lnTo>
                  <a:lnTo>
                    <a:pt x="173906" y="444450"/>
                  </a:lnTo>
                  <a:lnTo>
                    <a:pt x="172906" y="449424"/>
                  </a:lnTo>
                  <a:lnTo>
                    <a:pt x="174456" y="454923"/>
                  </a:lnTo>
                  <a:lnTo>
                    <a:pt x="180104" y="460942"/>
                  </a:lnTo>
                  <a:lnTo>
                    <a:pt x="176706" y="464908"/>
                  </a:lnTo>
                  <a:lnTo>
                    <a:pt x="172956" y="482699"/>
                  </a:lnTo>
                  <a:lnTo>
                    <a:pt x="175455" y="493374"/>
                  </a:lnTo>
                  <a:lnTo>
                    <a:pt x="168007" y="491054"/>
                  </a:lnTo>
                  <a:lnTo>
                    <a:pt x="168507" y="494954"/>
                  </a:lnTo>
                  <a:lnTo>
                    <a:pt x="166158" y="499686"/>
                  </a:lnTo>
                  <a:lnTo>
                    <a:pt x="167108" y="506500"/>
                  </a:lnTo>
                  <a:lnTo>
                    <a:pt x="166358" y="510993"/>
                  </a:lnTo>
                  <a:lnTo>
                    <a:pt x="168057" y="515058"/>
                  </a:lnTo>
                  <a:lnTo>
                    <a:pt x="167057" y="517036"/>
                  </a:lnTo>
                  <a:lnTo>
                    <a:pt x="168157" y="535766"/>
                  </a:lnTo>
                  <a:lnTo>
                    <a:pt x="170257" y="543676"/>
                  </a:lnTo>
                  <a:lnTo>
                    <a:pt x="169507" y="550020"/>
                  </a:lnTo>
                  <a:lnTo>
                    <a:pt x="172506" y="553490"/>
                  </a:lnTo>
                  <a:lnTo>
                    <a:pt x="179005" y="554203"/>
                  </a:lnTo>
                  <a:lnTo>
                    <a:pt x="180904" y="559394"/>
                  </a:lnTo>
                  <a:lnTo>
                    <a:pt x="189052" y="556342"/>
                  </a:lnTo>
                  <a:lnTo>
                    <a:pt x="194801" y="566595"/>
                  </a:lnTo>
                  <a:lnTo>
                    <a:pt x="205797" y="575279"/>
                  </a:lnTo>
                  <a:lnTo>
                    <a:pt x="205147" y="580913"/>
                  </a:lnTo>
                  <a:lnTo>
                    <a:pt x="212145" y="585026"/>
                  </a:lnTo>
                  <a:lnTo>
                    <a:pt x="217795" y="598903"/>
                  </a:lnTo>
                  <a:lnTo>
                    <a:pt x="217244" y="602877"/>
                  </a:lnTo>
                  <a:lnTo>
                    <a:pt x="206347" y="613367"/>
                  </a:lnTo>
                  <a:lnTo>
                    <a:pt x="189302" y="624681"/>
                  </a:lnTo>
                  <a:lnTo>
                    <a:pt x="194001" y="627033"/>
                  </a:lnTo>
                  <a:lnTo>
                    <a:pt x="205847" y="622718"/>
                  </a:lnTo>
                  <a:lnTo>
                    <a:pt x="207447" y="626445"/>
                  </a:lnTo>
                  <a:lnTo>
                    <a:pt x="201799" y="628404"/>
                  </a:lnTo>
                  <a:lnTo>
                    <a:pt x="200648" y="634365"/>
                  </a:lnTo>
                  <a:lnTo>
                    <a:pt x="198250" y="638166"/>
                  </a:lnTo>
                  <a:lnTo>
                    <a:pt x="175205" y="651748"/>
                  </a:lnTo>
                  <a:lnTo>
                    <a:pt x="172206" y="655900"/>
                  </a:lnTo>
                  <a:lnTo>
                    <a:pt x="161909" y="662638"/>
                  </a:lnTo>
                  <a:lnTo>
                    <a:pt x="140714" y="663599"/>
                  </a:lnTo>
                  <a:lnTo>
                    <a:pt x="156660" y="666382"/>
                  </a:lnTo>
                  <a:lnTo>
                    <a:pt x="160409" y="671267"/>
                  </a:lnTo>
                  <a:lnTo>
                    <a:pt x="152861" y="674325"/>
                  </a:lnTo>
                  <a:lnTo>
                    <a:pt x="156160" y="686034"/>
                  </a:lnTo>
                  <a:lnTo>
                    <a:pt x="154211" y="688784"/>
                  </a:lnTo>
                  <a:lnTo>
                    <a:pt x="154061" y="701627"/>
                  </a:lnTo>
                  <a:lnTo>
                    <a:pt x="151362" y="701815"/>
                  </a:lnTo>
                  <a:lnTo>
                    <a:pt x="150162" y="707077"/>
                  </a:lnTo>
                  <a:lnTo>
                    <a:pt x="152861" y="723242"/>
                  </a:lnTo>
                  <a:lnTo>
                    <a:pt x="147962" y="735390"/>
                  </a:lnTo>
                  <a:lnTo>
                    <a:pt x="149412" y="745440"/>
                  </a:lnTo>
                  <a:lnTo>
                    <a:pt x="144463" y="763741"/>
                  </a:lnTo>
                  <a:lnTo>
                    <a:pt x="140765" y="769743"/>
                  </a:lnTo>
                  <a:lnTo>
                    <a:pt x="134666" y="788173"/>
                  </a:lnTo>
                  <a:lnTo>
                    <a:pt x="129967" y="793022"/>
                  </a:lnTo>
                  <a:lnTo>
                    <a:pt x="124368" y="790060"/>
                  </a:lnTo>
                  <a:lnTo>
                    <a:pt x="99025" y="792573"/>
                  </a:lnTo>
                  <a:lnTo>
                    <a:pt x="100174" y="797590"/>
                  </a:lnTo>
                  <a:lnTo>
                    <a:pt x="94726" y="796875"/>
                  </a:lnTo>
                  <a:lnTo>
                    <a:pt x="85178" y="807585"/>
                  </a:lnTo>
                  <a:lnTo>
                    <a:pt x="84878" y="812652"/>
                  </a:lnTo>
                  <a:lnTo>
                    <a:pt x="88727" y="822568"/>
                  </a:lnTo>
                  <a:lnTo>
                    <a:pt x="84029" y="829005"/>
                  </a:lnTo>
                  <a:lnTo>
                    <a:pt x="73831" y="827420"/>
                  </a:lnTo>
                  <a:lnTo>
                    <a:pt x="60385" y="831468"/>
                  </a:lnTo>
                  <a:lnTo>
                    <a:pt x="48288" y="828301"/>
                  </a:lnTo>
                  <a:lnTo>
                    <a:pt x="49788" y="824864"/>
                  </a:lnTo>
                  <a:lnTo>
                    <a:pt x="50737" y="811764"/>
                  </a:lnTo>
                  <a:lnTo>
                    <a:pt x="36741" y="784753"/>
                  </a:lnTo>
                  <a:lnTo>
                    <a:pt x="43289" y="787543"/>
                  </a:lnTo>
                  <a:lnTo>
                    <a:pt x="45939" y="786104"/>
                  </a:lnTo>
                  <a:lnTo>
                    <a:pt x="41890" y="777263"/>
                  </a:lnTo>
                  <a:lnTo>
                    <a:pt x="47488" y="776720"/>
                  </a:lnTo>
                  <a:lnTo>
                    <a:pt x="49238" y="773461"/>
                  </a:lnTo>
                  <a:lnTo>
                    <a:pt x="48238" y="768380"/>
                  </a:lnTo>
                  <a:lnTo>
                    <a:pt x="43589" y="766108"/>
                  </a:lnTo>
                  <a:lnTo>
                    <a:pt x="39590" y="757995"/>
                  </a:lnTo>
                  <a:lnTo>
                    <a:pt x="35392" y="753697"/>
                  </a:lnTo>
                  <a:lnTo>
                    <a:pt x="27893" y="737331"/>
                  </a:lnTo>
                  <a:lnTo>
                    <a:pt x="25144" y="726031"/>
                  </a:lnTo>
                  <a:lnTo>
                    <a:pt x="22595" y="727145"/>
                  </a:lnTo>
                  <a:lnTo>
                    <a:pt x="20295" y="714009"/>
                  </a:lnTo>
                  <a:lnTo>
                    <a:pt x="16296" y="712044"/>
                  </a:lnTo>
                  <a:lnTo>
                    <a:pt x="15446" y="698707"/>
                  </a:lnTo>
                  <a:lnTo>
                    <a:pt x="11147" y="697198"/>
                  </a:lnTo>
                  <a:lnTo>
                    <a:pt x="8398" y="691057"/>
                  </a:lnTo>
                  <a:lnTo>
                    <a:pt x="7898" y="679379"/>
                  </a:lnTo>
                  <a:lnTo>
                    <a:pt x="2800" y="677855"/>
                  </a:lnTo>
                  <a:lnTo>
                    <a:pt x="3450" y="672223"/>
                  </a:lnTo>
                  <a:lnTo>
                    <a:pt x="1700" y="651265"/>
                  </a:lnTo>
                  <a:lnTo>
                    <a:pt x="0" y="644775"/>
                  </a:lnTo>
                  <a:lnTo>
                    <a:pt x="1350" y="639918"/>
                  </a:lnTo>
                  <a:lnTo>
                    <a:pt x="4099" y="6394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0" name="oPE_MapPart_SWE_4_180" descr="Schweden">
              <a:extLst>
                <a:ext uri="{FF2B5EF4-FFF2-40B4-BE49-F238E27FC236}">
                  <a16:creationId xmlns:a16="http://schemas.microsoft.com/office/drawing/2014/main" id="{CDA73A5D-4EBB-5F03-015C-D22C285D0743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6624714" y="3186412"/>
              <a:ext cx="8149" cy="6307"/>
            </a:xfrm>
            <a:custGeom>
              <a:avLst/>
              <a:gdLst/>
              <a:ahLst/>
              <a:cxnLst/>
              <a:rect l="0" t="0" r="0" b="0"/>
              <a:pathLst>
                <a:path w="8149" h="6307">
                  <a:moveTo>
                    <a:pt x="3250" y="3108"/>
                  </a:moveTo>
                  <a:lnTo>
                    <a:pt x="2750" y="6306"/>
                  </a:lnTo>
                  <a:lnTo>
                    <a:pt x="0" y="3673"/>
                  </a:lnTo>
                  <a:lnTo>
                    <a:pt x="2650" y="0"/>
                  </a:lnTo>
                  <a:lnTo>
                    <a:pt x="8148" y="9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1" name="oPE_MapPart_SWE_5_181" descr="Schweden">
              <a:extLst>
                <a:ext uri="{FF2B5EF4-FFF2-40B4-BE49-F238E27FC236}">
                  <a16:creationId xmlns:a16="http://schemas.microsoft.com/office/drawing/2014/main" id="{5CB2ECD2-6898-3517-49FD-DB4CD3EA2624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6605569" y="3126634"/>
              <a:ext cx="3801" cy="4474"/>
            </a:xfrm>
            <a:custGeom>
              <a:avLst/>
              <a:gdLst/>
              <a:ahLst/>
              <a:cxnLst/>
              <a:rect l="0" t="0" r="0" b="0"/>
              <a:pathLst>
                <a:path w="3801" h="4474">
                  <a:moveTo>
                    <a:pt x="1849" y="4085"/>
                  </a:moveTo>
                  <a:lnTo>
                    <a:pt x="0" y="4473"/>
                  </a:lnTo>
                  <a:lnTo>
                    <a:pt x="800" y="1946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2" name="oPE_MapPart_SWE_6_182" descr="Schweden">
              <a:extLst>
                <a:ext uri="{FF2B5EF4-FFF2-40B4-BE49-F238E27FC236}">
                  <a16:creationId xmlns:a16="http://schemas.microsoft.com/office/drawing/2014/main" id="{414C114F-A1F8-87F1-26DF-64287D7979B9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6611017" y="3103220"/>
              <a:ext cx="4251" cy="5317"/>
            </a:xfrm>
            <a:custGeom>
              <a:avLst/>
              <a:gdLst/>
              <a:ahLst/>
              <a:cxnLst/>
              <a:rect l="0" t="0" r="0" b="0"/>
              <a:pathLst>
                <a:path w="4251" h="5317">
                  <a:moveTo>
                    <a:pt x="1400" y="3546"/>
                  </a:moveTo>
                  <a:lnTo>
                    <a:pt x="700" y="5316"/>
                  </a:lnTo>
                  <a:lnTo>
                    <a:pt x="0" y="3152"/>
                  </a:lnTo>
                  <a:lnTo>
                    <a:pt x="751" y="493"/>
                  </a:lnTo>
                  <a:lnTo>
                    <a:pt x="4250" y="0"/>
                  </a:lnTo>
                  <a:lnTo>
                    <a:pt x="2199" y="23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3" name="oPE_MapPart_CHE_1_183" descr="Schweiz">
              <a:extLst>
                <a:ext uri="{FF2B5EF4-FFF2-40B4-BE49-F238E27FC236}">
                  <a16:creationId xmlns:a16="http://schemas.microsoft.com/office/drawing/2014/main" id="{3D306677-D8E6-5364-A33F-22069D6332C3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6261807" y="3658867"/>
              <a:ext cx="124519" cy="78954"/>
            </a:xfrm>
            <a:custGeom>
              <a:avLst/>
              <a:gdLst/>
              <a:ahLst/>
              <a:cxnLst/>
              <a:rect l="0" t="0" r="0" b="0"/>
              <a:pathLst>
                <a:path w="124519" h="78954">
                  <a:moveTo>
                    <a:pt x="98675" y="10388"/>
                  </a:moveTo>
                  <a:lnTo>
                    <a:pt x="101524" y="12682"/>
                  </a:lnTo>
                  <a:lnTo>
                    <a:pt x="97575" y="24775"/>
                  </a:lnTo>
                  <a:lnTo>
                    <a:pt x="97675" y="29256"/>
                  </a:lnTo>
                  <a:lnTo>
                    <a:pt x="107623" y="31529"/>
                  </a:lnTo>
                  <a:lnTo>
                    <a:pt x="108522" y="34387"/>
                  </a:lnTo>
                  <a:lnTo>
                    <a:pt x="115621" y="37824"/>
                  </a:lnTo>
                  <a:lnTo>
                    <a:pt x="121619" y="32409"/>
                  </a:lnTo>
                  <a:lnTo>
                    <a:pt x="124518" y="35923"/>
                  </a:lnTo>
                  <a:lnTo>
                    <a:pt x="122969" y="45413"/>
                  </a:lnTo>
                  <a:lnTo>
                    <a:pt x="123868" y="50070"/>
                  </a:lnTo>
                  <a:lnTo>
                    <a:pt x="119470" y="49488"/>
                  </a:lnTo>
                  <a:lnTo>
                    <a:pt x="117320" y="47161"/>
                  </a:lnTo>
                  <a:lnTo>
                    <a:pt x="114321" y="48033"/>
                  </a:lnTo>
                  <a:lnTo>
                    <a:pt x="112971" y="52758"/>
                  </a:lnTo>
                  <a:lnTo>
                    <a:pt x="115470" y="62609"/>
                  </a:lnTo>
                  <a:lnTo>
                    <a:pt x="113021" y="62609"/>
                  </a:lnTo>
                  <a:lnTo>
                    <a:pt x="110222" y="57616"/>
                  </a:lnTo>
                  <a:lnTo>
                    <a:pt x="98825" y="59860"/>
                  </a:lnTo>
                  <a:lnTo>
                    <a:pt x="96025" y="52758"/>
                  </a:lnTo>
                  <a:lnTo>
                    <a:pt x="92576" y="52249"/>
                  </a:lnTo>
                  <a:lnTo>
                    <a:pt x="91377" y="53048"/>
                  </a:lnTo>
                  <a:lnTo>
                    <a:pt x="91077" y="60656"/>
                  </a:lnTo>
                  <a:lnTo>
                    <a:pt x="84229" y="71552"/>
                  </a:lnTo>
                  <a:lnTo>
                    <a:pt x="85428" y="77159"/>
                  </a:lnTo>
                  <a:lnTo>
                    <a:pt x="82829" y="78953"/>
                  </a:lnTo>
                  <a:lnTo>
                    <a:pt x="77980" y="72344"/>
                  </a:lnTo>
                  <a:lnTo>
                    <a:pt x="79080" y="69103"/>
                  </a:lnTo>
                  <a:lnTo>
                    <a:pt x="74181" y="67734"/>
                  </a:lnTo>
                  <a:lnTo>
                    <a:pt x="69083" y="62319"/>
                  </a:lnTo>
                  <a:lnTo>
                    <a:pt x="68083" y="54282"/>
                  </a:lnTo>
                  <a:lnTo>
                    <a:pt x="59035" y="61307"/>
                  </a:lnTo>
                  <a:lnTo>
                    <a:pt x="59835" y="65714"/>
                  </a:lnTo>
                  <a:lnTo>
                    <a:pt x="56186" y="71552"/>
                  </a:lnTo>
                  <a:lnTo>
                    <a:pt x="50487" y="75292"/>
                  </a:lnTo>
                  <a:lnTo>
                    <a:pt x="43539" y="73063"/>
                  </a:lnTo>
                  <a:lnTo>
                    <a:pt x="32192" y="76944"/>
                  </a:lnTo>
                  <a:lnTo>
                    <a:pt x="30142" y="76010"/>
                  </a:lnTo>
                  <a:lnTo>
                    <a:pt x="22244" y="65569"/>
                  </a:lnTo>
                  <a:lnTo>
                    <a:pt x="23494" y="61163"/>
                  </a:lnTo>
                  <a:lnTo>
                    <a:pt x="21894" y="55442"/>
                  </a:lnTo>
                  <a:lnTo>
                    <a:pt x="12747" y="54861"/>
                  </a:lnTo>
                  <a:lnTo>
                    <a:pt x="7348" y="58847"/>
                  </a:lnTo>
                  <a:lnTo>
                    <a:pt x="8398" y="62030"/>
                  </a:lnTo>
                  <a:lnTo>
                    <a:pt x="6349" y="64414"/>
                  </a:lnTo>
                  <a:lnTo>
                    <a:pt x="0" y="66075"/>
                  </a:lnTo>
                  <a:lnTo>
                    <a:pt x="0" y="63548"/>
                  </a:lnTo>
                  <a:lnTo>
                    <a:pt x="3499" y="60945"/>
                  </a:lnTo>
                  <a:lnTo>
                    <a:pt x="4249" y="56964"/>
                  </a:lnTo>
                  <a:lnTo>
                    <a:pt x="2499" y="55007"/>
                  </a:lnTo>
                  <a:lnTo>
                    <a:pt x="5299" y="47597"/>
                  </a:lnTo>
                  <a:lnTo>
                    <a:pt x="12197" y="41768"/>
                  </a:lnTo>
                  <a:lnTo>
                    <a:pt x="13496" y="33947"/>
                  </a:lnTo>
                  <a:lnTo>
                    <a:pt x="19345" y="30723"/>
                  </a:lnTo>
                  <a:lnTo>
                    <a:pt x="27243" y="20874"/>
                  </a:lnTo>
                  <a:lnTo>
                    <a:pt x="28593" y="17926"/>
                  </a:lnTo>
                  <a:lnTo>
                    <a:pt x="25843" y="15711"/>
                  </a:lnTo>
                  <a:lnTo>
                    <a:pt x="27693" y="13273"/>
                  </a:lnTo>
                  <a:lnTo>
                    <a:pt x="32342" y="11794"/>
                  </a:lnTo>
                  <a:lnTo>
                    <a:pt x="34241" y="14086"/>
                  </a:lnTo>
                  <a:lnTo>
                    <a:pt x="38140" y="14086"/>
                  </a:lnTo>
                  <a:lnTo>
                    <a:pt x="45689" y="7574"/>
                  </a:lnTo>
                  <a:lnTo>
                    <a:pt x="54336" y="8759"/>
                  </a:lnTo>
                  <a:lnTo>
                    <a:pt x="68983" y="7425"/>
                  </a:lnTo>
                  <a:lnTo>
                    <a:pt x="72082" y="5126"/>
                  </a:lnTo>
                  <a:lnTo>
                    <a:pt x="67583" y="3642"/>
                  </a:lnTo>
                  <a:lnTo>
                    <a:pt x="72282" y="0"/>
                  </a:lnTo>
                  <a:lnTo>
                    <a:pt x="80829" y="4904"/>
                  </a:lnTo>
                  <a:lnTo>
                    <a:pt x="89227" y="4310"/>
                  </a:lnTo>
                  <a:lnTo>
                    <a:pt x="93826" y="727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4" name="oPE_MapPart_UKR_1_184" descr="Ukraine">
              <a:extLst>
                <a:ext uri="{FF2B5EF4-FFF2-40B4-BE49-F238E27FC236}">
                  <a16:creationId xmlns:a16="http://schemas.microsoft.com/office/drawing/2014/main" id="{F18E00D9-7B63-47C9-0E61-9BA13F08239B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6710592" y="3461048"/>
              <a:ext cx="499722" cy="300393"/>
            </a:xfrm>
            <a:custGeom>
              <a:avLst/>
              <a:gdLst/>
              <a:ahLst/>
              <a:cxnLst/>
              <a:rect l="0" t="0" r="0" b="0"/>
              <a:pathLst>
                <a:path w="499722" h="300393">
                  <a:moveTo>
                    <a:pt x="446635" y="225900"/>
                  </a:moveTo>
                  <a:lnTo>
                    <a:pt x="427991" y="226561"/>
                  </a:lnTo>
                  <a:lnTo>
                    <a:pt x="422342" y="233010"/>
                  </a:lnTo>
                  <a:lnTo>
                    <a:pt x="414244" y="234693"/>
                  </a:lnTo>
                  <a:lnTo>
                    <a:pt x="407246" y="241264"/>
                  </a:lnTo>
                  <a:lnTo>
                    <a:pt x="404296" y="239222"/>
                  </a:lnTo>
                  <a:lnTo>
                    <a:pt x="400648" y="239295"/>
                  </a:lnTo>
                  <a:lnTo>
                    <a:pt x="392900" y="243523"/>
                  </a:lnTo>
                  <a:lnTo>
                    <a:pt x="385851" y="243159"/>
                  </a:lnTo>
                  <a:lnTo>
                    <a:pt x="380353" y="244906"/>
                  </a:lnTo>
                  <a:lnTo>
                    <a:pt x="368506" y="254710"/>
                  </a:lnTo>
                  <a:lnTo>
                    <a:pt x="364507" y="261800"/>
                  </a:lnTo>
                  <a:lnTo>
                    <a:pt x="358908" y="265841"/>
                  </a:lnTo>
                  <a:lnTo>
                    <a:pt x="365157" y="258764"/>
                  </a:lnTo>
                  <a:lnTo>
                    <a:pt x="365506" y="255073"/>
                  </a:lnTo>
                  <a:lnTo>
                    <a:pt x="363757" y="252318"/>
                  </a:lnTo>
                  <a:lnTo>
                    <a:pt x="359158" y="259271"/>
                  </a:lnTo>
                  <a:lnTo>
                    <a:pt x="353209" y="262378"/>
                  </a:lnTo>
                  <a:lnTo>
                    <a:pt x="353409" y="270451"/>
                  </a:lnTo>
                  <a:lnTo>
                    <a:pt x="357409" y="280643"/>
                  </a:lnTo>
                  <a:lnTo>
                    <a:pt x="355908" y="280786"/>
                  </a:lnTo>
                  <a:lnTo>
                    <a:pt x="351810" y="278350"/>
                  </a:lnTo>
                  <a:lnTo>
                    <a:pt x="351661" y="274260"/>
                  </a:lnTo>
                  <a:lnTo>
                    <a:pt x="348661" y="270882"/>
                  </a:lnTo>
                  <a:lnTo>
                    <a:pt x="342112" y="271385"/>
                  </a:lnTo>
                  <a:lnTo>
                    <a:pt x="339463" y="267499"/>
                  </a:lnTo>
                  <a:lnTo>
                    <a:pt x="330366" y="265697"/>
                  </a:lnTo>
                  <a:lnTo>
                    <a:pt x="324217" y="261656"/>
                  </a:lnTo>
                  <a:lnTo>
                    <a:pt x="320168" y="261150"/>
                  </a:lnTo>
                  <a:lnTo>
                    <a:pt x="320018" y="264110"/>
                  </a:lnTo>
                  <a:lnTo>
                    <a:pt x="318318" y="266129"/>
                  </a:lnTo>
                  <a:lnTo>
                    <a:pt x="313770" y="267643"/>
                  </a:lnTo>
                  <a:lnTo>
                    <a:pt x="307471" y="262956"/>
                  </a:lnTo>
                  <a:lnTo>
                    <a:pt x="287327" y="266634"/>
                  </a:lnTo>
                  <a:lnTo>
                    <a:pt x="275079" y="259488"/>
                  </a:lnTo>
                  <a:lnTo>
                    <a:pt x="269380" y="258692"/>
                  </a:lnTo>
                  <a:lnTo>
                    <a:pt x="267982" y="256955"/>
                  </a:lnTo>
                  <a:lnTo>
                    <a:pt x="273830" y="255363"/>
                  </a:lnTo>
                  <a:lnTo>
                    <a:pt x="274279" y="252753"/>
                  </a:lnTo>
                  <a:lnTo>
                    <a:pt x="266133" y="251012"/>
                  </a:lnTo>
                  <a:lnTo>
                    <a:pt x="261683" y="247743"/>
                  </a:lnTo>
                  <a:lnTo>
                    <a:pt x="284128" y="250939"/>
                  </a:lnTo>
                  <a:lnTo>
                    <a:pt x="290126" y="245198"/>
                  </a:lnTo>
                  <a:lnTo>
                    <a:pt x="283927" y="247307"/>
                  </a:lnTo>
                  <a:lnTo>
                    <a:pt x="275279" y="244179"/>
                  </a:lnTo>
                  <a:lnTo>
                    <a:pt x="272531" y="238419"/>
                  </a:lnTo>
                  <a:lnTo>
                    <a:pt x="272380" y="230375"/>
                  </a:lnTo>
                  <a:lnTo>
                    <a:pt x="269581" y="223256"/>
                  </a:lnTo>
                  <a:lnTo>
                    <a:pt x="267382" y="220975"/>
                  </a:lnTo>
                  <a:lnTo>
                    <a:pt x="271630" y="232644"/>
                  </a:lnTo>
                  <a:lnTo>
                    <a:pt x="270531" y="243815"/>
                  </a:lnTo>
                  <a:lnTo>
                    <a:pt x="261083" y="243232"/>
                  </a:lnTo>
                  <a:lnTo>
                    <a:pt x="261933" y="238711"/>
                  </a:lnTo>
                  <a:lnTo>
                    <a:pt x="257485" y="244688"/>
                  </a:lnTo>
                  <a:lnTo>
                    <a:pt x="250085" y="244906"/>
                  </a:lnTo>
                  <a:lnTo>
                    <a:pt x="240639" y="247816"/>
                  </a:lnTo>
                  <a:lnTo>
                    <a:pt x="236790" y="259271"/>
                  </a:lnTo>
                  <a:lnTo>
                    <a:pt x="224592" y="275265"/>
                  </a:lnTo>
                  <a:lnTo>
                    <a:pt x="215795" y="279855"/>
                  </a:lnTo>
                  <a:lnTo>
                    <a:pt x="208197" y="281072"/>
                  </a:lnTo>
                  <a:lnTo>
                    <a:pt x="207448" y="285936"/>
                  </a:lnTo>
                  <a:lnTo>
                    <a:pt x="209396" y="288292"/>
                  </a:lnTo>
                  <a:lnTo>
                    <a:pt x="210947" y="296058"/>
                  </a:lnTo>
                  <a:lnTo>
                    <a:pt x="210347" y="299398"/>
                  </a:lnTo>
                  <a:lnTo>
                    <a:pt x="206497" y="294991"/>
                  </a:lnTo>
                  <a:lnTo>
                    <a:pt x="201949" y="293069"/>
                  </a:lnTo>
                  <a:lnTo>
                    <a:pt x="196950" y="293710"/>
                  </a:lnTo>
                  <a:lnTo>
                    <a:pt x="187802" y="298191"/>
                  </a:lnTo>
                  <a:lnTo>
                    <a:pt x="184703" y="297409"/>
                  </a:lnTo>
                  <a:lnTo>
                    <a:pt x="184103" y="300392"/>
                  </a:lnTo>
                  <a:lnTo>
                    <a:pt x="175506" y="298119"/>
                  </a:lnTo>
                  <a:lnTo>
                    <a:pt x="171807" y="295916"/>
                  </a:lnTo>
                  <a:lnTo>
                    <a:pt x="168907" y="291858"/>
                  </a:lnTo>
                  <a:lnTo>
                    <a:pt x="176854" y="289149"/>
                  </a:lnTo>
                  <a:lnTo>
                    <a:pt x="176655" y="283291"/>
                  </a:lnTo>
                  <a:lnTo>
                    <a:pt x="183254" y="275911"/>
                  </a:lnTo>
                  <a:lnTo>
                    <a:pt x="183503" y="272464"/>
                  </a:lnTo>
                  <a:lnTo>
                    <a:pt x="189302" y="268003"/>
                  </a:lnTo>
                  <a:lnTo>
                    <a:pt x="190951" y="262883"/>
                  </a:lnTo>
                  <a:lnTo>
                    <a:pt x="189202" y="258403"/>
                  </a:lnTo>
                  <a:lnTo>
                    <a:pt x="188751" y="252971"/>
                  </a:lnTo>
                  <a:lnTo>
                    <a:pt x="189602" y="251592"/>
                  </a:lnTo>
                  <a:lnTo>
                    <a:pt x="195950" y="248906"/>
                  </a:lnTo>
                  <a:lnTo>
                    <a:pt x="196450" y="254783"/>
                  </a:lnTo>
                  <a:lnTo>
                    <a:pt x="199199" y="251230"/>
                  </a:lnTo>
                  <a:lnTo>
                    <a:pt x="207848" y="253986"/>
                  </a:lnTo>
                  <a:lnTo>
                    <a:pt x="210396" y="251956"/>
                  </a:lnTo>
                  <a:lnTo>
                    <a:pt x="214046" y="255942"/>
                  </a:lnTo>
                  <a:lnTo>
                    <a:pt x="220644" y="254855"/>
                  </a:lnTo>
                  <a:lnTo>
                    <a:pt x="222143" y="252971"/>
                  </a:lnTo>
                  <a:lnTo>
                    <a:pt x="216445" y="248325"/>
                  </a:lnTo>
                  <a:lnTo>
                    <a:pt x="216945" y="240827"/>
                  </a:lnTo>
                  <a:lnTo>
                    <a:pt x="215145" y="236594"/>
                  </a:lnTo>
                  <a:lnTo>
                    <a:pt x="206647" y="231107"/>
                  </a:lnTo>
                  <a:lnTo>
                    <a:pt x="205048" y="225900"/>
                  </a:lnTo>
                  <a:lnTo>
                    <a:pt x="205747" y="218546"/>
                  </a:lnTo>
                  <a:lnTo>
                    <a:pt x="194500" y="209613"/>
                  </a:lnTo>
                  <a:lnTo>
                    <a:pt x="196600" y="197819"/>
                  </a:lnTo>
                  <a:lnTo>
                    <a:pt x="196149" y="193426"/>
                  </a:lnTo>
                  <a:lnTo>
                    <a:pt x="194250" y="189995"/>
                  </a:lnTo>
                  <a:lnTo>
                    <a:pt x="188602" y="190517"/>
                  </a:lnTo>
                  <a:lnTo>
                    <a:pt x="184453" y="183564"/>
                  </a:lnTo>
                  <a:lnTo>
                    <a:pt x="177705" y="182292"/>
                  </a:lnTo>
                  <a:lnTo>
                    <a:pt x="175856" y="184762"/>
                  </a:lnTo>
                  <a:lnTo>
                    <a:pt x="173755" y="181767"/>
                  </a:lnTo>
                  <a:lnTo>
                    <a:pt x="172456" y="182516"/>
                  </a:lnTo>
                  <a:lnTo>
                    <a:pt x="172606" y="179668"/>
                  </a:lnTo>
                  <a:lnTo>
                    <a:pt x="171056" y="178617"/>
                  </a:lnTo>
                  <a:lnTo>
                    <a:pt x="165458" y="177866"/>
                  </a:lnTo>
                  <a:lnTo>
                    <a:pt x="164058" y="175162"/>
                  </a:lnTo>
                  <a:lnTo>
                    <a:pt x="158010" y="171174"/>
                  </a:lnTo>
                  <a:lnTo>
                    <a:pt x="150461" y="168612"/>
                  </a:lnTo>
                  <a:lnTo>
                    <a:pt x="141564" y="173056"/>
                  </a:lnTo>
                  <a:lnTo>
                    <a:pt x="130967" y="172378"/>
                  </a:lnTo>
                  <a:lnTo>
                    <a:pt x="124618" y="177716"/>
                  </a:lnTo>
                  <a:lnTo>
                    <a:pt x="115920" y="180043"/>
                  </a:lnTo>
                  <a:lnTo>
                    <a:pt x="111971" y="188800"/>
                  </a:lnTo>
                  <a:lnTo>
                    <a:pt x="92576" y="192233"/>
                  </a:lnTo>
                  <a:lnTo>
                    <a:pt x="84379" y="195884"/>
                  </a:lnTo>
                  <a:lnTo>
                    <a:pt x="81729" y="199083"/>
                  </a:lnTo>
                  <a:lnTo>
                    <a:pt x="76730" y="200198"/>
                  </a:lnTo>
                  <a:lnTo>
                    <a:pt x="67983" y="191413"/>
                  </a:lnTo>
                  <a:lnTo>
                    <a:pt x="65333" y="190741"/>
                  </a:lnTo>
                  <a:lnTo>
                    <a:pt x="56835" y="192457"/>
                  </a:lnTo>
                  <a:lnTo>
                    <a:pt x="42689" y="188874"/>
                  </a:lnTo>
                  <a:lnTo>
                    <a:pt x="35491" y="188949"/>
                  </a:lnTo>
                  <a:lnTo>
                    <a:pt x="27994" y="184912"/>
                  </a:lnTo>
                  <a:lnTo>
                    <a:pt x="25643" y="188277"/>
                  </a:lnTo>
                  <a:lnTo>
                    <a:pt x="20695" y="190741"/>
                  </a:lnTo>
                  <a:lnTo>
                    <a:pt x="19596" y="186034"/>
                  </a:lnTo>
                  <a:lnTo>
                    <a:pt x="17746" y="183939"/>
                  </a:lnTo>
                  <a:lnTo>
                    <a:pt x="12547" y="182965"/>
                  </a:lnTo>
                  <a:lnTo>
                    <a:pt x="10798" y="179968"/>
                  </a:lnTo>
                  <a:lnTo>
                    <a:pt x="6099" y="177866"/>
                  </a:lnTo>
                  <a:lnTo>
                    <a:pt x="3400" y="171550"/>
                  </a:lnTo>
                  <a:lnTo>
                    <a:pt x="0" y="171626"/>
                  </a:lnTo>
                  <a:lnTo>
                    <a:pt x="350" y="164762"/>
                  </a:lnTo>
                  <a:lnTo>
                    <a:pt x="4549" y="159846"/>
                  </a:lnTo>
                  <a:lnTo>
                    <a:pt x="11298" y="143504"/>
                  </a:lnTo>
                  <a:lnTo>
                    <a:pt x="18845" y="145716"/>
                  </a:lnTo>
                  <a:lnTo>
                    <a:pt x="20045" y="143962"/>
                  </a:lnTo>
                  <a:lnTo>
                    <a:pt x="15946" y="139380"/>
                  </a:lnTo>
                  <a:lnTo>
                    <a:pt x="16696" y="134098"/>
                  </a:lnTo>
                  <a:lnTo>
                    <a:pt x="14397" y="123648"/>
                  </a:lnTo>
                  <a:lnTo>
                    <a:pt x="15996" y="120795"/>
                  </a:lnTo>
                  <a:lnTo>
                    <a:pt x="25144" y="108185"/>
                  </a:lnTo>
                  <a:lnTo>
                    <a:pt x="43889" y="87517"/>
                  </a:lnTo>
                  <a:lnTo>
                    <a:pt x="51137" y="86027"/>
                  </a:lnTo>
                  <a:lnTo>
                    <a:pt x="54386" y="80844"/>
                  </a:lnTo>
                  <a:lnTo>
                    <a:pt x="54536" y="76986"/>
                  </a:lnTo>
                  <a:lnTo>
                    <a:pt x="51287" y="69647"/>
                  </a:lnTo>
                  <a:lnTo>
                    <a:pt x="54835" y="67036"/>
                  </a:lnTo>
                  <a:lnTo>
                    <a:pt x="54586" y="65769"/>
                  </a:lnTo>
                  <a:lnTo>
                    <a:pt x="51487" y="62836"/>
                  </a:lnTo>
                  <a:lnTo>
                    <a:pt x="48088" y="54649"/>
                  </a:lnTo>
                  <a:lnTo>
                    <a:pt x="42590" y="46429"/>
                  </a:lnTo>
                  <a:lnTo>
                    <a:pt x="42989" y="42667"/>
                  </a:lnTo>
                  <a:lnTo>
                    <a:pt x="40940" y="37211"/>
                  </a:lnTo>
                  <a:lnTo>
                    <a:pt x="41039" y="33111"/>
                  </a:lnTo>
                  <a:lnTo>
                    <a:pt x="42089" y="32225"/>
                  </a:lnTo>
                  <a:lnTo>
                    <a:pt x="51287" y="33915"/>
                  </a:lnTo>
                  <a:lnTo>
                    <a:pt x="59685" y="25692"/>
                  </a:lnTo>
                  <a:lnTo>
                    <a:pt x="61934" y="21567"/>
                  </a:lnTo>
                  <a:lnTo>
                    <a:pt x="81530" y="18732"/>
                  </a:lnTo>
                  <a:lnTo>
                    <a:pt x="101474" y="18975"/>
                  </a:lnTo>
                  <a:lnTo>
                    <a:pt x="139164" y="26741"/>
                  </a:lnTo>
                  <a:lnTo>
                    <a:pt x="143463" y="33674"/>
                  </a:lnTo>
                  <a:lnTo>
                    <a:pt x="154361" y="34800"/>
                  </a:lnTo>
                  <a:lnTo>
                    <a:pt x="154660" y="38978"/>
                  </a:lnTo>
                  <a:lnTo>
                    <a:pt x="159060" y="33915"/>
                  </a:lnTo>
                  <a:lnTo>
                    <a:pt x="163308" y="35363"/>
                  </a:lnTo>
                  <a:lnTo>
                    <a:pt x="168108" y="33191"/>
                  </a:lnTo>
                  <a:lnTo>
                    <a:pt x="179604" y="36087"/>
                  </a:lnTo>
                  <a:lnTo>
                    <a:pt x="180954" y="39941"/>
                  </a:lnTo>
                  <a:lnTo>
                    <a:pt x="183303" y="40984"/>
                  </a:lnTo>
                  <a:lnTo>
                    <a:pt x="185003" y="37533"/>
                  </a:lnTo>
                  <a:lnTo>
                    <a:pt x="193601" y="32305"/>
                  </a:lnTo>
                  <a:lnTo>
                    <a:pt x="200399" y="43227"/>
                  </a:lnTo>
                  <a:lnTo>
                    <a:pt x="206097" y="40903"/>
                  </a:lnTo>
                  <a:lnTo>
                    <a:pt x="222993" y="38978"/>
                  </a:lnTo>
                  <a:lnTo>
                    <a:pt x="227092" y="42506"/>
                  </a:lnTo>
                  <a:lnTo>
                    <a:pt x="227792" y="45789"/>
                  </a:lnTo>
                  <a:lnTo>
                    <a:pt x="233640" y="48427"/>
                  </a:lnTo>
                  <a:lnTo>
                    <a:pt x="236089" y="44428"/>
                  </a:lnTo>
                  <a:lnTo>
                    <a:pt x="233341" y="33674"/>
                  </a:lnTo>
                  <a:lnTo>
                    <a:pt x="234740" y="29566"/>
                  </a:lnTo>
                  <a:lnTo>
                    <a:pt x="239489" y="20272"/>
                  </a:lnTo>
                  <a:lnTo>
                    <a:pt x="245737" y="13456"/>
                  </a:lnTo>
                  <a:lnTo>
                    <a:pt x="262234" y="10690"/>
                  </a:lnTo>
                  <a:lnTo>
                    <a:pt x="277479" y="13293"/>
                  </a:lnTo>
                  <a:lnTo>
                    <a:pt x="281928" y="10446"/>
                  </a:lnTo>
                  <a:lnTo>
                    <a:pt x="284128" y="3270"/>
                  </a:lnTo>
                  <a:lnTo>
                    <a:pt x="286176" y="1636"/>
                  </a:lnTo>
                  <a:lnTo>
                    <a:pt x="296475" y="4169"/>
                  </a:lnTo>
                  <a:lnTo>
                    <a:pt x="305972" y="164"/>
                  </a:lnTo>
                  <a:lnTo>
                    <a:pt x="322268" y="0"/>
                  </a:lnTo>
                  <a:lnTo>
                    <a:pt x="327467" y="4169"/>
                  </a:lnTo>
                  <a:lnTo>
                    <a:pt x="332765" y="16461"/>
                  </a:lnTo>
                  <a:lnTo>
                    <a:pt x="340663" y="25449"/>
                  </a:lnTo>
                  <a:lnTo>
                    <a:pt x="340163" y="28356"/>
                  </a:lnTo>
                  <a:lnTo>
                    <a:pt x="332966" y="29969"/>
                  </a:lnTo>
                  <a:lnTo>
                    <a:pt x="335165" y="35604"/>
                  </a:lnTo>
                  <a:lnTo>
                    <a:pt x="336014" y="44108"/>
                  </a:lnTo>
                  <a:lnTo>
                    <a:pt x="337264" y="45149"/>
                  </a:lnTo>
                  <a:lnTo>
                    <a:pt x="335564" y="48906"/>
                  </a:lnTo>
                  <a:lnTo>
                    <a:pt x="350710" y="52736"/>
                  </a:lnTo>
                  <a:lnTo>
                    <a:pt x="359158" y="51221"/>
                  </a:lnTo>
                  <a:lnTo>
                    <a:pt x="361758" y="57514"/>
                  </a:lnTo>
                  <a:lnTo>
                    <a:pt x="366057" y="58229"/>
                  </a:lnTo>
                  <a:lnTo>
                    <a:pt x="366106" y="62360"/>
                  </a:lnTo>
                  <a:lnTo>
                    <a:pt x="369605" y="72175"/>
                  </a:lnTo>
                  <a:lnTo>
                    <a:pt x="368256" y="77302"/>
                  </a:lnTo>
                  <a:lnTo>
                    <a:pt x="368805" y="80371"/>
                  </a:lnTo>
                  <a:lnTo>
                    <a:pt x="373804" y="87830"/>
                  </a:lnTo>
                  <a:lnTo>
                    <a:pt x="376104" y="88848"/>
                  </a:lnTo>
                  <a:lnTo>
                    <a:pt x="382102" y="84850"/>
                  </a:lnTo>
                  <a:lnTo>
                    <a:pt x="388401" y="86105"/>
                  </a:lnTo>
                  <a:lnTo>
                    <a:pt x="393649" y="91667"/>
                  </a:lnTo>
                  <a:lnTo>
                    <a:pt x="399048" y="91667"/>
                  </a:lnTo>
                  <a:lnTo>
                    <a:pt x="402347" y="94793"/>
                  </a:lnTo>
                  <a:lnTo>
                    <a:pt x="406246" y="91197"/>
                  </a:lnTo>
                  <a:lnTo>
                    <a:pt x="424642" y="86027"/>
                  </a:lnTo>
                  <a:lnTo>
                    <a:pt x="429090" y="91197"/>
                  </a:lnTo>
                  <a:lnTo>
                    <a:pt x="432490" y="99163"/>
                  </a:lnTo>
                  <a:lnTo>
                    <a:pt x="441987" y="107330"/>
                  </a:lnTo>
                  <a:lnTo>
                    <a:pt x="444787" y="106476"/>
                  </a:lnTo>
                  <a:lnTo>
                    <a:pt x="445636" y="102745"/>
                  </a:lnTo>
                  <a:lnTo>
                    <a:pt x="447886" y="101577"/>
                  </a:lnTo>
                  <a:lnTo>
                    <a:pt x="453234" y="105389"/>
                  </a:lnTo>
                  <a:lnTo>
                    <a:pt x="458683" y="105855"/>
                  </a:lnTo>
                  <a:lnTo>
                    <a:pt x="466181" y="111441"/>
                  </a:lnTo>
                  <a:lnTo>
                    <a:pt x="473329" y="110046"/>
                  </a:lnTo>
                  <a:lnTo>
                    <a:pt x="476878" y="115002"/>
                  </a:lnTo>
                  <a:lnTo>
                    <a:pt x="481327" y="115544"/>
                  </a:lnTo>
                  <a:lnTo>
                    <a:pt x="490124" y="122260"/>
                  </a:lnTo>
                  <a:lnTo>
                    <a:pt x="498472" y="122029"/>
                  </a:lnTo>
                  <a:lnTo>
                    <a:pt x="497822" y="128265"/>
                  </a:lnTo>
                  <a:lnTo>
                    <a:pt x="499721" y="130953"/>
                  </a:lnTo>
                  <a:lnTo>
                    <a:pt x="499273" y="135936"/>
                  </a:lnTo>
                  <a:lnTo>
                    <a:pt x="493174" y="143886"/>
                  </a:lnTo>
                  <a:lnTo>
                    <a:pt x="487525" y="146250"/>
                  </a:lnTo>
                  <a:lnTo>
                    <a:pt x="489375" y="150209"/>
                  </a:lnTo>
                  <a:lnTo>
                    <a:pt x="496323" y="154160"/>
                  </a:lnTo>
                  <a:lnTo>
                    <a:pt x="490475" y="154768"/>
                  </a:lnTo>
                  <a:lnTo>
                    <a:pt x="488025" y="157650"/>
                  </a:lnTo>
                  <a:lnTo>
                    <a:pt x="486376" y="163856"/>
                  </a:lnTo>
                  <a:lnTo>
                    <a:pt x="491674" y="165896"/>
                  </a:lnTo>
                  <a:lnTo>
                    <a:pt x="493174" y="173508"/>
                  </a:lnTo>
                  <a:lnTo>
                    <a:pt x="491975" y="175913"/>
                  </a:lnTo>
                  <a:lnTo>
                    <a:pt x="495074" y="177341"/>
                  </a:lnTo>
                  <a:lnTo>
                    <a:pt x="490025" y="189995"/>
                  </a:lnTo>
                  <a:lnTo>
                    <a:pt x="490074" y="193203"/>
                  </a:lnTo>
                  <a:lnTo>
                    <a:pt x="488925" y="194991"/>
                  </a:lnTo>
                  <a:lnTo>
                    <a:pt x="463531" y="195289"/>
                  </a:lnTo>
                  <a:lnTo>
                    <a:pt x="458482" y="202352"/>
                  </a:lnTo>
                  <a:lnTo>
                    <a:pt x="448686" y="206726"/>
                  </a:lnTo>
                  <a:lnTo>
                    <a:pt x="446286" y="216556"/>
                  </a:lnTo>
                  <a:lnTo>
                    <a:pt x="448486" y="219061"/>
                  </a:lnTo>
                  <a:lnTo>
                    <a:pt x="446386" y="22413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5" name="oPE_MapPart_UKR_2_185" descr="Ukraine">
              <a:extLst>
                <a:ext uri="{FF2B5EF4-FFF2-40B4-BE49-F238E27FC236}">
                  <a16:creationId xmlns:a16="http://schemas.microsoft.com/office/drawing/2014/main" id="{9D4CD0F8-22AC-1B3F-081F-B26A96A686B7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6971026" y="3716048"/>
              <a:ext cx="17796" cy="8823"/>
            </a:xfrm>
            <a:custGeom>
              <a:avLst/>
              <a:gdLst/>
              <a:ahLst/>
              <a:cxnLst/>
              <a:rect l="0" t="0" r="0" b="0"/>
              <a:pathLst>
                <a:path w="17796" h="8823">
                  <a:moveTo>
                    <a:pt x="13996" y="6800"/>
                  </a:moveTo>
                  <a:lnTo>
                    <a:pt x="17795" y="8822"/>
                  </a:lnTo>
                  <a:lnTo>
                    <a:pt x="13896" y="8244"/>
                  </a:lnTo>
                  <a:lnTo>
                    <a:pt x="1499" y="4632"/>
                  </a:lnTo>
                  <a:lnTo>
                    <a:pt x="0" y="0"/>
                  </a:lnTo>
                  <a:lnTo>
                    <a:pt x="3599" y="40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6" name="oPE_MapPart_GBR_1_186" descr="Vereinigtes Königreich">
              <a:extLst>
                <a:ext uri="{FF2B5EF4-FFF2-40B4-BE49-F238E27FC236}">
                  <a16:creationId xmlns:a16="http://schemas.microsoft.com/office/drawing/2014/main" id="{E5DF80BF-8AA0-F5BC-4993-7F1BDB7A35C7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5925693" y="3151102"/>
              <a:ext cx="218795" cy="412847"/>
            </a:xfrm>
            <a:custGeom>
              <a:avLst/>
              <a:gdLst/>
              <a:ahLst/>
              <a:cxnLst/>
              <a:rect l="0" t="0" r="0" b="0"/>
              <a:pathLst>
                <a:path w="218795" h="412847">
                  <a:moveTo>
                    <a:pt x="96226" y="342493"/>
                  </a:moveTo>
                  <a:lnTo>
                    <a:pt x="87578" y="346193"/>
                  </a:lnTo>
                  <a:lnTo>
                    <a:pt x="78830" y="352853"/>
                  </a:lnTo>
                  <a:lnTo>
                    <a:pt x="71382" y="351811"/>
                  </a:lnTo>
                  <a:lnTo>
                    <a:pt x="62235" y="343861"/>
                  </a:lnTo>
                  <a:lnTo>
                    <a:pt x="52687" y="344907"/>
                  </a:lnTo>
                  <a:lnTo>
                    <a:pt x="56686" y="340802"/>
                  </a:lnTo>
                  <a:lnTo>
                    <a:pt x="48488" y="337172"/>
                  </a:lnTo>
                  <a:lnTo>
                    <a:pt x="42539" y="337334"/>
                  </a:lnTo>
                  <a:lnTo>
                    <a:pt x="34191" y="342332"/>
                  </a:lnTo>
                  <a:lnTo>
                    <a:pt x="27993" y="338786"/>
                  </a:lnTo>
                  <a:lnTo>
                    <a:pt x="25894" y="331756"/>
                  </a:lnTo>
                  <a:lnTo>
                    <a:pt x="24144" y="330947"/>
                  </a:lnTo>
                  <a:lnTo>
                    <a:pt x="28993" y="325676"/>
                  </a:lnTo>
                  <a:lnTo>
                    <a:pt x="48588" y="316563"/>
                  </a:lnTo>
                  <a:lnTo>
                    <a:pt x="55086" y="310764"/>
                  </a:lnTo>
                  <a:lnTo>
                    <a:pt x="59785" y="300925"/>
                  </a:lnTo>
                  <a:lnTo>
                    <a:pt x="57036" y="297882"/>
                  </a:lnTo>
                  <a:lnTo>
                    <a:pt x="58135" y="293514"/>
                  </a:lnTo>
                  <a:lnTo>
                    <a:pt x="55936" y="288228"/>
                  </a:lnTo>
                  <a:lnTo>
                    <a:pt x="56386" y="283839"/>
                  </a:lnTo>
                  <a:lnTo>
                    <a:pt x="49338" y="284668"/>
                  </a:lnTo>
                  <a:lnTo>
                    <a:pt x="40240" y="288807"/>
                  </a:lnTo>
                  <a:lnTo>
                    <a:pt x="41490" y="284916"/>
                  </a:lnTo>
                  <a:lnTo>
                    <a:pt x="47988" y="279275"/>
                  </a:lnTo>
                  <a:lnTo>
                    <a:pt x="51787" y="273200"/>
                  </a:lnTo>
                  <a:lnTo>
                    <a:pt x="64534" y="265852"/>
                  </a:lnTo>
                  <a:lnTo>
                    <a:pt x="75131" y="264095"/>
                  </a:lnTo>
                  <a:lnTo>
                    <a:pt x="77930" y="263844"/>
                  </a:lnTo>
                  <a:lnTo>
                    <a:pt x="84279" y="267859"/>
                  </a:lnTo>
                  <a:lnTo>
                    <a:pt x="82379" y="261582"/>
                  </a:lnTo>
                  <a:lnTo>
                    <a:pt x="85178" y="260072"/>
                  </a:lnTo>
                  <a:lnTo>
                    <a:pt x="89277" y="265769"/>
                  </a:lnTo>
                  <a:lnTo>
                    <a:pt x="93926" y="265518"/>
                  </a:lnTo>
                  <a:lnTo>
                    <a:pt x="89427" y="263676"/>
                  </a:lnTo>
                  <a:lnTo>
                    <a:pt x="85178" y="256125"/>
                  </a:lnTo>
                  <a:lnTo>
                    <a:pt x="85328" y="252676"/>
                  </a:lnTo>
                  <a:lnTo>
                    <a:pt x="89077" y="245758"/>
                  </a:lnTo>
                  <a:lnTo>
                    <a:pt x="86128" y="243899"/>
                  </a:lnTo>
                  <a:lnTo>
                    <a:pt x="86228" y="237629"/>
                  </a:lnTo>
                  <a:lnTo>
                    <a:pt x="89777" y="235082"/>
                  </a:lnTo>
                  <a:lnTo>
                    <a:pt x="91277" y="226824"/>
                  </a:lnTo>
                  <a:lnTo>
                    <a:pt x="90677" y="224860"/>
                  </a:lnTo>
                  <a:lnTo>
                    <a:pt x="82379" y="227165"/>
                  </a:lnTo>
                  <a:lnTo>
                    <a:pt x="71182" y="210975"/>
                  </a:lnTo>
                  <a:lnTo>
                    <a:pt x="70532" y="206325"/>
                  </a:lnTo>
                  <a:lnTo>
                    <a:pt x="74081" y="196385"/>
                  </a:lnTo>
                  <a:lnTo>
                    <a:pt x="79530" y="189875"/>
                  </a:lnTo>
                  <a:lnTo>
                    <a:pt x="85978" y="187700"/>
                  </a:lnTo>
                  <a:lnTo>
                    <a:pt x="71732" y="187961"/>
                  </a:lnTo>
                  <a:lnTo>
                    <a:pt x="60385" y="195951"/>
                  </a:lnTo>
                  <a:lnTo>
                    <a:pt x="55536" y="196038"/>
                  </a:lnTo>
                  <a:lnTo>
                    <a:pt x="52187" y="192828"/>
                  </a:lnTo>
                  <a:lnTo>
                    <a:pt x="44839" y="197078"/>
                  </a:lnTo>
                  <a:lnTo>
                    <a:pt x="36491" y="192828"/>
                  </a:lnTo>
                  <a:lnTo>
                    <a:pt x="33942" y="200367"/>
                  </a:lnTo>
                  <a:lnTo>
                    <a:pt x="27693" y="192307"/>
                  </a:lnTo>
                  <a:lnTo>
                    <a:pt x="26643" y="186045"/>
                  </a:lnTo>
                  <a:lnTo>
                    <a:pt x="29893" y="185958"/>
                  </a:lnTo>
                  <a:lnTo>
                    <a:pt x="40440" y="160967"/>
                  </a:lnTo>
                  <a:lnTo>
                    <a:pt x="39090" y="156195"/>
                  </a:lnTo>
                  <a:lnTo>
                    <a:pt x="34441" y="151234"/>
                  </a:lnTo>
                  <a:lnTo>
                    <a:pt x="35041" y="142611"/>
                  </a:lnTo>
                  <a:lnTo>
                    <a:pt x="36291" y="139847"/>
                  </a:lnTo>
                  <a:lnTo>
                    <a:pt x="42989" y="139401"/>
                  </a:lnTo>
                  <a:lnTo>
                    <a:pt x="35791" y="133770"/>
                  </a:lnTo>
                  <a:lnTo>
                    <a:pt x="36991" y="128481"/>
                  </a:lnTo>
                  <a:lnTo>
                    <a:pt x="33492" y="134933"/>
                  </a:lnTo>
                  <a:lnTo>
                    <a:pt x="28893" y="136990"/>
                  </a:lnTo>
                  <a:lnTo>
                    <a:pt x="25494" y="141898"/>
                  </a:lnTo>
                  <a:lnTo>
                    <a:pt x="24644" y="139847"/>
                  </a:lnTo>
                  <a:lnTo>
                    <a:pt x="25244" y="133053"/>
                  </a:lnTo>
                  <a:lnTo>
                    <a:pt x="31542" y="124707"/>
                  </a:lnTo>
                  <a:lnTo>
                    <a:pt x="20795" y="135380"/>
                  </a:lnTo>
                  <a:lnTo>
                    <a:pt x="19845" y="137615"/>
                  </a:lnTo>
                  <a:lnTo>
                    <a:pt x="20745" y="147772"/>
                  </a:lnTo>
                  <a:lnTo>
                    <a:pt x="15996" y="166431"/>
                  </a:lnTo>
                  <a:lnTo>
                    <a:pt x="13497" y="169509"/>
                  </a:lnTo>
                  <a:lnTo>
                    <a:pt x="10097" y="167750"/>
                  </a:lnTo>
                  <a:lnTo>
                    <a:pt x="12547" y="154956"/>
                  </a:lnTo>
                  <a:lnTo>
                    <a:pt x="17446" y="146172"/>
                  </a:lnTo>
                  <a:lnTo>
                    <a:pt x="14147" y="145638"/>
                  </a:lnTo>
                  <a:lnTo>
                    <a:pt x="14546" y="133591"/>
                  </a:lnTo>
                  <a:lnTo>
                    <a:pt x="16596" y="123898"/>
                  </a:lnTo>
                  <a:lnTo>
                    <a:pt x="20545" y="110626"/>
                  </a:lnTo>
                  <a:lnTo>
                    <a:pt x="26244" y="98355"/>
                  </a:lnTo>
                  <a:lnTo>
                    <a:pt x="13347" y="109720"/>
                  </a:lnTo>
                  <a:lnTo>
                    <a:pt x="7448" y="108269"/>
                  </a:lnTo>
                  <a:lnTo>
                    <a:pt x="5449" y="105999"/>
                  </a:lnTo>
                  <a:lnTo>
                    <a:pt x="4549" y="101817"/>
                  </a:lnTo>
                  <a:lnTo>
                    <a:pt x="0" y="100360"/>
                  </a:lnTo>
                  <a:lnTo>
                    <a:pt x="11147" y="93516"/>
                  </a:lnTo>
                  <a:lnTo>
                    <a:pt x="7548" y="90954"/>
                  </a:lnTo>
                  <a:lnTo>
                    <a:pt x="10997" y="88023"/>
                  </a:lnTo>
                  <a:lnTo>
                    <a:pt x="15046" y="80766"/>
                  </a:lnTo>
                  <a:lnTo>
                    <a:pt x="15846" y="74128"/>
                  </a:lnTo>
                  <a:lnTo>
                    <a:pt x="13247" y="68949"/>
                  </a:lnTo>
                  <a:lnTo>
                    <a:pt x="9398" y="66632"/>
                  </a:lnTo>
                  <a:lnTo>
                    <a:pt x="9198" y="61990"/>
                  </a:lnTo>
                  <a:lnTo>
                    <a:pt x="15296" y="57989"/>
                  </a:lnTo>
                  <a:lnTo>
                    <a:pt x="12597" y="56684"/>
                  </a:lnTo>
                  <a:lnTo>
                    <a:pt x="10747" y="51643"/>
                  </a:lnTo>
                  <a:lnTo>
                    <a:pt x="14546" y="40582"/>
                  </a:lnTo>
                  <a:lnTo>
                    <a:pt x="27093" y="40582"/>
                  </a:lnTo>
                  <a:lnTo>
                    <a:pt x="19995" y="30684"/>
                  </a:lnTo>
                  <a:lnTo>
                    <a:pt x="22045" y="21779"/>
                  </a:lnTo>
                  <a:lnTo>
                    <a:pt x="31242" y="20544"/>
                  </a:lnTo>
                  <a:lnTo>
                    <a:pt x="28943" y="14071"/>
                  </a:lnTo>
                  <a:lnTo>
                    <a:pt x="29593" y="6905"/>
                  </a:lnTo>
                  <a:lnTo>
                    <a:pt x="30992" y="4415"/>
                  </a:lnTo>
                  <a:lnTo>
                    <a:pt x="36741" y="4127"/>
                  </a:lnTo>
                  <a:lnTo>
                    <a:pt x="39340" y="7384"/>
                  </a:lnTo>
                  <a:lnTo>
                    <a:pt x="45588" y="4319"/>
                  </a:lnTo>
                  <a:lnTo>
                    <a:pt x="47188" y="7288"/>
                  </a:lnTo>
                  <a:lnTo>
                    <a:pt x="79780" y="0"/>
                  </a:lnTo>
                  <a:lnTo>
                    <a:pt x="85528" y="769"/>
                  </a:lnTo>
                  <a:lnTo>
                    <a:pt x="83879" y="12831"/>
                  </a:lnTo>
                  <a:lnTo>
                    <a:pt x="81080" y="17405"/>
                  </a:lnTo>
                  <a:lnTo>
                    <a:pt x="59485" y="36535"/>
                  </a:lnTo>
                  <a:lnTo>
                    <a:pt x="58236" y="42086"/>
                  </a:lnTo>
                  <a:lnTo>
                    <a:pt x="63184" y="43870"/>
                  </a:lnTo>
                  <a:lnTo>
                    <a:pt x="57036" y="51176"/>
                  </a:lnTo>
                  <a:lnTo>
                    <a:pt x="55486" y="56311"/>
                  </a:lnTo>
                  <a:lnTo>
                    <a:pt x="78830" y="49493"/>
                  </a:lnTo>
                  <a:lnTo>
                    <a:pt x="85978" y="51457"/>
                  </a:lnTo>
                  <a:lnTo>
                    <a:pt x="112721" y="49867"/>
                  </a:lnTo>
                  <a:lnTo>
                    <a:pt x="118470" y="54539"/>
                  </a:lnTo>
                  <a:lnTo>
                    <a:pt x="120869" y="61711"/>
                  </a:lnTo>
                  <a:lnTo>
                    <a:pt x="114221" y="72834"/>
                  </a:lnTo>
                  <a:lnTo>
                    <a:pt x="107522" y="92967"/>
                  </a:lnTo>
                  <a:lnTo>
                    <a:pt x="100874" y="104455"/>
                  </a:lnTo>
                  <a:lnTo>
                    <a:pt x="93226" y="112256"/>
                  </a:lnTo>
                  <a:lnTo>
                    <a:pt x="85678" y="113884"/>
                  </a:lnTo>
                  <a:lnTo>
                    <a:pt x="78380" y="118221"/>
                  </a:lnTo>
                  <a:lnTo>
                    <a:pt x="90177" y="116506"/>
                  </a:lnTo>
                  <a:lnTo>
                    <a:pt x="96625" y="120476"/>
                  </a:lnTo>
                  <a:lnTo>
                    <a:pt x="96026" y="123718"/>
                  </a:lnTo>
                  <a:lnTo>
                    <a:pt x="93426" y="126326"/>
                  </a:lnTo>
                  <a:lnTo>
                    <a:pt x="87578" y="126685"/>
                  </a:lnTo>
                  <a:lnTo>
                    <a:pt x="76931" y="135022"/>
                  </a:lnTo>
                  <a:lnTo>
                    <a:pt x="65084" y="131620"/>
                  </a:lnTo>
                  <a:lnTo>
                    <a:pt x="70132" y="135559"/>
                  </a:lnTo>
                  <a:lnTo>
                    <a:pt x="85628" y="138775"/>
                  </a:lnTo>
                  <a:lnTo>
                    <a:pt x="91527" y="135022"/>
                  </a:lnTo>
                  <a:lnTo>
                    <a:pt x="98125" y="135022"/>
                  </a:lnTo>
                  <a:lnTo>
                    <a:pt x="110672" y="141185"/>
                  </a:lnTo>
                  <a:lnTo>
                    <a:pt x="124318" y="157610"/>
                  </a:lnTo>
                  <a:lnTo>
                    <a:pt x="130817" y="184127"/>
                  </a:lnTo>
                  <a:lnTo>
                    <a:pt x="136065" y="199675"/>
                  </a:lnTo>
                  <a:lnTo>
                    <a:pt x="151661" y="209254"/>
                  </a:lnTo>
                  <a:lnTo>
                    <a:pt x="167957" y="227591"/>
                  </a:lnTo>
                  <a:lnTo>
                    <a:pt x="164608" y="232191"/>
                  </a:lnTo>
                  <a:lnTo>
                    <a:pt x="173506" y="251581"/>
                  </a:lnTo>
                  <a:lnTo>
                    <a:pt x="168257" y="249979"/>
                  </a:lnTo>
                  <a:lnTo>
                    <a:pt x="162809" y="245590"/>
                  </a:lnTo>
                  <a:lnTo>
                    <a:pt x="151962" y="246181"/>
                  </a:lnTo>
                  <a:lnTo>
                    <a:pt x="162159" y="247701"/>
                  </a:lnTo>
                  <a:lnTo>
                    <a:pt x="173856" y="258141"/>
                  </a:lnTo>
                  <a:lnTo>
                    <a:pt x="177855" y="264346"/>
                  </a:lnTo>
                  <a:lnTo>
                    <a:pt x="180204" y="272533"/>
                  </a:lnTo>
                  <a:lnTo>
                    <a:pt x="171556" y="284253"/>
                  </a:lnTo>
                  <a:lnTo>
                    <a:pt x="178055" y="288724"/>
                  </a:lnTo>
                  <a:lnTo>
                    <a:pt x="180904" y="287980"/>
                  </a:lnTo>
                  <a:lnTo>
                    <a:pt x="185803" y="281433"/>
                  </a:lnTo>
                  <a:lnTo>
                    <a:pt x="199599" y="281765"/>
                  </a:lnTo>
                  <a:lnTo>
                    <a:pt x="208697" y="284834"/>
                  </a:lnTo>
                  <a:lnTo>
                    <a:pt x="216295" y="291203"/>
                  </a:lnTo>
                  <a:lnTo>
                    <a:pt x="217944" y="294751"/>
                  </a:lnTo>
                  <a:lnTo>
                    <a:pt x="218794" y="304293"/>
                  </a:lnTo>
                  <a:lnTo>
                    <a:pt x="213595" y="321613"/>
                  </a:lnTo>
                  <a:lnTo>
                    <a:pt x="206897" y="327462"/>
                  </a:lnTo>
                  <a:lnTo>
                    <a:pt x="204548" y="326813"/>
                  </a:lnTo>
                  <a:lnTo>
                    <a:pt x="205697" y="332485"/>
                  </a:lnTo>
                  <a:lnTo>
                    <a:pt x="203298" y="334345"/>
                  </a:lnTo>
                  <a:lnTo>
                    <a:pt x="196850" y="334183"/>
                  </a:lnTo>
                  <a:lnTo>
                    <a:pt x="191201" y="337656"/>
                  </a:lnTo>
                  <a:lnTo>
                    <a:pt x="195250" y="339512"/>
                  </a:lnTo>
                  <a:lnTo>
                    <a:pt x="196050" y="341365"/>
                  </a:lnTo>
                  <a:lnTo>
                    <a:pt x="195050" y="344746"/>
                  </a:lnTo>
                  <a:lnTo>
                    <a:pt x="182104" y="349486"/>
                  </a:lnTo>
                  <a:lnTo>
                    <a:pt x="185003" y="348683"/>
                  </a:lnTo>
                  <a:lnTo>
                    <a:pt x="189352" y="353013"/>
                  </a:lnTo>
                  <a:lnTo>
                    <a:pt x="195000" y="354214"/>
                  </a:lnTo>
                  <a:lnTo>
                    <a:pt x="209596" y="354054"/>
                  </a:lnTo>
                  <a:lnTo>
                    <a:pt x="209097" y="362124"/>
                  </a:lnTo>
                  <a:lnTo>
                    <a:pt x="199299" y="368017"/>
                  </a:lnTo>
                  <a:lnTo>
                    <a:pt x="196950" y="373416"/>
                  </a:lnTo>
                  <a:lnTo>
                    <a:pt x="191751" y="373020"/>
                  </a:lnTo>
                  <a:lnTo>
                    <a:pt x="176005" y="380541"/>
                  </a:lnTo>
                  <a:lnTo>
                    <a:pt x="164658" y="378327"/>
                  </a:lnTo>
                  <a:lnTo>
                    <a:pt x="148512" y="380462"/>
                  </a:lnTo>
                  <a:lnTo>
                    <a:pt x="130967" y="374685"/>
                  </a:lnTo>
                  <a:lnTo>
                    <a:pt x="133266" y="378011"/>
                  </a:lnTo>
                  <a:lnTo>
                    <a:pt x="128167" y="381252"/>
                  </a:lnTo>
                  <a:lnTo>
                    <a:pt x="113921" y="382200"/>
                  </a:lnTo>
                  <a:lnTo>
                    <a:pt x="115820" y="386460"/>
                  </a:lnTo>
                  <a:lnTo>
                    <a:pt x="113771" y="387563"/>
                  </a:lnTo>
                  <a:lnTo>
                    <a:pt x="105023" y="386066"/>
                  </a:lnTo>
                  <a:lnTo>
                    <a:pt x="102724" y="387720"/>
                  </a:lnTo>
                  <a:lnTo>
                    <a:pt x="93176" y="383068"/>
                  </a:lnTo>
                  <a:lnTo>
                    <a:pt x="87028" y="382595"/>
                  </a:lnTo>
                  <a:lnTo>
                    <a:pt x="75781" y="386302"/>
                  </a:lnTo>
                  <a:lnTo>
                    <a:pt x="73532" y="390003"/>
                  </a:lnTo>
                  <a:lnTo>
                    <a:pt x="70782" y="399813"/>
                  </a:lnTo>
                  <a:lnTo>
                    <a:pt x="68133" y="403411"/>
                  </a:lnTo>
                  <a:lnTo>
                    <a:pt x="64984" y="403880"/>
                  </a:lnTo>
                  <a:lnTo>
                    <a:pt x="53837" y="396757"/>
                  </a:lnTo>
                  <a:lnTo>
                    <a:pt x="38990" y="401221"/>
                  </a:lnTo>
                  <a:lnTo>
                    <a:pt x="31192" y="406847"/>
                  </a:lnTo>
                  <a:lnTo>
                    <a:pt x="28143" y="412146"/>
                  </a:lnTo>
                  <a:lnTo>
                    <a:pt x="25194" y="412846"/>
                  </a:lnTo>
                  <a:lnTo>
                    <a:pt x="19395" y="409264"/>
                  </a:lnTo>
                  <a:lnTo>
                    <a:pt x="14197" y="411601"/>
                  </a:lnTo>
                  <a:lnTo>
                    <a:pt x="13247" y="408095"/>
                  </a:lnTo>
                  <a:lnTo>
                    <a:pt x="15596" y="405286"/>
                  </a:lnTo>
                  <a:lnTo>
                    <a:pt x="21944" y="403098"/>
                  </a:lnTo>
                  <a:lnTo>
                    <a:pt x="31342" y="392283"/>
                  </a:lnTo>
                  <a:lnTo>
                    <a:pt x="34391" y="390632"/>
                  </a:lnTo>
                  <a:lnTo>
                    <a:pt x="43039" y="379988"/>
                  </a:lnTo>
                  <a:lnTo>
                    <a:pt x="44689" y="371115"/>
                  </a:lnTo>
                  <a:lnTo>
                    <a:pt x="50987" y="368971"/>
                  </a:lnTo>
                  <a:lnTo>
                    <a:pt x="53986" y="361805"/>
                  </a:lnTo>
                  <a:lnTo>
                    <a:pt x="63584" y="359890"/>
                  </a:lnTo>
                  <a:lnTo>
                    <a:pt x="83229" y="361087"/>
                  </a:lnTo>
                  <a:lnTo>
                    <a:pt x="98375" y="343137"/>
                  </a:lnTo>
                  <a:lnTo>
                    <a:pt x="102724" y="337172"/>
                  </a:lnTo>
                  <a:lnTo>
                    <a:pt x="99774" y="3391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7" name="oPE_MapPart_GBR_2_187" descr="Vereinigtes Königreich">
              <a:extLst>
                <a:ext uri="{FF2B5EF4-FFF2-40B4-BE49-F238E27FC236}">
                  <a16:creationId xmlns:a16="http://schemas.microsoft.com/office/drawing/2014/main" id="{C93FC98A-F665-6715-F7F8-F71303175EE4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5869808" y="3324824"/>
              <a:ext cx="74281" cy="56683"/>
            </a:xfrm>
            <a:custGeom>
              <a:avLst/>
              <a:gdLst/>
              <a:ahLst/>
              <a:cxnLst/>
              <a:rect l="0" t="0" r="0" b="0"/>
              <a:pathLst>
                <a:path w="74281" h="56683">
                  <a:moveTo>
                    <a:pt x="53536" y="55319"/>
                  </a:moveTo>
                  <a:lnTo>
                    <a:pt x="41539" y="56682"/>
                  </a:lnTo>
                  <a:lnTo>
                    <a:pt x="40989" y="50711"/>
                  </a:lnTo>
                  <a:lnTo>
                    <a:pt x="37290" y="49344"/>
                  </a:lnTo>
                  <a:lnTo>
                    <a:pt x="35190" y="43865"/>
                  </a:lnTo>
                  <a:lnTo>
                    <a:pt x="30392" y="40090"/>
                  </a:lnTo>
                  <a:lnTo>
                    <a:pt x="26193" y="45151"/>
                  </a:lnTo>
                  <a:lnTo>
                    <a:pt x="27493" y="48147"/>
                  </a:lnTo>
                  <a:lnTo>
                    <a:pt x="22794" y="53187"/>
                  </a:lnTo>
                  <a:lnTo>
                    <a:pt x="14946" y="52675"/>
                  </a:lnTo>
                  <a:lnTo>
                    <a:pt x="8048" y="49258"/>
                  </a:lnTo>
                  <a:lnTo>
                    <a:pt x="7248" y="46007"/>
                  </a:lnTo>
                  <a:lnTo>
                    <a:pt x="0" y="37941"/>
                  </a:lnTo>
                  <a:lnTo>
                    <a:pt x="10847" y="31137"/>
                  </a:lnTo>
                  <a:lnTo>
                    <a:pt x="6498" y="26213"/>
                  </a:lnTo>
                  <a:lnTo>
                    <a:pt x="16495" y="22836"/>
                  </a:lnTo>
                  <a:lnTo>
                    <a:pt x="21344" y="10318"/>
                  </a:lnTo>
                  <a:lnTo>
                    <a:pt x="25743" y="7176"/>
                  </a:lnTo>
                  <a:lnTo>
                    <a:pt x="28992" y="9359"/>
                  </a:lnTo>
                  <a:lnTo>
                    <a:pt x="33241" y="2804"/>
                  </a:lnTo>
                  <a:lnTo>
                    <a:pt x="46388" y="0"/>
                  </a:lnTo>
                  <a:lnTo>
                    <a:pt x="55985" y="1139"/>
                  </a:lnTo>
                  <a:lnTo>
                    <a:pt x="63183" y="15718"/>
                  </a:lnTo>
                  <a:lnTo>
                    <a:pt x="67432" y="20495"/>
                  </a:lnTo>
                  <a:lnTo>
                    <a:pt x="67582" y="23356"/>
                  </a:lnTo>
                  <a:lnTo>
                    <a:pt x="62933" y="26905"/>
                  </a:lnTo>
                  <a:lnTo>
                    <a:pt x="62933" y="28979"/>
                  </a:lnTo>
                  <a:lnTo>
                    <a:pt x="71181" y="27855"/>
                  </a:lnTo>
                  <a:lnTo>
                    <a:pt x="74280" y="35704"/>
                  </a:lnTo>
                  <a:lnTo>
                    <a:pt x="73880" y="38543"/>
                  </a:lnTo>
                  <a:lnTo>
                    <a:pt x="68682" y="33379"/>
                  </a:lnTo>
                  <a:lnTo>
                    <a:pt x="69132" y="41378"/>
                  </a:lnTo>
                  <a:lnTo>
                    <a:pt x="71831" y="41893"/>
                  </a:lnTo>
                  <a:lnTo>
                    <a:pt x="70482" y="46607"/>
                  </a:lnTo>
                  <a:lnTo>
                    <a:pt x="64383" y="48318"/>
                  </a:lnTo>
                  <a:lnTo>
                    <a:pt x="61284" y="55319"/>
                  </a:lnTo>
                  <a:lnTo>
                    <a:pt x="56235" y="566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8" name="oPE_MapPart_GBR_3_188" descr="Vereinigtes Königreich">
              <a:extLst>
                <a:ext uri="{FF2B5EF4-FFF2-40B4-BE49-F238E27FC236}">
                  <a16:creationId xmlns:a16="http://schemas.microsoft.com/office/drawing/2014/main" id="{FDB68CBA-67A4-0FCE-C45A-6C6F8496B7B1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5898950" y="3158869"/>
              <a:ext cx="25045" cy="39667"/>
            </a:xfrm>
            <a:custGeom>
              <a:avLst/>
              <a:gdLst/>
              <a:ahLst/>
              <a:cxnLst/>
              <a:rect l="0" t="0" r="0" b="0"/>
              <a:pathLst>
                <a:path w="25045" h="39667">
                  <a:moveTo>
                    <a:pt x="24894" y="7448"/>
                  </a:moveTo>
                  <a:lnTo>
                    <a:pt x="21395" y="16669"/>
                  </a:lnTo>
                  <a:lnTo>
                    <a:pt x="15046" y="21688"/>
                  </a:lnTo>
                  <a:lnTo>
                    <a:pt x="19245" y="22634"/>
                  </a:lnTo>
                  <a:lnTo>
                    <a:pt x="18595" y="25467"/>
                  </a:lnTo>
                  <a:lnTo>
                    <a:pt x="3849" y="39666"/>
                  </a:lnTo>
                  <a:lnTo>
                    <a:pt x="350" y="36291"/>
                  </a:lnTo>
                  <a:lnTo>
                    <a:pt x="6648" y="30557"/>
                  </a:lnTo>
                  <a:lnTo>
                    <a:pt x="1050" y="26411"/>
                  </a:lnTo>
                  <a:lnTo>
                    <a:pt x="3049" y="23957"/>
                  </a:lnTo>
                  <a:lnTo>
                    <a:pt x="500" y="22445"/>
                  </a:lnTo>
                  <a:lnTo>
                    <a:pt x="0" y="19322"/>
                  </a:lnTo>
                  <a:lnTo>
                    <a:pt x="2299" y="14582"/>
                  </a:lnTo>
                  <a:lnTo>
                    <a:pt x="5798" y="16953"/>
                  </a:lnTo>
                  <a:lnTo>
                    <a:pt x="10247" y="16669"/>
                  </a:lnTo>
                  <a:lnTo>
                    <a:pt x="8848" y="10685"/>
                  </a:lnTo>
                  <a:lnTo>
                    <a:pt x="22194" y="861"/>
                  </a:lnTo>
                  <a:lnTo>
                    <a:pt x="23844" y="0"/>
                  </a:lnTo>
                  <a:lnTo>
                    <a:pt x="25044" y="36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9" name="oPE_MapPart_GBR_4_189" descr="Vereinigtes Königreich">
              <a:extLst>
                <a:ext uri="{FF2B5EF4-FFF2-40B4-BE49-F238E27FC236}">
                  <a16:creationId xmlns:a16="http://schemas.microsoft.com/office/drawing/2014/main" id="{9055814A-C5C8-214B-370B-7924D65F9463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5908248" y="3202839"/>
              <a:ext cx="30243" cy="31973"/>
            </a:xfrm>
            <a:custGeom>
              <a:avLst/>
              <a:gdLst/>
              <a:ahLst/>
              <a:cxnLst/>
              <a:rect l="0" t="0" r="0" b="0"/>
              <a:pathLst>
                <a:path w="30243" h="31973">
                  <a:moveTo>
                    <a:pt x="17095" y="8393"/>
                  </a:moveTo>
                  <a:lnTo>
                    <a:pt x="17345" y="18230"/>
                  </a:lnTo>
                  <a:lnTo>
                    <a:pt x="30242" y="21374"/>
                  </a:lnTo>
                  <a:lnTo>
                    <a:pt x="29542" y="24145"/>
                  </a:lnTo>
                  <a:lnTo>
                    <a:pt x="22544" y="31972"/>
                  </a:lnTo>
                  <a:lnTo>
                    <a:pt x="20694" y="31604"/>
                  </a:lnTo>
                  <a:lnTo>
                    <a:pt x="20195" y="24052"/>
                  </a:lnTo>
                  <a:lnTo>
                    <a:pt x="12146" y="23960"/>
                  </a:lnTo>
                  <a:lnTo>
                    <a:pt x="8847" y="17489"/>
                  </a:lnTo>
                  <a:lnTo>
                    <a:pt x="2349" y="15729"/>
                  </a:lnTo>
                  <a:lnTo>
                    <a:pt x="0" y="11647"/>
                  </a:lnTo>
                  <a:lnTo>
                    <a:pt x="1549" y="8858"/>
                  </a:lnTo>
                  <a:lnTo>
                    <a:pt x="4948" y="8300"/>
                  </a:lnTo>
                  <a:lnTo>
                    <a:pt x="3999" y="5413"/>
                  </a:lnTo>
                  <a:lnTo>
                    <a:pt x="10597" y="3268"/>
                  </a:lnTo>
                  <a:lnTo>
                    <a:pt x="11197" y="0"/>
                  </a:lnTo>
                  <a:lnTo>
                    <a:pt x="14246" y="841"/>
                  </a:lnTo>
                  <a:lnTo>
                    <a:pt x="16496" y="42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0" name="oPE_MapPart_GBR_5_190" descr="Vereinigtes Königreich">
              <a:extLst>
                <a:ext uri="{FF2B5EF4-FFF2-40B4-BE49-F238E27FC236}">
                  <a16:creationId xmlns:a16="http://schemas.microsoft.com/office/drawing/2014/main" id="{A5CD95F6-270D-1AC3-784E-C1409F508308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6049812" y="3043500"/>
              <a:ext cx="16946" cy="40295"/>
            </a:xfrm>
            <a:custGeom>
              <a:avLst/>
              <a:gdLst/>
              <a:ahLst/>
              <a:cxnLst/>
              <a:rect l="0" t="0" r="0" b="0"/>
              <a:pathLst>
                <a:path w="16946" h="40295">
                  <a:moveTo>
                    <a:pt x="9847" y="3968"/>
                  </a:moveTo>
                  <a:lnTo>
                    <a:pt x="10447" y="7927"/>
                  </a:lnTo>
                  <a:lnTo>
                    <a:pt x="11847" y="6913"/>
                  </a:lnTo>
                  <a:lnTo>
                    <a:pt x="14046" y="10765"/>
                  </a:lnTo>
                  <a:lnTo>
                    <a:pt x="16945" y="9245"/>
                  </a:lnTo>
                  <a:lnTo>
                    <a:pt x="12896" y="33706"/>
                  </a:lnTo>
                  <a:lnTo>
                    <a:pt x="10547" y="40294"/>
                  </a:lnTo>
                  <a:lnTo>
                    <a:pt x="8547" y="38998"/>
                  </a:lnTo>
                  <a:lnTo>
                    <a:pt x="10747" y="27697"/>
                  </a:lnTo>
                  <a:lnTo>
                    <a:pt x="9447" y="23579"/>
                  </a:lnTo>
                  <a:lnTo>
                    <a:pt x="5048" y="24383"/>
                  </a:lnTo>
                  <a:lnTo>
                    <a:pt x="4548" y="21667"/>
                  </a:lnTo>
                  <a:lnTo>
                    <a:pt x="599" y="20862"/>
                  </a:lnTo>
                  <a:lnTo>
                    <a:pt x="0" y="18343"/>
                  </a:lnTo>
                  <a:lnTo>
                    <a:pt x="7997" y="15517"/>
                  </a:lnTo>
                  <a:lnTo>
                    <a:pt x="5948" y="7826"/>
                  </a:lnTo>
                  <a:lnTo>
                    <a:pt x="2549" y="6406"/>
                  </a:lnTo>
                  <a:lnTo>
                    <a:pt x="6898" y="509"/>
                  </a:lnTo>
                  <a:lnTo>
                    <a:pt x="100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1" name="oPE_MapPart_GBR_6_191" descr="Vereinigtes Königreich">
              <a:extLst>
                <a:ext uri="{FF2B5EF4-FFF2-40B4-BE49-F238E27FC236}">
                  <a16:creationId xmlns:a16="http://schemas.microsoft.com/office/drawing/2014/main" id="{861CCDC3-64FF-7466-12DB-DEAF75A207CA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5920494" y="3255102"/>
              <a:ext cx="15547" cy="17738"/>
            </a:xfrm>
            <a:custGeom>
              <a:avLst/>
              <a:gdLst/>
              <a:ahLst/>
              <a:cxnLst/>
              <a:rect l="0" t="0" r="0" b="0"/>
              <a:pathLst>
                <a:path w="15547" h="17738">
                  <a:moveTo>
                    <a:pt x="15046" y="15213"/>
                  </a:moveTo>
                  <a:lnTo>
                    <a:pt x="200" y="17737"/>
                  </a:lnTo>
                  <a:lnTo>
                    <a:pt x="600" y="15394"/>
                  </a:lnTo>
                  <a:lnTo>
                    <a:pt x="3750" y="14582"/>
                  </a:lnTo>
                  <a:lnTo>
                    <a:pt x="5049" y="7803"/>
                  </a:lnTo>
                  <a:lnTo>
                    <a:pt x="0" y="3906"/>
                  </a:lnTo>
                  <a:lnTo>
                    <a:pt x="950" y="1727"/>
                  </a:lnTo>
                  <a:lnTo>
                    <a:pt x="6049" y="0"/>
                  </a:lnTo>
                  <a:lnTo>
                    <a:pt x="10348" y="5628"/>
                  </a:lnTo>
                  <a:lnTo>
                    <a:pt x="15546" y="78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2" name="oPE_MapPart_GBR_7_192" descr="Vereinigtes Königreich">
              <a:extLst>
                <a:ext uri="{FF2B5EF4-FFF2-40B4-BE49-F238E27FC236}">
                  <a16:creationId xmlns:a16="http://schemas.microsoft.com/office/drawing/2014/main" id="{3A52F845-AC4A-B048-73B2-10923B02B6FD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5969132" y="3411677"/>
              <a:ext cx="14398" cy="13126"/>
            </a:xfrm>
            <a:custGeom>
              <a:avLst/>
              <a:gdLst/>
              <a:ahLst/>
              <a:cxnLst/>
              <a:rect l="0" t="0" r="0" b="0"/>
              <a:pathLst>
                <a:path w="14398" h="13126">
                  <a:moveTo>
                    <a:pt x="10297" y="4441"/>
                  </a:moveTo>
                  <a:lnTo>
                    <a:pt x="14397" y="5194"/>
                  </a:lnTo>
                  <a:lnTo>
                    <a:pt x="13447" y="7117"/>
                  </a:lnTo>
                  <a:lnTo>
                    <a:pt x="5449" y="13125"/>
                  </a:lnTo>
                  <a:lnTo>
                    <a:pt x="2700" y="11208"/>
                  </a:lnTo>
                  <a:lnTo>
                    <a:pt x="400" y="7284"/>
                  </a:lnTo>
                  <a:lnTo>
                    <a:pt x="0" y="1426"/>
                  </a:lnTo>
                  <a:lnTo>
                    <a:pt x="70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3" name="oPE_MapPart_GBR_8_193" descr="Vereinigtes Königreich">
              <a:extLst>
                <a:ext uri="{FF2B5EF4-FFF2-40B4-BE49-F238E27FC236}">
                  <a16:creationId xmlns:a16="http://schemas.microsoft.com/office/drawing/2014/main" id="{D10F3C68-1A19-94CF-56CD-60F70AB4B4D3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5915746" y="3290860"/>
              <a:ext cx="12048" cy="15996"/>
            </a:xfrm>
            <a:custGeom>
              <a:avLst/>
              <a:gdLst/>
              <a:ahLst/>
              <a:cxnLst/>
              <a:rect l="0" t="0" r="0" b="0"/>
              <a:pathLst>
                <a:path w="12048" h="15996">
                  <a:moveTo>
                    <a:pt x="10047" y="0"/>
                  </a:moveTo>
                  <a:lnTo>
                    <a:pt x="12047" y="10323"/>
                  </a:lnTo>
                  <a:lnTo>
                    <a:pt x="11197" y="13515"/>
                  </a:lnTo>
                  <a:lnTo>
                    <a:pt x="5148" y="15995"/>
                  </a:lnTo>
                  <a:lnTo>
                    <a:pt x="6148" y="12895"/>
                  </a:lnTo>
                  <a:lnTo>
                    <a:pt x="5248" y="7481"/>
                  </a:lnTo>
                  <a:lnTo>
                    <a:pt x="0" y="11565"/>
                  </a:lnTo>
                  <a:lnTo>
                    <a:pt x="1249" y="4901"/>
                  </a:lnTo>
                  <a:lnTo>
                    <a:pt x="7648" y="13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4" name="oPE_MapPart_GBR_9_194" descr="Vereinigtes Königreich">
              <a:extLst>
                <a:ext uri="{FF2B5EF4-FFF2-40B4-BE49-F238E27FC236}">
                  <a16:creationId xmlns:a16="http://schemas.microsoft.com/office/drawing/2014/main" id="{A4267F6A-DE25-6D4A-4994-DB609B9C76A4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6002874" y="3124881"/>
              <a:ext cx="16396" cy="12432"/>
            </a:xfrm>
            <a:custGeom>
              <a:avLst/>
              <a:gdLst/>
              <a:ahLst/>
              <a:cxnLst/>
              <a:rect l="0" t="0" r="0" b="0"/>
              <a:pathLst>
                <a:path w="16396" h="12432">
                  <a:moveTo>
                    <a:pt x="8197" y="5838"/>
                  </a:moveTo>
                  <a:lnTo>
                    <a:pt x="14846" y="8361"/>
                  </a:lnTo>
                  <a:lnTo>
                    <a:pt x="16395" y="9816"/>
                  </a:lnTo>
                  <a:lnTo>
                    <a:pt x="15545" y="12431"/>
                  </a:lnTo>
                  <a:lnTo>
                    <a:pt x="4248" y="11463"/>
                  </a:lnTo>
                  <a:lnTo>
                    <a:pt x="3099" y="7391"/>
                  </a:lnTo>
                  <a:lnTo>
                    <a:pt x="599" y="8943"/>
                  </a:lnTo>
                  <a:lnTo>
                    <a:pt x="0" y="6420"/>
                  </a:lnTo>
                  <a:lnTo>
                    <a:pt x="1199" y="390"/>
                  </a:lnTo>
                  <a:lnTo>
                    <a:pt x="5448" y="0"/>
                  </a:lnTo>
                  <a:lnTo>
                    <a:pt x="9247" y="42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5" name="oPE_MapPart_GBR_10_195" descr="Vereinigtes Königreich">
              <a:extLst>
                <a:ext uri="{FF2B5EF4-FFF2-40B4-BE49-F238E27FC236}">
                  <a16:creationId xmlns:a16="http://schemas.microsoft.com/office/drawing/2014/main" id="{71C0F741-7792-D880-1E4C-BE13F64BEEEF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5946238" y="3301804"/>
              <a:ext cx="8299" cy="12824"/>
            </a:xfrm>
            <a:custGeom>
              <a:avLst/>
              <a:gdLst/>
              <a:ahLst/>
              <a:cxnLst/>
              <a:rect l="0" t="0" r="0" b="0"/>
              <a:pathLst>
                <a:path w="8299" h="12824">
                  <a:moveTo>
                    <a:pt x="7998" y="12823"/>
                  </a:moveTo>
                  <a:lnTo>
                    <a:pt x="1700" y="11236"/>
                  </a:lnTo>
                  <a:lnTo>
                    <a:pt x="0" y="4520"/>
                  </a:lnTo>
                  <a:lnTo>
                    <a:pt x="2049" y="0"/>
                  </a:lnTo>
                  <a:lnTo>
                    <a:pt x="5748" y="976"/>
                  </a:lnTo>
                  <a:lnTo>
                    <a:pt x="8298" y="106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6" name="oPE_MapPart_GBR_11_196" descr="Vereinigtes Königreich">
              <a:extLst>
                <a:ext uri="{FF2B5EF4-FFF2-40B4-BE49-F238E27FC236}">
                  <a16:creationId xmlns:a16="http://schemas.microsoft.com/office/drawing/2014/main" id="{EA3288B3-A208-CFBD-908A-6E5ACBC66A96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6052561" y="3531248"/>
              <a:ext cx="13847" cy="8048"/>
            </a:xfrm>
            <a:custGeom>
              <a:avLst/>
              <a:gdLst/>
              <a:ahLst/>
              <a:cxnLst/>
              <a:rect l="0" t="0" r="0" b="0"/>
              <a:pathLst>
                <a:path w="13847" h="8048">
                  <a:moveTo>
                    <a:pt x="13846" y="3633"/>
                  </a:moveTo>
                  <a:lnTo>
                    <a:pt x="8697" y="8047"/>
                  </a:lnTo>
                  <a:lnTo>
                    <a:pt x="0" y="4658"/>
                  </a:lnTo>
                  <a:lnTo>
                    <a:pt x="6998" y="0"/>
                  </a:lnTo>
                  <a:lnTo>
                    <a:pt x="11647" y="165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7" name="oPE_MapPart_GBR_12_197" descr="Vereinigtes Königreich">
              <a:extLst>
                <a:ext uri="{FF2B5EF4-FFF2-40B4-BE49-F238E27FC236}">
                  <a16:creationId xmlns:a16="http://schemas.microsoft.com/office/drawing/2014/main" id="{17EAB89F-0A0E-D00E-52DF-4D5CF0B7311D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5887303" y="3201998"/>
              <a:ext cx="11748" cy="7745"/>
            </a:xfrm>
            <a:custGeom>
              <a:avLst/>
              <a:gdLst/>
              <a:ahLst/>
              <a:cxnLst/>
              <a:rect l="0" t="0" r="0" b="0"/>
              <a:pathLst>
                <a:path w="11748" h="7745">
                  <a:moveTo>
                    <a:pt x="8598" y="0"/>
                  </a:moveTo>
                  <a:lnTo>
                    <a:pt x="11747" y="2896"/>
                  </a:lnTo>
                  <a:lnTo>
                    <a:pt x="9248" y="7744"/>
                  </a:lnTo>
                  <a:lnTo>
                    <a:pt x="5399" y="7744"/>
                  </a:lnTo>
                  <a:lnTo>
                    <a:pt x="0" y="4203"/>
                  </a:lnTo>
                  <a:lnTo>
                    <a:pt x="1250" y="1589"/>
                  </a:lnTo>
                  <a:lnTo>
                    <a:pt x="6748" y="13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8" name="oPE_MapPart_GBR_13_198" descr="Vereinigtes Königreich">
              <a:extLst>
                <a:ext uri="{FF2B5EF4-FFF2-40B4-BE49-F238E27FC236}">
                  <a16:creationId xmlns:a16="http://schemas.microsoft.com/office/drawing/2014/main" id="{D0AF224E-29F6-0F5B-239B-B14492E394D1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5889853" y="3217641"/>
              <a:ext cx="4899" cy="13584"/>
            </a:xfrm>
            <a:custGeom>
              <a:avLst/>
              <a:gdLst/>
              <a:ahLst/>
              <a:cxnLst/>
              <a:rect l="0" t="0" r="0" b="0"/>
              <a:pathLst>
                <a:path w="4899" h="13584">
                  <a:moveTo>
                    <a:pt x="4798" y="13583"/>
                  </a:moveTo>
                  <a:lnTo>
                    <a:pt x="1149" y="12846"/>
                  </a:lnTo>
                  <a:lnTo>
                    <a:pt x="0" y="7773"/>
                  </a:lnTo>
                  <a:lnTo>
                    <a:pt x="349" y="0"/>
                  </a:lnTo>
                  <a:lnTo>
                    <a:pt x="4348" y="464"/>
                  </a:lnTo>
                  <a:lnTo>
                    <a:pt x="4898" y="130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9" name="oPE_MapPart_GBR_14_199" descr="Vereinigtes Königreich">
              <a:extLst>
                <a:ext uri="{FF2B5EF4-FFF2-40B4-BE49-F238E27FC236}">
                  <a16:creationId xmlns:a16="http://schemas.microsoft.com/office/drawing/2014/main" id="{78DDACCF-67E1-839D-2DEE-E7849E45FEFB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5927393" y="3281557"/>
              <a:ext cx="9598" cy="15451"/>
            </a:xfrm>
            <a:custGeom>
              <a:avLst/>
              <a:gdLst/>
              <a:ahLst/>
              <a:cxnLst/>
              <a:rect l="0" t="0" r="0" b="0"/>
              <a:pathLst>
                <a:path w="9598" h="15451">
                  <a:moveTo>
                    <a:pt x="2799" y="15094"/>
                  </a:moveTo>
                  <a:lnTo>
                    <a:pt x="850" y="15450"/>
                  </a:lnTo>
                  <a:lnTo>
                    <a:pt x="0" y="11175"/>
                  </a:lnTo>
                  <a:lnTo>
                    <a:pt x="4448" y="7160"/>
                  </a:lnTo>
                  <a:lnTo>
                    <a:pt x="2799" y="6266"/>
                  </a:lnTo>
                  <a:lnTo>
                    <a:pt x="3699" y="3673"/>
                  </a:lnTo>
                  <a:lnTo>
                    <a:pt x="9597" y="0"/>
                  </a:lnTo>
                  <a:lnTo>
                    <a:pt x="7598" y="56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0" name="oPE_MapPart_GBR_15_200" descr="Vereinigtes Königreich">
              <a:extLst>
                <a:ext uri="{FF2B5EF4-FFF2-40B4-BE49-F238E27FC236}">
                  <a16:creationId xmlns:a16="http://schemas.microsoft.com/office/drawing/2014/main" id="{066A3DF7-A9AF-1BF6-FA67-B8A82A747082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6063608" y="3037174"/>
              <a:ext cx="4600" cy="11616"/>
            </a:xfrm>
            <a:custGeom>
              <a:avLst/>
              <a:gdLst/>
              <a:ahLst/>
              <a:cxnLst/>
              <a:rect l="0" t="0" r="0" b="0"/>
              <a:pathLst>
                <a:path w="4600" h="11616">
                  <a:moveTo>
                    <a:pt x="3449" y="11615"/>
                  </a:moveTo>
                  <a:lnTo>
                    <a:pt x="0" y="6530"/>
                  </a:lnTo>
                  <a:lnTo>
                    <a:pt x="2049" y="0"/>
                  </a:lnTo>
                  <a:lnTo>
                    <a:pt x="4449" y="205"/>
                  </a:lnTo>
                  <a:lnTo>
                    <a:pt x="4599" y="3472"/>
                  </a:lnTo>
                  <a:lnTo>
                    <a:pt x="3249" y="4084"/>
                  </a:lnTo>
                  <a:lnTo>
                    <a:pt x="3649" y="107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1" name="oPE_MapPart_GBR_16_201" descr="Vereinigtes Königreich">
              <a:extLst>
                <a:ext uri="{FF2B5EF4-FFF2-40B4-BE49-F238E27FC236}">
                  <a16:creationId xmlns:a16="http://schemas.microsoft.com/office/drawing/2014/main" id="{67D3D946-B149-FBB4-B417-845DF0DD0688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6011221" y="3113445"/>
              <a:ext cx="9249" cy="10073"/>
            </a:xfrm>
            <a:custGeom>
              <a:avLst/>
              <a:gdLst/>
              <a:ahLst/>
              <a:cxnLst/>
              <a:rect l="0" t="0" r="0" b="0"/>
              <a:pathLst>
                <a:path w="9249" h="10073">
                  <a:moveTo>
                    <a:pt x="8998" y="8706"/>
                  </a:moveTo>
                  <a:lnTo>
                    <a:pt x="6599" y="10072"/>
                  </a:lnTo>
                  <a:lnTo>
                    <a:pt x="5299" y="5482"/>
                  </a:lnTo>
                  <a:lnTo>
                    <a:pt x="0" y="1274"/>
                  </a:lnTo>
                  <a:lnTo>
                    <a:pt x="2150" y="0"/>
                  </a:lnTo>
                  <a:lnTo>
                    <a:pt x="9248" y="69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2" name="oPE_MapPart_VAT_1_202" descr="Vatikanstadt">
              <a:extLst>
                <a:ext uri="{FF2B5EF4-FFF2-40B4-BE49-F238E27FC236}">
                  <a16:creationId xmlns:a16="http://schemas.microsoft.com/office/drawing/2014/main" id="{39181567-6E94-C6E7-88FD-E3B3B08891A1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6426315" y="3869093"/>
              <a:ext cx="29943" cy="40297"/>
            </a:xfrm>
            <a:custGeom>
              <a:avLst/>
              <a:gdLst/>
              <a:ahLst/>
              <a:cxnLst/>
              <a:rect l="0" t="0" r="0" b="0"/>
              <a:pathLst>
                <a:path w="29943" h="40297">
                  <a:moveTo>
                    <a:pt x="0" y="0"/>
                  </a:moveTo>
                  <a:lnTo>
                    <a:pt x="29942" y="0"/>
                  </a:lnTo>
                  <a:lnTo>
                    <a:pt x="29942" y="40296"/>
                  </a:lnTo>
                  <a:lnTo>
                    <a:pt x="0" y="402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3" name="oPE_MapPart_ALD_1_203" descr="Åland">
              <a:extLst>
                <a:ext uri="{FF2B5EF4-FFF2-40B4-BE49-F238E27FC236}">
                  <a16:creationId xmlns:a16="http://schemas.microsoft.com/office/drawing/2014/main" id="{A1A20E0B-3449-336E-3B25-360F2A359373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6638461" y="3035027"/>
              <a:ext cx="29993" cy="60389"/>
            </a:xfrm>
            <a:custGeom>
              <a:avLst/>
              <a:gdLst/>
              <a:ahLst/>
              <a:cxnLst/>
              <a:rect l="0" t="0" r="0" b="0"/>
              <a:pathLst>
                <a:path w="29993" h="60389">
                  <a:moveTo>
                    <a:pt x="0" y="0"/>
                  </a:moveTo>
                  <a:lnTo>
                    <a:pt x="29992" y="0"/>
                  </a:lnTo>
                  <a:lnTo>
                    <a:pt x="29992" y="60388"/>
                  </a:lnTo>
                  <a:lnTo>
                    <a:pt x="0" y="603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748842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oPE_Map_CONTINENT_NORTH_AMERICA_135" descr="North America – Countries and Territories">
            <a:extLst>
              <a:ext uri="{FF2B5EF4-FFF2-40B4-BE49-F238E27FC236}">
                <a16:creationId xmlns:a16="http://schemas.microsoft.com/office/drawing/2014/main" id="{4EC09E59-2274-3D97-0714-AAFE565CA50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589741" y="960120"/>
            <a:ext cx="5012519" cy="4937761"/>
            <a:chOff x="3589741" y="960120"/>
            <a:chExt cx="5012519" cy="4937761"/>
          </a:xfrm>
        </p:grpSpPr>
        <p:sp>
          <p:nvSpPr>
            <p:cNvPr id="2" name="oPE_MapPart_AIA_1_2" descr="Anguilla">
              <a:extLst>
                <a:ext uri="{FF2B5EF4-FFF2-40B4-BE49-F238E27FC236}">
                  <a16:creationId xmlns:a16="http://schemas.microsoft.com/office/drawing/2014/main" id="{173365A7-EA85-28B2-5A48-9FD29FDCA75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6971511" y="5527129"/>
              <a:ext cx="33752" cy="35536"/>
            </a:xfrm>
            <a:custGeom>
              <a:avLst/>
              <a:gdLst/>
              <a:ahLst/>
              <a:cxnLst/>
              <a:rect l="0" t="0" r="0" b="0"/>
              <a:pathLst>
                <a:path w="33752" h="35536">
                  <a:moveTo>
                    <a:pt x="0" y="0"/>
                  </a:moveTo>
                  <a:lnTo>
                    <a:pt x="33751" y="0"/>
                  </a:lnTo>
                  <a:lnTo>
                    <a:pt x="33751" y="35535"/>
                  </a:lnTo>
                  <a:lnTo>
                    <a:pt x="0" y="355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oPE_MapPart_ATG_1_3" descr="Antigua und Barbuda">
              <a:extLst>
                <a:ext uri="{FF2B5EF4-FFF2-40B4-BE49-F238E27FC236}">
                  <a16:creationId xmlns:a16="http://schemas.microsoft.com/office/drawing/2014/main" id="{FDB9C6A6-069D-2E50-EC7C-FC120D04A1E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7011620" y="5555515"/>
              <a:ext cx="33753" cy="35364"/>
            </a:xfrm>
            <a:custGeom>
              <a:avLst/>
              <a:gdLst/>
              <a:ahLst/>
              <a:cxnLst/>
              <a:rect l="0" t="0" r="0" b="0"/>
              <a:pathLst>
                <a:path w="33753" h="35364">
                  <a:moveTo>
                    <a:pt x="0" y="0"/>
                  </a:moveTo>
                  <a:lnTo>
                    <a:pt x="33752" y="0"/>
                  </a:lnTo>
                  <a:lnTo>
                    <a:pt x="33752" y="35363"/>
                  </a:lnTo>
                  <a:lnTo>
                    <a:pt x="0" y="353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oPE_MapPart_ABW_1_4" descr="Aruba">
              <a:extLst>
                <a:ext uri="{FF2B5EF4-FFF2-40B4-BE49-F238E27FC236}">
                  <a16:creationId xmlns:a16="http://schemas.microsoft.com/office/drawing/2014/main" id="{A24DEEE8-6AB7-6C3D-6540-BAB15A35AFC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755495" y="5712412"/>
              <a:ext cx="33753" cy="34575"/>
            </a:xfrm>
            <a:custGeom>
              <a:avLst/>
              <a:gdLst/>
              <a:ahLst/>
              <a:cxnLst/>
              <a:rect l="0" t="0" r="0" b="0"/>
              <a:pathLst>
                <a:path w="33753" h="34575">
                  <a:moveTo>
                    <a:pt x="0" y="0"/>
                  </a:moveTo>
                  <a:lnTo>
                    <a:pt x="33752" y="0"/>
                  </a:lnTo>
                  <a:lnTo>
                    <a:pt x="33752" y="34574"/>
                  </a:lnTo>
                  <a:lnTo>
                    <a:pt x="0" y="3457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oPE_MapPart_BRB_1_5" descr="Barbados">
              <a:extLst>
                <a:ext uri="{FF2B5EF4-FFF2-40B4-BE49-F238E27FC236}">
                  <a16:creationId xmlns:a16="http://schemas.microsoft.com/office/drawing/2014/main" id="{1452F259-7662-38A2-DD55-CAC808BEEAC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081937" y="5690495"/>
              <a:ext cx="33754" cy="34670"/>
            </a:xfrm>
            <a:custGeom>
              <a:avLst/>
              <a:gdLst/>
              <a:ahLst/>
              <a:cxnLst/>
              <a:rect l="0" t="0" r="0" b="0"/>
              <a:pathLst>
                <a:path w="33754" h="34670">
                  <a:moveTo>
                    <a:pt x="0" y="0"/>
                  </a:moveTo>
                  <a:lnTo>
                    <a:pt x="33753" y="0"/>
                  </a:lnTo>
                  <a:lnTo>
                    <a:pt x="33753" y="34669"/>
                  </a:lnTo>
                  <a:lnTo>
                    <a:pt x="0" y="3466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PE_MapPart_BLZ_1_6" descr="Belize">
              <a:extLst>
                <a:ext uri="{FF2B5EF4-FFF2-40B4-BE49-F238E27FC236}">
                  <a16:creationId xmlns:a16="http://schemas.microsoft.com/office/drawing/2014/main" id="{89466CE0-AA5B-82C9-41FA-63597672F10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170621" y="5536390"/>
              <a:ext cx="36004" cy="84623"/>
            </a:xfrm>
            <a:custGeom>
              <a:avLst/>
              <a:gdLst/>
              <a:ahLst/>
              <a:cxnLst/>
              <a:rect l="0" t="0" r="0" b="0"/>
              <a:pathLst>
                <a:path w="36004" h="84623">
                  <a:moveTo>
                    <a:pt x="2363" y="21785"/>
                  </a:moveTo>
                  <a:lnTo>
                    <a:pt x="3207" y="16642"/>
                  </a:lnTo>
                  <a:lnTo>
                    <a:pt x="5851" y="15696"/>
                  </a:lnTo>
                  <a:lnTo>
                    <a:pt x="10576" y="18475"/>
                  </a:lnTo>
                  <a:lnTo>
                    <a:pt x="13445" y="16819"/>
                  </a:lnTo>
                  <a:lnTo>
                    <a:pt x="22333" y="1008"/>
                  </a:lnTo>
                  <a:lnTo>
                    <a:pt x="24246" y="0"/>
                  </a:lnTo>
                  <a:lnTo>
                    <a:pt x="29421" y="177"/>
                  </a:lnTo>
                  <a:lnTo>
                    <a:pt x="27733" y="3913"/>
                  </a:lnTo>
                  <a:lnTo>
                    <a:pt x="34596" y="4150"/>
                  </a:lnTo>
                  <a:lnTo>
                    <a:pt x="36003" y="8238"/>
                  </a:lnTo>
                  <a:lnTo>
                    <a:pt x="30152" y="28517"/>
                  </a:lnTo>
                  <a:lnTo>
                    <a:pt x="32290" y="31585"/>
                  </a:lnTo>
                  <a:lnTo>
                    <a:pt x="29646" y="38247"/>
                  </a:lnTo>
                  <a:lnTo>
                    <a:pt x="30490" y="49667"/>
                  </a:lnTo>
                  <a:lnTo>
                    <a:pt x="28859" y="60479"/>
                  </a:lnTo>
                  <a:lnTo>
                    <a:pt x="21096" y="71624"/>
                  </a:lnTo>
                  <a:lnTo>
                    <a:pt x="16933" y="73031"/>
                  </a:lnTo>
                  <a:lnTo>
                    <a:pt x="11195" y="80527"/>
                  </a:lnTo>
                  <a:lnTo>
                    <a:pt x="10689" y="84622"/>
                  </a:lnTo>
                  <a:lnTo>
                    <a:pt x="0" y="84506"/>
                  </a:lnTo>
                  <a:lnTo>
                    <a:pt x="2082" y="297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PE_MapPart_BLZ_2_7" descr="Belize">
              <a:extLst>
                <a:ext uri="{FF2B5EF4-FFF2-40B4-BE49-F238E27FC236}">
                  <a16:creationId xmlns:a16="http://schemas.microsoft.com/office/drawing/2014/main" id="{FC19EC5B-934C-3672-B38A-5DF5CC0FC61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209324" y="5546996"/>
              <a:ext cx="4670" cy="8166"/>
            </a:xfrm>
            <a:custGeom>
              <a:avLst/>
              <a:gdLst/>
              <a:ahLst/>
              <a:cxnLst/>
              <a:rect l="0" t="0" r="0" b="0"/>
              <a:pathLst>
                <a:path w="4670" h="8166">
                  <a:moveTo>
                    <a:pt x="1519" y="7573"/>
                  </a:moveTo>
                  <a:lnTo>
                    <a:pt x="0" y="8165"/>
                  </a:lnTo>
                  <a:lnTo>
                    <a:pt x="3150" y="0"/>
                  </a:lnTo>
                  <a:lnTo>
                    <a:pt x="4669" y="47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PE_MapPart_BLZ_3_8" descr="Belize">
              <a:extLst>
                <a:ext uri="{FF2B5EF4-FFF2-40B4-BE49-F238E27FC236}">
                  <a16:creationId xmlns:a16="http://schemas.microsoft.com/office/drawing/2014/main" id="{90D56542-9F12-5687-8EBA-5FE2E809A7C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211293" y="5566972"/>
              <a:ext cx="4276" cy="8609"/>
            </a:xfrm>
            <a:custGeom>
              <a:avLst/>
              <a:gdLst/>
              <a:ahLst/>
              <a:cxnLst/>
              <a:rect l="0" t="0" r="0" b="0"/>
              <a:pathLst>
                <a:path w="4276" h="8609">
                  <a:moveTo>
                    <a:pt x="2587" y="4070"/>
                  </a:moveTo>
                  <a:lnTo>
                    <a:pt x="169" y="8608"/>
                  </a:lnTo>
                  <a:lnTo>
                    <a:pt x="0" y="7312"/>
                  </a:lnTo>
                  <a:lnTo>
                    <a:pt x="3432" y="0"/>
                  </a:lnTo>
                  <a:lnTo>
                    <a:pt x="4275" y="21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PE_MapPart_BMU_1_9" descr="Bermuda">
              <a:extLst>
                <a:ext uri="{FF2B5EF4-FFF2-40B4-BE49-F238E27FC236}">
                  <a16:creationId xmlns:a16="http://schemas.microsoft.com/office/drawing/2014/main" id="{F757E010-4A1F-D7A1-3621-91E1D8AC7CD1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918519" y="5035448"/>
              <a:ext cx="33754" cy="39946"/>
            </a:xfrm>
            <a:custGeom>
              <a:avLst/>
              <a:gdLst/>
              <a:ahLst/>
              <a:cxnLst/>
              <a:rect l="0" t="0" r="0" b="0"/>
              <a:pathLst>
                <a:path w="33754" h="39946">
                  <a:moveTo>
                    <a:pt x="0" y="0"/>
                  </a:moveTo>
                  <a:lnTo>
                    <a:pt x="33753" y="0"/>
                  </a:lnTo>
                  <a:lnTo>
                    <a:pt x="33753" y="39945"/>
                  </a:lnTo>
                  <a:lnTo>
                    <a:pt x="0" y="399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oPE_MapPart_VGB_1_10" descr="Britische Jungferninseln">
              <a:extLst>
                <a:ext uri="{FF2B5EF4-FFF2-40B4-BE49-F238E27FC236}">
                  <a16:creationId xmlns:a16="http://schemas.microsoft.com/office/drawing/2014/main" id="{5022B693-2E1D-3167-04F7-89BF85CE660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927295" y="5515235"/>
              <a:ext cx="33753" cy="35609"/>
            </a:xfrm>
            <a:custGeom>
              <a:avLst/>
              <a:gdLst/>
              <a:ahLst/>
              <a:cxnLst/>
              <a:rect l="0" t="0" r="0" b="0"/>
              <a:pathLst>
                <a:path w="33753" h="35609">
                  <a:moveTo>
                    <a:pt x="0" y="0"/>
                  </a:moveTo>
                  <a:lnTo>
                    <a:pt x="33752" y="0"/>
                  </a:lnTo>
                  <a:lnTo>
                    <a:pt x="33752" y="35608"/>
                  </a:lnTo>
                  <a:lnTo>
                    <a:pt x="0" y="356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oPE_MapPart_CAN_1_11" descr="Kanada">
              <a:extLst>
                <a:ext uri="{FF2B5EF4-FFF2-40B4-BE49-F238E27FC236}">
                  <a16:creationId xmlns:a16="http://schemas.microsoft.com/office/drawing/2014/main" id="{BEE19D0C-BDA3-7B43-D73D-B8857C61CB14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4552810" y="2825755"/>
              <a:ext cx="2666219" cy="1863064"/>
            </a:xfrm>
            <a:custGeom>
              <a:avLst/>
              <a:gdLst/>
              <a:ahLst/>
              <a:cxnLst/>
              <a:rect l="0" t="0" r="0" b="0"/>
              <a:pathLst>
                <a:path w="2666219" h="1863064">
                  <a:moveTo>
                    <a:pt x="343094" y="1182620"/>
                  </a:moveTo>
                  <a:lnTo>
                    <a:pt x="343150" y="1175588"/>
                  </a:lnTo>
                  <a:lnTo>
                    <a:pt x="340788" y="1170247"/>
                  </a:lnTo>
                  <a:lnTo>
                    <a:pt x="337188" y="1171760"/>
                  </a:lnTo>
                  <a:lnTo>
                    <a:pt x="330943" y="1169541"/>
                  </a:lnTo>
                  <a:lnTo>
                    <a:pt x="328974" y="1163477"/>
                  </a:lnTo>
                  <a:lnTo>
                    <a:pt x="323574" y="1161554"/>
                  </a:lnTo>
                  <a:lnTo>
                    <a:pt x="320705" y="1157295"/>
                  </a:lnTo>
                  <a:lnTo>
                    <a:pt x="310017" y="1153639"/>
                  </a:lnTo>
                  <a:lnTo>
                    <a:pt x="294659" y="1142630"/>
                  </a:lnTo>
                  <a:lnTo>
                    <a:pt x="286840" y="1143141"/>
                  </a:lnTo>
                  <a:lnTo>
                    <a:pt x="286559" y="1137720"/>
                  </a:lnTo>
                  <a:lnTo>
                    <a:pt x="284927" y="1134542"/>
                  </a:lnTo>
                  <a:lnTo>
                    <a:pt x="285546" y="1131565"/>
                  </a:lnTo>
                  <a:lnTo>
                    <a:pt x="278121" y="1127967"/>
                  </a:lnTo>
                  <a:lnTo>
                    <a:pt x="280371" y="1118274"/>
                  </a:lnTo>
                  <a:lnTo>
                    <a:pt x="270808" y="1115170"/>
                  </a:lnTo>
                  <a:lnTo>
                    <a:pt x="274126" y="1108328"/>
                  </a:lnTo>
                  <a:lnTo>
                    <a:pt x="236886" y="1041663"/>
                  </a:lnTo>
                  <a:lnTo>
                    <a:pt x="237562" y="1037265"/>
                  </a:lnTo>
                  <a:lnTo>
                    <a:pt x="224454" y="1019579"/>
                  </a:lnTo>
                  <a:lnTo>
                    <a:pt x="209603" y="1007959"/>
                  </a:lnTo>
                  <a:lnTo>
                    <a:pt x="205103" y="996603"/>
                  </a:lnTo>
                  <a:lnTo>
                    <a:pt x="189352" y="984193"/>
                  </a:lnTo>
                  <a:lnTo>
                    <a:pt x="185358" y="974809"/>
                  </a:lnTo>
                  <a:lnTo>
                    <a:pt x="186033" y="966383"/>
                  </a:lnTo>
                  <a:lnTo>
                    <a:pt x="172757" y="953121"/>
                  </a:lnTo>
                  <a:lnTo>
                    <a:pt x="158412" y="961155"/>
                  </a:lnTo>
                  <a:lnTo>
                    <a:pt x="146318" y="964716"/>
                  </a:lnTo>
                  <a:lnTo>
                    <a:pt x="148624" y="969159"/>
                  </a:lnTo>
                  <a:lnTo>
                    <a:pt x="145474" y="973924"/>
                  </a:lnTo>
                  <a:lnTo>
                    <a:pt x="141761" y="973703"/>
                  </a:lnTo>
                  <a:lnTo>
                    <a:pt x="141761" y="984743"/>
                  </a:lnTo>
                  <a:lnTo>
                    <a:pt x="138273" y="992548"/>
                  </a:lnTo>
                  <a:lnTo>
                    <a:pt x="130960" y="992657"/>
                  </a:lnTo>
                  <a:lnTo>
                    <a:pt x="111384" y="1007632"/>
                  </a:lnTo>
                  <a:lnTo>
                    <a:pt x="108852" y="1006870"/>
                  </a:lnTo>
                  <a:lnTo>
                    <a:pt x="109977" y="1002288"/>
                  </a:lnTo>
                  <a:lnTo>
                    <a:pt x="106546" y="988045"/>
                  </a:lnTo>
                  <a:lnTo>
                    <a:pt x="74087" y="954015"/>
                  </a:lnTo>
                  <a:lnTo>
                    <a:pt x="71781" y="946289"/>
                  </a:lnTo>
                  <a:lnTo>
                    <a:pt x="61261" y="940560"/>
                  </a:lnTo>
                  <a:lnTo>
                    <a:pt x="56817" y="934928"/>
                  </a:lnTo>
                  <a:lnTo>
                    <a:pt x="60136" y="918622"/>
                  </a:lnTo>
                  <a:lnTo>
                    <a:pt x="41460" y="919531"/>
                  </a:lnTo>
                  <a:lnTo>
                    <a:pt x="32178" y="928715"/>
                  </a:lnTo>
                  <a:lnTo>
                    <a:pt x="17214" y="921348"/>
                  </a:lnTo>
                  <a:lnTo>
                    <a:pt x="14908" y="926451"/>
                  </a:lnTo>
                  <a:lnTo>
                    <a:pt x="0" y="921348"/>
                  </a:lnTo>
                  <a:lnTo>
                    <a:pt x="0" y="222513"/>
                  </a:lnTo>
                  <a:lnTo>
                    <a:pt x="18677" y="226876"/>
                  </a:lnTo>
                  <a:lnTo>
                    <a:pt x="32065" y="225099"/>
                  </a:lnTo>
                  <a:lnTo>
                    <a:pt x="56930" y="234607"/>
                  </a:lnTo>
                  <a:lnTo>
                    <a:pt x="72287" y="252368"/>
                  </a:lnTo>
                  <a:lnTo>
                    <a:pt x="89838" y="266806"/>
                  </a:lnTo>
                  <a:lnTo>
                    <a:pt x="116953" y="283332"/>
                  </a:lnTo>
                  <a:lnTo>
                    <a:pt x="133942" y="289746"/>
                  </a:lnTo>
                  <a:lnTo>
                    <a:pt x="152506" y="290371"/>
                  </a:lnTo>
                  <a:lnTo>
                    <a:pt x="179507" y="307470"/>
                  </a:lnTo>
                  <a:lnTo>
                    <a:pt x="174051" y="293803"/>
                  </a:lnTo>
                  <a:lnTo>
                    <a:pt x="159650" y="286464"/>
                  </a:lnTo>
                  <a:lnTo>
                    <a:pt x="158693" y="280823"/>
                  </a:lnTo>
                  <a:lnTo>
                    <a:pt x="169606" y="277839"/>
                  </a:lnTo>
                  <a:lnTo>
                    <a:pt x="159143" y="270438"/>
                  </a:lnTo>
                  <a:lnTo>
                    <a:pt x="166006" y="252846"/>
                  </a:lnTo>
                  <a:lnTo>
                    <a:pt x="168369" y="254596"/>
                  </a:lnTo>
                  <a:lnTo>
                    <a:pt x="171969" y="250456"/>
                  </a:lnTo>
                  <a:lnTo>
                    <a:pt x="178438" y="253164"/>
                  </a:lnTo>
                  <a:lnTo>
                    <a:pt x="180407" y="242628"/>
                  </a:lnTo>
                  <a:lnTo>
                    <a:pt x="183220" y="238942"/>
                  </a:lnTo>
                  <a:lnTo>
                    <a:pt x="204597" y="237980"/>
                  </a:lnTo>
                  <a:lnTo>
                    <a:pt x="203359" y="229617"/>
                  </a:lnTo>
                  <a:lnTo>
                    <a:pt x="206059" y="219761"/>
                  </a:lnTo>
                  <a:lnTo>
                    <a:pt x="211291" y="220894"/>
                  </a:lnTo>
                  <a:lnTo>
                    <a:pt x="216466" y="230906"/>
                  </a:lnTo>
                  <a:lnTo>
                    <a:pt x="222598" y="235411"/>
                  </a:lnTo>
                  <a:lnTo>
                    <a:pt x="213429" y="257934"/>
                  </a:lnTo>
                  <a:lnTo>
                    <a:pt x="228448" y="247743"/>
                  </a:lnTo>
                  <a:lnTo>
                    <a:pt x="244987" y="241987"/>
                  </a:lnTo>
                  <a:lnTo>
                    <a:pt x="252750" y="224453"/>
                  </a:lnTo>
                  <a:lnTo>
                    <a:pt x="268726" y="221866"/>
                  </a:lnTo>
                  <a:lnTo>
                    <a:pt x="263607" y="218302"/>
                  </a:lnTo>
                  <a:lnTo>
                    <a:pt x="266082" y="214732"/>
                  </a:lnTo>
                  <a:lnTo>
                    <a:pt x="270920" y="213432"/>
                  </a:lnTo>
                  <a:lnTo>
                    <a:pt x="276264" y="217653"/>
                  </a:lnTo>
                  <a:lnTo>
                    <a:pt x="298822" y="198419"/>
                  </a:lnTo>
                  <a:lnTo>
                    <a:pt x="308329" y="199402"/>
                  </a:lnTo>
                  <a:lnTo>
                    <a:pt x="314911" y="186092"/>
                  </a:lnTo>
                  <a:lnTo>
                    <a:pt x="323068" y="179320"/>
                  </a:lnTo>
                  <a:lnTo>
                    <a:pt x="345569" y="182626"/>
                  </a:lnTo>
                  <a:lnTo>
                    <a:pt x="354008" y="173187"/>
                  </a:lnTo>
                  <a:lnTo>
                    <a:pt x="358282" y="181304"/>
                  </a:lnTo>
                  <a:lnTo>
                    <a:pt x="354851" y="191032"/>
                  </a:lnTo>
                  <a:lnTo>
                    <a:pt x="317892" y="222513"/>
                  </a:lnTo>
                  <a:lnTo>
                    <a:pt x="283296" y="232999"/>
                  </a:lnTo>
                  <a:lnTo>
                    <a:pt x="271033" y="253164"/>
                  </a:lnTo>
                  <a:lnTo>
                    <a:pt x="259894" y="257299"/>
                  </a:lnTo>
                  <a:lnTo>
                    <a:pt x="238293" y="290059"/>
                  </a:lnTo>
                  <a:lnTo>
                    <a:pt x="237055" y="293647"/>
                  </a:lnTo>
                  <a:lnTo>
                    <a:pt x="238461" y="298473"/>
                  </a:lnTo>
                  <a:lnTo>
                    <a:pt x="243974" y="302667"/>
                  </a:lnTo>
                  <a:lnTo>
                    <a:pt x="245775" y="302046"/>
                  </a:lnTo>
                  <a:lnTo>
                    <a:pt x="240149" y="295828"/>
                  </a:lnTo>
                  <a:lnTo>
                    <a:pt x="240599" y="293336"/>
                  </a:lnTo>
                  <a:lnTo>
                    <a:pt x="259275" y="296295"/>
                  </a:lnTo>
                  <a:lnTo>
                    <a:pt x="263326" y="293336"/>
                  </a:lnTo>
                  <a:lnTo>
                    <a:pt x="264395" y="289746"/>
                  </a:lnTo>
                  <a:lnTo>
                    <a:pt x="258263" y="286933"/>
                  </a:lnTo>
                  <a:lnTo>
                    <a:pt x="257306" y="279096"/>
                  </a:lnTo>
                  <a:lnTo>
                    <a:pt x="258882" y="273276"/>
                  </a:lnTo>
                  <a:lnTo>
                    <a:pt x="283859" y="254596"/>
                  </a:lnTo>
                  <a:lnTo>
                    <a:pt x="288021" y="247424"/>
                  </a:lnTo>
                  <a:lnTo>
                    <a:pt x="287009" y="244868"/>
                  </a:lnTo>
                  <a:lnTo>
                    <a:pt x="287965" y="242148"/>
                  </a:lnTo>
                  <a:lnTo>
                    <a:pt x="294997" y="239424"/>
                  </a:lnTo>
                  <a:lnTo>
                    <a:pt x="301916" y="241827"/>
                  </a:lnTo>
                  <a:lnTo>
                    <a:pt x="303154" y="243588"/>
                  </a:lnTo>
                  <a:lnTo>
                    <a:pt x="302479" y="248382"/>
                  </a:lnTo>
                  <a:lnTo>
                    <a:pt x="307541" y="240065"/>
                  </a:lnTo>
                  <a:lnTo>
                    <a:pt x="310636" y="240386"/>
                  </a:lnTo>
                  <a:lnTo>
                    <a:pt x="313054" y="248222"/>
                  </a:lnTo>
                  <a:lnTo>
                    <a:pt x="313561" y="261900"/>
                  </a:lnTo>
                  <a:lnTo>
                    <a:pt x="316542" y="252049"/>
                  </a:lnTo>
                  <a:lnTo>
                    <a:pt x="327737" y="229779"/>
                  </a:lnTo>
                  <a:lnTo>
                    <a:pt x="340169" y="216355"/>
                  </a:lnTo>
                  <a:lnTo>
                    <a:pt x="371727" y="201693"/>
                  </a:lnTo>
                  <a:lnTo>
                    <a:pt x="378253" y="193991"/>
                  </a:lnTo>
                  <a:lnTo>
                    <a:pt x="377015" y="202347"/>
                  </a:lnTo>
                  <a:lnTo>
                    <a:pt x="370208" y="209038"/>
                  </a:lnTo>
                  <a:lnTo>
                    <a:pt x="373415" y="217978"/>
                  </a:lnTo>
                  <a:lnTo>
                    <a:pt x="379716" y="213432"/>
                  </a:lnTo>
                  <a:lnTo>
                    <a:pt x="394285" y="194483"/>
                  </a:lnTo>
                  <a:lnTo>
                    <a:pt x="397661" y="180974"/>
                  </a:lnTo>
                  <a:lnTo>
                    <a:pt x="416280" y="166868"/>
                  </a:lnTo>
                  <a:lnTo>
                    <a:pt x="407167" y="163868"/>
                  </a:lnTo>
                  <a:lnTo>
                    <a:pt x="405030" y="160528"/>
                  </a:lnTo>
                  <a:lnTo>
                    <a:pt x="406718" y="157350"/>
                  </a:lnTo>
                  <a:lnTo>
                    <a:pt x="401036" y="152322"/>
                  </a:lnTo>
                  <a:lnTo>
                    <a:pt x="402386" y="142393"/>
                  </a:lnTo>
                  <a:lnTo>
                    <a:pt x="406661" y="137663"/>
                  </a:lnTo>
                  <a:lnTo>
                    <a:pt x="414087" y="143068"/>
                  </a:lnTo>
                  <a:lnTo>
                    <a:pt x="430569" y="163701"/>
                  </a:lnTo>
                  <a:lnTo>
                    <a:pt x="439907" y="185268"/>
                  </a:lnTo>
                  <a:lnTo>
                    <a:pt x="447445" y="211155"/>
                  </a:lnTo>
                  <a:lnTo>
                    <a:pt x="461059" y="232034"/>
                  </a:lnTo>
                  <a:lnTo>
                    <a:pt x="471747" y="243268"/>
                  </a:lnTo>
                  <a:lnTo>
                    <a:pt x="483729" y="249180"/>
                  </a:lnTo>
                  <a:lnTo>
                    <a:pt x="488061" y="249499"/>
                  </a:lnTo>
                  <a:lnTo>
                    <a:pt x="494755" y="242468"/>
                  </a:lnTo>
                  <a:lnTo>
                    <a:pt x="494924" y="237819"/>
                  </a:lnTo>
                  <a:lnTo>
                    <a:pt x="488961" y="224776"/>
                  </a:lnTo>
                  <a:lnTo>
                    <a:pt x="493292" y="215219"/>
                  </a:lnTo>
                  <a:lnTo>
                    <a:pt x="493855" y="206430"/>
                  </a:lnTo>
                  <a:lnTo>
                    <a:pt x="497624" y="207408"/>
                  </a:lnTo>
                  <a:lnTo>
                    <a:pt x="507356" y="191855"/>
                  </a:lnTo>
                  <a:lnTo>
                    <a:pt x="500437" y="188399"/>
                  </a:lnTo>
                  <a:lnTo>
                    <a:pt x="514050" y="177002"/>
                  </a:lnTo>
                  <a:lnTo>
                    <a:pt x="517482" y="180808"/>
                  </a:lnTo>
                  <a:lnTo>
                    <a:pt x="516638" y="198255"/>
                  </a:lnTo>
                  <a:lnTo>
                    <a:pt x="518663" y="211968"/>
                  </a:lnTo>
                  <a:lnTo>
                    <a:pt x="527495" y="218950"/>
                  </a:lnTo>
                  <a:lnTo>
                    <a:pt x="516357" y="242628"/>
                  </a:lnTo>
                  <a:lnTo>
                    <a:pt x="520801" y="248063"/>
                  </a:lnTo>
                  <a:lnTo>
                    <a:pt x="546115" y="245827"/>
                  </a:lnTo>
                  <a:lnTo>
                    <a:pt x="555960" y="232355"/>
                  </a:lnTo>
                  <a:lnTo>
                    <a:pt x="559166" y="214732"/>
                  </a:lnTo>
                  <a:lnTo>
                    <a:pt x="561810" y="208223"/>
                  </a:lnTo>
                  <a:lnTo>
                    <a:pt x="591681" y="207571"/>
                  </a:lnTo>
                  <a:lnTo>
                    <a:pt x="608557" y="211318"/>
                  </a:lnTo>
                  <a:lnTo>
                    <a:pt x="626333" y="221704"/>
                  </a:lnTo>
                  <a:lnTo>
                    <a:pt x="652041" y="246625"/>
                  </a:lnTo>
                  <a:lnTo>
                    <a:pt x="691757" y="257616"/>
                  </a:lnTo>
                  <a:lnTo>
                    <a:pt x="715946" y="276424"/>
                  </a:lnTo>
                  <a:lnTo>
                    <a:pt x="743061" y="287715"/>
                  </a:lnTo>
                  <a:lnTo>
                    <a:pt x="779569" y="294271"/>
                  </a:lnTo>
                  <a:lnTo>
                    <a:pt x="773775" y="282392"/>
                  </a:lnTo>
                  <a:lnTo>
                    <a:pt x="787445" y="281294"/>
                  </a:lnTo>
                  <a:lnTo>
                    <a:pt x="812872" y="293180"/>
                  </a:lnTo>
                  <a:lnTo>
                    <a:pt x="830985" y="309635"/>
                  </a:lnTo>
                  <a:lnTo>
                    <a:pt x="841055" y="328708"/>
                  </a:lnTo>
                  <a:lnTo>
                    <a:pt x="844993" y="331920"/>
                  </a:lnTo>
                  <a:lnTo>
                    <a:pt x="840886" y="343042"/>
                  </a:lnTo>
                  <a:lnTo>
                    <a:pt x="820016" y="342738"/>
                  </a:lnTo>
                  <a:lnTo>
                    <a:pt x="817260" y="349110"/>
                  </a:lnTo>
                  <a:lnTo>
                    <a:pt x="808709" y="354403"/>
                  </a:lnTo>
                  <a:lnTo>
                    <a:pt x="806796" y="358325"/>
                  </a:lnTo>
                  <a:lnTo>
                    <a:pt x="807415" y="363894"/>
                  </a:lnTo>
                  <a:lnTo>
                    <a:pt x="799090" y="373489"/>
                  </a:lnTo>
                  <a:lnTo>
                    <a:pt x="808484" y="380505"/>
                  </a:lnTo>
                  <a:lnTo>
                    <a:pt x="847243" y="389721"/>
                  </a:lnTo>
                  <a:lnTo>
                    <a:pt x="890671" y="391796"/>
                  </a:lnTo>
                  <a:lnTo>
                    <a:pt x="931680" y="380206"/>
                  </a:lnTo>
                  <a:lnTo>
                    <a:pt x="937981" y="382738"/>
                  </a:lnTo>
                  <a:lnTo>
                    <a:pt x="966614" y="365997"/>
                  </a:lnTo>
                  <a:lnTo>
                    <a:pt x="980453" y="387643"/>
                  </a:lnTo>
                  <a:lnTo>
                    <a:pt x="998960" y="391055"/>
                  </a:lnTo>
                  <a:lnTo>
                    <a:pt x="1001717" y="407141"/>
                  </a:lnTo>
                  <a:lnTo>
                    <a:pt x="1004810" y="413010"/>
                  </a:lnTo>
                  <a:lnTo>
                    <a:pt x="1009086" y="399926"/>
                  </a:lnTo>
                  <a:lnTo>
                    <a:pt x="1012236" y="398745"/>
                  </a:lnTo>
                  <a:lnTo>
                    <a:pt x="1020562" y="414621"/>
                  </a:lnTo>
                  <a:lnTo>
                    <a:pt x="1031756" y="426444"/>
                  </a:lnTo>
                  <a:lnTo>
                    <a:pt x="1034232" y="433996"/>
                  </a:lnTo>
                  <a:lnTo>
                    <a:pt x="1031700" y="439496"/>
                  </a:lnTo>
                  <a:lnTo>
                    <a:pt x="1024500" y="443106"/>
                  </a:lnTo>
                  <a:lnTo>
                    <a:pt x="1015893" y="439785"/>
                  </a:lnTo>
                  <a:lnTo>
                    <a:pt x="1054539" y="494643"/>
                  </a:lnTo>
                  <a:lnTo>
                    <a:pt x="1040476" y="467763"/>
                  </a:lnTo>
                  <a:lnTo>
                    <a:pt x="1039351" y="450162"/>
                  </a:lnTo>
                  <a:lnTo>
                    <a:pt x="1043120" y="446853"/>
                  </a:lnTo>
                  <a:lnTo>
                    <a:pt x="1047057" y="452174"/>
                  </a:lnTo>
                  <a:lnTo>
                    <a:pt x="1057802" y="456476"/>
                  </a:lnTo>
                  <a:lnTo>
                    <a:pt x="1051783" y="442673"/>
                  </a:lnTo>
                  <a:lnTo>
                    <a:pt x="1053808" y="438773"/>
                  </a:lnTo>
                  <a:lnTo>
                    <a:pt x="1044920" y="425134"/>
                  </a:lnTo>
                  <a:lnTo>
                    <a:pt x="1042557" y="416085"/>
                  </a:lnTo>
                  <a:lnTo>
                    <a:pt x="1042332" y="405818"/>
                  </a:lnTo>
                  <a:lnTo>
                    <a:pt x="1032882" y="390314"/>
                  </a:lnTo>
                  <a:lnTo>
                    <a:pt x="1032713" y="380505"/>
                  </a:lnTo>
                  <a:lnTo>
                    <a:pt x="1038844" y="373190"/>
                  </a:lnTo>
                  <a:lnTo>
                    <a:pt x="1039913" y="368847"/>
                  </a:lnTo>
                  <a:lnTo>
                    <a:pt x="1037719" y="362391"/>
                  </a:lnTo>
                  <a:lnTo>
                    <a:pt x="1065115" y="355913"/>
                  </a:lnTo>
                  <a:lnTo>
                    <a:pt x="1073047" y="347291"/>
                  </a:lnTo>
                  <a:lnTo>
                    <a:pt x="1080641" y="348655"/>
                  </a:lnTo>
                  <a:lnTo>
                    <a:pt x="1081260" y="338632"/>
                  </a:lnTo>
                  <a:lnTo>
                    <a:pt x="1085423" y="333142"/>
                  </a:lnTo>
                  <a:lnTo>
                    <a:pt x="1095999" y="328096"/>
                  </a:lnTo>
                  <a:lnTo>
                    <a:pt x="1100780" y="321041"/>
                  </a:lnTo>
                  <a:lnTo>
                    <a:pt x="1101736" y="315346"/>
                  </a:lnTo>
                  <a:lnTo>
                    <a:pt x="1096055" y="311644"/>
                  </a:lnTo>
                  <a:lnTo>
                    <a:pt x="1079628" y="321809"/>
                  </a:lnTo>
                  <a:lnTo>
                    <a:pt x="1074903" y="335431"/>
                  </a:lnTo>
                  <a:lnTo>
                    <a:pt x="1067253" y="332837"/>
                  </a:lnTo>
                  <a:lnTo>
                    <a:pt x="1053358" y="340610"/>
                  </a:lnTo>
                  <a:lnTo>
                    <a:pt x="1043289" y="337565"/>
                  </a:lnTo>
                  <a:lnTo>
                    <a:pt x="1039519" y="341370"/>
                  </a:lnTo>
                  <a:lnTo>
                    <a:pt x="1041488" y="348352"/>
                  </a:lnTo>
                  <a:lnTo>
                    <a:pt x="1039744" y="350926"/>
                  </a:lnTo>
                  <a:lnTo>
                    <a:pt x="1023262" y="352892"/>
                  </a:lnTo>
                  <a:lnTo>
                    <a:pt x="1008974" y="340458"/>
                  </a:lnTo>
                  <a:lnTo>
                    <a:pt x="1021630" y="313805"/>
                  </a:lnTo>
                  <a:lnTo>
                    <a:pt x="1049026" y="307161"/>
                  </a:lnTo>
                  <a:lnTo>
                    <a:pt x="1088798" y="287089"/>
                  </a:lnTo>
                  <a:lnTo>
                    <a:pt x="1103762" y="295050"/>
                  </a:lnTo>
                  <a:lnTo>
                    <a:pt x="1108318" y="304527"/>
                  </a:lnTo>
                  <a:lnTo>
                    <a:pt x="1113381" y="330544"/>
                  </a:lnTo>
                  <a:lnTo>
                    <a:pt x="1121988" y="340458"/>
                  </a:lnTo>
                  <a:lnTo>
                    <a:pt x="1126432" y="339393"/>
                  </a:lnTo>
                  <a:lnTo>
                    <a:pt x="1127951" y="344409"/>
                  </a:lnTo>
                  <a:lnTo>
                    <a:pt x="1135995" y="346078"/>
                  </a:lnTo>
                  <a:lnTo>
                    <a:pt x="1135770" y="353043"/>
                  </a:lnTo>
                  <a:lnTo>
                    <a:pt x="1141227" y="360133"/>
                  </a:lnTo>
                  <a:lnTo>
                    <a:pt x="1159510" y="361940"/>
                  </a:lnTo>
                  <a:lnTo>
                    <a:pt x="1172841" y="355762"/>
                  </a:lnTo>
                  <a:lnTo>
                    <a:pt x="1192643" y="377672"/>
                  </a:lnTo>
                  <a:lnTo>
                    <a:pt x="1208900" y="387347"/>
                  </a:lnTo>
                  <a:lnTo>
                    <a:pt x="1222570" y="386604"/>
                  </a:lnTo>
                  <a:lnTo>
                    <a:pt x="1232865" y="390907"/>
                  </a:lnTo>
                  <a:lnTo>
                    <a:pt x="1267180" y="378716"/>
                  </a:lnTo>
                  <a:lnTo>
                    <a:pt x="1315164" y="388237"/>
                  </a:lnTo>
                  <a:lnTo>
                    <a:pt x="1331084" y="381398"/>
                  </a:lnTo>
                  <a:lnTo>
                    <a:pt x="1321971" y="368248"/>
                  </a:lnTo>
                  <a:lnTo>
                    <a:pt x="1321465" y="361940"/>
                  </a:lnTo>
                  <a:lnTo>
                    <a:pt x="1324221" y="359380"/>
                  </a:lnTo>
                  <a:lnTo>
                    <a:pt x="1346104" y="389424"/>
                  </a:lnTo>
                  <a:lnTo>
                    <a:pt x="1360955" y="397121"/>
                  </a:lnTo>
                  <a:lnTo>
                    <a:pt x="1370349" y="388089"/>
                  </a:lnTo>
                  <a:lnTo>
                    <a:pt x="1370800" y="382292"/>
                  </a:lnTo>
                  <a:lnTo>
                    <a:pt x="1368718" y="377522"/>
                  </a:lnTo>
                  <a:lnTo>
                    <a:pt x="1352067" y="367198"/>
                  </a:lnTo>
                  <a:lnTo>
                    <a:pt x="1340479" y="373489"/>
                  </a:lnTo>
                  <a:lnTo>
                    <a:pt x="1337947" y="371843"/>
                  </a:lnTo>
                  <a:lnTo>
                    <a:pt x="1328328" y="355611"/>
                  </a:lnTo>
                  <a:lnTo>
                    <a:pt x="1332041" y="354403"/>
                  </a:lnTo>
                  <a:lnTo>
                    <a:pt x="1323603" y="334821"/>
                  </a:lnTo>
                  <a:lnTo>
                    <a:pt x="1329284" y="333295"/>
                  </a:lnTo>
                  <a:lnTo>
                    <a:pt x="1337103" y="338784"/>
                  </a:lnTo>
                  <a:lnTo>
                    <a:pt x="1350379" y="332837"/>
                  </a:lnTo>
                  <a:lnTo>
                    <a:pt x="1346723" y="327484"/>
                  </a:lnTo>
                  <a:lnTo>
                    <a:pt x="1346273" y="321194"/>
                  </a:lnTo>
                  <a:lnTo>
                    <a:pt x="1358087" y="325338"/>
                  </a:lnTo>
                  <a:lnTo>
                    <a:pt x="1362362" y="323498"/>
                  </a:lnTo>
                  <a:lnTo>
                    <a:pt x="1366862" y="327330"/>
                  </a:lnTo>
                  <a:lnTo>
                    <a:pt x="1375919" y="343953"/>
                  </a:lnTo>
                  <a:lnTo>
                    <a:pt x="1386832" y="344409"/>
                  </a:lnTo>
                  <a:lnTo>
                    <a:pt x="1392964" y="339393"/>
                  </a:lnTo>
                  <a:lnTo>
                    <a:pt x="1383907" y="362240"/>
                  </a:lnTo>
                  <a:lnTo>
                    <a:pt x="1389870" y="360133"/>
                  </a:lnTo>
                  <a:lnTo>
                    <a:pt x="1392739" y="352741"/>
                  </a:lnTo>
                  <a:lnTo>
                    <a:pt x="1407365" y="344561"/>
                  </a:lnTo>
                  <a:lnTo>
                    <a:pt x="1400220" y="388831"/>
                  </a:lnTo>
                  <a:lnTo>
                    <a:pt x="1394820" y="402285"/>
                  </a:lnTo>
                  <a:lnTo>
                    <a:pt x="1394932" y="405965"/>
                  </a:lnTo>
                  <a:lnTo>
                    <a:pt x="1400671" y="416816"/>
                  </a:lnTo>
                  <a:lnTo>
                    <a:pt x="1402021" y="425279"/>
                  </a:lnTo>
                  <a:lnTo>
                    <a:pt x="1415184" y="421636"/>
                  </a:lnTo>
                  <a:lnTo>
                    <a:pt x="1415972" y="423094"/>
                  </a:lnTo>
                  <a:lnTo>
                    <a:pt x="1413384" y="432255"/>
                  </a:lnTo>
                  <a:lnTo>
                    <a:pt x="1420303" y="429787"/>
                  </a:lnTo>
                  <a:lnTo>
                    <a:pt x="1424691" y="434575"/>
                  </a:lnTo>
                  <a:lnTo>
                    <a:pt x="1424635" y="445989"/>
                  </a:lnTo>
                  <a:lnTo>
                    <a:pt x="1413665" y="449731"/>
                  </a:lnTo>
                  <a:lnTo>
                    <a:pt x="1405846" y="445557"/>
                  </a:lnTo>
                  <a:lnTo>
                    <a:pt x="1399714" y="447285"/>
                  </a:lnTo>
                  <a:lnTo>
                    <a:pt x="1395495" y="441518"/>
                  </a:lnTo>
                  <a:lnTo>
                    <a:pt x="1393301" y="444260"/>
                  </a:lnTo>
                  <a:lnTo>
                    <a:pt x="1410009" y="467621"/>
                  </a:lnTo>
                  <a:lnTo>
                    <a:pt x="1413103" y="477567"/>
                  </a:lnTo>
                  <a:lnTo>
                    <a:pt x="1414453" y="471748"/>
                  </a:lnTo>
                  <a:lnTo>
                    <a:pt x="1405958" y="457479"/>
                  </a:lnTo>
                  <a:lnTo>
                    <a:pt x="1405283" y="452030"/>
                  </a:lnTo>
                  <a:lnTo>
                    <a:pt x="1418166" y="453753"/>
                  </a:lnTo>
                  <a:lnTo>
                    <a:pt x="1425197" y="451168"/>
                  </a:lnTo>
                  <a:lnTo>
                    <a:pt x="1426604" y="448580"/>
                  </a:lnTo>
                  <a:lnTo>
                    <a:pt x="1429585" y="426007"/>
                  </a:lnTo>
                  <a:lnTo>
                    <a:pt x="1423228" y="397712"/>
                  </a:lnTo>
                  <a:lnTo>
                    <a:pt x="1417378" y="387198"/>
                  </a:lnTo>
                  <a:lnTo>
                    <a:pt x="1423285" y="363594"/>
                  </a:lnTo>
                  <a:lnTo>
                    <a:pt x="1433748" y="358476"/>
                  </a:lnTo>
                  <a:lnTo>
                    <a:pt x="1442017" y="361940"/>
                  </a:lnTo>
                  <a:lnTo>
                    <a:pt x="1445674" y="359531"/>
                  </a:lnTo>
                  <a:lnTo>
                    <a:pt x="1471213" y="325492"/>
                  </a:lnTo>
                  <a:lnTo>
                    <a:pt x="1486177" y="313033"/>
                  </a:lnTo>
                  <a:lnTo>
                    <a:pt x="1480101" y="311798"/>
                  </a:lnTo>
                  <a:lnTo>
                    <a:pt x="1478920" y="289903"/>
                  </a:lnTo>
                  <a:lnTo>
                    <a:pt x="1473576" y="280038"/>
                  </a:lnTo>
                  <a:lnTo>
                    <a:pt x="1466938" y="298784"/>
                  </a:lnTo>
                  <a:lnTo>
                    <a:pt x="1453999" y="302512"/>
                  </a:lnTo>
                  <a:lnTo>
                    <a:pt x="1450174" y="297229"/>
                  </a:lnTo>
                  <a:lnTo>
                    <a:pt x="1451355" y="287871"/>
                  </a:lnTo>
                  <a:lnTo>
                    <a:pt x="1466319" y="269334"/>
                  </a:lnTo>
                  <a:lnTo>
                    <a:pt x="1460975" y="266964"/>
                  </a:lnTo>
                  <a:lnTo>
                    <a:pt x="1460018" y="258887"/>
                  </a:lnTo>
                  <a:lnTo>
                    <a:pt x="1460975" y="252527"/>
                  </a:lnTo>
                  <a:lnTo>
                    <a:pt x="1480833" y="243428"/>
                  </a:lnTo>
                  <a:lnTo>
                    <a:pt x="1475151" y="255551"/>
                  </a:lnTo>
                  <a:lnTo>
                    <a:pt x="1474588" y="257934"/>
                  </a:lnTo>
                  <a:lnTo>
                    <a:pt x="1476782" y="260315"/>
                  </a:lnTo>
                  <a:lnTo>
                    <a:pt x="1486739" y="247105"/>
                  </a:lnTo>
                  <a:lnTo>
                    <a:pt x="1483420" y="246466"/>
                  </a:lnTo>
                  <a:lnTo>
                    <a:pt x="1483589" y="237659"/>
                  </a:lnTo>
                  <a:lnTo>
                    <a:pt x="1479876" y="234286"/>
                  </a:lnTo>
                  <a:lnTo>
                    <a:pt x="1468457" y="240706"/>
                  </a:lnTo>
                  <a:lnTo>
                    <a:pt x="1460469" y="240065"/>
                  </a:lnTo>
                  <a:lnTo>
                    <a:pt x="1449162" y="222674"/>
                  </a:lnTo>
                  <a:lnTo>
                    <a:pt x="1446687" y="222674"/>
                  </a:lnTo>
                  <a:lnTo>
                    <a:pt x="1443255" y="229134"/>
                  </a:lnTo>
                  <a:lnTo>
                    <a:pt x="1419347" y="213107"/>
                  </a:lnTo>
                  <a:lnTo>
                    <a:pt x="1407534" y="208875"/>
                  </a:lnTo>
                  <a:lnTo>
                    <a:pt x="1391051" y="179485"/>
                  </a:lnTo>
                  <a:lnTo>
                    <a:pt x="1389195" y="171526"/>
                  </a:lnTo>
                  <a:lnTo>
                    <a:pt x="1389420" y="160695"/>
                  </a:lnTo>
                  <a:lnTo>
                    <a:pt x="1397126" y="143574"/>
                  </a:lnTo>
                  <a:lnTo>
                    <a:pt x="1402583" y="138847"/>
                  </a:lnTo>
                  <a:lnTo>
                    <a:pt x="1410234" y="140029"/>
                  </a:lnTo>
                  <a:lnTo>
                    <a:pt x="1406802" y="133599"/>
                  </a:lnTo>
                  <a:lnTo>
                    <a:pt x="1410009" y="126296"/>
                  </a:lnTo>
                  <a:lnTo>
                    <a:pt x="1398364" y="131225"/>
                  </a:lnTo>
                  <a:lnTo>
                    <a:pt x="1389307" y="115546"/>
                  </a:lnTo>
                  <a:lnTo>
                    <a:pt x="1391726" y="90569"/>
                  </a:lnTo>
                  <a:lnTo>
                    <a:pt x="1390038" y="85012"/>
                  </a:lnTo>
                  <a:lnTo>
                    <a:pt x="1393301" y="80311"/>
                  </a:lnTo>
                  <a:lnTo>
                    <a:pt x="1392514" y="74024"/>
                  </a:lnTo>
                  <a:lnTo>
                    <a:pt x="1404496" y="57157"/>
                  </a:lnTo>
                  <a:lnTo>
                    <a:pt x="1415016" y="65433"/>
                  </a:lnTo>
                  <a:lnTo>
                    <a:pt x="1420078" y="64554"/>
                  </a:lnTo>
                  <a:lnTo>
                    <a:pt x="1425028" y="49375"/>
                  </a:lnTo>
                  <a:lnTo>
                    <a:pt x="1411753" y="46005"/>
                  </a:lnTo>
                  <a:lnTo>
                    <a:pt x="1410459" y="41383"/>
                  </a:lnTo>
                  <a:lnTo>
                    <a:pt x="1411527" y="38890"/>
                  </a:lnTo>
                  <a:lnTo>
                    <a:pt x="1431385" y="8350"/>
                  </a:lnTo>
                  <a:lnTo>
                    <a:pt x="1449837" y="0"/>
                  </a:lnTo>
                  <a:lnTo>
                    <a:pt x="1453606" y="7263"/>
                  </a:lnTo>
                  <a:lnTo>
                    <a:pt x="1453999" y="13956"/>
                  </a:lnTo>
                  <a:lnTo>
                    <a:pt x="1459287" y="22424"/>
                  </a:lnTo>
                  <a:lnTo>
                    <a:pt x="1476895" y="24580"/>
                  </a:lnTo>
                  <a:lnTo>
                    <a:pt x="1476389" y="34966"/>
                  </a:lnTo>
                  <a:lnTo>
                    <a:pt x="1492196" y="52562"/>
                  </a:lnTo>
                  <a:lnTo>
                    <a:pt x="1499228" y="64730"/>
                  </a:lnTo>
                  <a:lnTo>
                    <a:pt x="1501815" y="71924"/>
                  </a:lnTo>
                  <a:lnTo>
                    <a:pt x="1503840" y="90569"/>
                  </a:lnTo>
                  <a:lnTo>
                    <a:pt x="1503222" y="105251"/>
                  </a:lnTo>
                  <a:lnTo>
                    <a:pt x="1500803" y="111435"/>
                  </a:lnTo>
                  <a:lnTo>
                    <a:pt x="1520323" y="132073"/>
                  </a:lnTo>
                  <a:lnTo>
                    <a:pt x="1529943" y="155005"/>
                  </a:lnTo>
                  <a:lnTo>
                    <a:pt x="1529999" y="163033"/>
                  </a:lnTo>
                  <a:lnTo>
                    <a:pt x="1533768" y="163701"/>
                  </a:lnTo>
                  <a:lnTo>
                    <a:pt x="1537086" y="159358"/>
                  </a:lnTo>
                  <a:lnTo>
                    <a:pt x="1545075" y="174515"/>
                  </a:lnTo>
                  <a:lnTo>
                    <a:pt x="1531630" y="177830"/>
                  </a:lnTo>
                  <a:lnTo>
                    <a:pt x="1521448" y="169199"/>
                  </a:lnTo>
                  <a:lnTo>
                    <a:pt x="1515485" y="181304"/>
                  </a:lnTo>
                  <a:lnTo>
                    <a:pt x="1527467" y="183122"/>
                  </a:lnTo>
                  <a:lnTo>
                    <a:pt x="1532193" y="187411"/>
                  </a:lnTo>
                  <a:lnTo>
                    <a:pt x="1503728" y="220894"/>
                  </a:lnTo>
                  <a:lnTo>
                    <a:pt x="1521729" y="220570"/>
                  </a:lnTo>
                  <a:lnTo>
                    <a:pt x="1524261" y="222351"/>
                  </a:lnTo>
                  <a:lnTo>
                    <a:pt x="1523361" y="223968"/>
                  </a:lnTo>
                  <a:lnTo>
                    <a:pt x="1524936" y="226714"/>
                  </a:lnTo>
                  <a:lnTo>
                    <a:pt x="1534218" y="233321"/>
                  </a:lnTo>
                  <a:lnTo>
                    <a:pt x="1540068" y="232034"/>
                  </a:lnTo>
                  <a:lnTo>
                    <a:pt x="1550700" y="222674"/>
                  </a:lnTo>
                  <a:lnTo>
                    <a:pt x="1556382" y="222998"/>
                  </a:lnTo>
                  <a:lnTo>
                    <a:pt x="1557395" y="225261"/>
                  </a:lnTo>
                  <a:lnTo>
                    <a:pt x="1548956" y="233803"/>
                  </a:lnTo>
                  <a:lnTo>
                    <a:pt x="1573146" y="234607"/>
                  </a:lnTo>
                  <a:lnTo>
                    <a:pt x="1580965" y="239905"/>
                  </a:lnTo>
                  <a:lnTo>
                    <a:pt x="1572583" y="242468"/>
                  </a:lnTo>
                  <a:lnTo>
                    <a:pt x="1566058" y="256663"/>
                  </a:lnTo>
                  <a:lnTo>
                    <a:pt x="1560882" y="252208"/>
                  </a:lnTo>
                  <a:lnTo>
                    <a:pt x="1555313" y="255073"/>
                  </a:lnTo>
                  <a:lnTo>
                    <a:pt x="1570670" y="270912"/>
                  </a:lnTo>
                  <a:lnTo>
                    <a:pt x="1578996" y="290527"/>
                  </a:lnTo>
                  <a:lnTo>
                    <a:pt x="1577139" y="295828"/>
                  </a:lnTo>
                  <a:lnTo>
                    <a:pt x="1578040" y="307161"/>
                  </a:lnTo>
                  <a:lnTo>
                    <a:pt x="1576014" y="325338"/>
                  </a:lnTo>
                  <a:lnTo>
                    <a:pt x="1586197" y="343042"/>
                  </a:lnTo>
                  <a:lnTo>
                    <a:pt x="1588503" y="342738"/>
                  </a:lnTo>
                  <a:lnTo>
                    <a:pt x="1597166" y="324111"/>
                  </a:lnTo>
                  <a:lnTo>
                    <a:pt x="1597560" y="312570"/>
                  </a:lnTo>
                  <a:lnTo>
                    <a:pt x="1600710" y="302977"/>
                  </a:lnTo>
                  <a:lnTo>
                    <a:pt x="1604366" y="278939"/>
                  </a:lnTo>
                  <a:lnTo>
                    <a:pt x="1616461" y="257775"/>
                  </a:lnTo>
                  <a:lnTo>
                    <a:pt x="1623437" y="256822"/>
                  </a:lnTo>
                  <a:lnTo>
                    <a:pt x="1655164" y="296451"/>
                  </a:lnTo>
                  <a:lnTo>
                    <a:pt x="1661858" y="327637"/>
                  </a:lnTo>
                  <a:lnTo>
                    <a:pt x="1661858" y="340306"/>
                  </a:lnTo>
                  <a:lnTo>
                    <a:pt x="1656739" y="345168"/>
                  </a:lnTo>
                  <a:lnTo>
                    <a:pt x="1652970" y="344409"/>
                  </a:lnTo>
                  <a:lnTo>
                    <a:pt x="1649088" y="336956"/>
                  </a:lnTo>
                  <a:lnTo>
                    <a:pt x="1645601" y="341218"/>
                  </a:lnTo>
                  <a:lnTo>
                    <a:pt x="1646670" y="369597"/>
                  </a:lnTo>
                  <a:lnTo>
                    <a:pt x="1650326" y="384821"/>
                  </a:lnTo>
                  <a:lnTo>
                    <a:pt x="1672096" y="418424"/>
                  </a:lnTo>
                  <a:lnTo>
                    <a:pt x="1676484" y="432836"/>
                  </a:lnTo>
                  <a:lnTo>
                    <a:pt x="1679410" y="432400"/>
                  </a:lnTo>
                  <a:lnTo>
                    <a:pt x="1701461" y="408169"/>
                  </a:lnTo>
                  <a:lnTo>
                    <a:pt x="1704105" y="389276"/>
                  </a:lnTo>
                  <a:lnTo>
                    <a:pt x="1706524" y="381994"/>
                  </a:lnTo>
                  <a:lnTo>
                    <a:pt x="1720475" y="359380"/>
                  </a:lnTo>
                  <a:lnTo>
                    <a:pt x="1727394" y="327943"/>
                  </a:lnTo>
                  <a:lnTo>
                    <a:pt x="1726944" y="316579"/>
                  </a:lnTo>
                  <a:lnTo>
                    <a:pt x="1728688" y="308553"/>
                  </a:lnTo>
                  <a:lnTo>
                    <a:pt x="1734876" y="299717"/>
                  </a:lnTo>
                  <a:lnTo>
                    <a:pt x="1741627" y="302512"/>
                  </a:lnTo>
                  <a:lnTo>
                    <a:pt x="1754340" y="299872"/>
                  </a:lnTo>
                  <a:lnTo>
                    <a:pt x="1746914" y="293647"/>
                  </a:lnTo>
                  <a:lnTo>
                    <a:pt x="1747590" y="288184"/>
                  </a:lnTo>
                  <a:lnTo>
                    <a:pt x="1752821" y="283489"/>
                  </a:lnTo>
                  <a:lnTo>
                    <a:pt x="1754509" y="273749"/>
                  </a:lnTo>
                  <a:lnTo>
                    <a:pt x="1738139" y="259839"/>
                  </a:lnTo>
                  <a:lnTo>
                    <a:pt x="1736732" y="249020"/>
                  </a:lnTo>
                  <a:lnTo>
                    <a:pt x="1737239" y="231711"/>
                  </a:lnTo>
                  <a:lnTo>
                    <a:pt x="1734538" y="222513"/>
                  </a:lnTo>
                  <a:lnTo>
                    <a:pt x="1736282" y="211155"/>
                  </a:lnTo>
                  <a:lnTo>
                    <a:pt x="1733526" y="205940"/>
                  </a:lnTo>
                  <a:lnTo>
                    <a:pt x="1734370" y="204961"/>
                  </a:lnTo>
                  <a:lnTo>
                    <a:pt x="1749615" y="208712"/>
                  </a:lnTo>
                  <a:lnTo>
                    <a:pt x="1771497" y="205124"/>
                  </a:lnTo>
                  <a:lnTo>
                    <a:pt x="1791917" y="218140"/>
                  </a:lnTo>
                  <a:lnTo>
                    <a:pt x="1824657" y="218950"/>
                  </a:lnTo>
                  <a:lnTo>
                    <a:pt x="1832308" y="223321"/>
                  </a:lnTo>
                  <a:lnTo>
                    <a:pt x="1831802" y="227037"/>
                  </a:lnTo>
                  <a:lnTo>
                    <a:pt x="1828483" y="233160"/>
                  </a:lnTo>
                  <a:lnTo>
                    <a:pt x="1820382" y="236535"/>
                  </a:lnTo>
                  <a:lnTo>
                    <a:pt x="1834277" y="244068"/>
                  </a:lnTo>
                  <a:lnTo>
                    <a:pt x="1837483" y="254119"/>
                  </a:lnTo>
                  <a:lnTo>
                    <a:pt x="1836864" y="258252"/>
                  </a:lnTo>
                  <a:lnTo>
                    <a:pt x="1852335" y="257457"/>
                  </a:lnTo>
                  <a:lnTo>
                    <a:pt x="1862348" y="262851"/>
                  </a:lnTo>
                  <a:lnTo>
                    <a:pt x="1865160" y="267912"/>
                  </a:lnTo>
                  <a:lnTo>
                    <a:pt x="1845303" y="290215"/>
                  </a:lnTo>
                  <a:lnTo>
                    <a:pt x="1863304" y="293180"/>
                  </a:lnTo>
                  <a:lnTo>
                    <a:pt x="1867017" y="299250"/>
                  </a:lnTo>
                  <a:lnTo>
                    <a:pt x="1866454" y="309790"/>
                  </a:lnTo>
                  <a:lnTo>
                    <a:pt x="1846653" y="326718"/>
                  </a:lnTo>
                  <a:lnTo>
                    <a:pt x="1837427" y="322730"/>
                  </a:lnTo>
                  <a:lnTo>
                    <a:pt x="1826683" y="327790"/>
                  </a:lnTo>
                  <a:lnTo>
                    <a:pt x="1831689" y="336956"/>
                  </a:lnTo>
                  <a:lnTo>
                    <a:pt x="1830508" y="339697"/>
                  </a:lnTo>
                  <a:lnTo>
                    <a:pt x="1837033" y="353345"/>
                  </a:lnTo>
                  <a:lnTo>
                    <a:pt x="1843559" y="349261"/>
                  </a:lnTo>
                  <a:lnTo>
                    <a:pt x="1840802" y="363894"/>
                  </a:lnTo>
                  <a:lnTo>
                    <a:pt x="1842040" y="371394"/>
                  </a:lnTo>
                  <a:lnTo>
                    <a:pt x="1862348" y="398893"/>
                  </a:lnTo>
                  <a:lnTo>
                    <a:pt x="1866004" y="406847"/>
                  </a:lnTo>
                  <a:lnTo>
                    <a:pt x="1866792" y="409931"/>
                  </a:lnTo>
                  <a:lnTo>
                    <a:pt x="1863135" y="431966"/>
                  </a:lnTo>
                  <a:lnTo>
                    <a:pt x="1860604" y="441518"/>
                  </a:lnTo>
                  <a:lnTo>
                    <a:pt x="1855541" y="446997"/>
                  </a:lnTo>
                  <a:lnTo>
                    <a:pt x="1846315" y="449156"/>
                  </a:lnTo>
                  <a:lnTo>
                    <a:pt x="1837765" y="465910"/>
                  </a:lnTo>
                  <a:lnTo>
                    <a:pt x="1823926" y="479834"/>
                  </a:lnTo>
                  <a:lnTo>
                    <a:pt x="1814307" y="482663"/>
                  </a:lnTo>
                  <a:lnTo>
                    <a:pt x="1803393" y="495064"/>
                  </a:lnTo>
                  <a:lnTo>
                    <a:pt x="1796362" y="496889"/>
                  </a:lnTo>
                  <a:lnTo>
                    <a:pt x="1781511" y="468760"/>
                  </a:lnTo>
                  <a:lnTo>
                    <a:pt x="1774985" y="468048"/>
                  </a:lnTo>
                  <a:lnTo>
                    <a:pt x="1770035" y="462199"/>
                  </a:lnTo>
                  <a:lnTo>
                    <a:pt x="1772960" y="459912"/>
                  </a:lnTo>
                  <a:lnTo>
                    <a:pt x="1764635" y="449299"/>
                  </a:lnTo>
                  <a:lnTo>
                    <a:pt x="1755015" y="444836"/>
                  </a:lnTo>
                  <a:lnTo>
                    <a:pt x="1746746" y="455760"/>
                  </a:lnTo>
                  <a:lnTo>
                    <a:pt x="1749671" y="457336"/>
                  </a:lnTo>
                  <a:lnTo>
                    <a:pt x="1754677" y="451886"/>
                  </a:lnTo>
                  <a:lnTo>
                    <a:pt x="1761540" y="454900"/>
                  </a:lnTo>
                  <a:lnTo>
                    <a:pt x="1774479" y="472316"/>
                  </a:lnTo>
                  <a:lnTo>
                    <a:pt x="1787811" y="507108"/>
                  </a:lnTo>
                  <a:lnTo>
                    <a:pt x="1784436" y="509201"/>
                  </a:lnTo>
                  <a:lnTo>
                    <a:pt x="1771329" y="503055"/>
                  </a:lnTo>
                  <a:lnTo>
                    <a:pt x="1766547" y="511710"/>
                  </a:lnTo>
                  <a:lnTo>
                    <a:pt x="1747195" y="500395"/>
                  </a:lnTo>
                  <a:lnTo>
                    <a:pt x="1736395" y="483794"/>
                  </a:lnTo>
                  <a:lnTo>
                    <a:pt x="1731332" y="481390"/>
                  </a:lnTo>
                  <a:lnTo>
                    <a:pt x="1716987" y="485065"/>
                  </a:lnTo>
                  <a:lnTo>
                    <a:pt x="1696848" y="484924"/>
                  </a:lnTo>
                  <a:lnTo>
                    <a:pt x="1695948" y="485912"/>
                  </a:lnTo>
                  <a:lnTo>
                    <a:pt x="1697467" y="490001"/>
                  </a:lnTo>
                  <a:lnTo>
                    <a:pt x="1695611" y="493237"/>
                  </a:lnTo>
                  <a:lnTo>
                    <a:pt x="1697580" y="497591"/>
                  </a:lnTo>
                  <a:lnTo>
                    <a:pt x="1715412" y="508085"/>
                  </a:lnTo>
                  <a:lnTo>
                    <a:pt x="1718956" y="511152"/>
                  </a:lnTo>
                  <a:lnTo>
                    <a:pt x="1720250" y="516301"/>
                  </a:lnTo>
                  <a:lnTo>
                    <a:pt x="1717606" y="523790"/>
                  </a:lnTo>
                  <a:lnTo>
                    <a:pt x="1685204" y="568000"/>
                  </a:lnTo>
                  <a:lnTo>
                    <a:pt x="1678622" y="574486"/>
                  </a:lnTo>
                  <a:lnTo>
                    <a:pt x="1673559" y="575699"/>
                  </a:lnTo>
                  <a:lnTo>
                    <a:pt x="1657414" y="574891"/>
                  </a:lnTo>
                  <a:lnTo>
                    <a:pt x="1635475" y="555100"/>
                  </a:lnTo>
                  <a:lnTo>
                    <a:pt x="1633225" y="550053"/>
                  </a:lnTo>
                  <a:lnTo>
                    <a:pt x="1601779" y="530423"/>
                  </a:lnTo>
                  <a:lnTo>
                    <a:pt x="1595703" y="530561"/>
                  </a:lnTo>
                  <a:lnTo>
                    <a:pt x="1598741" y="535246"/>
                  </a:lnTo>
                  <a:lnTo>
                    <a:pt x="1597391" y="535521"/>
                  </a:lnTo>
                  <a:lnTo>
                    <a:pt x="1562401" y="528076"/>
                  </a:lnTo>
                  <a:lnTo>
                    <a:pt x="1549350" y="529457"/>
                  </a:lnTo>
                  <a:lnTo>
                    <a:pt x="1561445" y="538546"/>
                  </a:lnTo>
                  <a:lnTo>
                    <a:pt x="1560657" y="533180"/>
                  </a:lnTo>
                  <a:lnTo>
                    <a:pt x="1563245" y="531664"/>
                  </a:lnTo>
                  <a:lnTo>
                    <a:pt x="1596322" y="542252"/>
                  </a:lnTo>
                  <a:lnTo>
                    <a:pt x="1626024" y="574891"/>
                  </a:lnTo>
                  <a:lnTo>
                    <a:pt x="1675472" y="581488"/>
                  </a:lnTo>
                  <a:lnTo>
                    <a:pt x="1686835" y="586187"/>
                  </a:lnTo>
                  <a:lnTo>
                    <a:pt x="1687622" y="592881"/>
                  </a:lnTo>
                  <a:lnTo>
                    <a:pt x="1678959" y="613621"/>
                  </a:lnTo>
                  <a:lnTo>
                    <a:pt x="1660058" y="644719"/>
                  </a:lnTo>
                  <a:lnTo>
                    <a:pt x="1656514" y="656014"/>
                  </a:lnTo>
                  <a:lnTo>
                    <a:pt x="1653139" y="660411"/>
                  </a:lnTo>
                  <a:lnTo>
                    <a:pt x="1630919" y="674056"/>
                  </a:lnTo>
                  <a:lnTo>
                    <a:pt x="1623324" y="670975"/>
                  </a:lnTo>
                  <a:lnTo>
                    <a:pt x="1618937" y="665313"/>
                  </a:lnTo>
                  <a:lnTo>
                    <a:pt x="1621862" y="674826"/>
                  </a:lnTo>
                  <a:lnTo>
                    <a:pt x="1621074" y="675723"/>
                  </a:lnTo>
                  <a:lnTo>
                    <a:pt x="1612580" y="670589"/>
                  </a:lnTo>
                  <a:lnTo>
                    <a:pt x="1605942" y="671232"/>
                  </a:lnTo>
                  <a:lnTo>
                    <a:pt x="1601329" y="666343"/>
                  </a:lnTo>
                  <a:lnTo>
                    <a:pt x="1599866" y="660540"/>
                  </a:lnTo>
                  <a:lnTo>
                    <a:pt x="1592666" y="663379"/>
                  </a:lnTo>
                  <a:lnTo>
                    <a:pt x="1591484" y="664282"/>
                  </a:lnTo>
                  <a:lnTo>
                    <a:pt x="1595422" y="667760"/>
                  </a:lnTo>
                  <a:lnTo>
                    <a:pt x="1598460" y="676492"/>
                  </a:lnTo>
                  <a:lnTo>
                    <a:pt x="1588728" y="674954"/>
                  </a:lnTo>
                  <a:lnTo>
                    <a:pt x="1593566" y="687353"/>
                  </a:lnTo>
                  <a:lnTo>
                    <a:pt x="1586309" y="698790"/>
                  </a:lnTo>
                  <a:lnTo>
                    <a:pt x="1582427" y="700056"/>
                  </a:lnTo>
                  <a:lnTo>
                    <a:pt x="1577308" y="697142"/>
                  </a:lnTo>
                  <a:lnTo>
                    <a:pt x="1571852" y="701954"/>
                  </a:lnTo>
                  <a:lnTo>
                    <a:pt x="1564426" y="702587"/>
                  </a:lnTo>
                  <a:lnTo>
                    <a:pt x="1545862" y="692953"/>
                  </a:lnTo>
                  <a:lnTo>
                    <a:pt x="1533768" y="690664"/>
                  </a:lnTo>
                  <a:lnTo>
                    <a:pt x="1532812" y="689646"/>
                  </a:lnTo>
                  <a:lnTo>
                    <a:pt x="1533993" y="687608"/>
                  </a:lnTo>
                  <a:lnTo>
                    <a:pt x="1532024" y="686079"/>
                  </a:lnTo>
                  <a:lnTo>
                    <a:pt x="1520886" y="688500"/>
                  </a:lnTo>
                  <a:lnTo>
                    <a:pt x="1486796" y="671360"/>
                  </a:lnTo>
                  <a:lnTo>
                    <a:pt x="1478414" y="662993"/>
                  </a:lnTo>
                  <a:lnTo>
                    <a:pt x="1481564" y="670589"/>
                  </a:lnTo>
                  <a:lnTo>
                    <a:pt x="1479426" y="677645"/>
                  </a:lnTo>
                  <a:lnTo>
                    <a:pt x="1482689" y="683016"/>
                  </a:lnTo>
                  <a:lnTo>
                    <a:pt x="1491746" y="684803"/>
                  </a:lnTo>
                  <a:lnTo>
                    <a:pt x="1488314" y="680588"/>
                  </a:lnTo>
                  <a:lnTo>
                    <a:pt x="1488371" y="677132"/>
                  </a:lnTo>
                  <a:lnTo>
                    <a:pt x="1526567" y="695366"/>
                  </a:lnTo>
                  <a:lnTo>
                    <a:pt x="1516948" y="704989"/>
                  </a:lnTo>
                  <a:lnTo>
                    <a:pt x="1522404" y="704357"/>
                  </a:lnTo>
                  <a:lnTo>
                    <a:pt x="1536411" y="694858"/>
                  </a:lnTo>
                  <a:lnTo>
                    <a:pt x="1552388" y="708270"/>
                  </a:lnTo>
                  <a:lnTo>
                    <a:pt x="1563639" y="712805"/>
                  </a:lnTo>
                  <a:lnTo>
                    <a:pt x="1571739" y="722470"/>
                  </a:lnTo>
                  <a:lnTo>
                    <a:pt x="1572133" y="739179"/>
                  </a:lnTo>
                  <a:lnTo>
                    <a:pt x="1569658" y="745502"/>
                  </a:lnTo>
                  <a:lnTo>
                    <a:pt x="1559138" y="748966"/>
                  </a:lnTo>
                  <a:lnTo>
                    <a:pt x="1551769" y="755997"/>
                  </a:lnTo>
                  <a:lnTo>
                    <a:pt x="1530392" y="752916"/>
                  </a:lnTo>
                  <a:lnTo>
                    <a:pt x="1520154" y="755874"/>
                  </a:lnTo>
                  <a:lnTo>
                    <a:pt x="1519648" y="759073"/>
                  </a:lnTo>
                  <a:lnTo>
                    <a:pt x="1521898" y="763249"/>
                  </a:lnTo>
                  <a:lnTo>
                    <a:pt x="1532812" y="767784"/>
                  </a:lnTo>
                  <a:lnTo>
                    <a:pt x="1533487" y="771331"/>
                  </a:lnTo>
                  <a:lnTo>
                    <a:pt x="1531236" y="774872"/>
                  </a:lnTo>
                  <a:lnTo>
                    <a:pt x="1523023" y="771698"/>
                  </a:lnTo>
                  <a:lnTo>
                    <a:pt x="1514248" y="774506"/>
                  </a:lnTo>
                  <a:lnTo>
                    <a:pt x="1507497" y="787762"/>
                  </a:lnTo>
                  <a:lnTo>
                    <a:pt x="1514979" y="799969"/>
                  </a:lnTo>
                  <a:lnTo>
                    <a:pt x="1504403" y="790670"/>
                  </a:lnTo>
                  <a:lnTo>
                    <a:pt x="1493771" y="786793"/>
                  </a:lnTo>
                  <a:lnTo>
                    <a:pt x="1503165" y="796834"/>
                  </a:lnTo>
                  <a:lnTo>
                    <a:pt x="1498159" y="801173"/>
                  </a:lnTo>
                  <a:lnTo>
                    <a:pt x="1499678" y="805023"/>
                  </a:lnTo>
                  <a:lnTo>
                    <a:pt x="1497934" y="807185"/>
                  </a:lnTo>
                  <a:lnTo>
                    <a:pt x="1489271" y="809225"/>
                  </a:lnTo>
                  <a:lnTo>
                    <a:pt x="1491633" y="813778"/>
                  </a:lnTo>
                  <a:lnTo>
                    <a:pt x="1489777" y="815692"/>
                  </a:lnTo>
                  <a:lnTo>
                    <a:pt x="1482014" y="815094"/>
                  </a:lnTo>
                  <a:lnTo>
                    <a:pt x="1484770" y="821423"/>
                  </a:lnTo>
                  <a:lnTo>
                    <a:pt x="1490452" y="826662"/>
                  </a:lnTo>
                  <a:lnTo>
                    <a:pt x="1471663" y="845482"/>
                  </a:lnTo>
                  <a:lnTo>
                    <a:pt x="1470819" y="847955"/>
                  </a:lnTo>
                  <a:lnTo>
                    <a:pt x="1472451" y="854417"/>
                  </a:lnTo>
                  <a:lnTo>
                    <a:pt x="1466319" y="856996"/>
                  </a:lnTo>
                  <a:lnTo>
                    <a:pt x="1466825" y="867746"/>
                  </a:lnTo>
                  <a:lnTo>
                    <a:pt x="1453043" y="902070"/>
                  </a:lnTo>
                  <a:lnTo>
                    <a:pt x="1451187" y="906078"/>
                  </a:lnTo>
                  <a:lnTo>
                    <a:pt x="1445167" y="908821"/>
                  </a:lnTo>
                  <a:lnTo>
                    <a:pt x="1448712" y="913955"/>
                  </a:lnTo>
                  <a:lnTo>
                    <a:pt x="1444380" y="943146"/>
                  </a:lnTo>
                  <a:lnTo>
                    <a:pt x="1444324" y="985405"/>
                  </a:lnTo>
                  <a:lnTo>
                    <a:pt x="1441736" y="996384"/>
                  </a:lnTo>
                  <a:lnTo>
                    <a:pt x="1439036" y="997588"/>
                  </a:lnTo>
                  <a:lnTo>
                    <a:pt x="1444718" y="1000541"/>
                  </a:lnTo>
                  <a:lnTo>
                    <a:pt x="1447924" y="1009592"/>
                  </a:lnTo>
                  <a:lnTo>
                    <a:pt x="1450849" y="1009701"/>
                  </a:lnTo>
                  <a:lnTo>
                    <a:pt x="1455856" y="1017195"/>
                  </a:lnTo>
                  <a:lnTo>
                    <a:pt x="1459963" y="1018929"/>
                  </a:lnTo>
                  <a:lnTo>
                    <a:pt x="1458556" y="1044020"/>
                  </a:lnTo>
                  <a:lnTo>
                    <a:pt x="1460469" y="1039197"/>
                  </a:lnTo>
                  <a:lnTo>
                    <a:pt x="1462438" y="1024339"/>
                  </a:lnTo>
                  <a:lnTo>
                    <a:pt x="1465082" y="1017629"/>
                  </a:lnTo>
                  <a:lnTo>
                    <a:pt x="1475826" y="1015568"/>
                  </a:lnTo>
                  <a:lnTo>
                    <a:pt x="1494615" y="1018387"/>
                  </a:lnTo>
                  <a:lnTo>
                    <a:pt x="1497090" y="1032534"/>
                  </a:lnTo>
                  <a:lnTo>
                    <a:pt x="1517904" y="1101255"/>
                  </a:lnTo>
                  <a:lnTo>
                    <a:pt x="1512279" y="1117550"/>
                  </a:lnTo>
                  <a:lnTo>
                    <a:pt x="1506484" y="1124260"/>
                  </a:lnTo>
                  <a:lnTo>
                    <a:pt x="1517173" y="1117653"/>
                  </a:lnTo>
                  <a:lnTo>
                    <a:pt x="1521954" y="1117136"/>
                  </a:lnTo>
                  <a:lnTo>
                    <a:pt x="1520323" y="1121475"/>
                  </a:lnTo>
                  <a:lnTo>
                    <a:pt x="1559251" y="1105834"/>
                  </a:lnTo>
                  <a:lnTo>
                    <a:pt x="1575452" y="1106874"/>
                  </a:lnTo>
                  <a:lnTo>
                    <a:pt x="1600485" y="1120856"/>
                  </a:lnTo>
                  <a:lnTo>
                    <a:pt x="1630637" y="1130435"/>
                  </a:lnTo>
                  <a:lnTo>
                    <a:pt x="1642507" y="1142119"/>
                  </a:lnTo>
                  <a:lnTo>
                    <a:pt x="1654095" y="1150077"/>
                  </a:lnTo>
                  <a:lnTo>
                    <a:pt x="1672659" y="1175185"/>
                  </a:lnTo>
                  <a:lnTo>
                    <a:pt x="1729082" y="1198611"/>
                  </a:lnTo>
                  <a:lnTo>
                    <a:pt x="1743427" y="1212506"/>
                  </a:lnTo>
                  <a:lnTo>
                    <a:pt x="1743596" y="1215275"/>
                  </a:lnTo>
                  <a:lnTo>
                    <a:pt x="1738814" y="1227198"/>
                  </a:lnTo>
                  <a:lnTo>
                    <a:pt x="1743539" y="1219322"/>
                  </a:lnTo>
                  <a:lnTo>
                    <a:pt x="1748321" y="1215967"/>
                  </a:lnTo>
                  <a:lnTo>
                    <a:pt x="1765309" y="1217447"/>
                  </a:lnTo>
                  <a:lnTo>
                    <a:pt x="1784267" y="1214385"/>
                  </a:lnTo>
                  <a:lnTo>
                    <a:pt x="1806038" y="1219815"/>
                  </a:lnTo>
                  <a:lnTo>
                    <a:pt x="1813182" y="1218928"/>
                  </a:lnTo>
                  <a:lnTo>
                    <a:pt x="1816838" y="1222772"/>
                  </a:lnTo>
                  <a:lnTo>
                    <a:pt x="1825951" y="1223461"/>
                  </a:lnTo>
                  <a:lnTo>
                    <a:pt x="1831689" y="1227886"/>
                  </a:lnTo>
                  <a:lnTo>
                    <a:pt x="1834333" y="1231616"/>
                  </a:lnTo>
                  <a:lnTo>
                    <a:pt x="1837146" y="1241694"/>
                  </a:lnTo>
                  <a:lnTo>
                    <a:pt x="1830902" y="1266352"/>
                  </a:lnTo>
                  <a:lnTo>
                    <a:pt x="1830733" y="1272328"/>
                  </a:lnTo>
                  <a:lnTo>
                    <a:pt x="1836471" y="1282989"/>
                  </a:lnTo>
                  <a:lnTo>
                    <a:pt x="1839565" y="1295028"/>
                  </a:lnTo>
                  <a:lnTo>
                    <a:pt x="1838046" y="1305959"/>
                  </a:lnTo>
                  <a:lnTo>
                    <a:pt x="1839002" y="1324185"/>
                  </a:lnTo>
                  <a:lnTo>
                    <a:pt x="1835852" y="1329633"/>
                  </a:lnTo>
                  <a:lnTo>
                    <a:pt x="1834840" y="1336285"/>
                  </a:lnTo>
                  <a:lnTo>
                    <a:pt x="1835852" y="1339930"/>
                  </a:lnTo>
                  <a:lnTo>
                    <a:pt x="1843334" y="1347668"/>
                  </a:lnTo>
                  <a:lnTo>
                    <a:pt x="1856497" y="1367220"/>
                  </a:lnTo>
                  <a:lnTo>
                    <a:pt x="1857341" y="1370539"/>
                  </a:lnTo>
                  <a:lnTo>
                    <a:pt x="1856103" y="1372749"/>
                  </a:lnTo>
                  <a:lnTo>
                    <a:pt x="1849353" y="1377898"/>
                  </a:lnTo>
                  <a:lnTo>
                    <a:pt x="1858072" y="1377255"/>
                  </a:lnTo>
                  <a:lnTo>
                    <a:pt x="1860660" y="1378908"/>
                  </a:lnTo>
                  <a:lnTo>
                    <a:pt x="1866342" y="1384775"/>
                  </a:lnTo>
                  <a:lnTo>
                    <a:pt x="1876186" y="1390718"/>
                  </a:lnTo>
                  <a:lnTo>
                    <a:pt x="1884456" y="1399467"/>
                  </a:lnTo>
                  <a:lnTo>
                    <a:pt x="1888112" y="1406098"/>
                  </a:lnTo>
                  <a:lnTo>
                    <a:pt x="1892612" y="1420113"/>
                  </a:lnTo>
                  <a:lnTo>
                    <a:pt x="1879899" y="1433237"/>
                  </a:lnTo>
                  <a:lnTo>
                    <a:pt x="1894975" y="1422996"/>
                  </a:lnTo>
                  <a:lnTo>
                    <a:pt x="1903244" y="1425426"/>
                  </a:lnTo>
                  <a:lnTo>
                    <a:pt x="1911626" y="1430815"/>
                  </a:lnTo>
                  <a:lnTo>
                    <a:pt x="1926871" y="1451272"/>
                  </a:lnTo>
                  <a:lnTo>
                    <a:pt x="1923608" y="1443611"/>
                  </a:lnTo>
                  <a:lnTo>
                    <a:pt x="1915395" y="1433595"/>
                  </a:lnTo>
                  <a:lnTo>
                    <a:pt x="1914664" y="1430187"/>
                  </a:lnTo>
                  <a:lnTo>
                    <a:pt x="1917645" y="1418851"/>
                  </a:lnTo>
                  <a:lnTo>
                    <a:pt x="1922202" y="1410990"/>
                  </a:lnTo>
                  <a:lnTo>
                    <a:pt x="1927153" y="1408093"/>
                  </a:lnTo>
                  <a:lnTo>
                    <a:pt x="1929459" y="1411895"/>
                  </a:lnTo>
                  <a:lnTo>
                    <a:pt x="1936490" y="1416324"/>
                  </a:lnTo>
                  <a:lnTo>
                    <a:pt x="1940766" y="1429469"/>
                  </a:lnTo>
                  <a:lnTo>
                    <a:pt x="1942172" y="1420294"/>
                  </a:lnTo>
                  <a:lnTo>
                    <a:pt x="1945998" y="1413161"/>
                  </a:lnTo>
                  <a:lnTo>
                    <a:pt x="1938291" y="1400650"/>
                  </a:lnTo>
                  <a:lnTo>
                    <a:pt x="1943128" y="1391174"/>
                  </a:lnTo>
                  <a:lnTo>
                    <a:pt x="1954998" y="1375968"/>
                  </a:lnTo>
                  <a:lnTo>
                    <a:pt x="1952523" y="1373486"/>
                  </a:lnTo>
                  <a:lnTo>
                    <a:pt x="1951567" y="1364174"/>
                  </a:lnTo>
                  <a:lnTo>
                    <a:pt x="1945716" y="1355750"/>
                  </a:lnTo>
                  <a:lnTo>
                    <a:pt x="1945041" y="1350365"/>
                  </a:lnTo>
                  <a:lnTo>
                    <a:pt x="1946448" y="1345340"/>
                  </a:lnTo>
                  <a:lnTo>
                    <a:pt x="1940935" y="1335630"/>
                  </a:lnTo>
                  <a:lnTo>
                    <a:pt x="1934578" y="1303588"/>
                  </a:lnTo>
                  <a:lnTo>
                    <a:pt x="1934184" y="1300357"/>
                  </a:lnTo>
                  <a:lnTo>
                    <a:pt x="1936490" y="1295028"/>
                  </a:lnTo>
                  <a:lnTo>
                    <a:pt x="1939415" y="1294361"/>
                  </a:lnTo>
                  <a:lnTo>
                    <a:pt x="1935365" y="1289016"/>
                  </a:lnTo>
                  <a:lnTo>
                    <a:pt x="1937841" y="1285287"/>
                  </a:lnTo>
                  <a:lnTo>
                    <a:pt x="1930190" y="1280113"/>
                  </a:lnTo>
                  <a:lnTo>
                    <a:pt x="1933172" y="1276368"/>
                  </a:lnTo>
                  <a:lnTo>
                    <a:pt x="1926590" y="1271365"/>
                  </a:lnTo>
                  <a:lnTo>
                    <a:pt x="1919052" y="1253184"/>
                  </a:lnTo>
                  <a:lnTo>
                    <a:pt x="1915451" y="1249393"/>
                  </a:lnTo>
                  <a:lnTo>
                    <a:pt x="1954154" y="1230929"/>
                  </a:lnTo>
                  <a:lnTo>
                    <a:pt x="1976037" y="1215670"/>
                  </a:lnTo>
                  <a:lnTo>
                    <a:pt x="1995107" y="1195123"/>
                  </a:lnTo>
                  <a:lnTo>
                    <a:pt x="2007708" y="1176594"/>
                  </a:lnTo>
                  <a:lnTo>
                    <a:pt x="2011140" y="1170348"/>
                  </a:lnTo>
                  <a:lnTo>
                    <a:pt x="2014402" y="1156280"/>
                  </a:lnTo>
                  <a:lnTo>
                    <a:pt x="2015077" y="1125908"/>
                  </a:lnTo>
                  <a:lnTo>
                    <a:pt x="2013615" y="1109366"/>
                  </a:lnTo>
                  <a:lnTo>
                    <a:pt x="2003658" y="1075785"/>
                  </a:lnTo>
                  <a:lnTo>
                    <a:pt x="1995332" y="1060440"/>
                  </a:lnTo>
                  <a:lnTo>
                    <a:pt x="1982956" y="1047442"/>
                  </a:lnTo>
                  <a:lnTo>
                    <a:pt x="1954492" y="1025742"/>
                  </a:lnTo>
                  <a:lnTo>
                    <a:pt x="1952917" y="1020987"/>
                  </a:lnTo>
                  <a:lnTo>
                    <a:pt x="1955504" y="1007741"/>
                  </a:lnTo>
                  <a:lnTo>
                    <a:pt x="1966868" y="989583"/>
                  </a:lnTo>
                  <a:lnTo>
                    <a:pt x="1976488" y="978568"/>
                  </a:lnTo>
                  <a:lnTo>
                    <a:pt x="1973393" y="972706"/>
                  </a:lnTo>
                  <a:lnTo>
                    <a:pt x="1977331" y="966161"/>
                  </a:lnTo>
                  <a:lnTo>
                    <a:pt x="1976881" y="961378"/>
                  </a:lnTo>
                  <a:lnTo>
                    <a:pt x="1981775" y="960041"/>
                  </a:lnTo>
                  <a:lnTo>
                    <a:pt x="1989313" y="966383"/>
                  </a:lnTo>
                  <a:lnTo>
                    <a:pt x="1985094" y="959819"/>
                  </a:lnTo>
                  <a:lnTo>
                    <a:pt x="1989876" y="952897"/>
                  </a:lnTo>
                  <a:lnTo>
                    <a:pt x="1988581" y="944830"/>
                  </a:lnTo>
                  <a:lnTo>
                    <a:pt x="1991226" y="938760"/>
                  </a:lnTo>
                  <a:lnTo>
                    <a:pt x="1981944" y="934703"/>
                  </a:lnTo>
                  <a:lnTo>
                    <a:pt x="1986106" y="931090"/>
                  </a:lnTo>
                  <a:lnTo>
                    <a:pt x="1978962" y="913271"/>
                  </a:lnTo>
                  <a:lnTo>
                    <a:pt x="1984475" y="905963"/>
                  </a:lnTo>
                  <a:lnTo>
                    <a:pt x="1977894" y="903789"/>
                  </a:lnTo>
                  <a:lnTo>
                    <a:pt x="1975531" y="899777"/>
                  </a:lnTo>
                  <a:lnTo>
                    <a:pt x="1979581" y="890231"/>
                  </a:lnTo>
                  <a:lnTo>
                    <a:pt x="1981831" y="888963"/>
                  </a:lnTo>
                  <a:lnTo>
                    <a:pt x="1972999" y="890462"/>
                  </a:lnTo>
                  <a:lnTo>
                    <a:pt x="1963324" y="888387"/>
                  </a:lnTo>
                  <a:lnTo>
                    <a:pt x="1976319" y="866580"/>
                  </a:lnTo>
                  <a:lnTo>
                    <a:pt x="1977500" y="861794"/>
                  </a:lnTo>
                  <a:lnTo>
                    <a:pt x="1977219" y="848308"/>
                  </a:lnTo>
                  <a:lnTo>
                    <a:pt x="1984138" y="840527"/>
                  </a:lnTo>
                  <a:lnTo>
                    <a:pt x="1972437" y="829158"/>
                  </a:lnTo>
                  <a:lnTo>
                    <a:pt x="1968330" y="822377"/>
                  </a:lnTo>
                  <a:lnTo>
                    <a:pt x="1964674" y="804061"/>
                  </a:lnTo>
                  <a:lnTo>
                    <a:pt x="1964843" y="792364"/>
                  </a:lnTo>
                  <a:lnTo>
                    <a:pt x="1966868" y="787399"/>
                  </a:lnTo>
                  <a:lnTo>
                    <a:pt x="1972099" y="782665"/>
                  </a:lnTo>
                  <a:lnTo>
                    <a:pt x="1988581" y="772675"/>
                  </a:lnTo>
                  <a:lnTo>
                    <a:pt x="2003996" y="775970"/>
                  </a:lnTo>
                  <a:lnTo>
                    <a:pt x="2037242" y="790065"/>
                  </a:lnTo>
                  <a:lnTo>
                    <a:pt x="2041629" y="794540"/>
                  </a:lnTo>
                  <a:lnTo>
                    <a:pt x="2038085" y="799246"/>
                  </a:lnTo>
                  <a:lnTo>
                    <a:pt x="2052092" y="790306"/>
                  </a:lnTo>
                  <a:lnTo>
                    <a:pt x="2062050" y="793573"/>
                  </a:lnTo>
                  <a:lnTo>
                    <a:pt x="2074200" y="803460"/>
                  </a:lnTo>
                  <a:lnTo>
                    <a:pt x="2072457" y="799005"/>
                  </a:lnTo>
                  <a:lnTo>
                    <a:pt x="2073806" y="797075"/>
                  </a:lnTo>
                  <a:lnTo>
                    <a:pt x="2103228" y="779503"/>
                  </a:lnTo>
                  <a:lnTo>
                    <a:pt x="2128936" y="802859"/>
                  </a:lnTo>
                  <a:lnTo>
                    <a:pt x="2135011" y="802859"/>
                  </a:lnTo>
                  <a:lnTo>
                    <a:pt x="2136755" y="809346"/>
                  </a:lnTo>
                  <a:lnTo>
                    <a:pt x="2132367" y="821780"/>
                  </a:lnTo>
                  <a:lnTo>
                    <a:pt x="2140693" y="816409"/>
                  </a:lnTo>
                  <a:lnTo>
                    <a:pt x="2149412" y="822377"/>
                  </a:lnTo>
                  <a:lnTo>
                    <a:pt x="2155263" y="832362"/>
                  </a:lnTo>
                  <a:lnTo>
                    <a:pt x="2148793" y="837573"/>
                  </a:lnTo>
                  <a:lnTo>
                    <a:pt x="2149750" y="838519"/>
                  </a:lnTo>
                  <a:lnTo>
                    <a:pt x="2155769" y="836863"/>
                  </a:lnTo>
                  <a:lnTo>
                    <a:pt x="2160663" y="831888"/>
                  </a:lnTo>
                  <a:lnTo>
                    <a:pt x="2167807" y="836508"/>
                  </a:lnTo>
                  <a:lnTo>
                    <a:pt x="2168370" y="839465"/>
                  </a:lnTo>
                  <a:lnTo>
                    <a:pt x="2164151" y="842416"/>
                  </a:lnTo>
                  <a:lnTo>
                    <a:pt x="2161057" y="848190"/>
                  </a:lnTo>
                  <a:lnTo>
                    <a:pt x="2167582" y="849955"/>
                  </a:lnTo>
                  <a:lnTo>
                    <a:pt x="2164544" y="854886"/>
                  </a:lnTo>
                  <a:lnTo>
                    <a:pt x="2174558" y="866464"/>
                  </a:lnTo>
                  <a:lnTo>
                    <a:pt x="2196384" y="873100"/>
                  </a:lnTo>
                  <a:lnTo>
                    <a:pt x="2210279" y="872286"/>
                  </a:lnTo>
                  <a:lnTo>
                    <a:pt x="2214048" y="875424"/>
                  </a:lnTo>
                  <a:lnTo>
                    <a:pt x="2214442" y="881799"/>
                  </a:lnTo>
                  <a:lnTo>
                    <a:pt x="2216017" y="884460"/>
                  </a:lnTo>
                  <a:lnTo>
                    <a:pt x="2219223" y="885962"/>
                  </a:lnTo>
                  <a:lnTo>
                    <a:pt x="2228112" y="882262"/>
                  </a:lnTo>
                  <a:lnTo>
                    <a:pt x="2230756" y="873565"/>
                  </a:lnTo>
                  <a:lnTo>
                    <a:pt x="2234525" y="874146"/>
                  </a:lnTo>
                  <a:lnTo>
                    <a:pt x="2237619" y="886539"/>
                  </a:lnTo>
                  <a:lnTo>
                    <a:pt x="2230249" y="896562"/>
                  </a:lnTo>
                  <a:lnTo>
                    <a:pt x="2226761" y="909506"/>
                  </a:lnTo>
                  <a:lnTo>
                    <a:pt x="2227099" y="919304"/>
                  </a:lnTo>
                  <a:lnTo>
                    <a:pt x="2230474" y="926338"/>
                  </a:lnTo>
                  <a:lnTo>
                    <a:pt x="2230587" y="932558"/>
                  </a:lnTo>
                  <a:lnTo>
                    <a:pt x="2229181" y="935492"/>
                  </a:lnTo>
                  <a:lnTo>
                    <a:pt x="2220180" y="939097"/>
                  </a:lnTo>
                  <a:lnTo>
                    <a:pt x="2198522" y="938535"/>
                  </a:lnTo>
                  <a:lnTo>
                    <a:pt x="2199647" y="941123"/>
                  </a:lnTo>
                  <a:lnTo>
                    <a:pt x="2227324" y="945279"/>
                  </a:lnTo>
                  <a:lnTo>
                    <a:pt x="2230587" y="951331"/>
                  </a:lnTo>
                  <a:lnTo>
                    <a:pt x="2232162" y="960376"/>
                  </a:lnTo>
                  <a:lnTo>
                    <a:pt x="2228618" y="971931"/>
                  </a:lnTo>
                  <a:lnTo>
                    <a:pt x="2228956" y="980886"/>
                  </a:lnTo>
                  <a:lnTo>
                    <a:pt x="2237731" y="981217"/>
                  </a:lnTo>
                  <a:lnTo>
                    <a:pt x="2239531" y="983312"/>
                  </a:lnTo>
                  <a:lnTo>
                    <a:pt x="2236156" y="990791"/>
                  </a:lnTo>
                  <a:lnTo>
                    <a:pt x="2237338" y="996493"/>
                  </a:lnTo>
                  <a:lnTo>
                    <a:pt x="2233625" y="1009701"/>
                  </a:lnTo>
                  <a:lnTo>
                    <a:pt x="2229968" y="1012636"/>
                  </a:lnTo>
                  <a:lnTo>
                    <a:pt x="2225749" y="1004471"/>
                  </a:lnTo>
                  <a:lnTo>
                    <a:pt x="2223161" y="1010462"/>
                  </a:lnTo>
                  <a:lnTo>
                    <a:pt x="2213992" y="1014483"/>
                  </a:lnTo>
                  <a:lnTo>
                    <a:pt x="2214161" y="1016219"/>
                  </a:lnTo>
                  <a:lnTo>
                    <a:pt x="2225580" y="1020553"/>
                  </a:lnTo>
                  <a:lnTo>
                    <a:pt x="2241781" y="1008830"/>
                  </a:lnTo>
                  <a:lnTo>
                    <a:pt x="2259670" y="1007523"/>
                  </a:lnTo>
                  <a:lnTo>
                    <a:pt x="2266646" y="1012419"/>
                  </a:lnTo>
                  <a:lnTo>
                    <a:pt x="2269570" y="1017303"/>
                  </a:lnTo>
                  <a:lnTo>
                    <a:pt x="2274352" y="1032858"/>
                  </a:lnTo>
                  <a:lnTo>
                    <a:pt x="2270358" y="1051926"/>
                  </a:lnTo>
                  <a:lnTo>
                    <a:pt x="2266871" y="1057039"/>
                  </a:lnTo>
                  <a:lnTo>
                    <a:pt x="2251963" y="1063412"/>
                  </a:lnTo>
                  <a:lnTo>
                    <a:pt x="2248982" y="1067333"/>
                  </a:lnTo>
                  <a:lnTo>
                    <a:pt x="2268558" y="1058527"/>
                  </a:lnTo>
                  <a:lnTo>
                    <a:pt x="2272496" y="1051073"/>
                  </a:lnTo>
                  <a:lnTo>
                    <a:pt x="2276040" y="1037694"/>
                  </a:lnTo>
                  <a:lnTo>
                    <a:pt x="2278065" y="1033503"/>
                  </a:lnTo>
                  <a:lnTo>
                    <a:pt x="2280878" y="1032750"/>
                  </a:lnTo>
                  <a:lnTo>
                    <a:pt x="2284985" y="1044020"/>
                  </a:lnTo>
                  <a:lnTo>
                    <a:pt x="2279528" y="1053418"/>
                  </a:lnTo>
                  <a:lnTo>
                    <a:pt x="2285997" y="1045411"/>
                  </a:lnTo>
                  <a:lnTo>
                    <a:pt x="2289148" y="1037587"/>
                  </a:lnTo>
                  <a:lnTo>
                    <a:pt x="2291228" y="1047122"/>
                  </a:lnTo>
                  <a:lnTo>
                    <a:pt x="2291566" y="1062139"/>
                  </a:lnTo>
                  <a:lnTo>
                    <a:pt x="2294941" y="1048938"/>
                  </a:lnTo>
                  <a:lnTo>
                    <a:pt x="2312155" y="1035868"/>
                  </a:lnTo>
                  <a:lnTo>
                    <a:pt x="2321437" y="1032427"/>
                  </a:lnTo>
                  <a:lnTo>
                    <a:pt x="2325038" y="1028979"/>
                  </a:lnTo>
                  <a:lnTo>
                    <a:pt x="2327906" y="1020012"/>
                  </a:lnTo>
                  <a:lnTo>
                    <a:pt x="2332688" y="1014374"/>
                  </a:lnTo>
                  <a:lnTo>
                    <a:pt x="2336569" y="1015568"/>
                  </a:lnTo>
                  <a:lnTo>
                    <a:pt x="2341182" y="1022393"/>
                  </a:lnTo>
                  <a:lnTo>
                    <a:pt x="2343939" y="1035976"/>
                  </a:lnTo>
                  <a:lnTo>
                    <a:pt x="2346414" y="1027578"/>
                  </a:lnTo>
                  <a:lnTo>
                    <a:pt x="2342645" y="1012636"/>
                  </a:lnTo>
                  <a:lnTo>
                    <a:pt x="2348552" y="1011006"/>
                  </a:lnTo>
                  <a:lnTo>
                    <a:pt x="2346470" y="1006978"/>
                  </a:lnTo>
                  <a:lnTo>
                    <a:pt x="2348945" y="1003162"/>
                  </a:lnTo>
                  <a:lnTo>
                    <a:pt x="2353277" y="1003598"/>
                  </a:lnTo>
                  <a:lnTo>
                    <a:pt x="2352714" y="1000322"/>
                  </a:lnTo>
                  <a:lnTo>
                    <a:pt x="2358284" y="1001087"/>
                  </a:lnTo>
                  <a:lnTo>
                    <a:pt x="2363290" y="998135"/>
                  </a:lnTo>
                  <a:lnTo>
                    <a:pt x="2356315" y="995069"/>
                  </a:lnTo>
                  <a:lnTo>
                    <a:pt x="2353389" y="988814"/>
                  </a:lnTo>
                  <a:lnTo>
                    <a:pt x="2356315" y="988814"/>
                  </a:lnTo>
                  <a:lnTo>
                    <a:pt x="2359239" y="980444"/>
                  </a:lnTo>
                  <a:lnTo>
                    <a:pt x="2362390" y="982540"/>
                  </a:lnTo>
                  <a:lnTo>
                    <a:pt x="2360421" y="973038"/>
                  </a:lnTo>
                  <a:lnTo>
                    <a:pt x="2364358" y="972484"/>
                  </a:lnTo>
                  <a:lnTo>
                    <a:pt x="2374091" y="978126"/>
                  </a:lnTo>
                  <a:lnTo>
                    <a:pt x="2362559" y="968826"/>
                  </a:lnTo>
                  <a:lnTo>
                    <a:pt x="2360084" y="962046"/>
                  </a:lnTo>
                  <a:lnTo>
                    <a:pt x="2361715" y="954127"/>
                  </a:lnTo>
                  <a:lnTo>
                    <a:pt x="2366216" y="951555"/>
                  </a:lnTo>
                  <a:lnTo>
                    <a:pt x="2374372" y="954462"/>
                  </a:lnTo>
                  <a:lnTo>
                    <a:pt x="2370265" y="950772"/>
                  </a:lnTo>
                  <a:lnTo>
                    <a:pt x="2369872" y="945953"/>
                  </a:lnTo>
                  <a:lnTo>
                    <a:pt x="2377410" y="924411"/>
                  </a:lnTo>
                  <a:lnTo>
                    <a:pt x="2380954" y="919417"/>
                  </a:lnTo>
                  <a:lnTo>
                    <a:pt x="2390911" y="923391"/>
                  </a:lnTo>
                  <a:lnTo>
                    <a:pt x="2393386" y="929394"/>
                  </a:lnTo>
                  <a:lnTo>
                    <a:pt x="2382529" y="939435"/>
                  </a:lnTo>
                  <a:lnTo>
                    <a:pt x="2397661" y="936169"/>
                  </a:lnTo>
                  <a:lnTo>
                    <a:pt x="2400812" y="941910"/>
                  </a:lnTo>
                  <a:lnTo>
                    <a:pt x="2401262" y="949764"/>
                  </a:lnTo>
                  <a:lnTo>
                    <a:pt x="2399462" y="956249"/>
                  </a:lnTo>
                  <a:lnTo>
                    <a:pt x="2404750" y="951219"/>
                  </a:lnTo>
                  <a:lnTo>
                    <a:pt x="2408743" y="962269"/>
                  </a:lnTo>
                  <a:lnTo>
                    <a:pt x="2414313" y="970379"/>
                  </a:lnTo>
                  <a:lnTo>
                    <a:pt x="2407450" y="976800"/>
                  </a:lnTo>
                  <a:lnTo>
                    <a:pt x="2408237" y="978568"/>
                  </a:lnTo>
                  <a:lnTo>
                    <a:pt x="2413356" y="980444"/>
                  </a:lnTo>
                  <a:lnTo>
                    <a:pt x="2413524" y="984854"/>
                  </a:lnTo>
                  <a:lnTo>
                    <a:pt x="2417857" y="980996"/>
                  </a:lnTo>
                  <a:lnTo>
                    <a:pt x="2420895" y="981437"/>
                  </a:lnTo>
                  <a:lnTo>
                    <a:pt x="2424776" y="989913"/>
                  </a:lnTo>
                  <a:lnTo>
                    <a:pt x="2421963" y="994740"/>
                  </a:lnTo>
                  <a:lnTo>
                    <a:pt x="2417575" y="996931"/>
                  </a:lnTo>
                  <a:lnTo>
                    <a:pt x="2407393" y="998463"/>
                  </a:lnTo>
                  <a:lnTo>
                    <a:pt x="2412962" y="1000103"/>
                  </a:lnTo>
                  <a:lnTo>
                    <a:pt x="2430007" y="997588"/>
                  </a:lnTo>
                  <a:lnTo>
                    <a:pt x="2428095" y="1000213"/>
                  </a:lnTo>
                  <a:lnTo>
                    <a:pt x="2431020" y="1006107"/>
                  </a:lnTo>
                  <a:lnTo>
                    <a:pt x="2428939" y="1009809"/>
                  </a:lnTo>
                  <a:lnTo>
                    <a:pt x="2436195" y="1009157"/>
                  </a:lnTo>
                  <a:lnTo>
                    <a:pt x="2441709" y="1021527"/>
                  </a:lnTo>
                  <a:lnTo>
                    <a:pt x="2434564" y="1029195"/>
                  </a:lnTo>
                  <a:lnTo>
                    <a:pt x="2425563" y="1034686"/>
                  </a:lnTo>
                  <a:lnTo>
                    <a:pt x="2421007" y="1041985"/>
                  </a:lnTo>
                  <a:lnTo>
                    <a:pt x="2431189" y="1033826"/>
                  </a:lnTo>
                  <a:lnTo>
                    <a:pt x="2434058" y="1035331"/>
                  </a:lnTo>
                  <a:lnTo>
                    <a:pt x="2433664" y="1037265"/>
                  </a:lnTo>
                  <a:lnTo>
                    <a:pt x="2445984" y="1032320"/>
                  </a:lnTo>
                  <a:lnTo>
                    <a:pt x="2450483" y="1033395"/>
                  </a:lnTo>
                  <a:lnTo>
                    <a:pt x="2447953" y="1042627"/>
                  </a:lnTo>
                  <a:lnTo>
                    <a:pt x="2443620" y="1049685"/>
                  </a:lnTo>
                  <a:lnTo>
                    <a:pt x="2435802" y="1054058"/>
                  </a:lnTo>
                  <a:lnTo>
                    <a:pt x="2429613" y="1060759"/>
                  </a:lnTo>
                  <a:lnTo>
                    <a:pt x="2443452" y="1053951"/>
                  </a:lnTo>
                  <a:lnTo>
                    <a:pt x="2453803" y="1052459"/>
                  </a:lnTo>
                  <a:lnTo>
                    <a:pt x="2459484" y="1063200"/>
                  </a:lnTo>
                  <a:lnTo>
                    <a:pt x="2470341" y="1066804"/>
                  </a:lnTo>
                  <a:lnTo>
                    <a:pt x="2472198" y="1069766"/>
                  </a:lnTo>
                  <a:lnTo>
                    <a:pt x="2469160" y="1075153"/>
                  </a:lnTo>
                  <a:lnTo>
                    <a:pt x="2471186" y="1081051"/>
                  </a:lnTo>
                  <a:lnTo>
                    <a:pt x="2470004" y="1084309"/>
                  </a:lnTo>
                  <a:lnTo>
                    <a:pt x="2458416" y="1091752"/>
                  </a:lnTo>
                  <a:lnTo>
                    <a:pt x="2453522" y="1091543"/>
                  </a:lnTo>
                  <a:lnTo>
                    <a:pt x="2456616" y="1093845"/>
                  </a:lnTo>
                  <a:lnTo>
                    <a:pt x="2471467" y="1095517"/>
                  </a:lnTo>
                  <a:lnTo>
                    <a:pt x="2473717" y="1098440"/>
                  </a:lnTo>
                  <a:lnTo>
                    <a:pt x="2469723" y="1105522"/>
                  </a:lnTo>
                  <a:lnTo>
                    <a:pt x="2473380" y="1108432"/>
                  </a:lnTo>
                  <a:lnTo>
                    <a:pt x="2480636" y="1109262"/>
                  </a:lnTo>
                  <a:lnTo>
                    <a:pt x="2489862" y="1119100"/>
                  </a:lnTo>
                  <a:lnTo>
                    <a:pt x="2488062" y="1128173"/>
                  </a:lnTo>
                  <a:lnTo>
                    <a:pt x="2488681" y="1138027"/>
                  </a:lnTo>
                  <a:lnTo>
                    <a:pt x="2483674" y="1139460"/>
                  </a:lnTo>
                  <a:lnTo>
                    <a:pt x="2467079" y="1137002"/>
                  </a:lnTo>
                  <a:lnTo>
                    <a:pt x="2457572" y="1133106"/>
                  </a:lnTo>
                  <a:lnTo>
                    <a:pt x="2459766" y="1129304"/>
                  </a:lnTo>
                  <a:lnTo>
                    <a:pt x="2453465" y="1131052"/>
                  </a:lnTo>
                  <a:lnTo>
                    <a:pt x="2456672" y="1135157"/>
                  </a:lnTo>
                  <a:lnTo>
                    <a:pt x="2477204" y="1146816"/>
                  </a:lnTo>
                  <a:lnTo>
                    <a:pt x="2468710" y="1150891"/>
                  </a:lnTo>
                  <a:lnTo>
                    <a:pt x="2470904" y="1152622"/>
                  </a:lnTo>
                  <a:lnTo>
                    <a:pt x="2486993" y="1156179"/>
                  </a:lnTo>
                  <a:lnTo>
                    <a:pt x="2478161" y="1160135"/>
                  </a:lnTo>
                  <a:lnTo>
                    <a:pt x="2477992" y="1163477"/>
                  </a:lnTo>
                  <a:lnTo>
                    <a:pt x="2488906" y="1164287"/>
                  </a:lnTo>
                  <a:lnTo>
                    <a:pt x="2490875" y="1173775"/>
                  </a:lnTo>
                  <a:lnTo>
                    <a:pt x="2486205" y="1176594"/>
                  </a:lnTo>
                  <a:lnTo>
                    <a:pt x="2494419" y="1178906"/>
                  </a:lnTo>
                  <a:lnTo>
                    <a:pt x="2497456" y="1183824"/>
                  </a:lnTo>
                  <a:lnTo>
                    <a:pt x="2500381" y="1184025"/>
                  </a:lnTo>
                  <a:lnTo>
                    <a:pt x="2505556" y="1178705"/>
                  </a:lnTo>
                  <a:lnTo>
                    <a:pt x="2508313" y="1179609"/>
                  </a:lnTo>
                  <a:lnTo>
                    <a:pt x="2508482" y="1182721"/>
                  </a:lnTo>
                  <a:lnTo>
                    <a:pt x="2512982" y="1186730"/>
                  </a:lnTo>
                  <a:lnTo>
                    <a:pt x="2513938" y="1191630"/>
                  </a:lnTo>
                  <a:lnTo>
                    <a:pt x="2516639" y="1187230"/>
                  </a:lnTo>
                  <a:lnTo>
                    <a:pt x="2520857" y="1188431"/>
                  </a:lnTo>
                  <a:lnTo>
                    <a:pt x="2518777" y="1195921"/>
                  </a:lnTo>
                  <a:lnTo>
                    <a:pt x="2525527" y="1205173"/>
                  </a:lnTo>
                  <a:lnTo>
                    <a:pt x="2520239" y="1211516"/>
                  </a:lnTo>
                  <a:lnTo>
                    <a:pt x="2517482" y="1220604"/>
                  </a:lnTo>
                  <a:lnTo>
                    <a:pt x="2512251" y="1228279"/>
                  </a:lnTo>
                  <a:lnTo>
                    <a:pt x="2524908" y="1218631"/>
                  </a:lnTo>
                  <a:lnTo>
                    <a:pt x="2539084" y="1214583"/>
                  </a:lnTo>
                  <a:lnTo>
                    <a:pt x="2541053" y="1216855"/>
                  </a:lnTo>
                  <a:lnTo>
                    <a:pt x="2541222" y="1220801"/>
                  </a:lnTo>
                  <a:lnTo>
                    <a:pt x="2549098" y="1221984"/>
                  </a:lnTo>
                  <a:lnTo>
                    <a:pt x="2539590" y="1234654"/>
                  </a:lnTo>
                  <a:lnTo>
                    <a:pt x="2536609" y="1241694"/>
                  </a:lnTo>
                  <a:lnTo>
                    <a:pt x="2554666" y="1220604"/>
                  </a:lnTo>
                  <a:lnTo>
                    <a:pt x="2562880" y="1223362"/>
                  </a:lnTo>
                  <a:lnTo>
                    <a:pt x="2569630" y="1240327"/>
                  </a:lnTo>
                  <a:lnTo>
                    <a:pt x="2581612" y="1243841"/>
                  </a:lnTo>
                  <a:lnTo>
                    <a:pt x="2587069" y="1241792"/>
                  </a:lnTo>
                  <a:lnTo>
                    <a:pt x="2587912" y="1238861"/>
                  </a:lnTo>
                  <a:lnTo>
                    <a:pt x="2595226" y="1238275"/>
                  </a:lnTo>
                  <a:lnTo>
                    <a:pt x="2596238" y="1243841"/>
                  </a:lnTo>
                  <a:lnTo>
                    <a:pt x="2599445" y="1246862"/>
                  </a:lnTo>
                  <a:lnTo>
                    <a:pt x="2612664" y="1253766"/>
                  </a:lnTo>
                  <a:lnTo>
                    <a:pt x="2607658" y="1261809"/>
                  </a:lnTo>
                  <a:lnTo>
                    <a:pt x="2603438" y="1264710"/>
                  </a:lnTo>
                  <a:lnTo>
                    <a:pt x="2589318" y="1266641"/>
                  </a:lnTo>
                  <a:lnTo>
                    <a:pt x="2587181" y="1270113"/>
                  </a:lnTo>
                  <a:lnTo>
                    <a:pt x="2580431" y="1273195"/>
                  </a:lnTo>
                  <a:lnTo>
                    <a:pt x="2574243" y="1282702"/>
                  </a:lnTo>
                  <a:lnTo>
                    <a:pt x="2565298" y="1283659"/>
                  </a:lnTo>
                  <a:lnTo>
                    <a:pt x="2547241" y="1294170"/>
                  </a:lnTo>
                  <a:lnTo>
                    <a:pt x="2537060" y="1294170"/>
                  </a:lnTo>
                  <a:lnTo>
                    <a:pt x="2529745" y="1299502"/>
                  </a:lnTo>
                  <a:lnTo>
                    <a:pt x="2526990" y="1306718"/>
                  </a:lnTo>
                  <a:lnTo>
                    <a:pt x="2519170" y="1303777"/>
                  </a:lnTo>
                  <a:lnTo>
                    <a:pt x="2528396" y="1312492"/>
                  </a:lnTo>
                  <a:lnTo>
                    <a:pt x="2522433" y="1317498"/>
                  </a:lnTo>
                  <a:lnTo>
                    <a:pt x="2521983" y="1319101"/>
                  </a:lnTo>
                  <a:lnTo>
                    <a:pt x="2523670" y="1320043"/>
                  </a:lnTo>
                  <a:lnTo>
                    <a:pt x="2520746" y="1322868"/>
                  </a:lnTo>
                  <a:lnTo>
                    <a:pt x="2521251" y="1324091"/>
                  </a:lnTo>
                  <a:lnTo>
                    <a:pt x="2526877" y="1321927"/>
                  </a:lnTo>
                  <a:lnTo>
                    <a:pt x="2536891" y="1311547"/>
                  </a:lnTo>
                  <a:lnTo>
                    <a:pt x="2552697" y="1304252"/>
                  </a:lnTo>
                  <a:lnTo>
                    <a:pt x="2565298" y="1291977"/>
                  </a:lnTo>
                  <a:lnTo>
                    <a:pt x="2573681" y="1286531"/>
                  </a:lnTo>
                  <a:lnTo>
                    <a:pt x="2596013" y="1280497"/>
                  </a:lnTo>
                  <a:lnTo>
                    <a:pt x="2584088" y="1279249"/>
                  </a:lnTo>
                  <a:lnTo>
                    <a:pt x="2582906" y="1276176"/>
                  </a:lnTo>
                  <a:lnTo>
                    <a:pt x="2588025" y="1273195"/>
                  </a:lnTo>
                  <a:lnTo>
                    <a:pt x="2612270" y="1276753"/>
                  </a:lnTo>
                  <a:lnTo>
                    <a:pt x="2619078" y="1289399"/>
                  </a:lnTo>
                  <a:lnTo>
                    <a:pt x="2621047" y="1296457"/>
                  </a:lnTo>
                  <a:lnTo>
                    <a:pt x="2608895" y="1305959"/>
                  </a:lnTo>
                  <a:lnTo>
                    <a:pt x="2613227" y="1308613"/>
                  </a:lnTo>
                  <a:lnTo>
                    <a:pt x="2614915" y="1313437"/>
                  </a:lnTo>
                  <a:lnTo>
                    <a:pt x="2630272" y="1299216"/>
                  </a:lnTo>
                  <a:lnTo>
                    <a:pt x="2642029" y="1297885"/>
                  </a:lnTo>
                  <a:lnTo>
                    <a:pt x="2645461" y="1305295"/>
                  </a:lnTo>
                  <a:lnTo>
                    <a:pt x="2653111" y="1307192"/>
                  </a:lnTo>
                  <a:lnTo>
                    <a:pt x="2660930" y="1320043"/>
                  </a:lnTo>
                  <a:lnTo>
                    <a:pt x="2662843" y="1326911"/>
                  </a:lnTo>
                  <a:lnTo>
                    <a:pt x="2659918" y="1337875"/>
                  </a:lnTo>
                  <a:lnTo>
                    <a:pt x="2661830" y="1344221"/>
                  </a:lnTo>
                  <a:lnTo>
                    <a:pt x="2660537" y="1351574"/>
                  </a:lnTo>
                  <a:lnTo>
                    <a:pt x="2662674" y="1356400"/>
                  </a:lnTo>
                  <a:lnTo>
                    <a:pt x="2646361" y="1361493"/>
                  </a:lnTo>
                  <a:lnTo>
                    <a:pt x="2664475" y="1365005"/>
                  </a:lnTo>
                  <a:lnTo>
                    <a:pt x="2665431" y="1369342"/>
                  </a:lnTo>
                  <a:lnTo>
                    <a:pt x="2663519" y="1370724"/>
                  </a:lnTo>
                  <a:lnTo>
                    <a:pt x="2656148" y="1369157"/>
                  </a:lnTo>
                  <a:lnTo>
                    <a:pt x="2666218" y="1376980"/>
                  </a:lnTo>
                  <a:lnTo>
                    <a:pt x="2666049" y="1382301"/>
                  </a:lnTo>
                  <a:lnTo>
                    <a:pt x="2655979" y="1392817"/>
                  </a:lnTo>
                  <a:lnTo>
                    <a:pt x="2626053" y="1416595"/>
                  </a:lnTo>
                  <a:lnTo>
                    <a:pt x="2610864" y="1416054"/>
                  </a:lnTo>
                  <a:lnTo>
                    <a:pt x="2601245" y="1418219"/>
                  </a:lnTo>
                  <a:lnTo>
                    <a:pt x="2593313" y="1423446"/>
                  </a:lnTo>
                  <a:lnTo>
                    <a:pt x="2578068" y="1424796"/>
                  </a:lnTo>
                  <a:lnTo>
                    <a:pt x="2557592" y="1450382"/>
                  </a:lnTo>
                  <a:lnTo>
                    <a:pt x="2550954" y="1455536"/>
                  </a:lnTo>
                  <a:lnTo>
                    <a:pt x="2543641" y="1464573"/>
                  </a:lnTo>
                  <a:lnTo>
                    <a:pt x="2537284" y="1468196"/>
                  </a:lnTo>
                  <a:lnTo>
                    <a:pt x="2535091" y="1473135"/>
                  </a:lnTo>
                  <a:lnTo>
                    <a:pt x="2529014" y="1476216"/>
                  </a:lnTo>
                  <a:lnTo>
                    <a:pt x="2512532" y="1477799"/>
                  </a:lnTo>
                  <a:lnTo>
                    <a:pt x="2506288" y="1476392"/>
                  </a:lnTo>
                  <a:lnTo>
                    <a:pt x="2501618" y="1478590"/>
                  </a:lnTo>
                  <a:lnTo>
                    <a:pt x="2491211" y="1478766"/>
                  </a:lnTo>
                  <a:lnTo>
                    <a:pt x="2477598" y="1483507"/>
                  </a:lnTo>
                  <a:lnTo>
                    <a:pt x="2471522" y="1477271"/>
                  </a:lnTo>
                  <a:lnTo>
                    <a:pt x="2446659" y="1473927"/>
                  </a:lnTo>
                  <a:lnTo>
                    <a:pt x="2433551" y="1474279"/>
                  </a:lnTo>
                  <a:lnTo>
                    <a:pt x="2430289" y="1476744"/>
                  </a:lnTo>
                  <a:lnTo>
                    <a:pt x="2411106" y="1473310"/>
                  </a:lnTo>
                  <a:lnTo>
                    <a:pt x="2401206" y="1475512"/>
                  </a:lnTo>
                  <a:lnTo>
                    <a:pt x="2366890" y="1472958"/>
                  </a:lnTo>
                  <a:lnTo>
                    <a:pt x="2351421" y="1475952"/>
                  </a:lnTo>
                  <a:lnTo>
                    <a:pt x="2345401" y="1474279"/>
                  </a:lnTo>
                  <a:lnTo>
                    <a:pt x="2340113" y="1478854"/>
                  </a:lnTo>
                  <a:lnTo>
                    <a:pt x="2328525" y="1478326"/>
                  </a:lnTo>
                  <a:lnTo>
                    <a:pt x="2314574" y="1488938"/>
                  </a:lnTo>
                  <a:lnTo>
                    <a:pt x="2305461" y="1507850"/>
                  </a:lnTo>
                  <a:lnTo>
                    <a:pt x="2304561" y="1515130"/>
                  </a:lnTo>
                  <a:lnTo>
                    <a:pt x="2301130" y="1520057"/>
                  </a:lnTo>
                  <a:lnTo>
                    <a:pt x="2272721" y="1527299"/>
                  </a:lnTo>
                  <a:lnTo>
                    <a:pt x="2274634" y="1529623"/>
                  </a:lnTo>
                  <a:lnTo>
                    <a:pt x="2264508" y="1534091"/>
                  </a:lnTo>
                  <a:lnTo>
                    <a:pt x="2260627" y="1539578"/>
                  </a:lnTo>
                  <a:lnTo>
                    <a:pt x="2252469" y="1544882"/>
                  </a:lnTo>
                  <a:lnTo>
                    <a:pt x="2243019" y="1556985"/>
                  </a:lnTo>
                  <a:lnTo>
                    <a:pt x="2238519" y="1565811"/>
                  </a:lnTo>
                  <a:lnTo>
                    <a:pt x="2229181" y="1574604"/>
                  </a:lnTo>
                  <a:lnTo>
                    <a:pt x="2223611" y="1574183"/>
                  </a:lnTo>
                  <a:lnTo>
                    <a:pt x="2207016" y="1566743"/>
                  </a:lnTo>
                  <a:lnTo>
                    <a:pt x="2187158" y="1562505"/>
                  </a:lnTo>
                  <a:lnTo>
                    <a:pt x="2192784" y="1566658"/>
                  </a:lnTo>
                  <a:lnTo>
                    <a:pt x="2203360" y="1567250"/>
                  </a:lnTo>
                  <a:lnTo>
                    <a:pt x="2219898" y="1574266"/>
                  </a:lnTo>
                  <a:lnTo>
                    <a:pt x="2226030" y="1579326"/>
                  </a:lnTo>
                  <a:lnTo>
                    <a:pt x="2221980" y="1591760"/>
                  </a:lnTo>
                  <a:lnTo>
                    <a:pt x="2219167" y="1596029"/>
                  </a:lnTo>
                  <a:lnTo>
                    <a:pt x="2204991" y="1610708"/>
                  </a:lnTo>
                  <a:lnTo>
                    <a:pt x="2196947" y="1623726"/>
                  </a:lnTo>
                  <a:lnTo>
                    <a:pt x="2184121" y="1633630"/>
                  </a:lnTo>
                  <a:lnTo>
                    <a:pt x="2179395" y="1639472"/>
                  </a:lnTo>
                  <a:lnTo>
                    <a:pt x="2164095" y="1645053"/>
                  </a:lnTo>
                  <a:lnTo>
                    <a:pt x="2160269" y="1644479"/>
                  </a:lnTo>
                  <a:lnTo>
                    <a:pt x="2150087" y="1650294"/>
                  </a:lnTo>
                  <a:lnTo>
                    <a:pt x="2148456" y="1653646"/>
                  </a:lnTo>
                  <a:lnTo>
                    <a:pt x="2135236" y="1662617"/>
                  </a:lnTo>
                  <a:lnTo>
                    <a:pt x="2125841" y="1666115"/>
                  </a:lnTo>
                  <a:lnTo>
                    <a:pt x="2124548" y="1670176"/>
                  </a:lnTo>
                  <a:lnTo>
                    <a:pt x="2120722" y="1672609"/>
                  </a:lnTo>
                  <a:lnTo>
                    <a:pt x="2110372" y="1687322"/>
                  </a:lnTo>
                  <a:lnTo>
                    <a:pt x="2103002" y="1688531"/>
                  </a:lnTo>
                  <a:lnTo>
                    <a:pt x="2092821" y="1697858"/>
                  </a:lnTo>
                  <a:lnTo>
                    <a:pt x="2084157" y="1696574"/>
                  </a:lnTo>
                  <a:lnTo>
                    <a:pt x="2094002" y="1700907"/>
                  </a:lnTo>
                  <a:lnTo>
                    <a:pt x="2094790" y="1704831"/>
                  </a:lnTo>
                  <a:lnTo>
                    <a:pt x="2082807" y="1710987"/>
                  </a:lnTo>
                  <a:lnTo>
                    <a:pt x="2071838" y="1719993"/>
                  </a:lnTo>
                  <a:lnTo>
                    <a:pt x="2062837" y="1721505"/>
                  </a:lnTo>
                  <a:lnTo>
                    <a:pt x="2050180" y="1730236"/>
                  </a:lnTo>
                  <a:lnTo>
                    <a:pt x="2035386" y="1745799"/>
                  </a:lnTo>
                  <a:lnTo>
                    <a:pt x="2026778" y="1750756"/>
                  </a:lnTo>
                  <a:lnTo>
                    <a:pt x="2016991" y="1761501"/>
                  </a:lnTo>
                  <a:lnTo>
                    <a:pt x="2005852" y="1780065"/>
                  </a:lnTo>
                  <a:lnTo>
                    <a:pt x="1946448" y="1780220"/>
                  </a:lnTo>
                  <a:lnTo>
                    <a:pt x="1932384" y="1787050"/>
                  </a:lnTo>
                  <a:lnTo>
                    <a:pt x="1935872" y="1795176"/>
                  </a:lnTo>
                  <a:lnTo>
                    <a:pt x="1935647" y="1802506"/>
                  </a:lnTo>
                  <a:lnTo>
                    <a:pt x="1936940" y="1806279"/>
                  </a:lnTo>
                  <a:lnTo>
                    <a:pt x="1940203" y="1809816"/>
                  </a:lnTo>
                  <a:lnTo>
                    <a:pt x="1939641" y="1812887"/>
                  </a:lnTo>
                  <a:lnTo>
                    <a:pt x="1936603" y="1815496"/>
                  </a:lnTo>
                  <a:lnTo>
                    <a:pt x="1898744" y="1833985"/>
                  </a:lnTo>
                  <a:lnTo>
                    <a:pt x="1866566" y="1840600"/>
                  </a:lnTo>
                  <a:lnTo>
                    <a:pt x="1830283" y="1863063"/>
                  </a:lnTo>
                  <a:lnTo>
                    <a:pt x="1822407" y="1863063"/>
                  </a:lnTo>
                  <a:lnTo>
                    <a:pt x="1811775" y="1856427"/>
                  </a:lnTo>
                  <a:lnTo>
                    <a:pt x="1808288" y="1850456"/>
                  </a:lnTo>
                  <a:lnTo>
                    <a:pt x="1808063" y="1843486"/>
                  </a:lnTo>
                  <a:lnTo>
                    <a:pt x="1810425" y="1836801"/>
                  </a:lnTo>
                  <a:lnTo>
                    <a:pt x="1816838" y="1833223"/>
                  </a:lnTo>
                  <a:lnTo>
                    <a:pt x="1826908" y="1823075"/>
                  </a:lnTo>
                  <a:lnTo>
                    <a:pt x="1831239" y="1803969"/>
                  </a:lnTo>
                  <a:lnTo>
                    <a:pt x="1839677" y="1782551"/>
                  </a:lnTo>
                  <a:lnTo>
                    <a:pt x="1826739" y="1704751"/>
                  </a:lnTo>
                  <a:lnTo>
                    <a:pt x="1794224" y="1683773"/>
                  </a:lnTo>
                  <a:lnTo>
                    <a:pt x="1798049" y="1675769"/>
                  </a:lnTo>
                  <a:lnTo>
                    <a:pt x="1793493" y="1670338"/>
                  </a:lnTo>
                  <a:lnTo>
                    <a:pt x="1782185" y="1671717"/>
                  </a:lnTo>
                  <a:lnTo>
                    <a:pt x="1778698" y="1665383"/>
                  </a:lnTo>
                  <a:lnTo>
                    <a:pt x="1776785" y="1651031"/>
                  </a:lnTo>
                  <a:lnTo>
                    <a:pt x="1763903" y="1654872"/>
                  </a:lnTo>
                  <a:lnTo>
                    <a:pt x="1757096" y="1646692"/>
                  </a:lnTo>
                  <a:lnTo>
                    <a:pt x="1754115" y="1634701"/>
                  </a:lnTo>
                  <a:lnTo>
                    <a:pt x="1644644" y="1569705"/>
                  </a:lnTo>
                  <a:lnTo>
                    <a:pt x="1637332" y="1571564"/>
                  </a:lnTo>
                  <a:lnTo>
                    <a:pt x="1616686" y="1582945"/>
                  </a:lnTo>
                  <a:lnTo>
                    <a:pt x="1610948" y="1584039"/>
                  </a:lnTo>
                  <a:lnTo>
                    <a:pt x="1597053" y="1584122"/>
                  </a:lnTo>
                  <a:lnTo>
                    <a:pt x="1594185" y="1583198"/>
                  </a:lnTo>
                  <a:lnTo>
                    <a:pt x="1591091" y="1578399"/>
                  </a:lnTo>
                  <a:lnTo>
                    <a:pt x="1570670" y="1578989"/>
                  </a:lnTo>
                  <a:lnTo>
                    <a:pt x="1567689" y="1574520"/>
                  </a:lnTo>
                  <a:lnTo>
                    <a:pt x="1565326" y="1574098"/>
                  </a:lnTo>
                  <a:lnTo>
                    <a:pt x="1550588" y="1581178"/>
                  </a:lnTo>
                  <a:lnTo>
                    <a:pt x="1546481" y="1581178"/>
                  </a:lnTo>
                  <a:lnTo>
                    <a:pt x="1535905" y="1574689"/>
                  </a:lnTo>
                  <a:lnTo>
                    <a:pt x="1531293" y="1569789"/>
                  </a:lnTo>
                  <a:lnTo>
                    <a:pt x="1526061" y="1568012"/>
                  </a:lnTo>
                  <a:lnTo>
                    <a:pt x="1518523" y="1570973"/>
                  </a:lnTo>
                  <a:lnTo>
                    <a:pt x="1515823" y="1563438"/>
                  </a:lnTo>
                  <a:lnTo>
                    <a:pt x="1500296" y="1555114"/>
                  </a:lnTo>
                  <a:lnTo>
                    <a:pt x="1488371" y="1554944"/>
                  </a:lnTo>
                  <a:lnTo>
                    <a:pt x="1485727" y="1557581"/>
                  </a:lnTo>
                  <a:lnTo>
                    <a:pt x="1478076" y="1559195"/>
                  </a:lnTo>
                  <a:lnTo>
                    <a:pt x="1467219" y="1552901"/>
                  </a:lnTo>
                  <a:lnTo>
                    <a:pt x="1449555" y="1548980"/>
                  </a:lnTo>
                  <a:lnTo>
                    <a:pt x="1446911" y="1545822"/>
                  </a:lnTo>
                  <a:lnTo>
                    <a:pt x="1443817" y="1536579"/>
                  </a:lnTo>
                  <a:lnTo>
                    <a:pt x="1442242" y="1522215"/>
                  </a:lnTo>
                  <a:lnTo>
                    <a:pt x="1432848" y="1519021"/>
                  </a:lnTo>
                  <a:lnTo>
                    <a:pt x="1432623" y="1537093"/>
                  </a:lnTo>
                  <a:lnTo>
                    <a:pt x="569235" y="1537093"/>
                  </a:lnTo>
                  <a:lnTo>
                    <a:pt x="563779" y="1533146"/>
                  </a:lnTo>
                  <a:lnTo>
                    <a:pt x="560235" y="1537693"/>
                  </a:lnTo>
                  <a:lnTo>
                    <a:pt x="558941" y="1534004"/>
                  </a:lnTo>
                  <a:lnTo>
                    <a:pt x="560122" y="1530483"/>
                  </a:lnTo>
                  <a:lnTo>
                    <a:pt x="556972" y="1530568"/>
                  </a:lnTo>
                  <a:lnTo>
                    <a:pt x="555453" y="1524285"/>
                  </a:lnTo>
                  <a:lnTo>
                    <a:pt x="564285" y="1522732"/>
                  </a:lnTo>
                  <a:lnTo>
                    <a:pt x="566423" y="1517638"/>
                  </a:lnTo>
                  <a:lnTo>
                    <a:pt x="562148" y="1521353"/>
                  </a:lnTo>
                  <a:lnTo>
                    <a:pt x="553991" y="1520316"/>
                  </a:lnTo>
                  <a:lnTo>
                    <a:pt x="556747" y="1504115"/>
                  </a:lnTo>
                  <a:lnTo>
                    <a:pt x="552472" y="1509065"/>
                  </a:lnTo>
                  <a:lnTo>
                    <a:pt x="552134" y="1514784"/>
                  </a:lnTo>
                  <a:lnTo>
                    <a:pt x="546059" y="1517725"/>
                  </a:lnTo>
                  <a:lnTo>
                    <a:pt x="534752" y="1513052"/>
                  </a:lnTo>
                  <a:lnTo>
                    <a:pt x="530477" y="1507850"/>
                  </a:lnTo>
                  <a:lnTo>
                    <a:pt x="529689" y="1504984"/>
                  </a:lnTo>
                  <a:lnTo>
                    <a:pt x="531601" y="1501418"/>
                  </a:lnTo>
                  <a:lnTo>
                    <a:pt x="533795" y="1502288"/>
                  </a:lnTo>
                  <a:lnTo>
                    <a:pt x="537114" y="1508631"/>
                  </a:lnTo>
                  <a:lnTo>
                    <a:pt x="544428" y="1504027"/>
                  </a:lnTo>
                  <a:lnTo>
                    <a:pt x="538802" y="1505157"/>
                  </a:lnTo>
                  <a:lnTo>
                    <a:pt x="535314" y="1501331"/>
                  </a:lnTo>
                  <a:lnTo>
                    <a:pt x="534358" y="1489551"/>
                  </a:lnTo>
                  <a:lnTo>
                    <a:pt x="538127" y="1484296"/>
                  </a:lnTo>
                  <a:lnTo>
                    <a:pt x="536833" y="1481577"/>
                  </a:lnTo>
                  <a:lnTo>
                    <a:pt x="533064" y="1479644"/>
                  </a:lnTo>
                  <a:lnTo>
                    <a:pt x="535596" y="1485085"/>
                  </a:lnTo>
                  <a:lnTo>
                    <a:pt x="532277" y="1490075"/>
                  </a:lnTo>
                  <a:lnTo>
                    <a:pt x="532277" y="1493833"/>
                  </a:lnTo>
                  <a:lnTo>
                    <a:pt x="526932" y="1498631"/>
                  </a:lnTo>
                  <a:lnTo>
                    <a:pt x="522601" y="1499677"/>
                  </a:lnTo>
                  <a:lnTo>
                    <a:pt x="516300" y="1497934"/>
                  </a:lnTo>
                  <a:lnTo>
                    <a:pt x="506906" y="1487625"/>
                  </a:lnTo>
                  <a:lnTo>
                    <a:pt x="502237" y="1474103"/>
                  </a:lnTo>
                  <a:lnTo>
                    <a:pt x="498749" y="1470842"/>
                  </a:lnTo>
                  <a:lnTo>
                    <a:pt x="498355" y="1468196"/>
                  </a:lnTo>
                  <a:lnTo>
                    <a:pt x="504431" y="1457400"/>
                  </a:lnTo>
                  <a:lnTo>
                    <a:pt x="504487" y="1445840"/>
                  </a:lnTo>
                  <a:lnTo>
                    <a:pt x="502181" y="1448869"/>
                  </a:lnTo>
                  <a:lnTo>
                    <a:pt x="501899" y="1455980"/>
                  </a:lnTo>
                  <a:lnTo>
                    <a:pt x="498299" y="1463512"/>
                  </a:lnTo>
                  <a:lnTo>
                    <a:pt x="493574" y="1465369"/>
                  </a:lnTo>
                  <a:lnTo>
                    <a:pt x="485248" y="1464308"/>
                  </a:lnTo>
                  <a:lnTo>
                    <a:pt x="483673" y="1462450"/>
                  </a:lnTo>
                  <a:lnTo>
                    <a:pt x="483280" y="1456867"/>
                  </a:lnTo>
                  <a:lnTo>
                    <a:pt x="480073" y="1465811"/>
                  </a:lnTo>
                  <a:lnTo>
                    <a:pt x="475966" y="1463777"/>
                  </a:lnTo>
                  <a:lnTo>
                    <a:pt x="465953" y="1464308"/>
                  </a:lnTo>
                  <a:lnTo>
                    <a:pt x="456221" y="1462716"/>
                  </a:lnTo>
                  <a:lnTo>
                    <a:pt x="454871" y="1459882"/>
                  </a:lnTo>
                  <a:lnTo>
                    <a:pt x="471860" y="1454116"/>
                  </a:lnTo>
                  <a:lnTo>
                    <a:pt x="452790" y="1455359"/>
                  </a:lnTo>
                  <a:lnTo>
                    <a:pt x="452733" y="1453138"/>
                  </a:lnTo>
                  <a:lnTo>
                    <a:pt x="457177" y="1447533"/>
                  </a:lnTo>
                  <a:lnTo>
                    <a:pt x="452565" y="1446108"/>
                  </a:lnTo>
                  <a:lnTo>
                    <a:pt x="453746" y="1441468"/>
                  </a:lnTo>
                  <a:lnTo>
                    <a:pt x="452733" y="1436641"/>
                  </a:lnTo>
                  <a:lnTo>
                    <a:pt x="449133" y="1443700"/>
                  </a:lnTo>
                  <a:lnTo>
                    <a:pt x="435801" y="1446018"/>
                  </a:lnTo>
                  <a:lnTo>
                    <a:pt x="426463" y="1442182"/>
                  </a:lnTo>
                  <a:lnTo>
                    <a:pt x="415493" y="1431981"/>
                  </a:lnTo>
                  <a:lnTo>
                    <a:pt x="416112" y="1422366"/>
                  </a:lnTo>
                  <a:lnTo>
                    <a:pt x="424494" y="1409089"/>
                  </a:lnTo>
                  <a:lnTo>
                    <a:pt x="428882" y="1406733"/>
                  </a:lnTo>
                  <a:lnTo>
                    <a:pt x="447277" y="1404283"/>
                  </a:lnTo>
                  <a:lnTo>
                    <a:pt x="427025" y="1404102"/>
                  </a:lnTo>
                  <a:lnTo>
                    <a:pt x="423762" y="1405463"/>
                  </a:lnTo>
                  <a:lnTo>
                    <a:pt x="417462" y="1415602"/>
                  </a:lnTo>
                  <a:lnTo>
                    <a:pt x="415324" y="1414969"/>
                  </a:lnTo>
                  <a:lnTo>
                    <a:pt x="412006" y="1409270"/>
                  </a:lnTo>
                  <a:lnTo>
                    <a:pt x="410486" y="1400650"/>
                  </a:lnTo>
                  <a:lnTo>
                    <a:pt x="414874" y="1389622"/>
                  </a:lnTo>
                  <a:lnTo>
                    <a:pt x="410768" y="1389805"/>
                  </a:lnTo>
                  <a:lnTo>
                    <a:pt x="412793" y="1379550"/>
                  </a:lnTo>
                  <a:lnTo>
                    <a:pt x="423931" y="1371092"/>
                  </a:lnTo>
                  <a:lnTo>
                    <a:pt x="430063" y="1369157"/>
                  </a:lnTo>
                  <a:lnTo>
                    <a:pt x="432144" y="1373210"/>
                  </a:lnTo>
                  <a:lnTo>
                    <a:pt x="437376" y="1374498"/>
                  </a:lnTo>
                  <a:lnTo>
                    <a:pt x="446545" y="1386148"/>
                  </a:lnTo>
                  <a:lnTo>
                    <a:pt x="439570" y="1373578"/>
                  </a:lnTo>
                  <a:lnTo>
                    <a:pt x="433663" y="1370356"/>
                  </a:lnTo>
                  <a:lnTo>
                    <a:pt x="431582" y="1365929"/>
                  </a:lnTo>
                  <a:lnTo>
                    <a:pt x="431750" y="1361770"/>
                  </a:lnTo>
                  <a:lnTo>
                    <a:pt x="439120" y="1352316"/>
                  </a:lnTo>
                  <a:lnTo>
                    <a:pt x="437039" y="1346085"/>
                  </a:lnTo>
                  <a:lnTo>
                    <a:pt x="437207" y="1352409"/>
                  </a:lnTo>
                  <a:lnTo>
                    <a:pt x="435576" y="1355936"/>
                  </a:lnTo>
                  <a:lnTo>
                    <a:pt x="421400" y="1371000"/>
                  </a:lnTo>
                  <a:lnTo>
                    <a:pt x="411555" y="1376520"/>
                  </a:lnTo>
                  <a:lnTo>
                    <a:pt x="403174" y="1400013"/>
                  </a:lnTo>
                  <a:lnTo>
                    <a:pt x="400305" y="1389348"/>
                  </a:lnTo>
                  <a:lnTo>
                    <a:pt x="395185" y="1381201"/>
                  </a:lnTo>
                  <a:lnTo>
                    <a:pt x="405199" y="1373026"/>
                  </a:lnTo>
                  <a:lnTo>
                    <a:pt x="404749" y="1366113"/>
                  </a:lnTo>
                  <a:lnTo>
                    <a:pt x="408236" y="1361400"/>
                  </a:lnTo>
                  <a:lnTo>
                    <a:pt x="405199" y="1362140"/>
                  </a:lnTo>
                  <a:lnTo>
                    <a:pt x="397885" y="1370724"/>
                  </a:lnTo>
                  <a:lnTo>
                    <a:pt x="402217" y="1347947"/>
                  </a:lnTo>
                  <a:lnTo>
                    <a:pt x="404692" y="1342543"/>
                  </a:lnTo>
                  <a:lnTo>
                    <a:pt x="394960" y="1346923"/>
                  </a:lnTo>
                  <a:lnTo>
                    <a:pt x="392260" y="1344315"/>
                  </a:lnTo>
                  <a:lnTo>
                    <a:pt x="389954" y="1330571"/>
                  </a:lnTo>
                  <a:lnTo>
                    <a:pt x="385960" y="1325220"/>
                  </a:lnTo>
                  <a:lnTo>
                    <a:pt x="372572" y="1318818"/>
                  </a:lnTo>
                  <a:lnTo>
                    <a:pt x="369759" y="1310033"/>
                  </a:lnTo>
                  <a:lnTo>
                    <a:pt x="371559" y="1304347"/>
                  </a:lnTo>
                  <a:lnTo>
                    <a:pt x="374428" y="1301688"/>
                  </a:lnTo>
                  <a:lnTo>
                    <a:pt x="379659" y="1301023"/>
                  </a:lnTo>
                  <a:lnTo>
                    <a:pt x="378084" y="1308707"/>
                  </a:lnTo>
                  <a:lnTo>
                    <a:pt x="389447" y="1315988"/>
                  </a:lnTo>
                  <a:lnTo>
                    <a:pt x="395185" y="1313910"/>
                  </a:lnTo>
                  <a:lnTo>
                    <a:pt x="402217" y="1316082"/>
                  </a:lnTo>
                  <a:lnTo>
                    <a:pt x="408630" y="1323621"/>
                  </a:lnTo>
                  <a:lnTo>
                    <a:pt x="407955" y="1320702"/>
                  </a:lnTo>
                  <a:lnTo>
                    <a:pt x="399911" y="1312682"/>
                  </a:lnTo>
                  <a:lnTo>
                    <a:pt x="390404" y="1313060"/>
                  </a:lnTo>
                  <a:lnTo>
                    <a:pt x="385285" y="1308897"/>
                  </a:lnTo>
                  <a:lnTo>
                    <a:pt x="382528" y="1298836"/>
                  </a:lnTo>
                  <a:lnTo>
                    <a:pt x="384047" y="1295504"/>
                  </a:lnTo>
                  <a:lnTo>
                    <a:pt x="389729" y="1292931"/>
                  </a:lnTo>
                  <a:lnTo>
                    <a:pt x="384328" y="1289685"/>
                  </a:lnTo>
                  <a:lnTo>
                    <a:pt x="378534" y="1294456"/>
                  </a:lnTo>
                  <a:lnTo>
                    <a:pt x="376396" y="1293789"/>
                  </a:lnTo>
                  <a:lnTo>
                    <a:pt x="368633" y="1304347"/>
                  </a:lnTo>
                  <a:lnTo>
                    <a:pt x="367058" y="1316082"/>
                  </a:lnTo>
                  <a:lnTo>
                    <a:pt x="360646" y="1319855"/>
                  </a:lnTo>
                  <a:lnTo>
                    <a:pt x="357495" y="1324844"/>
                  </a:lnTo>
                  <a:lnTo>
                    <a:pt x="349451" y="1316365"/>
                  </a:lnTo>
                  <a:lnTo>
                    <a:pt x="346638" y="1309086"/>
                  </a:lnTo>
                  <a:lnTo>
                    <a:pt x="341519" y="1307855"/>
                  </a:lnTo>
                  <a:lnTo>
                    <a:pt x="333418" y="1299978"/>
                  </a:lnTo>
                  <a:lnTo>
                    <a:pt x="336569" y="1292454"/>
                  </a:lnTo>
                  <a:lnTo>
                    <a:pt x="341182" y="1286627"/>
                  </a:lnTo>
                  <a:lnTo>
                    <a:pt x="342532" y="1278289"/>
                  </a:lnTo>
                  <a:lnTo>
                    <a:pt x="355583" y="1273099"/>
                  </a:lnTo>
                  <a:lnTo>
                    <a:pt x="341238" y="1275695"/>
                  </a:lnTo>
                  <a:lnTo>
                    <a:pt x="334768" y="1270980"/>
                  </a:lnTo>
                  <a:lnTo>
                    <a:pt x="330437" y="1262874"/>
                  </a:lnTo>
                  <a:lnTo>
                    <a:pt x="332912" y="1250268"/>
                  </a:lnTo>
                  <a:lnTo>
                    <a:pt x="337019" y="1246180"/>
                  </a:lnTo>
                  <a:lnTo>
                    <a:pt x="347313" y="1222575"/>
                  </a:lnTo>
                  <a:lnTo>
                    <a:pt x="357608" y="1206165"/>
                  </a:lnTo>
                  <a:lnTo>
                    <a:pt x="353220" y="1207554"/>
                  </a:lnTo>
                  <a:lnTo>
                    <a:pt x="350295" y="1200900"/>
                  </a:lnTo>
                  <a:lnTo>
                    <a:pt x="348944" y="1214089"/>
                  </a:lnTo>
                  <a:lnTo>
                    <a:pt x="342363" y="1228475"/>
                  </a:lnTo>
                  <a:lnTo>
                    <a:pt x="341013" y="1225724"/>
                  </a:lnTo>
                  <a:lnTo>
                    <a:pt x="343994" y="1217151"/>
                  </a:lnTo>
                  <a:lnTo>
                    <a:pt x="344332" y="1211912"/>
                  </a:lnTo>
                  <a:lnTo>
                    <a:pt x="341350" y="1200701"/>
                  </a:lnTo>
                  <a:lnTo>
                    <a:pt x="340900" y="1193327"/>
                  </a:lnTo>
                  <a:lnTo>
                    <a:pt x="343207" y="11830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oPE_MapPart_CAN_2_12" descr="Kanada">
              <a:extLst>
                <a:ext uri="{FF2B5EF4-FFF2-40B4-BE49-F238E27FC236}">
                  <a16:creationId xmlns:a16="http://schemas.microsoft.com/office/drawing/2014/main" id="{6A0F86C2-BF4B-E511-2666-C967E364E4F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145982" y="2626933"/>
              <a:ext cx="897760" cy="1018695"/>
            </a:xfrm>
            <a:custGeom>
              <a:avLst/>
              <a:gdLst/>
              <a:ahLst/>
              <a:cxnLst/>
              <a:rect l="0" t="0" r="0" b="0"/>
              <a:pathLst>
                <a:path w="897760" h="1018695">
                  <a:moveTo>
                    <a:pt x="107389" y="295104"/>
                  </a:moveTo>
                  <a:lnTo>
                    <a:pt x="115771" y="294413"/>
                  </a:lnTo>
                  <a:lnTo>
                    <a:pt x="136922" y="281398"/>
                  </a:lnTo>
                  <a:lnTo>
                    <a:pt x="154080" y="281398"/>
                  </a:lnTo>
                  <a:lnTo>
                    <a:pt x="157005" y="282790"/>
                  </a:lnTo>
                  <a:lnTo>
                    <a:pt x="155543" y="290431"/>
                  </a:lnTo>
                  <a:lnTo>
                    <a:pt x="161111" y="295968"/>
                  </a:lnTo>
                  <a:lnTo>
                    <a:pt x="162574" y="293375"/>
                  </a:lnTo>
                  <a:lnTo>
                    <a:pt x="167750" y="246069"/>
                  </a:lnTo>
                  <a:lnTo>
                    <a:pt x="166456" y="234502"/>
                  </a:lnTo>
                  <a:lnTo>
                    <a:pt x="146429" y="227885"/>
                  </a:lnTo>
                  <a:lnTo>
                    <a:pt x="138441" y="210971"/>
                  </a:lnTo>
                  <a:lnTo>
                    <a:pt x="128540" y="198822"/>
                  </a:lnTo>
                  <a:lnTo>
                    <a:pt x="140016" y="187326"/>
                  </a:lnTo>
                  <a:lnTo>
                    <a:pt x="146992" y="173732"/>
                  </a:lnTo>
                  <a:lnTo>
                    <a:pt x="156443" y="175391"/>
                  </a:lnTo>
                  <a:lnTo>
                    <a:pt x="179451" y="192991"/>
                  </a:lnTo>
                  <a:lnTo>
                    <a:pt x="162012" y="166158"/>
                  </a:lnTo>
                  <a:lnTo>
                    <a:pt x="168819" y="159111"/>
                  </a:lnTo>
                  <a:lnTo>
                    <a:pt x="146373" y="154460"/>
                  </a:lnTo>
                  <a:lnTo>
                    <a:pt x="137822" y="135365"/>
                  </a:lnTo>
                  <a:lnTo>
                    <a:pt x="136754" y="123094"/>
                  </a:lnTo>
                  <a:lnTo>
                    <a:pt x="139117" y="108835"/>
                  </a:lnTo>
                  <a:lnTo>
                    <a:pt x="142829" y="101569"/>
                  </a:lnTo>
                  <a:lnTo>
                    <a:pt x="148848" y="98501"/>
                  </a:lnTo>
                  <a:lnTo>
                    <a:pt x="180294" y="115122"/>
                  </a:lnTo>
                  <a:lnTo>
                    <a:pt x="179732" y="110933"/>
                  </a:lnTo>
                  <a:lnTo>
                    <a:pt x="145079" y="88688"/>
                  </a:lnTo>
                  <a:lnTo>
                    <a:pt x="142829" y="82311"/>
                  </a:lnTo>
                  <a:lnTo>
                    <a:pt x="156499" y="57369"/>
                  </a:lnTo>
                  <a:lnTo>
                    <a:pt x="175288" y="44179"/>
                  </a:lnTo>
                  <a:lnTo>
                    <a:pt x="195146" y="48521"/>
                  </a:lnTo>
                  <a:lnTo>
                    <a:pt x="190982" y="38441"/>
                  </a:lnTo>
                  <a:lnTo>
                    <a:pt x="196720" y="31095"/>
                  </a:lnTo>
                  <a:lnTo>
                    <a:pt x="224454" y="15512"/>
                  </a:lnTo>
                  <a:lnTo>
                    <a:pt x="244480" y="13103"/>
                  </a:lnTo>
                  <a:lnTo>
                    <a:pt x="263157" y="17718"/>
                  </a:lnTo>
                  <a:lnTo>
                    <a:pt x="269344" y="24518"/>
                  </a:lnTo>
                  <a:lnTo>
                    <a:pt x="274632" y="41609"/>
                  </a:lnTo>
                  <a:lnTo>
                    <a:pt x="277332" y="59722"/>
                  </a:lnTo>
                  <a:lnTo>
                    <a:pt x="294434" y="80569"/>
                  </a:lnTo>
                  <a:lnTo>
                    <a:pt x="294828" y="101377"/>
                  </a:lnTo>
                  <a:lnTo>
                    <a:pt x="299834" y="113219"/>
                  </a:lnTo>
                  <a:lnTo>
                    <a:pt x="304672" y="117973"/>
                  </a:lnTo>
                  <a:lnTo>
                    <a:pt x="274914" y="165788"/>
                  </a:lnTo>
                  <a:lnTo>
                    <a:pt x="274520" y="169303"/>
                  </a:lnTo>
                  <a:lnTo>
                    <a:pt x="289540" y="150731"/>
                  </a:lnTo>
                  <a:lnTo>
                    <a:pt x="294209" y="151478"/>
                  </a:lnTo>
                  <a:lnTo>
                    <a:pt x="291340" y="163009"/>
                  </a:lnTo>
                  <a:lnTo>
                    <a:pt x="283914" y="176128"/>
                  </a:lnTo>
                  <a:lnTo>
                    <a:pt x="291677" y="187143"/>
                  </a:lnTo>
                  <a:lnTo>
                    <a:pt x="284533" y="190252"/>
                  </a:lnTo>
                  <a:lnTo>
                    <a:pt x="284421" y="206809"/>
                  </a:lnTo>
                  <a:lnTo>
                    <a:pt x="307597" y="176312"/>
                  </a:lnTo>
                  <a:lnTo>
                    <a:pt x="316935" y="179623"/>
                  </a:lnTo>
                  <a:lnTo>
                    <a:pt x="309904" y="163565"/>
                  </a:lnTo>
                  <a:lnTo>
                    <a:pt x="311985" y="157252"/>
                  </a:lnTo>
                  <a:lnTo>
                    <a:pt x="318567" y="151851"/>
                  </a:lnTo>
                  <a:lnTo>
                    <a:pt x="326330" y="165418"/>
                  </a:lnTo>
                  <a:lnTo>
                    <a:pt x="334430" y="157624"/>
                  </a:lnTo>
                  <a:lnTo>
                    <a:pt x="344556" y="169857"/>
                  </a:lnTo>
                  <a:lnTo>
                    <a:pt x="344331" y="193174"/>
                  </a:lnTo>
                  <a:lnTo>
                    <a:pt x="357551" y="209524"/>
                  </a:lnTo>
                  <a:lnTo>
                    <a:pt x="348832" y="187326"/>
                  </a:lnTo>
                  <a:lnTo>
                    <a:pt x="350181" y="170596"/>
                  </a:lnTo>
                  <a:lnTo>
                    <a:pt x="353951" y="161711"/>
                  </a:lnTo>
                  <a:lnTo>
                    <a:pt x="362389" y="169118"/>
                  </a:lnTo>
                  <a:lnTo>
                    <a:pt x="372177" y="168933"/>
                  </a:lnTo>
                  <a:lnTo>
                    <a:pt x="384384" y="179255"/>
                  </a:lnTo>
                  <a:lnTo>
                    <a:pt x="390909" y="179439"/>
                  </a:lnTo>
                  <a:lnTo>
                    <a:pt x="390347" y="175207"/>
                  </a:lnTo>
                  <a:lnTo>
                    <a:pt x="366833" y="160782"/>
                  </a:lnTo>
                  <a:lnTo>
                    <a:pt x="360701" y="149425"/>
                  </a:lnTo>
                  <a:lnTo>
                    <a:pt x="362614" y="138749"/>
                  </a:lnTo>
                  <a:lnTo>
                    <a:pt x="383540" y="122715"/>
                  </a:lnTo>
                  <a:lnTo>
                    <a:pt x="410374" y="123284"/>
                  </a:lnTo>
                  <a:lnTo>
                    <a:pt x="432425" y="138749"/>
                  </a:lnTo>
                  <a:lnTo>
                    <a:pt x="447557" y="138749"/>
                  </a:lnTo>
                  <a:lnTo>
                    <a:pt x="460383" y="148304"/>
                  </a:lnTo>
                  <a:lnTo>
                    <a:pt x="465840" y="158925"/>
                  </a:lnTo>
                  <a:lnTo>
                    <a:pt x="468315" y="170042"/>
                  </a:lnTo>
                  <a:lnTo>
                    <a:pt x="467921" y="174470"/>
                  </a:lnTo>
                  <a:lnTo>
                    <a:pt x="457234" y="193539"/>
                  </a:lnTo>
                  <a:lnTo>
                    <a:pt x="452621" y="196819"/>
                  </a:lnTo>
                  <a:lnTo>
                    <a:pt x="440751" y="225914"/>
                  </a:lnTo>
                  <a:lnTo>
                    <a:pt x="443901" y="223042"/>
                  </a:lnTo>
                  <a:lnTo>
                    <a:pt x="450820" y="205722"/>
                  </a:lnTo>
                  <a:lnTo>
                    <a:pt x="464940" y="191166"/>
                  </a:lnTo>
                  <a:lnTo>
                    <a:pt x="479116" y="187692"/>
                  </a:lnTo>
                  <a:lnTo>
                    <a:pt x="492504" y="193721"/>
                  </a:lnTo>
                  <a:lnTo>
                    <a:pt x="494192" y="203727"/>
                  </a:lnTo>
                  <a:lnTo>
                    <a:pt x="490929" y="213319"/>
                  </a:lnTo>
                  <a:lnTo>
                    <a:pt x="472928" y="225017"/>
                  </a:lnTo>
                  <a:lnTo>
                    <a:pt x="463196" y="226810"/>
                  </a:lnTo>
                  <a:lnTo>
                    <a:pt x="478947" y="230034"/>
                  </a:lnTo>
                  <a:lnTo>
                    <a:pt x="474897" y="240383"/>
                  </a:lnTo>
                  <a:lnTo>
                    <a:pt x="473659" y="246956"/>
                  </a:lnTo>
                  <a:lnTo>
                    <a:pt x="474560" y="256684"/>
                  </a:lnTo>
                  <a:lnTo>
                    <a:pt x="468484" y="273720"/>
                  </a:lnTo>
                  <a:lnTo>
                    <a:pt x="469665" y="274944"/>
                  </a:lnTo>
                  <a:lnTo>
                    <a:pt x="477090" y="263376"/>
                  </a:lnTo>
                  <a:lnTo>
                    <a:pt x="482097" y="239137"/>
                  </a:lnTo>
                  <a:lnTo>
                    <a:pt x="485585" y="232716"/>
                  </a:lnTo>
                  <a:lnTo>
                    <a:pt x="496499" y="229497"/>
                  </a:lnTo>
                  <a:lnTo>
                    <a:pt x="504993" y="220526"/>
                  </a:lnTo>
                  <a:lnTo>
                    <a:pt x="509999" y="223042"/>
                  </a:lnTo>
                  <a:lnTo>
                    <a:pt x="509775" y="225735"/>
                  </a:lnTo>
                  <a:lnTo>
                    <a:pt x="494642" y="256861"/>
                  </a:lnTo>
                  <a:lnTo>
                    <a:pt x="498861" y="254743"/>
                  </a:lnTo>
                  <a:lnTo>
                    <a:pt x="509775" y="238781"/>
                  </a:lnTo>
                  <a:lnTo>
                    <a:pt x="517031" y="249437"/>
                  </a:lnTo>
                  <a:lnTo>
                    <a:pt x="519619" y="259857"/>
                  </a:lnTo>
                  <a:lnTo>
                    <a:pt x="526425" y="268643"/>
                  </a:lnTo>
                  <a:lnTo>
                    <a:pt x="526088" y="262145"/>
                  </a:lnTo>
                  <a:lnTo>
                    <a:pt x="522375" y="249083"/>
                  </a:lnTo>
                  <a:lnTo>
                    <a:pt x="523388" y="243761"/>
                  </a:lnTo>
                  <a:lnTo>
                    <a:pt x="535145" y="229855"/>
                  </a:lnTo>
                  <a:lnTo>
                    <a:pt x="545158" y="236821"/>
                  </a:lnTo>
                  <a:lnTo>
                    <a:pt x="567210" y="241451"/>
                  </a:lnTo>
                  <a:lnTo>
                    <a:pt x="584199" y="256861"/>
                  </a:lnTo>
                  <a:lnTo>
                    <a:pt x="588755" y="269169"/>
                  </a:lnTo>
                  <a:lnTo>
                    <a:pt x="582173" y="281920"/>
                  </a:lnTo>
                  <a:lnTo>
                    <a:pt x="576042" y="287830"/>
                  </a:lnTo>
                  <a:lnTo>
                    <a:pt x="565241" y="286962"/>
                  </a:lnTo>
                  <a:lnTo>
                    <a:pt x="543527" y="312313"/>
                  </a:lnTo>
                  <a:lnTo>
                    <a:pt x="553540" y="312142"/>
                  </a:lnTo>
                  <a:lnTo>
                    <a:pt x="563047" y="294758"/>
                  </a:lnTo>
                  <a:lnTo>
                    <a:pt x="571372" y="291644"/>
                  </a:lnTo>
                  <a:lnTo>
                    <a:pt x="583017" y="298386"/>
                  </a:lnTo>
                  <a:lnTo>
                    <a:pt x="588755" y="298213"/>
                  </a:lnTo>
                  <a:lnTo>
                    <a:pt x="600006" y="285572"/>
                  </a:lnTo>
                  <a:lnTo>
                    <a:pt x="604787" y="291124"/>
                  </a:lnTo>
                  <a:lnTo>
                    <a:pt x="605856" y="305448"/>
                  </a:lnTo>
                  <a:lnTo>
                    <a:pt x="602031" y="315908"/>
                  </a:lnTo>
                  <a:lnTo>
                    <a:pt x="593874" y="327159"/>
                  </a:lnTo>
                  <a:lnTo>
                    <a:pt x="576267" y="337330"/>
                  </a:lnTo>
                  <a:lnTo>
                    <a:pt x="566759" y="349800"/>
                  </a:lnTo>
                  <a:lnTo>
                    <a:pt x="571879" y="353324"/>
                  </a:lnTo>
                  <a:lnTo>
                    <a:pt x="581273" y="338514"/>
                  </a:lnTo>
                  <a:lnTo>
                    <a:pt x="585943" y="343407"/>
                  </a:lnTo>
                  <a:lnTo>
                    <a:pt x="581161" y="377976"/>
                  </a:lnTo>
                  <a:lnTo>
                    <a:pt x="595224" y="335808"/>
                  </a:lnTo>
                  <a:lnTo>
                    <a:pt x="608275" y="321030"/>
                  </a:lnTo>
                  <a:lnTo>
                    <a:pt x="623183" y="312313"/>
                  </a:lnTo>
                  <a:lnTo>
                    <a:pt x="648047" y="316762"/>
                  </a:lnTo>
                  <a:lnTo>
                    <a:pt x="674374" y="334623"/>
                  </a:lnTo>
                  <a:lnTo>
                    <a:pt x="677130" y="341384"/>
                  </a:lnTo>
                  <a:lnTo>
                    <a:pt x="676961" y="345260"/>
                  </a:lnTo>
                  <a:lnTo>
                    <a:pt x="673248" y="351479"/>
                  </a:lnTo>
                  <a:lnTo>
                    <a:pt x="661998" y="360687"/>
                  </a:lnTo>
                  <a:lnTo>
                    <a:pt x="643490" y="366356"/>
                  </a:lnTo>
                  <a:lnTo>
                    <a:pt x="624026" y="385739"/>
                  </a:lnTo>
                  <a:lnTo>
                    <a:pt x="632239" y="385409"/>
                  </a:lnTo>
                  <a:lnTo>
                    <a:pt x="641971" y="374995"/>
                  </a:lnTo>
                  <a:lnTo>
                    <a:pt x="664022" y="371013"/>
                  </a:lnTo>
                  <a:lnTo>
                    <a:pt x="665711" y="376321"/>
                  </a:lnTo>
                  <a:lnTo>
                    <a:pt x="656822" y="391663"/>
                  </a:lnTo>
                  <a:lnTo>
                    <a:pt x="665092" y="395110"/>
                  </a:lnTo>
                  <a:lnTo>
                    <a:pt x="673023" y="383760"/>
                  </a:lnTo>
                  <a:lnTo>
                    <a:pt x="681124" y="379465"/>
                  </a:lnTo>
                  <a:lnTo>
                    <a:pt x="678087" y="373171"/>
                  </a:lnTo>
                  <a:lnTo>
                    <a:pt x="684556" y="360687"/>
                  </a:lnTo>
                  <a:lnTo>
                    <a:pt x="692881" y="363857"/>
                  </a:lnTo>
                  <a:lnTo>
                    <a:pt x="709645" y="389854"/>
                  </a:lnTo>
                  <a:lnTo>
                    <a:pt x="714202" y="408023"/>
                  </a:lnTo>
                  <a:lnTo>
                    <a:pt x="712683" y="414203"/>
                  </a:lnTo>
                  <a:lnTo>
                    <a:pt x="687706" y="410628"/>
                  </a:lnTo>
                  <a:lnTo>
                    <a:pt x="676736" y="421981"/>
                  </a:lnTo>
                  <a:lnTo>
                    <a:pt x="662167" y="423760"/>
                  </a:lnTo>
                  <a:lnTo>
                    <a:pt x="653166" y="428117"/>
                  </a:lnTo>
                  <a:lnTo>
                    <a:pt x="649228" y="433751"/>
                  </a:lnTo>
                  <a:lnTo>
                    <a:pt x="672293" y="427956"/>
                  </a:lnTo>
                  <a:lnTo>
                    <a:pt x="691194" y="438406"/>
                  </a:lnTo>
                  <a:lnTo>
                    <a:pt x="712176" y="438406"/>
                  </a:lnTo>
                  <a:lnTo>
                    <a:pt x="728434" y="451508"/>
                  </a:lnTo>
                  <a:lnTo>
                    <a:pt x="729615" y="462306"/>
                  </a:lnTo>
                  <a:lnTo>
                    <a:pt x="725733" y="465628"/>
                  </a:lnTo>
                  <a:lnTo>
                    <a:pt x="704470" y="464363"/>
                  </a:lnTo>
                  <a:lnTo>
                    <a:pt x="690237" y="457232"/>
                  </a:lnTo>
                  <a:lnTo>
                    <a:pt x="682137" y="461197"/>
                  </a:lnTo>
                  <a:lnTo>
                    <a:pt x="675668" y="458661"/>
                  </a:lnTo>
                  <a:lnTo>
                    <a:pt x="655810" y="470365"/>
                  </a:lnTo>
                  <a:lnTo>
                    <a:pt x="675330" y="463889"/>
                  </a:lnTo>
                  <a:lnTo>
                    <a:pt x="693556" y="473201"/>
                  </a:lnTo>
                  <a:lnTo>
                    <a:pt x="696087" y="475561"/>
                  </a:lnTo>
                  <a:lnTo>
                    <a:pt x="696145" y="484660"/>
                  </a:lnTo>
                  <a:lnTo>
                    <a:pt x="691981" y="497762"/>
                  </a:lnTo>
                  <a:lnTo>
                    <a:pt x="678199" y="492469"/>
                  </a:lnTo>
                  <a:lnTo>
                    <a:pt x="665655" y="495429"/>
                  </a:lnTo>
                  <a:lnTo>
                    <a:pt x="646359" y="490286"/>
                  </a:lnTo>
                  <a:lnTo>
                    <a:pt x="661098" y="499781"/>
                  </a:lnTo>
                  <a:lnTo>
                    <a:pt x="677918" y="502109"/>
                  </a:lnTo>
                  <a:lnTo>
                    <a:pt x="683600" y="506602"/>
                  </a:lnTo>
                  <a:lnTo>
                    <a:pt x="683712" y="512164"/>
                  </a:lnTo>
                  <a:lnTo>
                    <a:pt x="690237" y="520016"/>
                  </a:lnTo>
                  <a:lnTo>
                    <a:pt x="699069" y="517710"/>
                  </a:lnTo>
                  <a:lnTo>
                    <a:pt x="713246" y="524927"/>
                  </a:lnTo>
                  <a:lnTo>
                    <a:pt x="727647" y="525693"/>
                  </a:lnTo>
                  <a:lnTo>
                    <a:pt x="719658" y="532727"/>
                  </a:lnTo>
                  <a:lnTo>
                    <a:pt x="718534" y="536844"/>
                  </a:lnTo>
                  <a:lnTo>
                    <a:pt x="724890" y="546113"/>
                  </a:lnTo>
                  <a:lnTo>
                    <a:pt x="722020" y="558805"/>
                  </a:lnTo>
                  <a:lnTo>
                    <a:pt x="728040" y="553527"/>
                  </a:lnTo>
                  <a:lnTo>
                    <a:pt x="730122" y="561363"/>
                  </a:lnTo>
                  <a:lnTo>
                    <a:pt x="731921" y="555036"/>
                  </a:lnTo>
                  <a:lnTo>
                    <a:pt x="731134" y="546568"/>
                  </a:lnTo>
                  <a:lnTo>
                    <a:pt x="744185" y="540649"/>
                  </a:lnTo>
                  <a:lnTo>
                    <a:pt x="742272" y="560912"/>
                  </a:lnTo>
                  <a:lnTo>
                    <a:pt x="737885" y="572161"/>
                  </a:lnTo>
                  <a:lnTo>
                    <a:pt x="734285" y="575897"/>
                  </a:lnTo>
                  <a:lnTo>
                    <a:pt x="736985" y="578134"/>
                  </a:lnTo>
                  <a:lnTo>
                    <a:pt x="752623" y="558353"/>
                  </a:lnTo>
                  <a:lnTo>
                    <a:pt x="751611" y="567819"/>
                  </a:lnTo>
                  <a:lnTo>
                    <a:pt x="755098" y="570665"/>
                  </a:lnTo>
                  <a:lnTo>
                    <a:pt x="760161" y="565420"/>
                  </a:lnTo>
                  <a:lnTo>
                    <a:pt x="766181" y="566920"/>
                  </a:lnTo>
                  <a:lnTo>
                    <a:pt x="765168" y="583643"/>
                  </a:lnTo>
                  <a:lnTo>
                    <a:pt x="769556" y="591210"/>
                  </a:lnTo>
                  <a:lnTo>
                    <a:pt x="768262" y="578134"/>
                  </a:lnTo>
                  <a:lnTo>
                    <a:pt x="769106" y="574254"/>
                  </a:lnTo>
                  <a:lnTo>
                    <a:pt x="780075" y="562115"/>
                  </a:lnTo>
                  <a:lnTo>
                    <a:pt x="784519" y="561664"/>
                  </a:lnTo>
                  <a:lnTo>
                    <a:pt x="787220" y="565119"/>
                  </a:lnTo>
                  <a:lnTo>
                    <a:pt x="781256" y="573208"/>
                  </a:lnTo>
                  <a:lnTo>
                    <a:pt x="779850" y="578879"/>
                  </a:lnTo>
                  <a:lnTo>
                    <a:pt x="781425" y="581858"/>
                  </a:lnTo>
                  <a:lnTo>
                    <a:pt x="787389" y="582156"/>
                  </a:lnTo>
                  <a:lnTo>
                    <a:pt x="793407" y="577538"/>
                  </a:lnTo>
                  <a:lnTo>
                    <a:pt x="808483" y="595500"/>
                  </a:lnTo>
                  <a:lnTo>
                    <a:pt x="812759" y="592838"/>
                  </a:lnTo>
                  <a:lnTo>
                    <a:pt x="818046" y="600075"/>
                  </a:lnTo>
                  <a:lnTo>
                    <a:pt x="810902" y="605816"/>
                  </a:lnTo>
                  <a:lnTo>
                    <a:pt x="813096" y="617976"/>
                  </a:lnTo>
                  <a:lnTo>
                    <a:pt x="791495" y="617684"/>
                  </a:lnTo>
                  <a:lnTo>
                    <a:pt x="801620" y="621770"/>
                  </a:lnTo>
                  <a:lnTo>
                    <a:pt x="802183" y="625266"/>
                  </a:lnTo>
                  <a:lnTo>
                    <a:pt x="818441" y="624684"/>
                  </a:lnTo>
                  <a:lnTo>
                    <a:pt x="818834" y="620458"/>
                  </a:lnTo>
                  <a:lnTo>
                    <a:pt x="826091" y="615492"/>
                  </a:lnTo>
                  <a:lnTo>
                    <a:pt x="834755" y="618853"/>
                  </a:lnTo>
                  <a:lnTo>
                    <a:pt x="843361" y="627011"/>
                  </a:lnTo>
                  <a:lnTo>
                    <a:pt x="839536" y="631948"/>
                  </a:lnTo>
                  <a:lnTo>
                    <a:pt x="835035" y="646395"/>
                  </a:lnTo>
                  <a:lnTo>
                    <a:pt x="822659" y="660021"/>
                  </a:lnTo>
                  <a:lnTo>
                    <a:pt x="845780" y="649990"/>
                  </a:lnTo>
                  <a:lnTo>
                    <a:pt x="864006" y="653435"/>
                  </a:lnTo>
                  <a:lnTo>
                    <a:pt x="871994" y="642216"/>
                  </a:lnTo>
                  <a:lnTo>
                    <a:pt x="876832" y="644379"/>
                  </a:lnTo>
                  <a:lnTo>
                    <a:pt x="897759" y="673837"/>
                  </a:lnTo>
                  <a:lnTo>
                    <a:pt x="897478" y="676956"/>
                  </a:lnTo>
                  <a:lnTo>
                    <a:pt x="890615" y="680920"/>
                  </a:lnTo>
                  <a:lnTo>
                    <a:pt x="878857" y="671565"/>
                  </a:lnTo>
                  <a:lnTo>
                    <a:pt x="871994" y="674262"/>
                  </a:lnTo>
                  <a:lnTo>
                    <a:pt x="886733" y="685299"/>
                  </a:lnTo>
                  <a:lnTo>
                    <a:pt x="889096" y="692340"/>
                  </a:lnTo>
                  <a:lnTo>
                    <a:pt x="889265" y="695431"/>
                  </a:lnTo>
                  <a:lnTo>
                    <a:pt x="880151" y="700197"/>
                  </a:lnTo>
                  <a:lnTo>
                    <a:pt x="870925" y="698236"/>
                  </a:lnTo>
                  <a:lnTo>
                    <a:pt x="864119" y="692481"/>
                  </a:lnTo>
                  <a:lnTo>
                    <a:pt x="858549" y="692762"/>
                  </a:lnTo>
                  <a:lnTo>
                    <a:pt x="863162" y="699917"/>
                  </a:lnTo>
                  <a:lnTo>
                    <a:pt x="859169" y="706767"/>
                  </a:lnTo>
                  <a:lnTo>
                    <a:pt x="876101" y="721642"/>
                  </a:lnTo>
                  <a:lnTo>
                    <a:pt x="856356" y="723027"/>
                  </a:lnTo>
                  <a:lnTo>
                    <a:pt x="861812" y="728555"/>
                  </a:lnTo>
                  <a:lnTo>
                    <a:pt x="863894" y="737093"/>
                  </a:lnTo>
                  <a:lnTo>
                    <a:pt x="856806" y="745457"/>
                  </a:lnTo>
                  <a:lnTo>
                    <a:pt x="855287" y="751741"/>
                  </a:lnTo>
                  <a:lnTo>
                    <a:pt x="845555" y="753104"/>
                  </a:lnTo>
                  <a:lnTo>
                    <a:pt x="839311" y="750513"/>
                  </a:lnTo>
                  <a:lnTo>
                    <a:pt x="830254" y="735581"/>
                  </a:lnTo>
                  <a:lnTo>
                    <a:pt x="831436" y="746551"/>
                  </a:lnTo>
                  <a:lnTo>
                    <a:pt x="824234" y="750240"/>
                  </a:lnTo>
                  <a:lnTo>
                    <a:pt x="834079" y="753513"/>
                  </a:lnTo>
                  <a:lnTo>
                    <a:pt x="833235" y="782594"/>
                  </a:lnTo>
                  <a:lnTo>
                    <a:pt x="832054" y="790901"/>
                  </a:lnTo>
                  <a:lnTo>
                    <a:pt x="825641" y="805023"/>
                  </a:lnTo>
                  <a:lnTo>
                    <a:pt x="816584" y="791569"/>
                  </a:lnTo>
                  <a:lnTo>
                    <a:pt x="811409" y="790634"/>
                  </a:lnTo>
                  <a:lnTo>
                    <a:pt x="808597" y="794774"/>
                  </a:lnTo>
                  <a:lnTo>
                    <a:pt x="802520" y="786886"/>
                  </a:lnTo>
                  <a:lnTo>
                    <a:pt x="804939" y="769797"/>
                  </a:lnTo>
                  <a:lnTo>
                    <a:pt x="798639" y="780848"/>
                  </a:lnTo>
                  <a:lnTo>
                    <a:pt x="795995" y="791035"/>
                  </a:lnTo>
                  <a:lnTo>
                    <a:pt x="778726" y="765062"/>
                  </a:lnTo>
                  <a:lnTo>
                    <a:pt x="769556" y="742308"/>
                  </a:lnTo>
                  <a:lnTo>
                    <a:pt x="770287" y="737917"/>
                  </a:lnTo>
                  <a:lnTo>
                    <a:pt x="776306" y="728969"/>
                  </a:lnTo>
                  <a:lnTo>
                    <a:pt x="786657" y="723027"/>
                  </a:lnTo>
                  <a:lnTo>
                    <a:pt x="792339" y="709417"/>
                  </a:lnTo>
                  <a:lnTo>
                    <a:pt x="799427" y="699777"/>
                  </a:lnTo>
                  <a:lnTo>
                    <a:pt x="792845" y="702157"/>
                  </a:lnTo>
                  <a:lnTo>
                    <a:pt x="781932" y="718316"/>
                  </a:lnTo>
                  <a:lnTo>
                    <a:pt x="772537" y="723719"/>
                  </a:lnTo>
                  <a:lnTo>
                    <a:pt x="756280" y="724549"/>
                  </a:lnTo>
                  <a:lnTo>
                    <a:pt x="754254" y="722750"/>
                  </a:lnTo>
                  <a:lnTo>
                    <a:pt x="755324" y="717622"/>
                  </a:lnTo>
                  <a:lnTo>
                    <a:pt x="761567" y="708580"/>
                  </a:lnTo>
                  <a:lnTo>
                    <a:pt x="748855" y="714149"/>
                  </a:lnTo>
                  <a:lnTo>
                    <a:pt x="735916" y="702716"/>
                  </a:lnTo>
                  <a:lnTo>
                    <a:pt x="726240" y="681203"/>
                  </a:lnTo>
                  <a:lnTo>
                    <a:pt x="719996" y="675539"/>
                  </a:lnTo>
                  <a:lnTo>
                    <a:pt x="719152" y="675964"/>
                  </a:lnTo>
                  <a:lnTo>
                    <a:pt x="720559" y="681768"/>
                  </a:lnTo>
                  <a:lnTo>
                    <a:pt x="717184" y="683463"/>
                  </a:lnTo>
                  <a:lnTo>
                    <a:pt x="709982" y="680071"/>
                  </a:lnTo>
                  <a:lnTo>
                    <a:pt x="709645" y="683887"/>
                  </a:lnTo>
                  <a:lnTo>
                    <a:pt x="713583" y="690794"/>
                  </a:lnTo>
                  <a:lnTo>
                    <a:pt x="713639" y="699497"/>
                  </a:lnTo>
                  <a:lnTo>
                    <a:pt x="712570" y="700338"/>
                  </a:lnTo>
                  <a:lnTo>
                    <a:pt x="691981" y="688118"/>
                  </a:lnTo>
                  <a:lnTo>
                    <a:pt x="697551" y="703555"/>
                  </a:lnTo>
                  <a:lnTo>
                    <a:pt x="713864" y="721642"/>
                  </a:lnTo>
                  <a:lnTo>
                    <a:pt x="708632" y="729659"/>
                  </a:lnTo>
                  <a:lnTo>
                    <a:pt x="693725" y="727037"/>
                  </a:lnTo>
                  <a:lnTo>
                    <a:pt x="673980" y="705092"/>
                  </a:lnTo>
                  <a:lnTo>
                    <a:pt x="664923" y="708860"/>
                  </a:lnTo>
                  <a:lnTo>
                    <a:pt x="673755" y="710949"/>
                  </a:lnTo>
                  <a:lnTo>
                    <a:pt x="681574" y="718316"/>
                  </a:lnTo>
                  <a:lnTo>
                    <a:pt x="682137" y="721366"/>
                  </a:lnTo>
                  <a:lnTo>
                    <a:pt x="680168" y="724687"/>
                  </a:lnTo>
                  <a:lnTo>
                    <a:pt x="680336" y="728969"/>
                  </a:lnTo>
                  <a:lnTo>
                    <a:pt x="682474" y="734205"/>
                  </a:lnTo>
                  <a:lnTo>
                    <a:pt x="692487" y="741622"/>
                  </a:lnTo>
                  <a:lnTo>
                    <a:pt x="689788" y="753104"/>
                  </a:lnTo>
                  <a:lnTo>
                    <a:pt x="690294" y="757461"/>
                  </a:lnTo>
                  <a:lnTo>
                    <a:pt x="701769" y="751468"/>
                  </a:lnTo>
                  <a:lnTo>
                    <a:pt x="707114" y="755692"/>
                  </a:lnTo>
                  <a:lnTo>
                    <a:pt x="710096" y="763707"/>
                  </a:lnTo>
                  <a:lnTo>
                    <a:pt x="715889" y="766822"/>
                  </a:lnTo>
                  <a:lnTo>
                    <a:pt x="709083" y="773847"/>
                  </a:lnTo>
                  <a:lnTo>
                    <a:pt x="717521" y="781519"/>
                  </a:lnTo>
                  <a:lnTo>
                    <a:pt x="720503" y="793440"/>
                  </a:lnTo>
                  <a:lnTo>
                    <a:pt x="724890" y="794241"/>
                  </a:lnTo>
                  <a:lnTo>
                    <a:pt x="729053" y="813369"/>
                  </a:lnTo>
                  <a:lnTo>
                    <a:pt x="730966" y="799706"/>
                  </a:lnTo>
                  <a:lnTo>
                    <a:pt x="743847" y="810458"/>
                  </a:lnTo>
                  <a:lnTo>
                    <a:pt x="744297" y="812311"/>
                  </a:lnTo>
                  <a:lnTo>
                    <a:pt x="741429" y="816010"/>
                  </a:lnTo>
                  <a:lnTo>
                    <a:pt x="744129" y="820099"/>
                  </a:lnTo>
                  <a:lnTo>
                    <a:pt x="752736" y="808074"/>
                  </a:lnTo>
                  <a:lnTo>
                    <a:pt x="758080" y="810458"/>
                  </a:lnTo>
                  <a:lnTo>
                    <a:pt x="766067" y="821284"/>
                  </a:lnTo>
                  <a:lnTo>
                    <a:pt x="768599" y="819835"/>
                  </a:lnTo>
                  <a:lnTo>
                    <a:pt x="773493" y="826806"/>
                  </a:lnTo>
                  <a:lnTo>
                    <a:pt x="765562" y="835976"/>
                  </a:lnTo>
                  <a:lnTo>
                    <a:pt x="776531" y="835584"/>
                  </a:lnTo>
                  <a:lnTo>
                    <a:pt x="779119" y="837413"/>
                  </a:lnTo>
                  <a:lnTo>
                    <a:pt x="779738" y="840936"/>
                  </a:lnTo>
                  <a:lnTo>
                    <a:pt x="775462" y="850559"/>
                  </a:lnTo>
                  <a:lnTo>
                    <a:pt x="763930" y="851208"/>
                  </a:lnTo>
                  <a:lnTo>
                    <a:pt x="771243" y="855613"/>
                  </a:lnTo>
                  <a:lnTo>
                    <a:pt x="777431" y="866067"/>
                  </a:lnTo>
                  <a:lnTo>
                    <a:pt x="776812" y="870310"/>
                  </a:lnTo>
                  <a:lnTo>
                    <a:pt x="792170" y="870310"/>
                  </a:lnTo>
                  <a:lnTo>
                    <a:pt x="791888" y="875058"/>
                  </a:lnTo>
                  <a:lnTo>
                    <a:pt x="788401" y="878258"/>
                  </a:lnTo>
                  <a:lnTo>
                    <a:pt x="795320" y="879537"/>
                  </a:lnTo>
                  <a:lnTo>
                    <a:pt x="800496" y="893172"/>
                  </a:lnTo>
                  <a:lnTo>
                    <a:pt x="795770" y="894949"/>
                  </a:lnTo>
                  <a:lnTo>
                    <a:pt x="797739" y="910243"/>
                  </a:lnTo>
                  <a:lnTo>
                    <a:pt x="797289" y="924045"/>
                  </a:lnTo>
                  <a:lnTo>
                    <a:pt x="792563" y="925420"/>
                  </a:lnTo>
                  <a:lnTo>
                    <a:pt x="784182" y="900650"/>
                  </a:lnTo>
                  <a:lnTo>
                    <a:pt x="776081" y="888977"/>
                  </a:lnTo>
                  <a:lnTo>
                    <a:pt x="779288" y="900144"/>
                  </a:lnTo>
                  <a:lnTo>
                    <a:pt x="781932" y="919287"/>
                  </a:lnTo>
                  <a:lnTo>
                    <a:pt x="779963" y="924170"/>
                  </a:lnTo>
                  <a:lnTo>
                    <a:pt x="792339" y="947664"/>
                  </a:lnTo>
                  <a:lnTo>
                    <a:pt x="786206" y="950628"/>
                  </a:lnTo>
                  <a:lnTo>
                    <a:pt x="776981" y="946922"/>
                  </a:lnTo>
                  <a:lnTo>
                    <a:pt x="780638" y="962808"/>
                  </a:lnTo>
                  <a:lnTo>
                    <a:pt x="780525" y="966606"/>
                  </a:lnTo>
                  <a:lnTo>
                    <a:pt x="778726" y="967952"/>
                  </a:lnTo>
                  <a:lnTo>
                    <a:pt x="764212" y="951368"/>
                  </a:lnTo>
                  <a:lnTo>
                    <a:pt x="758979" y="947046"/>
                  </a:lnTo>
                  <a:lnTo>
                    <a:pt x="756055" y="948652"/>
                  </a:lnTo>
                  <a:lnTo>
                    <a:pt x="743847" y="934894"/>
                  </a:lnTo>
                  <a:lnTo>
                    <a:pt x="744579" y="941971"/>
                  </a:lnTo>
                  <a:lnTo>
                    <a:pt x="743679" y="942962"/>
                  </a:lnTo>
                  <a:lnTo>
                    <a:pt x="737885" y="940483"/>
                  </a:lnTo>
                  <a:lnTo>
                    <a:pt x="730347" y="924045"/>
                  </a:lnTo>
                  <a:lnTo>
                    <a:pt x="730966" y="936759"/>
                  </a:lnTo>
                  <a:lnTo>
                    <a:pt x="729053" y="937504"/>
                  </a:lnTo>
                  <a:lnTo>
                    <a:pt x="719039" y="920415"/>
                  </a:lnTo>
                  <a:lnTo>
                    <a:pt x="713977" y="921292"/>
                  </a:lnTo>
                  <a:lnTo>
                    <a:pt x="711445" y="918786"/>
                  </a:lnTo>
                  <a:lnTo>
                    <a:pt x="691700" y="891139"/>
                  </a:lnTo>
                  <a:lnTo>
                    <a:pt x="696369" y="908353"/>
                  </a:lnTo>
                  <a:lnTo>
                    <a:pt x="696988" y="913011"/>
                  </a:lnTo>
                  <a:lnTo>
                    <a:pt x="695862" y="913262"/>
                  </a:lnTo>
                  <a:lnTo>
                    <a:pt x="672911" y="891775"/>
                  </a:lnTo>
                  <a:lnTo>
                    <a:pt x="661492" y="889867"/>
                  </a:lnTo>
                  <a:lnTo>
                    <a:pt x="659860" y="893299"/>
                  </a:lnTo>
                  <a:lnTo>
                    <a:pt x="683937" y="930412"/>
                  </a:lnTo>
                  <a:lnTo>
                    <a:pt x="698451" y="935889"/>
                  </a:lnTo>
                  <a:lnTo>
                    <a:pt x="696538" y="941723"/>
                  </a:lnTo>
                  <a:lnTo>
                    <a:pt x="708127" y="948281"/>
                  </a:lnTo>
                  <a:lnTo>
                    <a:pt x="720221" y="962808"/>
                  </a:lnTo>
                  <a:lnTo>
                    <a:pt x="730684" y="969542"/>
                  </a:lnTo>
                  <a:lnTo>
                    <a:pt x="742047" y="989734"/>
                  </a:lnTo>
                  <a:lnTo>
                    <a:pt x="751442" y="996138"/>
                  </a:lnTo>
                  <a:lnTo>
                    <a:pt x="749979" y="1000838"/>
                  </a:lnTo>
                  <a:lnTo>
                    <a:pt x="746661" y="1003244"/>
                  </a:lnTo>
                  <a:lnTo>
                    <a:pt x="749079" y="1012241"/>
                  </a:lnTo>
                  <a:lnTo>
                    <a:pt x="749023" y="1015709"/>
                  </a:lnTo>
                  <a:lnTo>
                    <a:pt x="746997" y="1017143"/>
                  </a:lnTo>
                  <a:lnTo>
                    <a:pt x="740697" y="1018694"/>
                  </a:lnTo>
                  <a:lnTo>
                    <a:pt x="705820" y="999995"/>
                  </a:lnTo>
                  <a:lnTo>
                    <a:pt x="671617" y="992999"/>
                  </a:lnTo>
                  <a:lnTo>
                    <a:pt x="653166" y="981608"/>
                  </a:lnTo>
                  <a:lnTo>
                    <a:pt x="638202" y="958264"/>
                  </a:lnTo>
                  <a:lnTo>
                    <a:pt x="618457" y="958510"/>
                  </a:lnTo>
                  <a:lnTo>
                    <a:pt x="600793" y="948529"/>
                  </a:lnTo>
                  <a:lnTo>
                    <a:pt x="591287" y="942219"/>
                  </a:lnTo>
                  <a:lnTo>
                    <a:pt x="596293" y="934023"/>
                  </a:lnTo>
                  <a:lnTo>
                    <a:pt x="586674" y="939366"/>
                  </a:lnTo>
                  <a:lnTo>
                    <a:pt x="583748" y="937753"/>
                  </a:lnTo>
                  <a:lnTo>
                    <a:pt x="563553" y="913513"/>
                  </a:lnTo>
                  <a:lnTo>
                    <a:pt x="575367" y="911501"/>
                  </a:lnTo>
                  <a:lnTo>
                    <a:pt x="582680" y="902042"/>
                  </a:lnTo>
                  <a:lnTo>
                    <a:pt x="578517" y="901536"/>
                  </a:lnTo>
                  <a:lnTo>
                    <a:pt x="568391" y="891775"/>
                  </a:lnTo>
                  <a:lnTo>
                    <a:pt x="554271" y="891648"/>
                  </a:lnTo>
                  <a:lnTo>
                    <a:pt x="557872" y="879921"/>
                  </a:lnTo>
                  <a:lnTo>
                    <a:pt x="547746" y="884901"/>
                  </a:lnTo>
                  <a:lnTo>
                    <a:pt x="542121" y="870824"/>
                  </a:lnTo>
                  <a:lnTo>
                    <a:pt x="517875" y="843671"/>
                  </a:lnTo>
                  <a:lnTo>
                    <a:pt x="523612" y="830348"/>
                  </a:lnTo>
                  <a:lnTo>
                    <a:pt x="503643" y="830610"/>
                  </a:lnTo>
                  <a:lnTo>
                    <a:pt x="502349" y="838849"/>
                  </a:lnTo>
                  <a:lnTo>
                    <a:pt x="498805" y="841848"/>
                  </a:lnTo>
                  <a:lnTo>
                    <a:pt x="496723" y="828512"/>
                  </a:lnTo>
                  <a:lnTo>
                    <a:pt x="486429" y="825755"/>
                  </a:lnTo>
                  <a:lnTo>
                    <a:pt x="479510" y="812178"/>
                  </a:lnTo>
                  <a:lnTo>
                    <a:pt x="472084" y="816934"/>
                  </a:lnTo>
                  <a:lnTo>
                    <a:pt x="480803" y="832182"/>
                  </a:lnTo>
                  <a:lnTo>
                    <a:pt x="479116" y="836629"/>
                  </a:lnTo>
                  <a:lnTo>
                    <a:pt x="467471" y="839501"/>
                  </a:lnTo>
                  <a:lnTo>
                    <a:pt x="454308" y="833360"/>
                  </a:lnTo>
                  <a:lnTo>
                    <a:pt x="447219" y="834538"/>
                  </a:lnTo>
                  <a:lnTo>
                    <a:pt x="445589" y="844192"/>
                  </a:lnTo>
                  <a:lnTo>
                    <a:pt x="434619" y="845233"/>
                  </a:lnTo>
                  <a:lnTo>
                    <a:pt x="411555" y="855224"/>
                  </a:lnTo>
                  <a:lnTo>
                    <a:pt x="382359" y="846014"/>
                  </a:lnTo>
                  <a:lnTo>
                    <a:pt x="374427" y="836368"/>
                  </a:lnTo>
                  <a:lnTo>
                    <a:pt x="369646" y="824310"/>
                  </a:lnTo>
                  <a:lnTo>
                    <a:pt x="372852" y="804226"/>
                  </a:lnTo>
                  <a:lnTo>
                    <a:pt x="379658" y="794241"/>
                  </a:lnTo>
                  <a:lnTo>
                    <a:pt x="395804" y="785143"/>
                  </a:lnTo>
                  <a:lnTo>
                    <a:pt x="392653" y="773173"/>
                  </a:lnTo>
                  <a:lnTo>
                    <a:pt x="396872" y="765874"/>
                  </a:lnTo>
                  <a:lnTo>
                    <a:pt x="423256" y="772093"/>
                  </a:lnTo>
                  <a:lnTo>
                    <a:pt x="443676" y="782863"/>
                  </a:lnTo>
                  <a:lnTo>
                    <a:pt x="453296" y="795575"/>
                  </a:lnTo>
                  <a:lnTo>
                    <a:pt x="453914" y="798773"/>
                  </a:lnTo>
                  <a:lnTo>
                    <a:pt x="451157" y="806748"/>
                  </a:lnTo>
                  <a:lnTo>
                    <a:pt x="455433" y="811385"/>
                  </a:lnTo>
                  <a:lnTo>
                    <a:pt x="458414" y="799040"/>
                  </a:lnTo>
                  <a:lnTo>
                    <a:pt x="455658" y="792237"/>
                  </a:lnTo>
                  <a:lnTo>
                    <a:pt x="444632" y="777620"/>
                  </a:lnTo>
                  <a:lnTo>
                    <a:pt x="464377" y="778562"/>
                  </a:lnTo>
                  <a:lnTo>
                    <a:pt x="470115" y="771283"/>
                  </a:lnTo>
                  <a:lnTo>
                    <a:pt x="485361" y="771958"/>
                  </a:lnTo>
                  <a:lnTo>
                    <a:pt x="493404" y="763571"/>
                  </a:lnTo>
                  <a:lnTo>
                    <a:pt x="501167" y="761129"/>
                  </a:lnTo>
                  <a:lnTo>
                    <a:pt x="514838" y="763435"/>
                  </a:lnTo>
                  <a:lnTo>
                    <a:pt x="508762" y="742171"/>
                  </a:lnTo>
                  <a:lnTo>
                    <a:pt x="492166" y="723304"/>
                  </a:lnTo>
                  <a:lnTo>
                    <a:pt x="488285" y="716789"/>
                  </a:lnTo>
                  <a:lnTo>
                    <a:pt x="487836" y="711507"/>
                  </a:lnTo>
                  <a:lnTo>
                    <a:pt x="513825" y="685017"/>
                  </a:lnTo>
                  <a:lnTo>
                    <a:pt x="523275" y="671707"/>
                  </a:lnTo>
                  <a:lnTo>
                    <a:pt x="531038" y="667582"/>
                  </a:lnTo>
                  <a:lnTo>
                    <a:pt x="533739" y="655298"/>
                  </a:lnTo>
                  <a:lnTo>
                    <a:pt x="538689" y="643514"/>
                  </a:lnTo>
                  <a:lnTo>
                    <a:pt x="551908" y="635280"/>
                  </a:lnTo>
                  <a:lnTo>
                    <a:pt x="556465" y="625557"/>
                  </a:lnTo>
                  <a:lnTo>
                    <a:pt x="552302" y="618415"/>
                  </a:lnTo>
                  <a:lnTo>
                    <a:pt x="540658" y="579922"/>
                  </a:lnTo>
                  <a:lnTo>
                    <a:pt x="530082" y="555338"/>
                  </a:lnTo>
                  <a:lnTo>
                    <a:pt x="521813" y="541864"/>
                  </a:lnTo>
                  <a:lnTo>
                    <a:pt x="523163" y="534253"/>
                  </a:lnTo>
                  <a:lnTo>
                    <a:pt x="511912" y="539584"/>
                  </a:lnTo>
                  <a:lnTo>
                    <a:pt x="506455" y="533796"/>
                  </a:lnTo>
                  <a:lnTo>
                    <a:pt x="504599" y="528143"/>
                  </a:lnTo>
                  <a:lnTo>
                    <a:pt x="507637" y="515401"/>
                  </a:lnTo>
                  <a:lnTo>
                    <a:pt x="506400" y="506137"/>
                  </a:lnTo>
                  <a:lnTo>
                    <a:pt x="497117" y="504899"/>
                  </a:lnTo>
                  <a:lnTo>
                    <a:pt x="501899" y="515401"/>
                  </a:lnTo>
                  <a:lnTo>
                    <a:pt x="501167" y="517864"/>
                  </a:lnTo>
                  <a:lnTo>
                    <a:pt x="492392" y="518633"/>
                  </a:lnTo>
                  <a:lnTo>
                    <a:pt x="480579" y="504279"/>
                  </a:lnTo>
                  <a:lnTo>
                    <a:pt x="478947" y="495584"/>
                  </a:lnTo>
                  <a:lnTo>
                    <a:pt x="472928" y="495584"/>
                  </a:lnTo>
                  <a:lnTo>
                    <a:pt x="477597" y="486537"/>
                  </a:lnTo>
                  <a:lnTo>
                    <a:pt x="471016" y="482311"/>
                  </a:lnTo>
                  <a:lnTo>
                    <a:pt x="478441" y="474932"/>
                  </a:lnTo>
                  <a:lnTo>
                    <a:pt x="474109" y="473201"/>
                  </a:lnTo>
                  <a:lnTo>
                    <a:pt x="462915" y="486850"/>
                  </a:lnTo>
                  <a:lnTo>
                    <a:pt x="453239" y="483094"/>
                  </a:lnTo>
                  <a:lnTo>
                    <a:pt x="450089" y="488725"/>
                  </a:lnTo>
                  <a:lnTo>
                    <a:pt x="430962" y="502574"/>
                  </a:lnTo>
                  <a:lnTo>
                    <a:pt x="420049" y="505054"/>
                  </a:lnTo>
                  <a:lnTo>
                    <a:pt x="419037" y="499781"/>
                  </a:lnTo>
                  <a:lnTo>
                    <a:pt x="420893" y="478075"/>
                  </a:lnTo>
                  <a:lnTo>
                    <a:pt x="426406" y="474460"/>
                  </a:lnTo>
                  <a:lnTo>
                    <a:pt x="439738" y="476347"/>
                  </a:lnTo>
                  <a:lnTo>
                    <a:pt x="448682" y="464996"/>
                  </a:lnTo>
                  <a:lnTo>
                    <a:pt x="449301" y="460405"/>
                  </a:lnTo>
                  <a:lnTo>
                    <a:pt x="444970" y="451030"/>
                  </a:lnTo>
                  <a:lnTo>
                    <a:pt x="423762" y="437604"/>
                  </a:lnTo>
                  <a:lnTo>
                    <a:pt x="422074" y="433429"/>
                  </a:lnTo>
                  <a:lnTo>
                    <a:pt x="422187" y="426666"/>
                  </a:lnTo>
                  <a:lnTo>
                    <a:pt x="431019" y="420364"/>
                  </a:lnTo>
                  <a:lnTo>
                    <a:pt x="422299" y="418420"/>
                  </a:lnTo>
                  <a:lnTo>
                    <a:pt x="415098" y="428278"/>
                  </a:lnTo>
                  <a:lnTo>
                    <a:pt x="404241" y="422790"/>
                  </a:lnTo>
                  <a:lnTo>
                    <a:pt x="403060" y="421173"/>
                  </a:lnTo>
                  <a:lnTo>
                    <a:pt x="403792" y="419554"/>
                  </a:lnTo>
                  <a:lnTo>
                    <a:pt x="411498" y="410140"/>
                  </a:lnTo>
                  <a:lnTo>
                    <a:pt x="406548" y="404599"/>
                  </a:lnTo>
                  <a:lnTo>
                    <a:pt x="388603" y="403783"/>
                  </a:lnTo>
                  <a:lnTo>
                    <a:pt x="382865" y="367854"/>
                  </a:lnTo>
                  <a:lnTo>
                    <a:pt x="367002" y="368686"/>
                  </a:lnTo>
                  <a:lnTo>
                    <a:pt x="356369" y="357176"/>
                  </a:lnTo>
                  <a:lnTo>
                    <a:pt x="342475" y="333777"/>
                  </a:lnTo>
                  <a:lnTo>
                    <a:pt x="333755" y="345092"/>
                  </a:lnTo>
                  <a:lnTo>
                    <a:pt x="331899" y="352654"/>
                  </a:lnTo>
                  <a:lnTo>
                    <a:pt x="343993" y="359685"/>
                  </a:lnTo>
                  <a:lnTo>
                    <a:pt x="348832" y="367522"/>
                  </a:lnTo>
                  <a:lnTo>
                    <a:pt x="351531" y="385409"/>
                  </a:lnTo>
                  <a:lnTo>
                    <a:pt x="347988" y="391827"/>
                  </a:lnTo>
                  <a:lnTo>
                    <a:pt x="328467" y="400024"/>
                  </a:lnTo>
                  <a:lnTo>
                    <a:pt x="308216" y="390019"/>
                  </a:lnTo>
                  <a:lnTo>
                    <a:pt x="264563" y="379465"/>
                  </a:lnTo>
                  <a:lnTo>
                    <a:pt x="261694" y="381118"/>
                  </a:lnTo>
                  <a:lnTo>
                    <a:pt x="275926" y="391334"/>
                  </a:lnTo>
                  <a:lnTo>
                    <a:pt x="284421" y="403293"/>
                  </a:lnTo>
                  <a:lnTo>
                    <a:pt x="287064" y="410465"/>
                  </a:lnTo>
                  <a:lnTo>
                    <a:pt x="284477" y="414203"/>
                  </a:lnTo>
                  <a:lnTo>
                    <a:pt x="264394" y="394946"/>
                  </a:lnTo>
                  <a:lnTo>
                    <a:pt x="241611" y="404599"/>
                  </a:lnTo>
                  <a:lnTo>
                    <a:pt x="214891" y="388867"/>
                  </a:lnTo>
                  <a:lnTo>
                    <a:pt x="192726" y="393141"/>
                  </a:lnTo>
                  <a:lnTo>
                    <a:pt x="143560" y="379465"/>
                  </a:lnTo>
                  <a:lnTo>
                    <a:pt x="132647" y="386398"/>
                  </a:lnTo>
                  <a:lnTo>
                    <a:pt x="119596" y="380126"/>
                  </a:lnTo>
                  <a:lnTo>
                    <a:pt x="114477" y="373834"/>
                  </a:lnTo>
                  <a:lnTo>
                    <a:pt x="110202" y="357344"/>
                  </a:lnTo>
                  <a:lnTo>
                    <a:pt x="113408" y="346775"/>
                  </a:lnTo>
                  <a:lnTo>
                    <a:pt x="103789" y="353660"/>
                  </a:lnTo>
                  <a:lnTo>
                    <a:pt x="90738" y="351647"/>
                  </a:lnTo>
                  <a:lnTo>
                    <a:pt x="89163" y="352821"/>
                  </a:lnTo>
                  <a:lnTo>
                    <a:pt x="92594" y="359852"/>
                  </a:lnTo>
                  <a:lnTo>
                    <a:pt x="75212" y="360353"/>
                  </a:lnTo>
                  <a:lnTo>
                    <a:pt x="68349" y="367022"/>
                  </a:lnTo>
                  <a:lnTo>
                    <a:pt x="50741" y="348792"/>
                  </a:lnTo>
                  <a:lnTo>
                    <a:pt x="36790" y="341384"/>
                  </a:lnTo>
                  <a:lnTo>
                    <a:pt x="25539" y="318983"/>
                  </a:lnTo>
                  <a:lnTo>
                    <a:pt x="17776" y="290084"/>
                  </a:lnTo>
                  <a:lnTo>
                    <a:pt x="41572" y="291644"/>
                  </a:lnTo>
                  <a:lnTo>
                    <a:pt x="68124" y="301318"/>
                  </a:lnTo>
                  <a:lnTo>
                    <a:pt x="90175" y="294931"/>
                  </a:lnTo>
                  <a:lnTo>
                    <a:pt x="67280" y="275992"/>
                  </a:lnTo>
                  <a:lnTo>
                    <a:pt x="29533" y="268292"/>
                  </a:lnTo>
                  <a:lnTo>
                    <a:pt x="5625" y="248197"/>
                  </a:lnTo>
                  <a:lnTo>
                    <a:pt x="0" y="202638"/>
                  </a:lnTo>
                  <a:lnTo>
                    <a:pt x="2925" y="192626"/>
                  </a:lnTo>
                  <a:lnTo>
                    <a:pt x="11475" y="179807"/>
                  </a:lnTo>
                  <a:lnTo>
                    <a:pt x="6301" y="176496"/>
                  </a:lnTo>
                  <a:lnTo>
                    <a:pt x="4782" y="165603"/>
                  </a:lnTo>
                  <a:lnTo>
                    <a:pt x="5119" y="155392"/>
                  </a:lnTo>
                  <a:lnTo>
                    <a:pt x="20870" y="114361"/>
                  </a:lnTo>
                  <a:lnTo>
                    <a:pt x="24977" y="81924"/>
                  </a:lnTo>
                  <a:lnTo>
                    <a:pt x="32740" y="66371"/>
                  </a:lnTo>
                  <a:lnTo>
                    <a:pt x="39490" y="59917"/>
                  </a:lnTo>
                  <a:lnTo>
                    <a:pt x="41234" y="49900"/>
                  </a:lnTo>
                  <a:lnTo>
                    <a:pt x="72062" y="14709"/>
                  </a:lnTo>
                  <a:lnTo>
                    <a:pt x="113071" y="0"/>
                  </a:lnTo>
                  <a:lnTo>
                    <a:pt x="156780" y="8477"/>
                  </a:lnTo>
                  <a:lnTo>
                    <a:pt x="158693" y="14910"/>
                  </a:lnTo>
                  <a:lnTo>
                    <a:pt x="157849" y="17718"/>
                  </a:lnTo>
                  <a:lnTo>
                    <a:pt x="135741" y="43587"/>
                  </a:lnTo>
                  <a:lnTo>
                    <a:pt x="123084" y="65590"/>
                  </a:lnTo>
                  <a:lnTo>
                    <a:pt x="106151" y="107308"/>
                  </a:lnTo>
                  <a:lnTo>
                    <a:pt x="104914" y="118733"/>
                  </a:lnTo>
                  <a:lnTo>
                    <a:pt x="107220" y="129523"/>
                  </a:lnTo>
                  <a:lnTo>
                    <a:pt x="115715" y="150358"/>
                  </a:lnTo>
                  <a:lnTo>
                    <a:pt x="115152" y="185128"/>
                  </a:lnTo>
                  <a:lnTo>
                    <a:pt x="118977" y="207715"/>
                  </a:lnTo>
                  <a:lnTo>
                    <a:pt x="124659" y="220526"/>
                  </a:lnTo>
                  <a:lnTo>
                    <a:pt x="156330" y="261794"/>
                  </a:lnTo>
                  <a:lnTo>
                    <a:pt x="144404" y="274245"/>
                  </a:lnTo>
                  <a:lnTo>
                    <a:pt x="127528" y="280353"/>
                  </a:lnTo>
                  <a:lnTo>
                    <a:pt x="110989" y="2919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oPE_MapPart_CAN_3_13" descr="Kanada">
              <a:extLst>
                <a:ext uri="{FF2B5EF4-FFF2-40B4-BE49-F238E27FC236}">
                  <a16:creationId xmlns:a16="http://schemas.microsoft.com/office/drawing/2014/main" id="{B9B04739-A62C-D3F5-327F-CB1B2B30B5B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094116" y="1090519"/>
              <a:ext cx="952494" cy="1255439"/>
            </a:xfrm>
            <a:custGeom>
              <a:avLst/>
              <a:gdLst/>
              <a:ahLst/>
              <a:cxnLst/>
              <a:rect l="0" t="0" r="0" b="0"/>
              <a:pathLst>
                <a:path w="952494" h="1255439">
                  <a:moveTo>
                    <a:pt x="693668" y="26096"/>
                  </a:moveTo>
                  <a:lnTo>
                    <a:pt x="789526" y="49082"/>
                  </a:lnTo>
                  <a:lnTo>
                    <a:pt x="776587" y="76283"/>
                  </a:lnTo>
                  <a:lnTo>
                    <a:pt x="725508" y="116771"/>
                  </a:lnTo>
                  <a:lnTo>
                    <a:pt x="759036" y="113248"/>
                  </a:lnTo>
                  <a:lnTo>
                    <a:pt x="811239" y="69973"/>
                  </a:lnTo>
                  <a:lnTo>
                    <a:pt x="824628" y="80777"/>
                  </a:lnTo>
                  <a:lnTo>
                    <a:pt x="834473" y="55010"/>
                  </a:lnTo>
                  <a:lnTo>
                    <a:pt x="849436" y="86155"/>
                  </a:lnTo>
                  <a:lnTo>
                    <a:pt x="861024" y="74933"/>
                  </a:lnTo>
                  <a:lnTo>
                    <a:pt x="876438" y="77632"/>
                  </a:lnTo>
                  <a:lnTo>
                    <a:pt x="881670" y="87944"/>
                  </a:lnTo>
                  <a:lnTo>
                    <a:pt x="876382" y="102193"/>
                  </a:lnTo>
                  <a:lnTo>
                    <a:pt x="893820" y="138202"/>
                  </a:lnTo>
                  <a:lnTo>
                    <a:pt x="888758" y="165816"/>
                  </a:lnTo>
                  <a:lnTo>
                    <a:pt x="912890" y="149472"/>
                  </a:lnTo>
                  <a:lnTo>
                    <a:pt x="937193" y="156802"/>
                  </a:lnTo>
                  <a:lnTo>
                    <a:pt x="949512" y="177766"/>
                  </a:lnTo>
                  <a:lnTo>
                    <a:pt x="952493" y="191749"/>
                  </a:lnTo>
                  <a:lnTo>
                    <a:pt x="950412" y="206043"/>
                  </a:lnTo>
                  <a:lnTo>
                    <a:pt x="922173" y="260084"/>
                  </a:lnTo>
                  <a:lnTo>
                    <a:pt x="877957" y="304247"/>
                  </a:lnTo>
                  <a:lnTo>
                    <a:pt x="847298" y="328672"/>
                  </a:lnTo>
                  <a:lnTo>
                    <a:pt x="826879" y="326714"/>
                  </a:lnTo>
                  <a:lnTo>
                    <a:pt x="812027" y="347744"/>
                  </a:lnTo>
                  <a:lnTo>
                    <a:pt x="783169" y="354315"/>
                  </a:lnTo>
                  <a:lnTo>
                    <a:pt x="774169" y="381881"/>
                  </a:lnTo>
                  <a:lnTo>
                    <a:pt x="718701" y="422088"/>
                  </a:lnTo>
                  <a:lnTo>
                    <a:pt x="717689" y="428764"/>
                  </a:lnTo>
                  <a:lnTo>
                    <a:pt x="730290" y="428764"/>
                  </a:lnTo>
                  <a:lnTo>
                    <a:pt x="810959" y="379980"/>
                  </a:lnTo>
                  <a:lnTo>
                    <a:pt x="840830" y="380361"/>
                  </a:lnTo>
                  <a:lnTo>
                    <a:pt x="839198" y="391733"/>
                  </a:lnTo>
                  <a:lnTo>
                    <a:pt x="720502" y="544577"/>
                  </a:lnTo>
                  <a:lnTo>
                    <a:pt x="691756" y="601002"/>
                  </a:lnTo>
                  <a:lnTo>
                    <a:pt x="673192" y="598307"/>
                  </a:lnTo>
                  <a:lnTo>
                    <a:pt x="655416" y="571469"/>
                  </a:lnTo>
                  <a:lnTo>
                    <a:pt x="671055" y="620427"/>
                  </a:lnTo>
                  <a:lnTo>
                    <a:pt x="669423" y="628737"/>
                  </a:lnTo>
                  <a:lnTo>
                    <a:pt x="613451" y="648853"/>
                  </a:lnTo>
                  <a:lnTo>
                    <a:pt x="627176" y="658339"/>
                  </a:lnTo>
                  <a:lnTo>
                    <a:pt x="650297" y="649181"/>
                  </a:lnTo>
                  <a:lnTo>
                    <a:pt x="659916" y="654093"/>
                  </a:lnTo>
                  <a:lnTo>
                    <a:pt x="654009" y="671667"/>
                  </a:lnTo>
                  <a:lnTo>
                    <a:pt x="635334" y="687146"/>
                  </a:lnTo>
                  <a:lnTo>
                    <a:pt x="643096" y="693558"/>
                  </a:lnTo>
                  <a:lnTo>
                    <a:pt x="642984" y="698351"/>
                  </a:lnTo>
                  <a:lnTo>
                    <a:pt x="634321" y="713606"/>
                  </a:lnTo>
                  <a:lnTo>
                    <a:pt x="608444" y="726851"/>
                  </a:lnTo>
                  <a:lnTo>
                    <a:pt x="569910" y="702177"/>
                  </a:lnTo>
                  <a:lnTo>
                    <a:pt x="540377" y="693878"/>
                  </a:lnTo>
                  <a:lnTo>
                    <a:pt x="532051" y="700584"/>
                  </a:lnTo>
                  <a:lnTo>
                    <a:pt x="535763" y="704087"/>
                  </a:lnTo>
                  <a:lnTo>
                    <a:pt x="571260" y="718663"/>
                  </a:lnTo>
                  <a:lnTo>
                    <a:pt x="577673" y="742493"/>
                  </a:lnTo>
                  <a:lnTo>
                    <a:pt x="572666" y="758311"/>
                  </a:lnTo>
                  <a:lnTo>
                    <a:pt x="505724" y="773686"/>
                  </a:lnTo>
                  <a:lnTo>
                    <a:pt x="462071" y="756766"/>
                  </a:lnTo>
                  <a:lnTo>
                    <a:pt x="480916" y="773686"/>
                  </a:lnTo>
                  <a:lnTo>
                    <a:pt x="486541" y="788629"/>
                  </a:lnTo>
                  <a:lnTo>
                    <a:pt x="502574" y="803150"/>
                  </a:lnTo>
                  <a:lnTo>
                    <a:pt x="518494" y="809166"/>
                  </a:lnTo>
                  <a:lnTo>
                    <a:pt x="537676" y="804956"/>
                  </a:lnTo>
                  <a:lnTo>
                    <a:pt x="536045" y="834219"/>
                  </a:lnTo>
                  <a:lnTo>
                    <a:pt x="514162" y="836883"/>
                  </a:lnTo>
                  <a:lnTo>
                    <a:pt x="492954" y="823524"/>
                  </a:lnTo>
                  <a:lnTo>
                    <a:pt x="446488" y="833330"/>
                  </a:lnTo>
                  <a:lnTo>
                    <a:pt x="409529" y="830364"/>
                  </a:lnTo>
                  <a:lnTo>
                    <a:pt x="431356" y="852199"/>
                  </a:lnTo>
                  <a:lnTo>
                    <a:pt x="464433" y="839838"/>
                  </a:lnTo>
                  <a:lnTo>
                    <a:pt x="482210" y="841609"/>
                  </a:lnTo>
                  <a:lnTo>
                    <a:pt x="491660" y="849557"/>
                  </a:lnTo>
                  <a:lnTo>
                    <a:pt x="496610" y="860685"/>
                  </a:lnTo>
                  <a:lnTo>
                    <a:pt x="518381" y="865933"/>
                  </a:lnTo>
                  <a:lnTo>
                    <a:pt x="539139" y="887348"/>
                  </a:lnTo>
                  <a:lnTo>
                    <a:pt x="535595" y="903960"/>
                  </a:lnTo>
                  <a:lnTo>
                    <a:pt x="525244" y="915895"/>
                  </a:lnTo>
                  <a:lnTo>
                    <a:pt x="477203" y="920987"/>
                  </a:lnTo>
                  <a:lnTo>
                    <a:pt x="506174" y="937856"/>
                  </a:lnTo>
                  <a:lnTo>
                    <a:pt x="515399" y="949851"/>
                  </a:lnTo>
                  <a:lnTo>
                    <a:pt x="504205" y="966182"/>
                  </a:lnTo>
                  <a:lnTo>
                    <a:pt x="494361" y="998143"/>
                  </a:lnTo>
                  <a:lnTo>
                    <a:pt x="491154" y="1000578"/>
                  </a:lnTo>
                  <a:lnTo>
                    <a:pt x="459765" y="1010557"/>
                  </a:lnTo>
                  <a:lnTo>
                    <a:pt x="427305" y="1007865"/>
                  </a:lnTo>
                  <a:lnTo>
                    <a:pt x="425055" y="1022621"/>
                  </a:lnTo>
                  <a:lnTo>
                    <a:pt x="426181" y="1056507"/>
                  </a:lnTo>
                  <a:lnTo>
                    <a:pt x="425281" y="1070617"/>
                  </a:lnTo>
                  <a:lnTo>
                    <a:pt x="418811" y="1085910"/>
                  </a:lnTo>
                  <a:lnTo>
                    <a:pt x="412286" y="1092094"/>
                  </a:lnTo>
                  <a:lnTo>
                    <a:pt x="368126" y="1102100"/>
                  </a:lnTo>
                  <a:lnTo>
                    <a:pt x="347256" y="1099796"/>
                  </a:lnTo>
                  <a:lnTo>
                    <a:pt x="313335" y="1069575"/>
                  </a:lnTo>
                  <a:lnTo>
                    <a:pt x="318172" y="1083327"/>
                  </a:lnTo>
                  <a:lnTo>
                    <a:pt x="325260" y="1092609"/>
                  </a:lnTo>
                  <a:lnTo>
                    <a:pt x="317554" y="1100565"/>
                  </a:lnTo>
                  <a:lnTo>
                    <a:pt x="300903" y="1102356"/>
                  </a:lnTo>
                  <a:lnTo>
                    <a:pt x="307653" y="1114087"/>
                  </a:lnTo>
                  <a:lnTo>
                    <a:pt x="330267" y="1106190"/>
                  </a:lnTo>
                  <a:lnTo>
                    <a:pt x="344162" y="1110015"/>
                  </a:lnTo>
                  <a:lnTo>
                    <a:pt x="358338" y="1123721"/>
                  </a:lnTo>
                  <a:lnTo>
                    <a:pt x="380896" y="1116627"/>
                  </a:lnTo>
                  <a:lnTo>
                    <a:pt x="385790" y="1121950"/>
                  </a:lnTo>
                  <a:lnTo>
                    <a:pt x="387872" y="1140586"/>
                  </a:lnTo>
                  <a:lnTo>
                    <a:pt x="386465" y="1146839"/>
                  </a:lnTo>
                  <a:lnTo>
                    <a:pt x="389503" y="1153071"/>
                  </a:lnTo>
                  <a:lnTo>
                    <a:pt x="402948" y="1160274"/>
                  </a:lnTo>
                  <a:lnTo>
                    <a:pt x="418642" y="1147089"/>
                  </a:lnTo>
                  <a:lnTo>
                    <a:pt x="427700" y="1164483"/>
                  </a:lnTo>
                  <a:lnTo>
                    <a:pt x="428205" y="1177790"/>
                  </a:lnTo>
                  <a:lnTo>
                    <a:pt x="418811" y="1202666"/>
                  </a:lnTo>
                  <a:lnTo>
                    <a:pt x="380446" y="1237460"/>
                  </a:lnTo>
                  <a:lnTo>
                    <a:pt x="340168" y="1255438"/>
                  </a:lnTo>
                  <a:lnTo>
                    <a:pt x="334037" y="1250016"/>
                  </a:lnTo>
                  <a:lnTo>
                    <a:pt x="339099" y="1229838"/>
                  </a:lnTo>
                  <a:lnTo>
                    <a:pt x="339156" y="1224579"/>
                  </a:lnTo>
                  <a:lnTo>
                    <a:pt x="334711" y="1216422"/>
                  </a:lnTo>
                  <a:lnTo>
                    <a:pt x="328580" y="1210643"/>
                  </a:lnTo>
                  <a:lnTo>
                    <a:pt x="311478" y="1213053"/>
                  </a:lnTo>
                  <a:lnTo>
                    <a:pt x="301578" y="1194898"/>
                  </a:lnTo>
                  <a:lnTo>
                    <a:pt x="286108" y="1182204"/>
                  </a:lnTo>
                  <a:lnTo>
                    <a:pt x="294490" y="1202181"/>
                  </a:lnTo>
                  <a:lnTo>
                    <a:pt x="296177" y="1210401"/>
                  </a:lnTo>
                  <a:lnTo>
                    <a:pt x="295390" y="1216903"/>
                  </a:lnTo>
                  <a:lnTo>
                    <a:pt x="243748" y="1218585"/>
                  </a:lnTo>
                  <a:lnTo>
                    <a:pt x="233173" y="1188806"/>
                  </a:lnTo>
                  <a:lnTo>
                    <a:pt x="231541" y="1231508"/>
                  </a:lnTo>
                  <a:lnTo>
                    <a:pt x="204483" y="1238411"/>
                  </a:lnTo>
                  <a:lnTo>
                    <a:pt x="187663" y="1232462"/>
                  </a:lnTo>
                  <a:lnTo>
                    <a:pt x="174050" y="1220985"/>
                  </a:lnTo>
                  <a:lnTo>
                    <a:pt x="163474" y="1200970"/>
                  </a:lnTo>
                  <a:lnTo>
                    <a:pt x="156386" y="1228883"/>
                  </a:lnTo>
                  <a:lnTo>
                    <a:pt x="135347" y="1219305"/>
                  </a:lnTo>
                  <a:lnTo>
                    <a:pt x="131128" y="1200727"/>
                  </a:lnTo>
                  <a:lnTo>
                    <a:pt x="130847" y="1227449"/>
                  </a:lnTo>
                  <a:lnTo>
                    <a:pt x="102776" y="1225058"/>
                  </a:lnTo>
                  <a:lnTo>
                    <a:pt x="100132" y="1201697"/>
                  </a:lnTo>
                  <a:lnTo>
                    <a:pt x="99682" y="1175333"/>
                  </a:lnTo>
                  <a:lnTo>
                    <a:pt x="95969" y="1191976"/>
                  </a:lnTo>
                  <a:lnTo>
                    <a:pt x="98107" y="1222903"/>
                  </a:lnTo>
                  <a:lnTo>
                    <a:pt x="66098" y="1213294"/>
                  </a:lnTo>
                  <a:lnTo>
                    <a:pt x="68292" y="1167942"/>
                  </a:lnTo>
                  <a:lnTo>
                    <a:pt x="97770" y="1134059"/>
                  </a:lnTo>
                  <a:lnTo>
                    <a:pt x="152279" y="1118149"/>
                  </a:lnTo>
                  <a:lnTo>
                    <a:pt x="143279" y="1100820"/>
                  </a:lnTo>
                  <a:lnTo>
                    <a:pt x="132985" y="1095179"/>
                  </a:lnTo>
                  <a:lnTo>
                    <a:pt x="125109" y="1082551"/>
                  </a:lnTo>
                  <a:lnTo>
                    <a:pt x="112227" y="1041494"/>
                  </a:lnTo>
                  <a:lnTo>
                    <a:pt x="114645" y="1031683"/>
                  </a:lnTo>
                  <a:lnTo>
                    <a:pt x="139060" y="1015928"/>
                  </a:lnTo>
                  <a:lnTo>
                    <a:pt x="154079" y="1019947"/>
                  </a:lnTo>
                  <a:lnTo>
                    <a:pt x="172250" y="1037523"/>
                  </a:lnTo>
                  <a:lnTo>
                    <a:pt x="190532" y="1078927"/>
                  </a:lnTo>
                  <a:lnTo>
                    <a:pt x="217084" y="1093380"/>
                  </a:lnTo>
                  <a:lnTo>
                    <a:pt x="252412" y="1081775"/>
                  </a:lnTo>
                  <a:lnTo>
                    <a:pt x="280482" y="1022086"/>
                  </a:lnTo>
                  <a:lnTo>
                    <a:pt x="284083" y="1000849"/>
                  </a:lnTo>
                  <a:lnTo>
                    <a:pt x="280707" y="1005439"/>
                  </a:lnTo>
                  <a:lnTo>
                    <a:pt x="258037" y="1055720"/>
                  </a:lnTo>
                  <a:lnTo>
                    <a:pt x="247067" y="1068533"/>
                  </a:lnTo>
                  <a:lnTo>
                    <a:pt x="224960" y="1064359"/>
                  </a:lnTo>
                  <a:lnTo>
                    <a:pt x="213259" y="1073478"/>
                  </a:lnTo>
                  <a:lnTo>
                    <a:pt x="199870" y="1064881"/>
                  </a:lnTo>
                  <a:lnTo>
                    <a:pt x="199814" y="1034871"/>
                  </a:lnTo>
                  <a:lnTo>
                    <a:pt x="191826" y="1010557"/>
                  </a:lnTo>
                  <a:lnTo>
                    <a:pt x="220909" y="970036"/>
                  </a:lnTo>
                  <a:lnTo>
                    <a:pt x="233229" y="973059"/>
                  </a:lnTo>
                  <a:lnTo>
                    <a:pt x="222991" y="961492"/>
                  </a:lnTo>
                  <a:lnTo>
                    <a:pt x="211740" y="963425"/>
                  </a:lnTo>
                  <a:lnTo>
                    <a:pt x="215678" y="918726"/>
                  </a:lnTo>
                  <a:lnTo>
                    <a:pt x="208140" y="952074"/>
                  </a:lnTo>
                  <a:lnTo>
                    <a:pt x="190589" y="983188"/>
                  </a:lnTo>
                  <a:lnTo>
                    <a:pt x="170843" y="987551"/>
                  </a:lnTo>
                  <a:lnTo>
                    <a:pt x="180182" y="947347"/>
                  </a:lnTo>
                  <a:lnTo>
                    <a:pt x="164318" y="969761"/>
                  </a:lnTo>
                  <a:lnTo>
                    <a:pt x="149129" y="980456"/>
                  </a:lnTo>
                  <a:lnTo>
                    <a:pt x="129159" y="973059"/>
                  </a:lnTo>
                  <a:lnTo>
                    <a:pt x="131071" y="956512"/>
                  </a:lnTo>
                  <a:lnTo>
                    <a:pt x="131071" y="935896"/>
                  </a:lnTo>
                  <a:lnTo>
                    <a:pt x="147892" y="897105"/>
                  </a:lnTo>
                  <a:lnTo>
                    <a:pt x="152392" y="879275"/>
                  </a:lnTo>
                  <a:lnTo>
                    <a:pt x="208815" y="857178"/>
                  </a:lnTo>
                  <a:lnTo>
                    <a:pt x="262931" y="880141"/>
                  </a:lnTo>
                  <a:lnTo>
                    <a:pt x="271763" y="868260"/>
                  </a:lnTo>
                  <a:lnTo>
                    <a:pt x="297978" y="865059"/>
                  </a:lnTo>
                  <a:lnTo>
                    <a:pt x="310466" y="846912"/>
                  </a:lnTo>
                  <a:lnTo>
                    <a:pt x="288977" y="858640"/>
                  </a:lnTo>
                  <a:lnTo>
                    <a:pt x="227266" y="843378"/>
                  </a:lnTo>
                  <a:lnTo>
                    <a:pt x="222428" y="831254"/>
                  </a:lnTo>
                  <a:lnTo>
                    <a:pt x="228166" y="823226"/>
                  </a:lnTo>
                  <a:lnTo>
                    <a:pt x="253424" y="833923"/>
                  </a:lnTo>
                  <a:lnTo>
                    <a:pt x="234017" y="805558"/>
                  </a:lnTo>
                  <a:lnTo>
                    <a:pt x="200546" y="730617"/>
                  </a:lnTo>
                  <a:lnTo>
                    <a:pt x="176693" y="720556"/>
                  </a:lnTo>
                  <a:lnTo>
                    <a:pt x="164486" y="698989"/>
                  </a:lnTo>
                  <a:lnTo>
                    <a:pt x="162236" y="667776"/>
                  </a:lnTo>
                  <a:lnTo>
                    <a:pt x="158467" y="648853"/>
                  </a:lnTo>
                  <a:lnTo>
                    <a:pt x="162068" y="624088"/>
                  </a:lnTo>
                  <a:lnTo>
                    <a:pt x="168087" y="612749"/>
                  </a:lnTo>
                  <a:lnTo>
                    <a:pt x="248812" y="629400"/>
                  </a:lnTo>
                  <a:lnTo>
                    <a:pt x="281495" y="672638"/>
                  </a:lnTo>
                  <a:lnTo>
                    <a:pt x="312435" y="726851"/>
                  </a:lnTo>
                  <a:lnTo>
                    <a:pt x="332742" y="739375"/>
                  </a:lnTo>
                  <a:lnTo>
                    <a:pt x="350294" y="740623"/>
                  </a:lnTo>
                  <a:lnTo>
                    <a:pt x="361264" y="729676"/>
                  </a:lnTo>
                  <a:lnTo>
                    <a:pt x="333586" y="725593"/>
                  </a:lnTo>
                  <a:lnTo>
                    <a:pt x="281382" y="639317"/>
                  </a:lnTo>
                  <a:lnTo>
                    <a:pt x="272607" y="620427"/>
                  </a:lnTo>
                  <a:lnTo>
                    <a:pt x="271819" y="612080"/>
                  </a:lnTo>
                  <a:lnTo>
                    <a:pt x="334543" y="589179"/>
                  </a:lnTo>
                  <a:lnTo>
                    <a:pt x="363570" y="573521"/>
                  </a:lnTo>
                  <a:lnTo>
                    <a:pt x="376733" y="550818"/>
                  </a:lnTo>
                  <a:lnTo>
                    <a:pt x="415604" y="524318"/>
                  </a:lnTo>
                  <a:lnTo>
                    <a:pt x="463195" y="508443"/>
                  </a:lnTo>
                  <a:lnTo>
                    <a:pt x="405310" y="491355"/>
                  </a:lnTo>
                  <a:lnTo>
                    <a:pt x="408010" y="473020"/>
                  </a:lnTo>
                  <a:lnTo>
                    <a:pt x="418699" y="447916"/>
                  </a:lnTo>
                  <a:lnTo>
                    <a:pt x="462520" y="393622"/>
                  </a:lnTo>
                  <a:lnTo>
                    <a:pt x="428543" y="414267"/>
                  </a:lnTo>
                  <a:lnTo>
                    <a:pt x="404748" y="451210"/>
                  </a:lnTo>
                  <a:lnTo>
                    <a:pt x="390234" y="458145"/>
                  </a:lnTo>
                  <a:lnTo>
                    <a:pt x="383878" y="474465"/>
                  </a:lnTo>
                  <a:lnTo>
                    <a:pt x="379377" y="499563"/>
                  </a:lnTo>
                  <a:lnTo>
                    <a:pt x="372627" y="513043"/>
                  </a:lnTo>
                  <a:lnTo>
                    <a:pt x="333699" y="549433"/>
                  </a:lnTo>
                  <a:lnTo>
                    <a:pt x="291171" y="567358"/>
                  </a:lnTo>
                  <a:lnTo>
                    <a:pt x="275026" y="564268"/>
                  </a:lnTo>
                  <a:lnTo>
                    <a:pt x="295727" y="526424"/>
                  </a:lnTo>
                  <a:lnTo>
                    <a:pt x="258881" y="537965"/>
                  </a:lnTo>
                  <a:lnTo>
                    <a:pt x="233285" y="571812"/>
                  </a:lnTo>
                  <a:lnTo>
                    <a:pt x="204371" y="574888"/>
                  </a:lnTo>
                  <a:lnTo>
                    <a:pt x="161055" y="559107"/>
                  </a:lnTo>
                  <a:lnTo>
                    <a:pt x="158411" y="554276"/>
                  </a:lnTo>
                  <a:lnTo>
                    <a:pt x="158805" y="547700"/>
                  </a:lnTo>
                  <a:lnTo>
                    <a:pt x="163924" y="535174"/>
                  </a:lnTo>
                  <a:lnTo>
                    <a:pt x="201221" y="484187"/>
                  </a:lnTo>
                  <a:lnTo>
                    <a:pt x="260512" y="461057"/>
                  </a:lnTo>
                  <a:lnTo>
                    <a:pt x="262369" y="451942"/>
                  </a:lnTo>
                  <a:lnTo>
                    <a:pt x="184513" y="474826"/>
                  </a:lnTo>
                  <a:lnTo>
                    <a:pt x="136078" y="546312"/>
                  </a:lnTo>
                  <a:lnTo>
                    <a:pt x="124153" y="549087"/>
                  </a:lnTo>
                  <a:lnTo>
                    <a:pt x="81962" y="515516"/>
                  </a:lnTo>
                  <a:lnTo>
                    <a:pt x="75662" y="498851"/>
                  </a:lnTo>
                  <a:lnTo>
                    <a:pt x="78699" y="493500"/>
                  </a:lnTo>
                  <a:lnTo>
                    <a:pt x="102269" y="481671"/>
                  </a:lnTo>
                  <a:lnTo>
                    <a:pt x="134278" y="483828"/>
                  </a:lnTo>
                  <a:lnTo>
                    <a:pt x="162743" y="474465"/>
                  </a:lnTo>
                  <a:lnTo>
                    <a:pt x="210727" y="423573"/>
                  </a:lnTo>
                  <a:lnTo>
                    <a:pt x="196326" y="423573"/>
                  </a:lnTo>
                  <a:lnTo>
                    <a:pt x="158186" y="457052"/>
                  </a:lnTo>
                  <a:lnTo>
                    <a:pt x="137822" y="465417"/>
                  </a:lnTo>
                  <a:lnTo>
                    <a:pt x="64410" y="475187"/>
                  </a:lnTo>
                  <a:lnTo>
                    <a:pt x="53272" y="456688"/>
                  </a:lnTo>
                  <a:lnTo>
                    <a:pt x="54285" y="446817"/>
                  </a:lnTo>
                  <a:lnTo>
                    <a:pt x="77405" y="430985"/>
                  </a:lnTo>
                  <a:lnTo>
                    <a:pt x="62835" y="414640"/>
                  </a:lnTo>
                  <a:lnTo>
                    <a:pt x="95744" y="378458"/>
                  </a:lnTo>
                  <a:lnTo>
                    <a:pt x="127753" y="373502"/>
                  </a:lnTo>
                  <a:lnTo>
                    <a:pt x="100188" y="365085"/>
                  </a:lnTo>
                  <a:lnTo>
                    <a:pt x="39659" y="398899"/>
                  </a:lnTo>
                  <a:lnTo>
                    <a:pt x="33639" y="393622"/>
                  </a:lnTo>
                  <a:lnTo>
                    <a:pt x="35327" y="386435"/>
                  </a:lnTo>
                  <a:lnTo>
                    <a:pt x="58222" y="350066"/>
                  </a:lnTo>
                  <a:lnTo>
                    <a:pt x="33077" y="345807"/>
                  </a:lnTo>
                  <a:lnTo>
                    <a:pt x="12263" y="363934"/>
                  </a:lnTo>
                  <a:lnTo>
                    <a:pt x="0" y="350066"/>
                  </a:lnTo>
                  <a:lnTo>
                    <a:pt x="1181" y="339595"/>
                  </a:lnTo>
                  <a:lnTo>
                    <a:pt x="23233" y="308209"/>
                  </a:lnTo>
                  <a:lnTo>
                    <a:pt x="72005" y="288712"/>
                  </a:lnTo>
                  <a:lnTo>
                    <a:pt x="87812" y="265765"/>
                  </a:lnTo>
                  <a:lnTo>
                    <a:pt x="113183" y="248259"/>
                  </a:lnTo>
                  <a:lnTo>
                    <a:pt x="133772" y="257644"/>
                  </a:lnTo>
                  <a:lnTo>
                    <a:pt x="145867" y="279086"/>
                  </a:lnTo>
                  <a:lnTo>
                    <a:pt x="151604" y="262521"/>
                  </a:lnTo>
                  <a:lnTo>
                    <a:pt x="158074" y="258458"/>
                  </a:lnTo>
                  <a:lnTo>
                    <a:pt x="188732" y="280292"/>
                  </a:lnTo>
                  <a:lnTo>
                    <a:pt x="207521" y="273850"/>
                  </a:lnTo>
                  <a:lnTo>
                    <a:pt x="158411" y="220225"/>
                  </a:lnTo>
                  <a:lnTo>
                    <a:pt x="184063" y="203109"/>
                  </a:lnTo>
                  <a:lnTo>
                    <a:pt x="212134" y="166245"/>
                  </a:lnTo>
                  <a:lnTo>
                    <a:pt x="252974" y="195122"/>
                  </a:lnTo>
                  <a:lnTo>
                    <a:pt x="271088" y="238003"/>
                  </a:lnTo>
                  <a:lnTo>
                    <a:pt x="282845" y="252754"/>
                  </a:lnTo>
                  <a:lnTo>
                    <a:pt x="292465" y="249077"/>
                  </a:lnTo>
                  <a:lnTo>
                    <a:pt x="279301" y="225204"/>
                  </a:lnTo>
                  <a:lnTo>
                    <a:pt x="285883" y="213565"/>
                  </a:lnTo>
                  <a:lnTo>
                    <a:pt x="360363" y="275060"/>
                  </a:lnTo>
                  <a:lnTo>
                    <a:pt x="381852" y="303057"/>
                  </a:lnTo>
                  <a:lnTo>
                    <a:pt x="376733" y="285108"/>
                  </a:lnTo>
                  <a:lnTo>
                    <a:pt x="361095" y="263738"/>
                  </a:lnTo>
                  <a:lnTo>
                    <a:pt x="319298" y="226446"/>
                  </a:lnTo>
                  <a:lnTo>
                    <a:pt x="288696" y="179042"/>
                  </a:lnTo>
                  <a:lnTo>
                    <a:pt x="288583" y="171374"/>
                  </a:lnTo>
                  <a:lnTo>
                    <a:pt x="294265" y="162388"/>
                  </a:lnTo>
                  <a:lnTo>
                    <a:pt x="312660" y="149472"/>
                  </a:lnTo>
                  <a:lnTo>
                    <a:pt x="298821" y="129486"/>
                  </a:lnTo>
                  <a:lnTo>
                    <a:pt x="299046" y="122920"/>
                  </a:lnTo>
                  <a:lnTo>
                    <a:pt x="315810" y="119409"/>
                  </a:lnTo>
                  <a:lnTo>
                    <a:pt x="339887" y="133413"/>
                  </a:lnTo>
                  <a:lnTo>
                    <a:pt x="328355" y="94638"/>
                  </a:lnTo>
                  <a:lnTo>
                    <a:pt x="333586" y="86155"/>
                  </a:lnTo>
                  <a:lnTo>
                    <a:pt x="362782" y="103967"/>
                  </a:lnTo>
                  <a:lnTo>
                    <a:pt x="404297" y="110601"/>
                  </a:lnTo>
                  <a:lnTo>
                    <a:pt x="370377" y="76733"/>
                  </a:lnTo>
                  <a:lnTo>
                    <a:pt x="360307" y="52732"/>
                  </a:lnTo>
                  <a:lnTo>
                    <a:pt x="368745" y="45881"/>
                  </a:lnTo>
                  <a:lnTo>
                    <a:pt x="439625" y="56830"/>
                  </a:lnTo>
                  <a:lnTo>
                    <a:pt x="477034" y="112807"/>
                  </a:lnTo>
                  <a:lnTo>
                    <a:pt x="485585" y="142111"/>
                  </a:lnTo>
                  <a:lnTo>
                    <a:pt x="489916" y="145579"/>
                  </a:lnTo>
                  <a:lnTo>
                    <a:pt x="503755" y="127737"/>
                  </a:lnTo>
                  <a:lnTo>
                    <a:pt x="501336" y="119409"/>
                  </a:lnTo>
                  <a:lnTo>
                    <a:pt x="461789" y="50908"/>
                  </a:lnTo>
                  <a:lnTo>
                    <a:pt x="455039" y="27946"/>
                  </a:lnTo>
                  <a:lnTo>
                    <a:pt x="498130" y="18214"/>
                  </a:lnTo>
                  <a:lnTo>
                    <a:pt x="539757" y="27022"/>
                  </a:lnTo>
                  <a:lnTo>
                    <a:pt x="575423" y="87944"/>
                  </a:lnTo>
                  <a:lnTo>
                    <a:pt x="594605" y="100418"/>
                  </a:lnTo>
                  <a:lnTo>
                    <a:pt x="570135" y="54555"/>
                  </a:lnTo>
                  <a:lnTo>
                    <a:pt x="570190" y="44050"/>
                  </a:lnTo>
                  <a:lnTo>
                    <a:pt x="573566" y="30717"/>
                  </a:lnTo>
                  <a:lnTo>
                    <a:pt x="589823" y="9364"/>
                  </a:lnTo>
                  <a:lnTo>
                    <a:pt x="615701" y="4220"/>
                  </a:lnTo>
                  <a:lnTo>
                    <a:pt x="648328" y="55010"/>
                  </a:lnTo>
                  <a:lnTo>
                    <a:pt x="633196" y="24708"/>
                  </a:lnTo>
                  <a:lnTo>
                    <a:pt x="643771" y="8897"/>
                  </a:lnTo>
                  <a:lnTo>
                    <a:pt x="678649" y="0"/>
                  </a:lnTo>
                  <a:lnTo>
                    <a:pt x="691137" y="237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oPE_MapPart_CAN_4_14" descr="Kanada">
              <a:extLst>
                <a:ext uri="{FF2B5EF4-FFF2-40B4-BE49-F238E27FC236}">
                  <a16:creationId xmlns:a16="http://schemas.microsoft.com/office/drawing/2014/main" id="{983D5967-1F9D-9C6D-5F7B-12CF1C32043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5240854" y="2680178"/>
              <a:ext cx="564961" cy="469382"/>
            </a:xfrm>
            <a:custGeom>
              <a:avLst/>
              <a:gdLst/>
              <a:ahLst/>
              <a:cxnLst/>
              <a:rect l="0" t="0" r="0" b="0"/>
              <a:pathLst>
                <a:path w="564961" h="469382">
                  <a:moveTo>
                    <a:pt x="139566" y="83437"/>
                  </a:moveTo>
                  <a:lnTo>
                    <a:pt x="165500" y="74956"/>
                  </a:lnTo>
                  <a:lnTo>
                    <a:pt x="169044" y="77221"/>
                  </a:lnTo>
                  <a:lnTo>
                    <a:pt x="171913" y="69849"/>
                  </a:lnTo>
                  <a:lnTo>
                    <a:pt x="171744" y="59213"/>
                  </a:lnTo>
                  <a:lnTo>
                    <a:pt x="177988" y="45640"/>
                  </a:lnTo>
                  <a:lnTo>
                    <a:pt x="184795" y="40837"/>
                  </a:lnTo>
                  <a:lnTo>
                    <a:pt x="194808" y="41798"/>
                  </a:lnTo>
                  <a:lnTo>
                    <a:pt x="216859" y="52343"/>
                  </a:lnTo>
                  <a:lnTo>
                    <a:pt x="241161" y="70607"/>
                  </a:lnTo>
                  <a:lnTo>
                    <a:pt x="241780" y="75523"/>
                  </a:lnTo>
                  <a:lnTo>
                    <a:pt x="238517" y="85504"/>
                  </a:lnTo>
                  <a:lnTo>
                    <a:pt x="230529" y="99725"/>
                  </a:lnTo>
                  <a:lnTo>
                    <a:pt x="221641" y="107909"/>
                  </a:lnTo>
                  <a:lnTo>
                    <a:pt x="228504" y="113654"/>
                  </a:lnTo>
                  <a:lnTo>
                    <a:pt x="239867" y="97673"/>
                  </a:lnTo>
                  <a:lnTo>
                    <a:pt x="241724" y="98419"/>
                  </a:lnTo>
                  <a:lnTo>
                    <a:pt x="241218" y="107166"/>
                  </a:lnTo>
                  <a:lnTo>
                    <a:pt x="245268" y="106981"/>
                  </a:lnTo>
                  <a:lnTo>
                    <a:pt x="256462" y="89444"/>
                  </a:lnTo>
                  <a:lnTo>
                    <a:pt x="274464" y="76278"/>
                  </a:lnTo>
                  <a:lnTo>
                    <a:pt x="274688" y="65868"/>
                  </a:lnTo>
                  <a:lnTo>
                    <a:pt x="263550" y="55017"/>
                  </a:lnTo>
                  <a:lnTo>
                    <a:pt x="259331" y="46215"/>
                  </a:lnTo>
                  <a:lnTo>
                    <a:pt x="260231" y="39490"/>
                  </a:lnTo>
                  <a:lnTo>
                    <a:pt x="280595" y="42183"/>
                  </a:lnTo>
                  <a:lnTo>
                    <a:pt x="308329" y="69281"/>
                  </a:lnTo>
                  <a:lnTo>
                    <a:pt x="313110" y="77033"/>
                  </a:lnTo>
                  <a:lnTo>
                    <a:pt x="312323" y="83061"/>
                  </a:lnTo>
                  <a:lnTo>
                    <a:pt x="319804" y="87757"/>
                  </a:lnTo>
                  <a:lnTo>
                    <a:pt x="337468" y="171951"/>
                  </a:lnTo>
                  <a:lnTo>
                    <a:pt x="349225" y="181792"/>
                  </a:lnTo>
                  <a:lnTo>
                    <a:pt x="353163" y="172848"/>
                  </a:lnTo>
                  <a:lnTo>
                    <a:pt x="363795" y="162420"/>
                  </a:lnTo>
                  <a:lnTo>
                    <a:pt x="362839" y="155737"/>
                  </a:lnTo>
                  <a:lnTo>
                    <a:pt x="365089" y="155013"/>
                  </a:lnTo>
                  <a:lnTo>
                    <a:pt x="352882" y="129132"/>
                  </a:lnTo>
                  <a:lnTo>
                    <a:pt x="349788" y="113469"/>
                  </a:lnTo>
                  <a:lnTo>
                    <a:pt x="348888" y="98979"/>
                  </a:lnTo>
                  <a:lnTo>
                    <a:pt x="345456" y="90943"/>
                  </a:lnTo>
                  <a:lnTo>
                    <a:pt x="345400" y="83813"/>
                  </a:lnTo>
                  <a:lnTo>
                    <a:pt x="335949" y="24221"/>
                  </a:lnTo>
                  <a:lnTo>
                    <a:pt x="345344" y="17026"/>
                  </a:lnTo>
                  <a:lnTo>
                    <a:pt x="340956" y="10000"/>
                  </a:lnTo>
                  <a:lnTo>
                    <a:pt x="342475" y="2750"/>
                  </a:lnTo>
                  <a:lnTo>
                    <a:pt x="352150" y="4908"/>
                  </a:lnTo>
                  <a:lnTo>
                    <a:pt x="371108" y="19752"/>
                  </a:lnTo>
                  <a:lnTo>
                    <a:pt x="376171" y="10586"/>
                  </a:lnTo>
                  <a:lnTo>
                    <a:pt x="390797" y="19168"/>
                  </a:lnTo>
                  <a:lnTo>
                    <a:pt x="411723" y="39297"/>
                  </a:lnTo>
                  <a:lnTo>
                    <a:pt x="424156" y="62828"/>
                  </a:lnTo>
                  <a:lnTo>
                    <a:pt x="423706" y="67954"/>
                  </a:lnTo>
                  <a:lnTo>
                    <a:pt x="427025" y="78918"/>
                  </a:lnTo>
                  <a:lnTo>
                    <a:pt x="429837" y="101774"/>
                  </a:lnTo>
                  <a:lnTo>
                    <a:pt x="440919" y="146304"/>
                  </a:lnTo>
                  <a:lnTo>
                    <a:pt x="456333" y="186604"/>
                  </a:lnTo>
                  <a:lnTo>
                    <a:pt x="457289" y="205732"/>
                  </a:lnTo>
                  <a:lnTo>
                    <a:pt x="450764" y="230067"/>
                  </a:lnTo>
                  <a:lnTo>
                    <a:pt x="452283" y="236666"/>
                  </a:lnTo>
                  <a:lnTo>
                    <a:pt x="463196" y="249795"/>
                  </a:lnTo>
                  <a:lnTo>
                    <a:pt x="469834" y="265396"/>
                  </a:lnTo>
                  <a:lnTo>
                    <a:pt x="481366" y="277989"/>
                  </a:lnTo>
                  <a:lnTo>
                    <a:pt x="497230" y="289319"/>
                  </a:lnTo>
                  <a:lnTo>
                    <a:pt x="499593" y="286451"/>
                  </a:lnTo>
                  <a:lnTo>
                    <a:pt x="497061" y="279007"/>
                  </a:lnTo>
                  <a:lnTo>
                    <a:pt x="498074" y="275613"/>
                  </a:lnTo>
                  <a:lnTo>
                    <a:pt x="507412" y="288139"/>
                  </a:lnTo>
                  <a:lnTo>
                    <a:pt x="531207" y="310279"/>
                  </a:lnTo>
                  <a:lnTo>
                    <a:pt x="540995" y="310946"/>
                  </a:lnTo>
                  <a:lnTo>
                    <a:pt x="544539" y="324069"/>
                  </a:lnTo>
                  <a:lnTo>
                    <a:pt x="559278" y="324069"/>
                  </a:lnTo>
                  <a:lnTo>
                    <a:pt x="562991" y="333811"/>
                  </a:lnTo>
                  <a:lnTo>
                    <a:pt x="564960" y="348414"/>
                  </a:lnTo>
                  <a:lnTo>
                    <a:pt x="564172" y="362257"/>
                  </a:lnTo>
                  <a:lnTo>
                    <a:pt x="560797" y="366471"/>
                  </a:lnTo>
                  <a:lnTo>
                    <a:pt x="555396" y="365500"/>
                  </a:lnTo>
                  <a:lnTo>
                    <a:pt x="549658" y="359171"/>
                  </a:lnTo>
                  <a:lnTo>
                    <a:pt x="547014" y="350048"/>
                  </a:lnTo>
                  <a:lnTo>
                    <a:pt x="543302" y="361770"/>
                  </a:lnTo>
                  <a:lnTo>
                    <a:pt x="539196" y="363230"/>
                  </a:lnTo>
                  <a:lnTo>
                    <a:pt x="525188" y="350538"/>
                  </a:lnTo>
                  <a:lnTo>
                    <a:pt x="512250" y="362095"/>
                  </a:lnTo>
                  <a:lnTo>
                    <a:pt x="514162" y="370838"/>
                  </a:lnTo>
                  <a:lnTo>
                    <a:pt x="511462" y="376966"/>
                  </a:lnTo>
                  <a:lnTo>
                    <a:pt x="502124" y="375839"/>
                  </a:lnTo>
                  <a:lnTo>
                    <a:pt x="490142" y="365985"/>
                  </a:lnTo>
                  <a:lnTo>
                    <a:pt x="486035" y="366633"/>
                  </a:lnTo>
                  <a:lnTo>
                    <a:pt x="485135" y="368736"/>
                  </a:lnTo>
                  <a:lnTo>
                    <a:pt x="486598" y="371645"/>
                  </a:lnTo>
                  <a:lnTo>
                    <a:pt x="498130" y="384199"/>
                  </a:lnTo>
                  <a:lnTo>
                    <a:pt x="498411" y="393320"/>
                  </a:lnTo>
                  <a:lnTo>
                    <a:pt x="495880" y="407794"/>
                  </a:lnTo>
                  <a:lnTo>
                    <a:pt x="503249" y="395714"/>
                  </a:lnTo>
                  <a:lnTo>
                    <a:pt x="516919" y="383718"/>
                  </a:lnTo>
                  <a:lnTo>
                    <a:pt x="526144" y="382754"/>
                  </a:lnTo>
                  <a:lnTo>
                    <a:pt x="531545" y="388365"/>
                  </a:lnTo>
                  <a:lnTo>
                    <a:pt x="528788" y="396033"/>
                  </a:lnTo>
                  <a:lnTo>
                    <a:pt x="529463" y="403193"/>
                  </a:lnTo>
                  <a:lnTo>
                    <a:pt x="534864" y="404622"/>
                  </a:lnTo>
                  <a:lnTo>
                    <a:pt x="537451" y="409853"/>
                  </a:lnTo>
                  <a:lnTo>
                    <a:pt x="535370" y="423573"/>
                  </a:lnTo>
                  <a:lnTo>
                    <a:pt x="502912" y="441094"/>
                  </a:lnTo>
                  <a:lnTo>
                    <a:pt x="485022" y="442339"/>
                  </a:lnTo>
                  <a:lnTo>
                    <a:pt x="457345" y="432041"/>
                  </a:lnTo>
                  <a:lnTo>
                    <a:pt x="450539" y="436885"/>
                  </a:lnTo>
                  <a:lnTo>
                    <a:pt x="433831" y="432666"/>
                  </a:lnTo>
                  <a:lnTo>
                    <a:pt x="431863" y="429536"/>
                  </a:lnTo>
                  <a:lnTo>
                    <a:pt x="436532" y="418696"/>
                  </a:lnTo>
                  <a:lnTo>
                    <a:pt x="401485" y="411593"/>
                  </a:lnTo>
                  <a:lnTo>
                    <a:pt x="395241" y="406050"/>
                  </a:lnTo>
                  <a:lnTo>
                    <a:pt x="395129" y="395873"/>
                  </a:lnTo>
                  <a:lnTo>
                    <a:pt x="392766" y="389325"/>
                  </a:lnTo>
                  <a:lnTo>
                    <a:pt x="385284" y="386924"/>
                  </a:lnTo>
                  <a:lnTo>
                    <a:pt x="379153" y="395235"/>
                  </a:lnTo>
                  <a:lnTo>
                    <a:pt x="373583" y="409853"/>
                  </a:lnTo>
                  <a:lnTo>
                    <a:pt x="360870" y="425458"/>
                  </a:lnTo>
                  <a:lnTo>
                    <a:pt x="331955" y="431415"/>
                  </a:lnTo>
                  <a:lnTo>
                    <a:pt x="313841" y="446536"/>
                  </a:lnTo>
                  <a:lnTo>
                    <a:pt x="297359" y="453666"/>
                  </a:lnTo>
                  <a:lnTo>
                    <a:pt x="245605" y="461232"/>
                  </a:lnTo>
                  <a:lnTo>
                    <a:pt x="239924" y="465234"/>
                  </a:lnTo>
                  <a:lnTo>
                    <a:pt x="183107" y="469381"/>
                  </a:lnTo>
                  <a:lnTo>
                    <a:pt x="176525" y="460461"/>
                  </a:lnTo>
                  <a:lnTo>
                    <a:pt x="167862" y="439692"/>
                  </a:lnTo>
                  <a:lnTo>
                    <a:pt x="168593" y="429222"/>
                  </a:lnTo>
                  <a:lnTo>
                    <a:pt x="165443" y="408586"/>
                  </a:lnTo>
                  <a:lnTo>
                    <a:pt x="145754" y="402081"/>
                  </a:lnTo>
                  <a:lnTo>
                    <a:pt x="105308" y="400809"/>
                  </a:lnTo>
                  <a:lnTo>
                    <a:pt x="77293" y="388365"/>
                  </a:lnTo>
                  <a:lnTo>
                    <a:pt x="58842" y="354289"/>
                  </a:lnTo>
                  <a:lnTo>
                    <a:pt x="55973" y="331504"/>
                  </a:lnTo>
                  <a:lnTo>
                    <a:pt x="57885" y="327212"/>
                  </a:lnTo>
                  <a:lnTo>
                    <a:pt x="76056" y="320424"/>
                  </a:lnTo>
                  <a:lnTo>
                    <a:pt x="137373" y="307776"/>
                  </a:lnTo>
                  <a:lnTo>
                    <a:pt x="198408" y="315774"/>
                  </a:lnTo>
                  <a:lnTo>
                    <a:pt x="229854" y="308110"/>
                  </a:lnTo>
                  <a:lnTo>
                    <a:pt x="214778" y="295211"/>
                  </a:lnTo>
                  <a:lnTo>
                    <a:pt x="163474" y="272214"/>
                  </a:lnTo>
                  <a:lnTo>
                    <a:pt x="93663" y="282056"/>
                  </a:lnTo>
                  <a:lnTo>
                    <a:pt x="43766" y="277989"/>
                  </a:lnTo>
                  <a:lnTo>
                    <a:pt x="22614" y="253578"/>
                  </a:lnTo>
                  <a:lnTo>
                    <a:pt x="19070" y="245831"/>
                  </a:lnTo>
                  <a:lnTo>
                    <a:pt x="22446" y="239437"/>
                  </a:lnTo>
                  <a:lnTo>
                    <a:pt x="36678" y="227630"/>
                  </a:lnTo>
                  <a:lnTo>
                    <a:pt x="96757" y="205732"/>
                  </a:lnTo>
                  <a:lnTo>
                    <a:pt x="91919" y="201851"/>
                  </a:lnTo>
                  <a:lnTo>
                    <a:pt x="94001" y="197255"/>
                  </a:lnTo>
                  <a:lnTo>
                    <a:pt x="115152" y="194775"/>
                  </a:lnTo>
                  <a:lnTo>
                    <a:pt x="106264" y="189628"/>
                  </a:lnTo>
                  <a:lnTo>
                    <a:pt x="32852" y="204850"/>
                  </a:lnTo>
                  <a:lnTo>
                    <a:pt x="23796" y="197431"/>
                  </a:lnTo>
                  <a:lnTo>
                    <a:pt x="26214" y="191582"/>
                  </a:lnTo>
                  <a:lnTo>
                    <a:pt x="34653" y="188206"/>
                  </a:lnTo>
                  <a:lnTo>
                    <a:pt x="38928" y="178398"/>
                  </a:lnTo>
                  <a:lnTo>
                    <a:pt x="12657" y="179471"/>
                  </a:lnTo>
                  <a:lnTo>
                    <a:pt x="3713" y="175715"/>
                  </a:lnTo>
                  <a:lnTo>
                    <a:pt x="0" y="168001"/>
                  </a:lnTo>
                  <a:lnTo>
                    <a:pt x="1350" y="145759"/>
                  </a:lnTo>
                  <a:lnTo>
                    <a:pt x="12432" y="127296"/>
                  </a:lnTo>
                  <a:lnTo>
                    <a:pt x="24189" y="117535"/>
                  </a:lnTo>
                  <a:lnTo>
                    <a:pt x="15807" y="100470"/>
                  </a:lnTo>
                  <a:lnTo>
                    <a:pt x="19126" y="89444"/>
                  </a:lnTo>
                  <a:lnTo>
                    <a:pt x="44835" y="58260"/>
                  </a:lnTo>
                  <a:lnTo>
                    <a:pt x="75437" y="34479"/>
                  </a:lnTo>
                  <a:lnTo>
                    <a:pt x="135910" y="0"/>
                  </a:lnTo>
                  <a:lnTo>
                    <a:pt x="146430" y="4712"/>
                  </a:lnTo>
                  <a:lnTo>
                    <a:pt x="151886" y="15467"/>
                  </a:lnTo>
                  <a:lnTo>
                    <a:pt x="154248" y="32741"/>
                  </a:lnTo>
                  <a:lnTo>
                    <a:pt x="154193" y="44872"/>
                  </a:lnTo>
                  <a:lnTo>
                    <a:pt x="150311" y="61116"/>
                  </a:lnTo>
                  <a:lnTo>
                    <a:pt x="140298" y="7986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oPE_MapPart_CAN_5_15" descr="Kanada">
              <a:extLst>
                <a:ext uri="{FF2B5EF4-FFF2-40B4-BE49-F238E27FC236}">
                  <a16:creationId xmlns:a16="http://schemas.microsoft.com/office/drawing/2014/main" id="{CA5F8DA6-2A14-38CA-3219-7B6387F039B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624648" y="4349781"/>
              <a:ext cx="427476" cy="260777"/>
            </a:xfrm>
            <a:custGeom>
              <a:avLst/>
              <a:gdLst/>
              <a:ahLst/>
              <a:cxnLst/>
              <a:rect l="0" t="0" r="0" b="0"/>
              <a:pathLst>
                <a:path w="427476" h="260777">
                  <a:moveTo>
                    <a:pt x="236998" y="188637"/>
                  </a:moveTo>
                  <a:lnTo>
                    <a:pt x="233116" y="187200"/>
                  </a:lnTo>
                  <a:lnTo>
                    <a:pt x="231092" y="189355"/>
                  </a:lnTo>
                  <a:lnTo>
                    <a:pt x="229461" y="188398"/>
                  </a:lnTo>
                  <a:lnTo>
                    <a:pt x="226142" y="183925"/>
                  </a:lnTo>
                  <a:lnTo>
                    <a:pt x="227548" y="179364"/>
                  </a:lnTo>
                  <a:lnTo>
                    <a:pt x="225523" y="175116"/>
                  </a:lnTo>
                  <a:lnTo>
                    <a:pt x="227660" y="172548"/>
                  </a:lnTo>
                  <a:lnTo>
                    <a:pt x="227379" y="169334"/>
                  </a:lnTo>
                  <a:lnTo>
                    <a:pt x="222315" y="168529"/>
                  </a:lnTo>
                  <a:lnTo>
                    <a:pt x="215847" y="163779"/>
                  </a:lnTo>
                  <a:lnTo>
                    <a:pt x="216972" y="154818"/>
                  </a:lnTo>
                  <a:lnTo>
                    <a:pt x="215734" y="102346"/>
                  </a:lnTo>
                  <a:lnTo>
                    <a:pt x="206621" y="93490"/>
                  </a:lnTo>
                  <a:lnTo>
                    <a:pt x="199983" y="89839"/>
                  </a:lnTo>
                  <a:lnTo>
                    <a:pt x="183782" y="96804"/>
                  </a:lnTo>
                  <a:lnTo>
                    <a:pt x="180406" y="96473"/>
                  </a:lnTo>
                  <a:lnTo>
                    <a:pt x="176919" y="93573"/>
                  </a:lnTo>
                  <a:lnTo>
                    <a:pt x="176862" y="86515"/>
                  </a:lnTo>
                  <a:lnTo>
                    <a:pt x="170843" y="84851"/>
                  </a:lnTo>
                  <a:lnTo>
                    <a:pt x="146936" y="119469"/>
                  </a:lnTo>
                  <a:lnTo>
                    <a:pt x="145079" y="131580"/>
                  </a:lnTo>
                  <a:lnTo>
                    <a:pt x="139397" y="140219"/>
                  </a:lnTo>
                  <a:lnTo>
                    <a:pt x="137654" y="148989"/>
                  </a:lnTo>
                  <a:lnTo>
                    <a:pt x="137935" y="155789"/>
                  </a:lnTo>
                  <a:lnTo>
                    <a:pt x="134447" y="160393"/>
                  </a:lnTo>
                  <a:lnTo>
                    <a:pt x="133997" y="163296"/>
                  </a:lnTo>
                  <a:lnTo>
                    <a:pt x="125221" y="171664"/>
                  </a:lnTo>
                  <a:lnTo>
                    <a:pt x="125615" y="177121"/>
                  </a:lnTo>
                  <a:lnTo>
                    <a:pt x="122184" y="178163"/>
                  </a:lnTo>
                  <a:lnTo>
                    <a:pt x="120158" y="184165"/>
                  </a:lnTo>
                  <a:lnTo>
                    <a:pt x="115939" y="181205"/>
                  </a:lnTo>
                  <a:lnTo>
                    <a:pt x="111721" y="184485"/>
                  </a:lnTo>
                  <a:lnTo>
                    <a:pt x="105701" y="183286"/>
                  </a:lnTo>
                  <a:lnTo>
                    <a:pt x="99738" y="195808"/>
                  </a:lnTo>
                  <a:lnTo>
                    <a:pt x="0" y="195967"/>
                  </a:lnTo>
                  <a:lnTo>
                    <a:pt x="20589" y="185444"/>
                  </a:lnTo>
                  <a:lnTo>
                    <a:pt x="29533" y="178564"/>
                  </a:lnTo>
                  <a:lnTo>
                    <a:pt x="35946" y="177281"/>
                  </a:lnTo>
                  <a:lnTo>
                    <a:pt x="38872" y="168047"/>
                  </a:lnTo>
                  <a:lnTo>
                    <a:pt x="48435" y="151095"/>
                  </a:lnTo>
                  <a:lnTo>
                    <a:pt x="61767" y="143308"/>
                  </a:lnTo>
                  <a:lnTo>
                    <a:pt x="69136" y="135658"/>
                  </a:lnTo>
                  <a:lnTo>
                    <a:pt x="77180" y="131580"/>
                  </a:lnTo>
                  <a:lnTo>
                    <a:pt x="81231" y="126595"/>
                  </a:lnTo>
                  <a:lnTo>
                    <a:pt x="87756" y="122912"/>
                  </a:lnTo>
                  <a:lnTo>
                    <a:pt x="107726" y="117253"/>
                  </a:lnTo>
                  <a:lnTo>
                    <a:pt x="130960" y="104657"/>
                  </a:lnTo>
                  <a:lnTo>
                    <a:pt x="144967" y="88759"/>
                  </a:lnTo>
                  <a:lnTo>
                    <a:pt x="146654" y="84436"/>
                  </a:lnTo>
                  <a:lnTo>
                    <a:pt x="153348" y="77435"/>
                  </a:lnTo>
                  <a:lnTo>
                    <a:pt x="163699" y="61441"/>
                  </a:lnTo>
                  <a:lnTo>
                    <a:pt x="184175" y="42717"/>
                  </a:lnTo>
                  <a:lnTo>
                    <a:pt x="202233" y="30407"/>
                  </a:lnTo>
                  <a:lnTo>
                    <a:pt x="253481" y="6714"/>
                  </a:lnTo>
                  <a:lnTo>
                    <a:pt x="266587" y="2498"/>
                  </a:lnTo>
                  <a:lnTo>
                    <a:pt x="287064" y="0"/>
                  </a:lnTo>
                  <a:lnTo>
                    <a:pt x="308554" y="3532"/>
                  </a:lnTo>
                  <a:lnTo>
                    <a:pt x="316935" y="7746"/>
                  </a:lnTo>
                  <a:lnTo>
                    <a:pt x="326498" y="16408"/>
                  </a:lnTo>
                  <a:lnTo>
                    <a:pt x="328130" y="21882"/>
                  </a:lnTo>
                  <a:lnTo>
                    <a:pt x="318623" y="20258"/>
                  </a:lnTo>
                  <a:lnTo>
                    <a:pt x="327005" y="27342"/>
                  </a:lnTo>
                  <a:lnTo>
                    <a:pt x="326723" y="34065"/>
                  </a:lnTo>
                  <a:lnTo>
                    <a:pt x="323798" y="40005"/>
                  </a:lnTo>
                  <a:lnTo>
                    <a:pt x="314910" y="42971"/>
                  </a:lnTo>
                  <a:lnTo>
                    <a:pt x="310803" y="49228"/>
                  </a:lnTo>
                  <a:lnTo>
                    <a:pt x="295334" y="58919"/>
                  </a:lnTo>
                  <a:lnTo>
                    <a:pt x="288583" y="58414"/>
                  </a:lnTo>
                  <a:lnTo>
                    <a:pt x="274463" y="51001"/>
                  </a:lnTo>
                  <a:lnTo>
                    <a:pt x="269569" y="55047"/>
                  </a:lnTo>
                  <a:lnTo>
                    <a:pt x="258150" y="54289"/>
                  </a:lnTo>
                  <a:lnTo>
                    <a:pt x="250162" y="58835"/>
                  </a:lnTo>
                  <a:lnTo>
                    <a:pt x="260963" y="57068"/>
                  </a:lnTo>
                  <a:lnTo>
                    <a:pt x="265631" y="60433"/>
                  </a:lnTo>
                  <a:lnTo>
                    <a:pt x="276883" y="64044"/>
                  </a:lnTo>
                  <a:lnTo>
                    <a:pt x="279808" y="66393"/>
                  </a:lnTo>
                  <a:lnTo>
                    <a:pt x="282620" y="74010"/>
                  </a:lnTo>
                  <a:lnTo>
                    <a:pt x="284477" y="75264"/>
                  </a:lnTo>
                  <a:lnTo>
                    <a:pt x="296290" y="68656"/>
                  </a:lnTo>
                  <a:lnTo>
                    <a:pt x="303378" y="66980"/>
                  </a:lnTo>
                  <a:lnTo>
                    <a:pt x="301972" y="69493"/>
                  </a:lnTo>
                  <a:lnTo>
                    <a:pt x="307372" y="69325"/>
                  </a:lnTo>
                  <a:lnTo>
                    <a:pt x="312716" y="72673"/>
                  </a:lnTo>
                  <a:lnTo>
                    <a:pt x="308047" y="79854"/>
                  </a:lnTo>
                  <a:lnTo>
                    <a:pt x="306191" y="89174"/>
                  </a:lnTo>
                  <a:lnTo>
                    <a:pt x="293477" y="101519"/>
                  </a:lnTo>
                  <a:lnTo>
                    <a:pt x="297415" y="103832"/>
                  </a:lnTo>
                  <a:lnTo>
                    <a:pt x="302084" y="102098"/>
                  </a:lnTo>
                  <a:lnTo>
                    <a:pt x="308723" y="103336"/>
                  </a:lnTo>
                  <a:lnTo>
                    <a:pt x="306360" y="111251"/>
                  </a:lnTo>
                  <a:lnTo>
                    <a:pt x="309172" y="119879"/>
                  </a:lnTo>
                  <a:lnTo>
                    <a:pt x="311984" y="121109"/>
                  </a:lnTo>
                  <a:lnTo>
                    <a:pt x="314460" y="135496"/>
                  </a:lnTo>
                  <a:lnTo>
                    <a:pt x="317272" y="137451"/>
                  </a:lnTo>
                  <a:lnTo>
                    <a:pt x="317779" y="140706"/>
                  </a:lnTo>
                  <a:lnTo>
                    <a:pt x="337299" y="144039"/>
                  </a:lnTo>
                  <a:lnTo>
                    <a:pt x="339943" y="146718"/>
                  </a:lnTo>
                  <a:lnTo>
                    <a:pt x="332912" y="150609"/>
                  </a:lnTo>
                  <a:lnTo>
                    <a:pt x="343993" y="157890"/>
                  </a:lnTo>
                  <a:lnTo>
                    <a:pt x="350012" y="157163"/>
                  </a:lnTo>
                  <a:lnTo>
                    <a:pt x="356763" y="162651"/>
                  </a:lnTo>
                  <a:lnTo>
                    <a:pt x="362557" y="161280"/>
                  </a:lnTo>
                  <a:lnTo>
                    <a:pt x="375270" y="163216"/>
                  </a:lnTo>
                  <a:lnTo>
                    <a:pt x="373752" y="167323"/>
                  </a:lnTo>
                  <a:lnTo>
                    <a:pt x="378871" y="166759"/>
                  </a:lnTo>
                  <a:lnTo>
                    <a:pt x="382078" y="168529"/>
                  </a:lnTo>
                  <a:lnTo>
                    <a:pt x="398561" y="157486"/>
                  </a:lnTo>
                  <a:lnTo>
                    <a:pt x="401035" y="164343"/>
                  </a:lnTo>
                  <a:lnTo>
                    <a:pt x="404185" y="167001"/>
                  </a:lnTo>
                  <a:lnTo>
                    <a:pt x="413074" y="165552"/>
                  </a:lnTo>
                  <a:lnTo>
                    <a:pt x="417462" y="170620"/>
                  </a:lnTo>
                  <a:lnTo>
                    <a:pt x="419600" y="176560"/>
                  </a:lnTo>
                  <a:lnTo>
                    <a:pt x="414029" y="179845"/>
                  </a:lnTo>
                  <a:lnTo>
                    <a:pt x="425112" y="180646"/>
                  </a:lnTo>
                  <a:lnTo>
                    <a:pt x="427475" y="183205"/>
                  </a:lnTo>
                  <a:lnTo>
                    <a:pt x="425281" y="185763"/>
                  </a:lnTo>
                  <a:lnTo>
                    <a:pt x="419542" y="185683"/>
                  </a:lnTo>
                  <a:lnTo>
                    <a:pt x="381121" y="203038"/>
                  </a:lnTo>
                  <a:lnTo>
                    <a:pt x="361039" y="208823"/>
                  </a:lnTo>
                  <a:lnTo>
                    <a:pt x="356369" y="211909"/>
                  </a:lnTo>
                  <a:lnTo>
                    <a:pt x="347031" y="210090"/>
                  </a:lnTo>
                  <a:lnTo>
                    <a:pt x="348888" y="216174"/>
                  </a:lnTo>
                  <a:lnTo>
                    <a:pt x="346863" y="219015"/>
                  </a:lnTo>
                  <a:lnTo>
                    <a:pt x="340280" y="217674"/>
                  </a:lnTo>
                  <a:lnTo>
                    <a:pt x="334712" y="211751"/>
                  </a:lnTo>
                  <a:lnTo>
                    <a:pt x="331505" y="218699"/>
                  </a:lnTo>
                  <a:lnTo>
                    <a:pt x="329480" y="214358"/>
                  </a:lnTo>
                  <a:lnTo>
                    <a:pt x="325767" y="215938"/>
                  </a:lnTo>
                  <a:lnTo>
                    <a:pt x="324080" y="220512"/>
                  </a:lnTo>
                  <a:lnTo>
                    <a:pt x="326049" y="225392"/>
                  </a:lnTo>
                  <a:lnTo>
                    <a:pt x="322842" y="226730"/>
                  </a:lnTo>
                  <a:lnTo>
                    <a:pt x="320029" y="231912"/>
                  </a:lnTo>
                  <a:lnTo>
                    <a:pt x="316598" y="233794"/>
                  </a:lnTo>
                  <a:lnTo>
                    <a:pt x="307709" y="245682"/>
                  </a:lnTo>
                  <a:lnTo>
                    <a:pt x="300734" y="251761"/>
                  </a:lnTo>
                  <a:lnTo>
                    <a:pt x="296064" y="251761"/>
                  </a:lnTo>
                  <a:lnTo>
                    <a:pt x="293140" y="254329"/>
                  </a:lnTo>
                  <a:lnTo>
                    <a:pt x="292689" y="259456"/>
                  </a:lnTo>
                  <a:lnTo>
                    <a:pt x="290046" y="258913"/>
                  </a:lnTo>
                  <a:lnTo>
                    <a:pt x="288358" y="260776"/>
                  </a:lnTo>
                  <a:lnTo>
                    <a:pt x="280370" y="258990"/>
                  </a:lnTo>
                  <a:lnTo>
                    <a:pt x="275701" y="248801"/>
                  </a:lnTo>
                  <a:lnTo>
                    <a:pt x="272832" y="247944"/>
                  </a:lnTo>
                  <a:lnTo>
                    <a:pt x="270976" y="251138"/>
                  </a:lnTo>
                  <a:lnTo>
                    <a:pt x="268220" y="248021"/>
                  </a:lnTo>
                  <a:lnTo>
                    <a:pt x="266138" y="233716"/>
                  </a:lnTo>
                  <a:lnTo>
                    <a:pt x="269063" y="223898"/>
                  </a:lnTo>
                  <a:lnTo>
                    <a:pt x="276320" y="215148"/>
                  </a:lnTo>
                  <a:lnTo>
                    <a:pt x="274013" y="214832"/>
                  </a:lnTo>
                  <a:lnTo>
                    <a:pt x="267600" y="220906"/>
                  </a:lnTo>
                  <a:lnTo>
                    <a:pt x="269344" y="217910"/>
                  </a:lnTo>
                  <a:lnTo>
                    <a:pt x="274745" y="213094"/>
                  </a:lnTo>
                  <a:lnTo>
                    <a:pt x="284195" y="210248"/>
                  </a:lnTo>
                  <a:lnTo>
                    <a:pt x="287739" y="206685"/>
                  </a:lnTo>
                  <a:lnTo>
                    <a:pt x="280651" y="209457"/>
                  </a:lnTo>
                  <a:lnTo>
                    <a:pt x="281777" y="207635"/>
                  </a:lnTo>
                  <a:lnTo>
                    <a:pt x="306472" y="190791"/>
                  </a:lnTo>
                  <a:lnTo>
                    <a:pt x="320647" y="184804"/>
                  </a:lnTo>
                  <a:lnTo>
                    <a:pt x="321942" y="182566"/>
                  </a:lnTo>
                  <a:lnTo>
                    <a:pt x="320647" y="181205"/>
                  </a:lnTo>
                  <a:lnTo>
                    <a:pt x="324360" y="182406"/>
                  </a:lnTo>
                  <a:lnTo>
                    <a:pt x="323629" y="189993"/>
                  </a:lnTo>
                  <a:lnTo>
                    <a:pt x="327342" y="191030"/>
                  </a:lnTo>
                  <a:lnTo>
                    <a:pt x="330436" y="195092"/>
                  </a:lnTo>
                  <a:lnTo>
                    <a:pt x="328974" y="189595"/>
                  </a:lnTo>
                  <a:lnTo>
                    <a:pt x="331786" y="186482"/>
                  </a:lnTo>
                  <a:lnTo>
                    <a:pt x="354456" y="179925"/>
                  </a:lnTo>
                  <a:lnTo>
                    <a:pt x="315922" y="177922"/>
                  </a:lnTo>
                  <a:lnTo>
                    <a:pt x="311366" y="181766"/>
                  </a:lnTo>
                  <a:lnTo>
                    <a:pt x="307372" y="180405"/>
                  </a:lnTo>
                  <a:lnTo>
                    <a:pt x="306134" y="179525"/>
                  </a:lnTo>
                  <a:lnTo>
                    <a:pt x="308834" y="175036"/>
                  </a:lnTo>
                  <a:lnTo>
                    <a:pt x="317160" y="168369"/>
                  </a:lnTo>
                  <a:lnTo>
                    <a:pt x="324867" y="158940"/>
                  </a:lnTo>
                  <a:lnTo>
                    <a:pt x="319635" y="160231"/>
                  </a:lnTo>
                  <a:lnTo>
                    <a:pt x="314910" y="153929"/>
                  </a:lnTo>
                  <a:lnTo>
                    <a:pt x="316148" y="159908"/>
                  </a:lnTo>
                  <a:lnTo>
                    <a:pt x="310354" y="167725"/>
                  </a:lnTo>
                  <a:lnTo>
                    <a:pt x="306641" y="168288"/>
                  </a:lnTo>
                  <a:lnTo>
                    <a:pt x="275813" y="186242"/>
                  </a:lnTo>
                  <a:lnTo>
                    <a:pt x="273563" y="186242"/>
                  </a:lnTo>
                  <a:lnTo>
                    <a:pt x="268726" y="182086"/>
                  </a:lnTo>
                  <a:lnTo>
                    <a:pt x="271370" y="177602"/>
                  </a:lnTo>
                  <a:lnTo>
                    <a:pt x="266476" y="181286"/>
                  </a:lnTo>
                  <a:lnTo>
                    <a:pt x="268838" y="184724"/>
                  </a:lnTo>
                  <a:lnTo>
                    <a:pt x="267657" y="186082"/>
                  </a:lnTo>
                  <a:lnTo>
                    <a:pt x="258431" y="191906"/>
                  </a:lnTo>
                  <a:lnTo>
                    <a:pt x="256181" y="189754"/>
                  </a:lnTo>
                  <a:lnTo>
                    <a:pt x="244930" y="193181"/>
                  </a:lnTo>
                  <a:lnTo>
                    <a:pt x="243468" y="189674"/>
                  </a:lnTo>
                  <a:lnTo>
                    <a:pt x="238292" y="1897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oPE_MapPart_CAN_6_16" descr="Kanada">
              <a:extLst>
                <a:ext uri="{FF2B5EF4-FFF2-40B4-BE49-F238E27FC236}">
                  <a16:creationId xmlns:a16="http://schemas.microsoft.com/office/drawing/2014/main" id="{4DBE84A4-513D-1B35-8622-BF6B80F2CE4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5026526" y="2547587"/>
              <a:ext cx="326668" cy="366309"/>
            </a:xfrm>
            <a:custGeom>
              <a:avLst/>
              <a:gdLst/>
              <a:ahLst/>
              <a:cxnLst/>
              <a:rect l="0" t="0" r="0" b="0"/>
              <a:pathLst>
                <a:path w="326668" h="366309">
                  <a:moveTo>
                    <a:pt x="190926" y="49987"/>
                  </a:moveTo>
                  <a:lnTo>
                    <a:pt x="199196" y="39890"/>
                  </a:lnTo>
                  <a:lnTo>
                    <a:pt x="207465" y="40303"/>
                  </a:lnTo>
                  <a:lnTo>
                    <a:pt x="209265" y="43811"/>
                  </a:lnTo>
                  <a:lnTo>
                    <a:pt x="210222" y="61051"/>
                  </a:lnTo>
                  <a:lnTo>
                    <a:pt x="228166" y="34924"/>
                  </a:lnTo>
                  <a:lnTo>
                    <a:pt x="246224" y="32436"/>
                  </a:lnTo>
                  <a:lnTo>
                    <a:pt x="260344" y="36374"/>
                  </a:lnTo>
                  <a:lnTo>
                    <a:pt x="278008" y="51425"/>
                  </a:lnTo>
                  <a:lnTo>
                    <a:pt x="319129" y="100467"/>
                  </a:lnTo>
                  <a:lnTo>
                    <a:pt x="324699" y="109446"/>
                  </a:lnTo>
                  <a:lnTo>
                    <a:pt x="326667" y="118580"/>
                  </a:lnTo>
                  <a:lnTo>
                    <a:pt x="322561" y="127867"/>
                  </a:lnTo>
                  <a:lnTo>
                    <a:pt x="292577" y="145717"/>
                  </a:lnTo>
                  <a:lnTo>
                    <a:pt x="211516" y="210944"/>
                  </a:lnTo>
                  <a:lnTo>
                    <a:pt x="197902" y="246060"/>
                  </a:lnTo>
                  <a:lnTo>
                    <a:pt x="177032" y="255289"/>
                  </a:lnTo>
                  <a:lnTo>
                    <a:pt x="176582" y="264108"/>
                  </a:lnTo>
                  <a:lnTo>
                    <a:pt x="171237" y="288147"/>
                  </a:lnTo>
                  <a:lnTo>
                    <a:pt x="168819" y="313848"/>
                  </a:lnTo>
                  <a:lnTo>
                    <a:pt x="163306" y="326302"/>
                  </a:lnTo>
                  <a:lnTo>
                    <a:pt x="136641" y="337618"/>
                  </a:lnTo>
                  <a:lnTo>
                    <a:pt x="127978" y="332145"/>
                  </a:lnTo>
                  <a:lnTo>
                    <a:pt x="115265" y="349741"/>
                  </a:lnTo>
                  <a:lnTo>
                    <a:pt x="93944" y="365960"/>
                  </a:lnTo>
                  <a:lnTo>
                    <a:pt x="85956" y="366308"/>
                  </a:lnTo>
                  <a:lnTo>
                    <a:pt x="76618" y="354290"/>
                  </a:lnTo>
                  <a:lnTo>
                    <a:pt x="67617" y="327543"/>
                  </a:lnTo>
                  <a:lnTo>
                    <a:pt x="57435" y="309201"/>
                  </a:lnTo>
                  <a:lnTo>
                    <a:pt x="17158" y="279623"/>
                  </a:lnTo>
                  <a:lnTo>
                    <a:pt x="0" y="279077"/>
                  </a:lnTo>
                  <a:lnTo>
                    <a:pt x="2419" y="271425"/>
                  </a:lnTo>
                  <a:lnTo>
                    <a:pt x="2588" y="263008"/>
                  </a:lnTo>
                  <a:lnTo>
                    <a:pt x="8157" y="258233"/>
                  </a:lnTo>
                  <a:lnTo>
                    <a:pt x="6582" y="255474"/>
                  </a:lnTo>
                  <a:lnTo>
                    <a:pt x="6807" y="250865"/>
                  </a:lnTo>
                  <a:lnTo>
                    <a:pt x="14457" y="233620"/>
                  </a:lnTo>
                  <a:lnTo>
                    <a:pt x="26833" y="216404"/>
                  </a:lnTo>
                  <a:lnTo>
                    <a:pt x="25483" y="210567"/>
                  </a:lnTo>
                  <a:lnTo>
                    <a:pt x="27340" y="189516"/>
                  </a:lnTo>
                  <a:lnTo>
                    <a:pt x="39997" y="178806"/>
                  </a:lnTo>
                  <a:lnTo>
                    <a:pt x="39266" y="172274"/>
                  </a:lnTo>
                  <a:lnTo>
                    <a:pt x="32121" y="166683"/>
                  </a:lnTo>
                  <a:lnTo>
                    <a:pt x="32515" y="159527"/>
                  </a:lnTo>
                  <a:lnTo>
                    <a:pt x="39097" y="146693"/>
                  </a:lnTo>
                  <a:lnTo>
                    <a:pt x="44385" y="127669"/>
                  </a:lnTo>
                  <a:lnTo>
                    <a:pt x="54117" y="115606"/>
                  </a:lnTo>
                  <a:lnTo>
                    <a:pt x="56704" y="102866"/>
                  </a:lnTo>
                  <a:lnTo>
                    <a:pt x="64017" y="89031"/>
                  </a:lnTo>
                  <a:lnTo>
                    <a:pt x="61655" y="82378"/>
                  </a:lnTo>
                  <a:lnTo>
                    <a:pt x="51698" y="73877"/>
                  </a:lnTo>
                  <a:lnTo>
                    <a:pt x="35890" y="22869"/>
                  </a:lnTo>
                  <a:lnTo>
                    <a:pt x="135685" y="0"/>
                  </a:lnTo>
                  <a:lnTo>
                    <a:pt x="184457" y="33888"/>
                  </a:lnTo>
                  <a:lnTo>
                    <a:pt x="196327" y="36374"/>
                  </a:lnTo>
                  <a:lnTo>
                    <a:pt x="190870" y="481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oPE_MapPart_CAN_7_17" descr="Kanada">
              <a:extLst>
                <a:ext uri="{FF2B5EF4-FFF2-40B4-BE49-F238E27FC236}">
                  <a16:creationId xmlns:a16="http://schemas.microsoft.com/office/drawing/2014/main" id="{105AAD19-4CAC-A240-BC58-05338EB00C0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935086" y="1501797"/>
              <a:ext cx="366608" cy="565621"/>
            </a:xfrm>
            <a:custGeom>
              <a:avLst/>
              <a:gdLst/>
              <a:ahLst/>
              <a:cxnLst/>
              <a:rect l="0" t="0" r="0" b="0"/>
              <a:pathLst>
                <a:path w="366608" h="565621">
                  <a:moveTo>
                    <a:pt x="152729" y="43586"/>
                  </a:moveTo>
                  <a:lnTo>
                    <a:pt x="171912" y="99997"/>
                  </a:lnTo>
                  <a:lnTo>
                    <a:pt x="190363" y="131909"/>
                  </a:lnTo>
                  <a:lnTo>
                    <a:pt x="191769" y="137809"/>
                  </a:lnTo>
                  <a:lnTo>
                    <a:pt x="191601" y="149895"/>
                  </a:lnTo>
                  <a:lnTo>
                    <a:pt x="216015" y="168046"/>
                  </a:lnTo>
                  <a:lnTo>
                    <a:pt x="226535" y="160191"/>
                  </a:lnTo>
                  <a:lnTo>
                    <a:pt x="235592" y="165659"/>
                  </a:lnTo>
                  <a:lnTo>
                    <a:pt x="238742" y="178917"/>
                  </a:lnTo>
                  <a:lnTo>
                    <a:pt x="236548" y="185004"/>
                  </a:lnTo>
                  <a:lnTo>
                    <a:pt x="238348" y="193760"/>
                  </a:lnTo>
                  <a:lnTo>
                    <a:pt x="236154" y="207149"/>
                  </a:lnTo>
                  <a:lnTo>
                    <a:pt x="236716" y="211812"/>
                  </a:lnTo>
                  <a:lnTo>
                    <a:pt x="247405" y="229687"/>
                  </a:lnTo>
                  <a:lnTo>
                    <a:pt x="267938" y="239869"/>
                  </a:lnTo>
                  <a:lnTo>
                    <a:pt x="262312" y="218784"/>
                  </a:lnTo>
                  <a:lnTo>
                    <a:pt x="255056" y="213475"/>
                  </a:lnTo>
                  <a:lnTo>
                    <a:pt x="253480" y="196111"/>
                  </a:lnTo>
                  <a:lnTo>
                    <a:pt x="254099" y="189051"/>
                  </a:lnTo>
                  <a:lnTo>
                    <a:pt x="257812" y="182977"/>
                  </a:lnTo>
                  <a:lnTo>
                    <a:pt x="270300" y="180949"/>
                  </a:lnTo>
                  <a:lnTo>
                    <a:pt x="284364" y="191743"/>
                  </a:lnTo>
                  <a:lnTo>
                    <a:pt x="285883" y="226060"/>
                  </a:lnTo>
                  <a:lnTo>
                    <a:pt x="276601" y="242161"/>
                  </a:lnTo>
                  <a:lnTo>
                    <a:pt x="299102" y="252274"/>
                  </a:lnTo>
                  <a:lnTo>
                    <a:pt x="306134" y="278756"/>
                  </a:lnTo>
                  <a:lnTo>
                    <a:pt x="300959" y="319652"/>
                  </a:lnTo>
                  <a:lnTo>
                    <a:pt x="296234" y="334016"/>
                  </a:lnTo>
                  <a:lnTo>
                    <a:pt x="307766" y="332149"/>
                  </a:lnTo>
                  <a:lnTo>
                    <a:pt x="316429" y="322472"/>
                  </a:lnTo>
                  <a:lnTo>
                    <a:pt x="326161" y="324349"/>
                  </a:lnTo>
                  <a:lnTo>
                    <a:pt x="331055" y="329657"/>
                  </a:lnTo>
                  <a:lnTo>
                    <a:pt x="336455" y="351351"/>
                  </a:lnTo>
                  <a:lnTo>
                    <a:pt x="347706" y="328409"/>
                  </a:lnTo>
                  <a:lnTo>
                    <a:pt x="365932" y="377048"/>
                  </a:lnTo>
                  <a:lnTo>
                    <a:pt x="366607" y="384323"/>
                  </a:lnTo>
                  <a:lnTo>
                    <a:pt x="358900" y="396987"/>
                  </a:lnTo>
                  <a:lnTo>
                    <a:pt x="314178" y="435634"/>
                  </a:lnTo>
                  <a:lnTo>
                    <a:pt x="306753" y="435634"/>
                  </a:lnTo>
                  <a:lnTo>
                    <a:pt x="302928" y="453198"/>
                  </a:lnTo>
                  <a:lnTo>
                    <a:pt x="286164" y="483822"/>
                  </a:lnTo>
                  <a:lnTo>
                    <a:pt x="278513" y="478945"/>
                  </a:lnTo>
                  <a:lnTo>
                    <a:pt x="276601" y="471750"/>
                  </a:lnTo>
                  <a:lnTo>
                    <a:pt x="275644" y="445315"/>
                  </a:lnTo>
                  <a:lnTo>
                    <a:pt x="279920" y="425605"/>
                  </a:lnTo>
                  <a:lnTo>
                    <a:pt x="272944" y="432395"/>
                  </a:lnTo>
                  <a:lnTo>
                    <a:pt x="269062" y="442387"/>
                  </a:lnTo>
                  <a:lnTo>
                    <a:pt x="269007" y="472615"/>
                  </a:lnTo>
                  <a:lnTo>
                    <a:pt x="266250" y="484395"/>
                  </a:lnTo>
                  <a:lnTo>
                    <a:pt x="274069" y="493537"/>
                  </a:lnTo>
                  <a:lnTo>
                    <a:pt x="274744" y="505750"/>
                  </a:lnTo>
                  <a:lnTo>
                    <a:pt x="269569" y="515349"/>
                  </a:lnTo>
                  <a:lnTo>
                    <a:pt x="256068" y="495531"/>
                  </a:lnTo>
                  <a:lnTo>
                    <a:pt x="251005" y="498375"/>
                  </a:lnTo>
                  <a:lnTo>
                    <a:pt x="254718" y="517601"/>
                  </a:lnTo>
                  <a:lnTo>
                    <a:pt x="255224" y="528536"/>
                  </a:lnTo>
                  <a:lnTo>
                    <a:pt x="248474" y="560133"/>
                  </a:lnTo>
                  <a:lnTo>
                    <a:pt x="239923" y="556557"/>
                  </a:lnTo>
                  <a:lnTo>
                    <a:pt x="210502" y="494961"/>
                  </a:lnTo>
                  <a:lnTo>
                    <a:pt x="209321" y="504051"/>
                  </a:lnTo>
                  <a:lnTo>
                    <a:pt x="227603" y="562330"/>
                  </a:lnTo>
                  <a:lnTo>
                    <a:pt x="207408" y="540796"/>
                  </a:lnTo>
                  <a:lnTo>
                    <a:pt x="197339" y="538017"/>
                  </a:lnTo>
                  <a:lnTo>
                    <a:pt x="191320" y="541629"/>
                  </a:lnTo>
                  <a:lnTo>
                    <a:pt x="199026" y="551042"/>
                  </a:lnTo>
                  <a:lnTo>
                    <a:pt x="201445" y="560407"/>
                  </a:lnTo>
                  <a:lnTo>
                    <a:pt x="192501" y="565620"/>
                  </a:lnTo>
                  <a:lnTo>
                    <a:pt x="167637" y="559858"/>
                  </a:lnTo>
                  <a:lnTo>
                    <a:pt x="138216" y="540796"/>
                  </a:lnTo>
                  <a:lnTo>
                    <a:pt x="122690" y="517882"/>
                  </a:lnTo>
                  <a:lnTo>
                    <a:pt x="153348" y="504901"/>
                  </a:lnTo>
                  <a:lnTo>
                    <a:pt x="109582" y="494676"/>
                  </a:lnTo>
                  <a:lnTo>
                    <a:pt x="98107" y="471750"/>
                  </a:lnTo>
                  <a:lnTo>
                    <a:pt x="112958" y="467997"/>
                  </a:lnTo>
                  <a:lnTo>
                    <a:pt x="89725" y="452324"/>
                  </a:lnTo>
                  <a:lnTo>
                    <a:pt x="81399" y="435928"/>
                  </a:lnTo>
                  <a:lnTo>
                    <a:pt x="108739" y="408667"/>
                  </a:lnTo>
                  <a:lnTo>
                    <a:pt x="127809" y="400888"/>
                  </a:lnTo>
                  <a:lnTo>
                    <a:pt x="132084" y="384626"/>
                  </a:lnTo>
                  <a:lnTo>
                    <a:pt x="171068" y="369438"/>
                  </a:lnTo>
                  <a:lnTo>
                    <a:pt x="141422" y="369438"/>
                  </a:lnTo>
                  <a:lnTo>
                    <a:pt x="134053" y="358116"/>
                  </a:lnTo>
                  <a:lnTo>
                    <a:pt x="123478" y="356274"/>
                  </a:lnTo>
                  <a:lnTo>
                    <a:pt x="88768" y="383415"/>
                  </a:lnTo>
                  <a:lnTo>
                    <a:pt x="83255" y="379173"/>
                  </a:lnTo>
                  <a:lnTo>
                    <a:pt x="88543" y="367301"/>
                  </a:lnTo>
                  <a:lnTo>
                    <a:pt x="83199" y="364550"/>
                  </a:lnTo>
                  <a:lnTo>
                    <a:pt x="52203" y="383415"/>
                  </a:lnTo>
                  <a:lnTo>
                    <a:pt x="32514" y="361796"/>
                  </a:lnTo>
                  <a:lnTo>
                    <a:pt x="34709" y="343014"/>
                  </a:lnTo>
                  <a:lnTo>
                    <a:pt x="70430" y="318712"/>
                  </a:lnTo>
                  <a:lnTo>
                    <a:pt x="74143" y="306754"/>
                  </a:lnTo>
                  <a:lnTo>
                    <a:pt x="46128" y="321219"/>
                  </a:lnTo>
                  <a:lnTo>
                    <a:pt x="28633" y="317771"/>
                  </a:lnTo>
                  <a:lnTo>
                    <a:pt x="9731" y="287073"/>
                  </a:lnTo>
                  <a:lnTo>
                    <a:pt x="5737" y="274905"/>
                  </a:lnTo>
                  <a:lnTo>
                    <a:pt x="4219" y="255524"/>
                  </a:lnTo>
                  <a:lnTo>
                    <a:pt x="0" y="235278"/>
                  </a:lnTo>
                  <a:lnTo>
                    <a:pt x="30996" y="248040"/>
                  </a:lnTo>
                  <a:lnTo>
                    <a:pt x="66492" y="250972"/>
                  </a:lnTo>
                  <a:lnTo>
                    <a:pt x="68461" y="234293"/>
                  </a:lnTo>
                  <a:lnTo>
                    <a:pt x="78474" y="224409"/>
                  </a:lnTo>
                  <a:lnTo>
                    <a:pt x="42752" y="235606"/>
                  </a:lnTo>
                  <a:lnTo>
                    <a:pt x="35215" y="217790"/>
                  </a:lnTo>
                  <a:lnTo>
                    <a:pt x="27170" y="221103"/>
                  </a:lnTo>
                  <a:lnTo>
                    <a:pt x="14513" y="211147"/>
                  </a:lnTo>
                  <a:lnTo>
                    <a:pt x="11869" y="202474"/>
                  </a:lnTo>
                  <a:lnTo>
                    <a:pt x="13725" y="195439"/>
                  </a:lnTo>
                  <a:lnTo>
                    <a:pt x="38252" y="192752"/>
                  </a:lnTo>
                  <a:lnTo>
                    <a:pt x="19407" y="157451"/>
                  </a:lnTo>
                  <a:lnTo>
                    <a:pt x="20026" y="130866"/>
                  </a:lnTo>
                  <a:lnTo>
                    <a:pt x="33133" y="124594"/>
                  </a:lnTo>
                  <a:lnTo>
                    <a:pt x="48378" y="132256"/>
                  </a:lnTo>
                  <a:lnTo>
                    <a:pt x="54622" y="139540"/>
                  </a:lnTo>
                  <a:lnTo>
                    <a:pt x="58785" y="154021"/>
                  </a:lnTo>
                  <a:lnTo>
                    <a:pt x="88937" y="156423"/>
                  </a:lnTo>
                  <a:lnTo>
                    <a:pt x="68067" y="140924"/>
                  </a:lnTo>
                  <a:lnTo>
                    <a:pt x="62048" y="119352"/>
                  </a:lnTo>
                  <a:lnTo>
                    <a:pt x="39321" y="102472"/>
                  </a:lnTo>
                  <a:lnTo>
                    <a:pt x="46971" y="70393"/>
                  </a:lnTo>
                  <a:lnTo>
                    <a:pt x="56029" y="60296"/>
                  </a:lnTo>
                  <a:lnTo>
                    <a:pt x="70430" y="64270"/>
                  </a:lnTo>
                  <a:lnTo>
                    <a:pt x="92087" y="49052"/>
                  </a:lnTo>
                  <a:lnTo>
                    <a:pt x="108964" y="50143"/>
                  </a:lnTo>
                  <a:lnTo>
                    <a:pt x="110595" y="39201"/>
                  </a:lnTo>
                  <a:lnTo>
                    <a:pt x="105195" y="28192"/>
                  </a:lnTo>
                  <a:lnTo>
                    <a:pt x="80612" y="21555"/>
                  </a:lnTo>
                  <a:lnTo>
                    <a:pt x="79374" y="6345"/>
                  </a:lnTo>
                  <a:lnTo>
                    <a:pt x="81062" y="1495"/>
                  </a:lnTo>
                  <a:lnTo>
                    <a:pt x="116839" y="0"/>
                  </a:lnTo>
                  <a:lnTo>
                    <a:pt x="136303" y="13780"/>
                  </a:lnTo>
                  <a:lnTo>
                    <a:pt x="149242" y="329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oPE_MapPart_CAN_8_18" descr="Kanada">
              <a:extLst>
                <a:ext uri="{FF2B5EF4-FFF2-40B4-BE49-F238E27FC236}">
                  <a16:creationId xmlns:a16="http://schemas.microsoft.com/office/drawing/2014/main" id="{291052EE-F757-A9A9-4022-1505A652A6F1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931710" y="2225835"/>
              <a:ext cx="546285" cy="329758"/>
            </a:xfrm>
            <a:custGeom>
              <a:avLst/>
              <a:gdLst/>
              <a:ahLst/>
              <a:cxnLst/>
              <a:rect l="0" t="0" r="0" b="0"/>
              <a:pathLst>
                <a:path w="546285" h="329758">
                  <a:moveTo>
                    <a:pt x="80837" y="20987"/>
                  </a:moveTo>
                  <a:lnTo>
                    <a:pt x="95970" y="20739"/>
                  </a:lnTo>
                  <a:lnTo>
                    <a:pt x="114140" y="40509"/>
                  </a:lnTo>
                  <a:lnTo>
                    <a:pt x="115040" y="54222"/>
                  </a:lnTo>
                  <a:lnTo>
                    <a:pt x="104577" y="83989"/>
                  </a:lnTo>
                  <a:lnTo>
                    <a:pt x="121453" y="60798"/>
                  </a:lnTo>
                  <a:lnTo>
                    <a:pt x="143280" y="61527"/>
                  </a:lnTo>
                  <a:lnTo>
                    <a:pt x="159143" y="53246"/>
                  </a:lnTo>
                  <a:lnTo>
                    <a:pt x="174275" y="52758"/>
                  </a:lnTo>
                  <a:lnTo>
                    <a:pt x="191995" y="66138"/>
                  </a:lnTo>
                  <a:lnTo>
                    <a:pt x="198127" y="77496"/>
                  </a:lnTo>
                  <a:lnTo>
                    <a:pt x="195652" y="81827"/>
                  </a:lnTo>
                  <a:lnTo>
                    <a:pt x="171350" y="75809"/>
                  </a:lnTo>
                  <a:lnTo>
                    <a:pt x="169944" y="77255"/>
                  </a:lnTo>
                  <a:lnTo>
                    <a:pt x="170844" y="83029"/>
                  </a:lnTo>
                  <a:lnTo>
                    <a:pt x="237393" y="103332"/>
                  </a:lnTo>
                  <a:lnTo>
                    <a:pt x="238911" y="111628"/>
                  </a:lnTo>
                  <a:lnTo>
                    <a:pt x="233623" y="118238"/>
                  </a:lnTo>
                  <a:lnTo>
                    <a:pt x="205328" y="122240"/>
                  </a:lnTo>
                  <a:lnTo>
                    <a:pt x="171069" y="114228"/>
                  </a:lnTo>
                  <a:lnTo>
                    <a:pt x="175063" y="122004"/>
                  </a:lnTo>
                  <a:lnTo>
                    <a:pt x="192783" y="132790"/>
                  </a:lnTo>
                  <a:lnTo>
                    <a:pt x="207184" y="135827"/>
                  </a:lnTo>
                  <a:lnTo>
                    <a:pt x="217816" y="146997"/>
                  </a:lnTo>
                  <a:lnTo>
                    <a:pt x="224567" y="161555"/>
                  </a:lnTo>
                  <a:lnTo>
                    <a:pt x="230360" y="161094"/>
                  </a:lnTo>
                  <a:lnTo>
                    <a:pt x="237617" y="169135"/>
                  </a:lnTo>
                  <a:lnTo>
                    <a:pt x="239924" y="173257"/>
                  </a:lnTo>
                  <a:lnTo>
                    <a:pt x="238292" y="181245"/>
                  </a:lnTo>
                  <a:lnTo>
                    <a:pt x="226141" y="198021"/>
                  </a:lnTo>
                  <a:lnTo>
                    <a:pt x="235761" y="197117"/>
                  </a:lnTo>
                  <a:lnTo>
                    <a:pt x="248924" y="211960"/>
                  </a:lnTo>
                  <a:lnTo>
                    <a:pt x="252412" y="205902"/>
                  </a:lnTo>
                  <a:lnTo>
                    <a:pt x="250950" y="190558"/>
                  </a:lnTo>
                  <a:lnTo>
                    <a:pt x="255225" y="186248"/>
                  </a:lnTo>
                  <a:lnTo>
                    <a:pt x="271257" y="204778"/>
                  </a:lnTo>
                  <a:lnTo>
                    <a:pt x="285996" y="196892"/>
                  </a:lnTo>
                  <a:lnTo>
                    <a:pt x="291959" y="208148"/>
                  </a:lnTo>
                  <a:lnTo>
                    <a:pt x="300791" y="191464"/>
                  </a:lnTo>
                  <a:lnTo>
                    <a:pt x="314629" y="207250"/>
                  </a:lnTo>
                  <a:lnTo>
                    <a:pt x="341575" y="219337"/>
                  </a:lnTo>
                  <a:lnTo>
                    <a:pt x="343037" y="213527"/>
                  </a:lnTo>
                  <a:lnTo>
                    <a:pt x="337919" y="205902"/>
                  </a:lnTo>
                  <a:lnTo>
                    <a:pt x="340900" y="202754"/>
                  </a:lnTo>
                  <a:lnTo>
                    <a:pt x="383653" y="186929"/>
                  </a:lnTo>
                  <a:lnTo>
                    <a:pt x="404692" y="165923"/>
                  </a:lnTo>
                  <a:lnTo>
                    <a:pt x="426406" y="174629"/>
                  </a:lnTo>
                  <a:lnTo>
                    <a:pt x="454027" y="164085"/>
                  </a:lnTo>
                  <a:lnTo>
                    <a:pt x="487948" y="173943"/>
                  </a:lnTo>
                  <a:lnTo>
                    <a:pt x="491604" y="176684"/>
                  </a:lnTo>
                  <a:lnTo>
                    <a:pt x="490929" y="185112"/>
                  </a:lnTo>
                  <a:lnTo>
                    <a:pt x="496330" y="188291"/>
                  </a:lnTo>
                  <a:lnTo>
                    <a:pt x="517537" y="190105"/>
                  </a:lnTo>
                  <a:lnTo>
                    <a:pt x="523838" y="198472"/>
                  </a:lnTo>
                  <a:lnTo>
                    <a:pt x="519450" y="208821"/>
                  </a:lnTo>
                  <a:lnTo>
                    <a:pt x="538183" y="212632"/>
                  </a:lnTo>
                  <a:lnTo>
                    <a:pt x="542908" y="235993"/>
                  </a:lnTo>
                  <a:lnTo>
                    <a:pt x="539027" y="243495"/>
                  </a:lnTo>
                  <a:lnTo>
                    <a:pt x="515625" y="263426"/>
                  </a:lnTo>
                  <a:lnTo>
                    <a:pt x="523332" y="269081"/>
                  </a:lnTo>
                  <a:lnTo>
                    <a:pt x="538070" y="265168"/>
                  </a:lnTo>
                  <a:lnTo>
                    <a:pt x="546284" y="277532"/>
                  </a:lnTo>
                  <a:lnTo>
                    <a:pt x="529295" y="287665"/>
                  </a:lnTo>
                  <a:lnTo>
                    <a:pt x="516694" y="279261"/>
                  </a:lnTo>
                  <a:lnTo>
                    <a:pt x="522938" y="292175"/>
                  </a:lnTo>
                  <a:lnTo>
                    <a:pt x="520913" y="297743"/>
                  </a:lnTo>
                  <a:lnTo>
                    <a:pt x="518888" y="317525"/>
                  </a:lnTo>
                  <a:lnTo>
                    <a:pt x="489242" y="319217"/>
                  </a:lnTo>
                  <a:lnTo>
                    <a:pt x="471072" y="329757"/>
                  </a:lnTo>
                  <a:lnTo>
                    <a:pt x="435970" y="319429"/>
                  </a:lnTo>
                  <a:lnTo>
                    <a:pt x="430175" y="304361"/>
                  </a:lnTo>
                  <a:lnTo>
                    <a:pt x="430625" y="289599"/>
                  </a:lnTo>
                  <a:lnTo>
                    <a:pt x="417518" y="279476"/>
                  </a:lnTo>
                  <a:lnTo>
                    <a:pt x="417912" y="285944"/>
                  </a:lnTo>
                  <a:lnTo>
                    <a:pt x="423143" y="295818"/>
                  </a:lnTo>
                  <a:lnTo>
                    <a:pt x="421512" y="307129"/>
                  </a:lnTo>
                  <a:lnTo>
                    <a:pt x="417180" y="317102"/>
                  </a:lnTo>
                  <a:lnTo>
                    <a:pt x="389279" y="326180"/>
                  </a:lnTo>
                  <a:lnTo>
                    <a:pt x="369421" y="314561"/>
                  </a:lnTo>
                  <a:lnTo>
                    <a:pt x="368633" y="323862"/>
                  </a:lnTo>
                  <a:lnTo>
                    <a:pt x="367171" y="324916"/>
                  </a:lnTo>
                  <a:lnTo>
                    <a:pt x="356482" y="315196"/>
                  </a:lnTo>
                  <a:lnTo>
                    <a:pt x="354345" y="323018"/>
                  </a:lnTo>
                  <a:lnTo>
                    <a:pt x="346075" y="327233"/>
                  </a:lnTo>
                  <a:lnTo>
                    <a:pt x="317217" y="320274"/>
                  </a:lnTo>
                  <a:lnTo>
                    <a:pt x="319242" y="328285"/>
                  </a:lnTo>
                  <a:lnTo>
                    <a:pt x="315979" y="329547"/>
                  </a:lnTo>
                  <a:lnTo>
                    <a:pt x="264338" y="327654"/>
                  </a:lnTo>
                  <a:lnTo>
                    <a:pt x="260119" y="318794"/>
                  </a:lnTo>
                  <a:lnTo>
                    <a:pt x="266926" y="293461"/>
                  </a:lnTo>
                  <a:lnTo>
                    <a:pt x="260850" y="287880"/>
                  </a:lnTo>
                  <a:lnTo>
                    <a:pt x="256238" y="291316"/>
                  </a:lnTo>
                  <a:lnTo>
                    <a:pt x="250950" y="304787"/>
                  </a:lnTo>
                  <a:lnTo>
                    <a:pt x="248193" y="292818"/>
                  </a:lnTo>
                  <a:lnTo>
                    <a:pt x="240318" y="298171"/>
                  </a:lnTo>
                  <a:lnTo>
                    <a:pt x="240205" y="310955"/>
                  </a:lnTo>
                  <a:lnTo>
                    <a:pt x="228842" y="320696"/>
                  </a:lnTo>
                  <a:lnTo>
                    <a:pt x="197790" y="313713"/>
                  </a:lnTo>
                  <a:lnTo>
                    <a:pt x="184851" y="301802"/>
                  </a:lnTo>
                  <a:lnTo>
                    <a:pt x="187551" y="289599"/>
                  </a:lnTo>
                  <a:lnTo>
                    <a:pt x="179732" y="299240"/>
                  </a:lnTo>
                  <a:lnTo>
                    <a:pt x="178663" y="302229"/>
                  </a:lnTo>
                  <a:lnTo>
                    <a:pt x="179619" y="309468"/>
                  </a:lnTo>
                  <a:lnTo>
                    <a:pt x="166625" y="308830"/>
                  </a:lnTo>
                  <a:lnTo>
                    <a:pt x="153743" y="292389"/>
                  </a:lnTo>
                  <a:lnTo>
                    <a:pt x="147105" y="261464"/>
                  </a:lnTo>
                  <a:lnTo>
                    <a:pt x="150142" y="252720"/>
                  </a:lnTo>
                  <a:lnTo>
                    <a:pt x="141704" y="239748"/>
                  </a:lnTo>
                  <a:lnTo>
                    <a:pt x="139791" y="231344"/>
                  </a:lnTo>
                  <a:lnTo>
                    <a:pt x="139735" y="217998"/>
                  </a:lnTo>
                  <a:lnTo>
                    <a:pt x="150423" y="186475"/>
                  </a:lnTo>
                  <a:lnTo>
                    <a:pt x="146767" y="162475"/>
                  </a:lnTo>
                  <a:lnTo>
                    <a:pt x="118415" y="96430"/>
                  </a:lnTo>
                  <a:lnTo>
                    <a:pt x="111665" y="95715"/>
                  </a:lnTo>
                  <a:lnTo>
                    <a:pt x="100526" y="107129"/>
                  </a:lnTo>
                  <a:lnTo>
                    <a:pt x="71781" y="104045"/>
                  </a:lnTo>
                  <a:lnTo>
                    <a:pt x="50235" y="108314"/>
                  </a:lnTo>
                  <a:lnTo>
                    <a:pt x="44835" y="95238"/>
                  </a:lnTo>
                  <a:lnTo>
                    <a:pt x="32515" y="88305"/>
                  </a:lnTo>
                  <a:lnTo>
                    <a:pt x="26327" y="78700"/>
                  </a:lnTo>
                  <a:lnTo>
                    <a:pt x="38478" y="65654"/>
                  </a:lnTo>
                  <a:lnTo>
                    <a:pt x="28465" y="67592"/>
                  </a:lnTo>
                  <a:lnTo>
                    <a:pt x="0" y="44928"/>
                  </a:lnTo>
                  <a:lnTo>
                    <a:pt x="113" y="36079"/>
                  </a:lnTo>
                  <a:lnTo>
                    <a:pt x="9113" y="41492"/>
                  </a:lnTo>
                  <a:lnTo>
                    <a:pt x="15020" y="36818"/>
                  </a:lnTo>
                  <a:lnTo>
                    <a:pt x="3432" y="24214"/>
                  </a:lnTo>
                  <a:lnTo>
                    <a:pt x="2138" y="20739"/>
                  </a:lnTo>
                  <a:lnTo>
                    <a:pt x="3825" y="12771"/>
                  </a:lnTo>
                  <a:lnTo>
                    <a:pt x="25652" y="1758"/>
                  </a:lnTo>
                  <a:lnTo>
                    <a:pt x="38872" y="0"/>
                  </a:lnTo>
                  <a:lnTo>
                    <a:pt x="70768" y="145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oPE_MapPart_CAN_9_19" descr="Kanada">
              <a:extLst>
                <a:ext uri="{FF2B5EF4-FFF2-40B4-BE49-F238E27FC236}">
                  <a16:creationId xmlns:a16="http://schemas.microsoft.com/office/drawing/2014/main" id="{0E1C4F2A-8D00-95F2-CCE3-E16961B7A339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5284282" y="2259448"/>
              <a:ext cx="378647" cy="303068"/>
            </a:xfrm>
            <a:custGeom>
              <a:avLst/>
              <a:gdLst/>
              <a:ahLst/>
              <a:cxnLst/>
              <a:rect l="0" t="0" r="0" b="0"/>
              <a:pathLst>
                <a:path w="378647" h="303068">
                  <a:moveTo>
                    <a:pt x="290834" y="101747"/>
                  </a:moveTo>
                  <a:lnTo>
                    <a:pt x="304560" y="101747"/>
                  </a:lnTo>
                  <a:lnTo>
                    <a:pt x="308610" y="109668"/>
                  </a:lnTo>
                  <a:lnTo>
                    <a:pt x="307598" y="116860"/>
                  </a:lnTo>
                  <a:lnTo>
                    <a:pt x="299272" y="134146"/>
                  </a:lnTo>
                  <a:lnTo>
                    <a:pt x="314292" y="121948"/>
                  </a:lnTo>
                  <a:lnTo>
                    <a:pt x="324418" y="123102"/>
                  </a:lnTo>
                  <a:lnTo>
                    <a:pt x="329649" y="129092"/>
                  </a:lnTo>
                  <a:lnTo>
                    <a:pt x="333925" y="150135"/>
                  </a:lnTo>
                  <a:lnTo>
                    <a:pt x="334599" y="137126"/>
                  </a:lnTo>
                  <a:lnTo>
                    <a:pt x="340787" y="133458"/>
                  </a:lnTo>
                  <a:lnTo>
                    <a:pt x="335499" y="118249"/>
                  </a:lnTo>
                  <a:lnTo>
                    <a:pt x="341294" y="106178"/>
                  </a:lnTo>
                  <a:lnTo>
                    <a:pt x="350069" y="101280"/>
                  </a:lnTo>
                  <a:lnTo>
                    <a:pt x="373921" y="116166"/>
                  </a:lnTo>
                  <a:lnTo>
                    <a:pt x="378646" y="147176"/>
                  </a:lnTo>
                  <a:lnTo>
                    <a:pt x="372515" y="172514"/>
                  </a:lnTo>
                  <a:lnTo>
                    <a:pt x="366720" y="210763"/>
                  </a:lnTo>
                  <a:lnTo>
                    <a:pt x="359576" y="223266"/>
                  </a:lnTo>
                  <a:lnTo>
                    <a:pt x="326386" y="242837"/>
                  </a:lnTo>
                  <a:lnTo>
                    <a:pt x="305572" y="233947"/>
                  </a:lnTo>
                  <a:lnTo>
                    <a:pt x="285096" y="240456"/>
                  </a:lnTo>
                  <a:lnTo>
                    <a:pt x="276489" y="235033"/>
                  </a:lnTo>
                  <a:lnTo>
                    <a:pt x="280145" y="231119"/>
                  </a:lnTo>
                  <a:lnTo>
                    <a:pt x="273957" y="226106"/>
                  </a:lnTo>
                  <a:lnTo>
                    <a:pt x="252975" y="248022"/>
                  </a:lnTo>
                  <a:lnTo>
                    <a:pt x="225354" y="256415"/>
                  </a:lnTo>
                  <a:lnTo>
                    <a:pt x="208028" y="277129"/>
                  </a:lnTo>
                  <a:lnTo>
                    <a:pt x="183389" y="293199"/>
                  </a:lnTo>
                  <a:lnTo>
                    <a:pt x="158693" y="303067"/>
                  </a:lnTo>
                  <a:lnTo>
                    <a:pt x="127641" y="301601"/>
                  </a:lnTo>
                  <a:lnTo>
                    <a:pt x="104070" y="281160"/>
                  </a:lnTo>
                  <a:lnTo>
                    <a:pt x="100639" y="273303"/>
                  </a:lnTo>
                  <a:lnTo>
                    <a:pt x="102664" y="268189"/>
                  </a:lnTo>
                  <a:lnTo>
                    <a:pt x="148792" y="236988"/>
                  </a:lnTo>
                  <a:lnTo>
                    <a:pt x="185245" y="231772"/>
                  </a:lnTo>
                  <a:lnTo>
                    <a:pt x="205159" y="206356"/>
                  </a:lnTo>
                  <a:lnTo>
                    <a:pt x="200546" y="202380"/>
                  </a:lnTo>
                  <a:lnTo>
                    <a:pt x="186764" y="213622"/>
                  </a:lnTo>
                  <a:lnTo>
                    <a:pt x="168256" y="217792"/>
                  </a:lnTo>
                  <a:lnTo>
                    <a:pt x="156274" y="208340"/>
                  </a:lnTo>
                  <a:lnTo>
                    <a:pt x="145192" y="220860"/>
                  </a:lnTo>
                  <a:lnTo>
                    <a:pt x="121453" y="225669"/>
                  </a:lnTo>
                  <a:lnTo>
                    <a:pt x="117290" y="220422"/>
                  </a:lnTo>
                  <a:lnTo>
                    <a:pt x="115996" y="208340"/>
                  </a:lnTo>
                  <a:lnTo>
                    <a:pt x="117008" y="202380"/>
                  </a:lnTo>
                  <a:lnTo>
                    <a:pt x="129103" y="183044"/>
                  </a:lnTo>
                  <a:lnTo>
                    <a:pt x="116221" y="188176"/>
                  </a:lnTo>
                  <a:lnTo>
                    <a:pt x="111889" y="180809"/>
                  </a:lnTo>
                  <a:lnTo>
                    <a:pt x="107164" y="204811"/>
                  </a:lnTo>
                  <a:lnTo>
                    <a:pt x="96363" y="200389"/>
                  </a:lnTo>
                  <a:lnTo>
                    <a:pt x="101257" y="213182"/>
                  </a:lnTo>
                  <a:lnTo>
                    <a:pt x="98332" y="223485"/>
                  </a:lnTo>
                  <a:lnTo>
                    <a:pt x="80556" y="236988"/>
                  </a:lnTo>
                  <a:lnTo>
                    <a:pt x="72455" y="221735"/>
                  </a:lnTo>
                  <a:lnTo>
                    <a:pt x="68293" y="219984"/>
                  </a:lnTo>
                  <a:lnTo>
                    <a:pt x="58392" y="237855"/>
                  </a:lnTo>
                  <a:lnTo>
                    <a:pt x="45453" y="228941"/>
                  </a:lnTo>
                  <a:lnTo>
                    <a:pt x="35047" y="213182"/>
                  </a:lnTo>
                  <a:lnTo>
                    <a:pt x="18508" y="215159"/>
                  </a:lnTo>
                  <a:lnTo>
                    <a:pt x="2981" y="209221"/>
                  </a:lnTo>
                  <a:lnTo>
                    <a:pt x="0" y="198396"/>
                  </a:lnTo>
                  <a:lnTo>
                    <a:pt x="10632" y="177675"/>
                  </a:lnTo>
                  <a:lnTo>
                    <a:pt x="47535" y="173413"/>
                  </a:lnTo>
                  <a:lnTo>
                    <a:pt x="76731" y="150135"/>
                  </a:lnTo>
                  <a:lnTo>
                    <a:pt x="36622" y="161924"/>
                  </a:lnTo>
                  <a:lnTo>
                    <a:pt x="17889" y="159888"/>
                  </a:lnTo>
                  <a:lnTo>
                    <a:pt x="13557" y="154451"/>
                  </a:lnTo>
                  <a:lnTo>
                    <a:pt x="19520" y="141701"/>
                  </a:lnTo>
                  <a:lnTo>
                    <a:pt x="24864" y="138500"/>
                  </a:lnTo>
                  <a:lnTo>
                    <a:pt x="81456" y="122409"/>
                  </a:lnTo>
                  <a:lnTo>
                    <a:pt x="39378" y="124486"/>
                  </a:lnTo>
                  <a:lnTo>
                    <a:pt x="29477" y="118249"/>
                  </a:lnTo>
                  <a:lnTo>
                    <a:pt x="29140" y="114543"/>
                  </a:lnTo>
                  <a:lnTo>
                    <a:pt x="32740" y="106876"/>
                  </a:lnTo>
                  <a:lnTo>
                    <a:pt x="31446" y="96838"/>
                  </a:lnTo>
                  <a:lnTo>
                    <a:pt x="43372" y="83918"/>
                  </a:lnTo>
                  <a:lnTo>
                    <a:pt x="88094" y="86744"/>
                  </a:lnTo>
                  <a:lnTo>
                    <a:pt x="56254" y="76122"/>
                  </a:lnTo>
                  <a:lnTo>
                    <a:pt x="55354" y="66153"/>
                  </a:lnTo>
                  <a:lnTo>
                    <a:pt x="63061" y="51816"/>
                  </a:lnTo>
                  <a:lnTo>
                    <a:pt x="95745" y="43160"/>
                  </a:lnTo>
                  <a:lnTo>
                    <a:pt x="106377" y="49896"/>
                  </a:lnTo>
                  <a:lnTo>
                    <a:pt x="110596" y="69957"/>
                  </a:lnTo>
                  <a:lnTo>
                    <a:pt x="117965" y="82267"/>
                  </a:lnTo>
                  <a:lnTo>
                    <a:pt x="138329" y="75649"/>
                  </a:lnTo>
                  <a:lnTo>
                    <a:pt x="153124" y="82975"/>
                  </a:lnTo>
                  <a:lnTo>
                    <a:pt x="179169" y="116860"/>
                  </a:lnTo>
                  <a:lnTo>
                    <a:pt x="173150" y="130472"/>
                  </a:lnTo>
                  <a:lnTo>
                    <a:pt x="189014" y="132080"/>
                  </a:lnTo>
                  <a:lnTo>
                    <a:pt x="197564" y="158531"/>
                  </a:lnTo>
                  <a:lnTo>
                    <a:pt x="204540" y="166663"/>
                  </a:lnTo>
                  <a:lnTo>
                    <a:pt x="265969" y="171840"/>
                  </a:lnTo>
                  <a:lnTo>
                    <a:pt x="271426" y="161697"/>
                  </a:lnTo>
                  <a:lnTo>
                    <a:pt x="270413" y="147632"/>
                  </a:lnTo>
                  <a:lnTo>
                    <a:pt x="243805" y="126791"/>
                  </a:lnTo>
                  <a:lnTo>
                    <a:pt x="241499" y="118249"/>
                  </a:lnTo>
                  <a:lnTo>
                    <a:pt x="254494" y="106410"/>
                  </a:lnTo>
                  <a:lnTo>
                    <a:pt x="255225" y="94964"/>
                  </a:lnTo>
                  <a:lnTo>
                    <a:pt x="246506" y="81559"/>
                  </a:lnTo>
                  <a:lnTo>
                    <a:pt x="231148" y="71381"/>
                  </a:lnTo>
                  <a:lnTo>
                    <a:pt x="228561" y="65676"/>
                  </a:lnTo>
                  <a:lnTo>
                    <a:pt x="227773" y="57086"/>
                  </a:lnTo>
                  <a:lnTo>
                    <a:pt x="241668" y="40507"/>
                  </a:lnTo>
                  <a:lnTo>
                    <a:pt x="258094" y="8370"/>
                  </a:lnTo>
                  <a:lnTo>
                    <a:pt x="273957" y="0"/>
                  </a:lnTo>
                  <a:lnTo>
                    <a:pt x="285377" y="11315"/>
                  </a:lnTo>
                  <a:lnTo>
                    <a:pt x="280314" y="31798"/>
                  </a:lnTo>
                  <a:lnTo>
                    <a:pt x="283915" y="51576"/>
                  </a:lnTo>
                  <a:lnTo>
                    <a:pt x="293871" y="65915"/>
                  </a:lnTo>
                  <a:lnTo>
                    <a:pt x="296122" y="78724"/>
                  </a:lnTo>
                  <a:lnTo>
                    <a:pt x="288021" y="94027"/>
                  </a:lnTo>
                  <a:lnTo>
                    <a:pt x="287852" y="1005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oPE_MapPart_CAN_10_20" descr="Kanada">
              <a:extLst>
                <a:ext uri="{FF2B5EF4-FFF2-40B4-BE49-F238E27FC236}">
                  <a16:creationId xmlns:a16="http://schemas.microsoft.com/office/drawing/2014/main" id="{F37C7A89-C460-9B90-6D96-3E8E3B137CC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104270" y="4235387"/>
              <a:ext cx="209210" cy="237470"/>
            </a:xfrm>
            <a:custGeom>
              <a:avLst/>
              <a:gdLst/>
              <a:ahLst/>
              <a:cxnLst/>
              <a:rect l="0" t="0" r="0" b="0"/>
              <a:pathLst>
                <a:path w="209210" h="237470">
                  <a:moveTo>
                    <a:pt x="122014" y="3078"/>
                  </a:moveTo>
                  <a:lnTo>
                    <a:pt x="118077" y="10481"/>
                  </a:lnTo>
                  <a:lnTo>
                    <a:pt x="104126" y="13454"/>
                  </a:lnTo>
                  <a:lnTo>
                    <a:pt x="103676" y="16783"/>
                  </a:lnTo>
                  <a:lnTo>
                    <a:pt x="105082" y="19927"/>
                  </a:lnTo>
                  <a:lnTo>
                    <a:pt x="110877" y="20286"/>
                  </a:lnTo>
                  <a:lnTo>
                    <a:pt x="111327" y="28171"/>
                  </a:lnTo>
                  <a:lnTo>
                    <a:pt x="109077" y="34424"/>
                  </a:lnTo>
                  <a:lnTo>
                    <a:pt x="101763" y="41728"/>
                  </a:lnTo>
                  <a:lnTo>
                    <a:pt x="100864" y="47147"/>
                  </a:lnTo>
                  <a:lnTo>
                    <a:pt x="90851" y="60417"/>
                  </a:lnTo>
                  <a:lnTo>
                    <a:pt x="89950" y="65792"/>
                  </a:lnTo>
                  <a:lnTo>
                    <a:pt x="82187" y="78606"/>
                  </a:lnTo>
                  <a:lnTo>
                    <a:pt x="81512" y="84638"/>
                  </a:lnTo>
                  <a:lnTo>
                    <a:pt x="78530" y="90393"/>
                  </a:lnTo>
                  <a:lnTo>
                    <a:pt x="79768" y="93004"/>
                  </a:lnTo>
                  <a:lnTo>
                    <a:pt x="79374" y="97697"/>
                  </a:lnTo>
                  <a:lnTo>
                    <a:pt x="99458" y="73348"/>
                  </a:lnTo>
                  <a:lnTo>
                    <a:pt x="101258" y="75891"/>
                  </a:lnTo>
                  <a:lnTo>
                    <a:pt x="100020" y="81843"/>
                  </a:lnTo>
                  <a:lnTo>
                    <a:pt x="107333" y="78081"/>
                  </a:lnTo>
                  <a:lnTo>
                    <a:pt x="112452" y="80881"/>
                  </a:lnTo>
                  <a:lnTo>
                    <a:pt x="120608" y="79831"/>
                  </a:lnTo>
                  <a:lnTo>
                    <a:pt x="118077" y="84201"/>
                  </a:lnTo>
                  <a:lnTo>
                    <a:pt x="103845" y="93265"/>
                  </a:lnTo>
                  <a:lnTo>
                    <a:pt x="100695" y="97437"/>
                  </a:lnTo>
                  <a:lnTo>
                    <a:pt x="105758" y="94570"/>
                  </a:lnTo>
                  <a:lnTo>
                    <a:pt x="109133" y="94918"/>
                  </a:lnTo>
                  <a:lnTo>
                    <a:pt x="108458" y="99259"/>
                  </a:lnTo>
                  <a:lnTo>
                    <a:pt x="102326" y="105498"/>
                  </a:lnTo>
                  <a:lnTo>
                    <a:pt x="110877" y="102468"/>
                  </a:lnTo>
                  <a:lnTo>
                    <a:pt x="115152" y="106277"/>
                  </a:lnTo>
                  <a:lnTo>
                    <a:pt x="124603" y="103680"/>
                  </a:lnTo>
                  <a:lnTo>
                    <a:pt x="125559" y="109302"/>
                  </a:lnTo>
                  <a:lnTo>
                    <a:pt x="127585" y="107315"/>
                  </a:lnTo>
                  <a:lnTo>
                    <a:pt x="127472" y="102468"/>
                  </a:lnTo>
                  <a:lnTo>
                    <a:pt x="129160" y="102727"/>
                  </a:lnTo>
                  <a:lnTo>
                    <a:pt x="130059" y="107574"/>
                  </a:lnTo>
                  <a:lnTo>
                    <a:pt x="125616" y="119045"/>
                  </a:lnTo>
                  <a:lnTo>
                    <a:pt x="125278" y="123342"/>
                  </a:lnTo>
                  <a:lnTo>
                    <a:pt x="128428" y="121366"/>
                  </a:lnTo>
                  <a:lnTo>
                    <a:pt x="128709" y="117581"/>
                  </a:lnTo>
                  <a:lnTo>
                    <a:pt x="130847" y="115428"/>
                  </a:lnTo>
                  <a:lnTo>
                    <a:pt x="135516" y="112496"/>
                  </a:lnTo>
                  <a:lnTo>
                    <a:pt x="136866" y="114308"/>
                  </a:lnTo>
                  <a:lnTo>
                    <a:pt x="151886" y="101861"/>
                  </a:lnTo>
                  <a:lnTo>
                    <a:pt x="152899" y="101687"/>
                  </a:lnTo>
                  <a:lnTo>
                    <a:pt x="153574" y="111375"/>
                  </a:lnTo>
                  <a:lnTo>
                    <a:pt x="156443" y="107228"/>
                  </a:lnTo>
                  <a:lnTo>
                    <a:pt x="168874" y="105931"/>
                  </a:lnTo>
                  <a:lnTo>
                    <a:pt x="179451" y="111721"/>
                  </a:lnTo>
                  <a:lnTo>
                    <a:pt x="181026" y="114480"/>
                  </a:lnTo>
                  <a:lnTo>
                    <a:pt x="180913" y="120335"/>
                  </a:lnTo>
                  <a:lnTo>
                    <a:pt x="175119" y="125403"/>
                  </a:lnTo>
                  <a:lnTo>
                    <a:pt x="170619" y="132343"/>
                  </a:lnTo>
                  <a:lnTo>
                    <a:pt x="162517" y="137215"/>
                  </a:lnTo>
                  <a:lnTo>
                    <a:pt x="172194" y="136104"/>
                  </a:lnTo>
                  <a:lnTo>
                    <a:pt x="168650" y="141054"/>
                  </a:lnTo>
                  <a:lnTo>
                    <a:pt x="176751" y="143440"/>
                  </a:lnTo>
                  <a:lnTo>
                    <a:pt x="173994" y="149563"/>
                  </a:lnTo>
                  <a:lnTo>
                    <a:pt x="163981" y="155840"/>
                  </a:lnTo>
                  <a:lnTo>
                    <a:pt x="178720" y="150242"/>
                  </a:lnTo>
                  <a:lnTo>
                    <a:pt x="181588" y="151686"/>
                  </a:lnTo>
                  <a:lnTo>
                    <a:pt x="185976" y="147863"/>
                  </a:lnTo>
                  <a:lnTo>
                    <a:pt x="191939" y="147098"/>
                  </a:lnTo>
                  <a:lnTo>
                    <a:pt x="197058" y="143269"/>
                  </a:lnTo>
                  <a:lnTo>
                    <a:pt x="198183" y="147439"/>
                  </a:lnTo>
                  <a:lnTo>
                    <a:pt x="194582" y="155416"/>
                  </a:lnTo>
                  <a:lnTo>
                    <a:pt x="188395" y="157618"/>
                  </a:lnTo>
                  <a:lnTo>
                    <a:pt x="179788" y="164551"/>
                  </a:lnTo>
                  <a:lnTo>
                    <a:pt x="181307" y="166154"/>
                  </a:lnTo>
                  <a:lnTo>
                    <a:pt x="181026" y="170115"/>
                  </a:lnTo>
                  <a:lnTo>
                    <a:pt x="171632" y="173313"/>
                  </a:lnTo>
                  <a:lnTo>
                    <a:pt x="178888" y="173566"/>
                  </a:lnTo>
                  <a:lnTo>
                    <a:pt x="177088" y="177934"/>
                  </a:lnTo>
                  <a:lnTo>
                    <a:pt x="171912" y="183636"/>
                  </a:lnTo>
                  <a:lnTo>
                    <a:pt x="172644" y="186983"/>
                  </a:lnTo>
                  <a:lnTo>
                    <a:pt x="174893" y="190576"/>
                  </a:lnTo>
                  <a:lnTo>
                    <a:pt x="179957" y="189992"/>
                  </a:lnTo>
                  <a:lnTo>
                    <a:pt x="189970" y="174407"/>
                  </a:lnTo>
                  <a:lnTo>
                    <a:pt x="201277" y="167419"/>
                  </a:lnTo>
                  <a:lnTo>
                    <a:pt x="202852" y="169862"/>
                  </a:lnTo>
                  <a:lnTo>
                    <a:pt x="194021" y="186649"/>
                  </a:lnTo>
                  <a:lnTo>
                    <a:pt x="193514" y="196915"/>
                  </a:lnTo>
                  <a:lnTo>
                    <a:pt x="195033" y="199578"/>
                  </a:lnTo>
                  <a:lnTo>
                    <a:pt x="197058" y="198247"/>
                  </a:lnTo>
                  <a:lnTo>
                    <a:pt x="206790" y="185059"/>
                  </a:lnTo>
                  <a:lnTo>
                    <a:pt x="209096" y="191829"/>
                  </a:lnTo>
                  <a:lnTo>
                    <a:pt x="209209" y="198913"/>
                  </a:lnTo>
                  <a:lnTo>
                    <a:pt x="201558" y="215830"/>
                  </a:lnTo>
                  <a:lnTo>
                    <a:pt x="202289" y="221691"/>
                  </a:lnTo>
                  <a:lnTo>
                    <a:pt x="196664" y="235093"/>
                  </a:lnTo>
                  <a:lnTo>
                    <a:pt x="193626" y="236650"/>
                  </a:lnTo>
                  <a:lnTo>
                    <a:pt x="188733" y="233370"/>
                  </a:lnTo>
                  <a:lnTo>
                    <a:pt x="181082" y="237469"/>
                  </a:lnTo>
                  <a:lnTo>
                    <a:pt x="179563" y="235175"/>
                  </a:lnTo>
                  <a:lnTo>
                    <a:pt x="180181" y="213846"/>
                  </a:lnTo>
                  <a:lnTo>
                    <a:pt x="167300" y="227867"/>
                  </a:lnTo>
                  <a:lnTo>
                    <a:pt x="164375" y="228524"/>
                  </a:lnTo>
                  <a:lnTo>
                    <a:pt x="162124" y="225974"/>
                  </a:lnTo>
                  <a:lnTo>
                    <a:pt x="164712" y="216574"/>
                  </a:lnTo>
                  <a:lnTo>
                    <a:pt x="172306" y="200244"/>
                  </a:lnTo>
                  <a:lnTo>
                    <a:pt x="167919" y="185645"/>
                  </a:lnTo>
                  <a:lnTo>
                    <a:pt x="161562" y="180787"/>
                  </a:lnTo>
                  <a:lnTo>
                    <a:pt x="152336" y="201989"/>
                  </a:lnTo>
                  <a:lnTo>
                    <a:pt x="149973" y="203236"/>
                  </a:lnTo>
                  <a:lnTo>
                    <a:pt x="152786" y="195332"/>
                  </a:lnTo>
                  <a:lnTo>
                    <a:pt x="147217" y="201741"/>
                  </a:lnTo>
                  <a:lnTo>
                    <a:pt x="140804" y="202820"/>
                  </a:lnTo>
                  <a:lnTo>
                    <a:pt x="133491" y="212522"/>
                  </a:lnTo>
                  <a:lnTo>
                    <a:pt x="131972" y="218391"/>
                  </a:lnTo>
                  <a:lnTo>
                    <a:pt x="126459" y="224821"/>
                  </a:lnTo>
                  <a:lnTo>
                    <a:pt x="111665" y="226633"/>
                  </a:lnTo>
                  <a:lnTo>
                    <a:pt x="106657" y="223834"/>
                  </a:lnTo>
                  <a:lnTo>
                    <a:pt x="107614" y="219794"/>
                  </a:lnTo>
                  <a:lnTo>
                    <a:pt x="120946" y="213184"/>
                  </a:lnTo>
                  <a:lnTo>
                    <a:pt x="130341" y="199828"/>
                  </a:lnTo>
                  <a:lnTo>
                    <a:pt x="140410" y="194248"/>
                  </a:lnTo>
                  <a:lnTo>
                    <a:pt x="143054" y="189909"/>
                  </a:lnTo>
                  <a:lnTo>
                    <a:pt x="137992" y="191913"/>
                  </a:lnTo>
                  <a:lnTo>
                    <a:pt x="124884" y="190075"/>
                  </a:lnTo>
                  <a:lnTo>
                    <a:pt x="122746" y="197415"/>
                  </a:lnTo>
                  <a:lnTo>
                    <a:pt x="118302" y="199079"/>
                  </a:lnTo>
                  <a:lnTo>
                    <a:pt x="109414" y="196081"/>
                  </a:lnTo>
                  <a:lnTo>
                    <a:pt x="101089" y="197415"/>
                  </a:lnTo>
                  <a:lnTo>
                    <a:pt x="109246" y="193247"/>
                  </a:lnTo>
                  <a:lnTo>
                    <a:pt x="109527" y="182715"/>
                  </a:lnTo>
                  <a:lnTo>
                    <a:pt x="104464" y="185310"/>
                  </a:lnTo>
                  <a:lnTo>
                    <a:pt x="101258" y="184055"/>
                  </a:lnTo>
                  <a:lnTo>
                    <a:pt x="96870" y="190159"/>
                  </a:lnTo>
                  <a:lnTo>
                    <a:pt x="80893" y="194498"/>
                  </a:lnTo>
                  <a:lnTo>
                    <a:pt x="44891" y="189407"/>
                  </a:lnTo>
                  <a:lnTo>
                    <a:pt x="32177" y="189324"/>
                  </a:lnTo>
                  <a:lnTo>
                    <a:pt x="32065" y="186816"/>
                  </a:lnTo>
                  <a:lnTo>
                    <a:pt x="23402" y="191662"/>
                  </a:lnTo>
                  <a:lnTo>
                    <a:pt x="13164" y="193748"/>
                  </a:lnTo>
                  <a:lnTo>
                    <a:pt x="7651" y="194248"/>
                  </a:lnTo>
                  <a:lnTo>
                    <a:pt x="3206" y="191328"/>
                  </a:lnTo>
                  <a:lnTo>
                    <a:pt x="0" y="180535"/>
                  </a:lnTo>
                  <a:lnTo>
                    <a:pt x="675" y="177347"/>
                  </a:lnTo>
                  <a:lnTo>
                    <a:pt x="23683" y="154993"/>
                  </a:lnTo>
                  <a:lnTo>
                    <a:pt x="32234" y="149733"/>
                  </a:lnTo>
                  <a:lnTo>
                    <a:pt x="6132" y="149733"/>
                  </a:lnTo>
                  <a:lnTo>
                    <a:pt x="6076" y="148034"/>
                  </a:lnTo>
                  <a:lnTo>
                    <a:pt x="16257" y="139178"/>
                  </a:lnTo>
                  <a:lnTo>
                    <a:pt x="14232" y="143695"/>
                  </a:lnTo>
                  <a:lnTo>
                    <a:pt x="20196" y="146163"/>
                  </a:lnTo>
                  <a:lnTo>
                    <a:pt x="27115" y="126947"/>
                  </a:lnTo>
                  <a:lnTo>
                    <a:pt x="29983" y="123085"/>
                  </a:lnTo>
                  <a:lnTo>
                    <a:pt x="36734" y="124115"/>
                  </a:lnTo>
                  <a:lnTo>
                    <a:pt x="42866" y="127633"/>
                  </a:lnTo>
                  <a:lnTo>
                    <a:pt x="39491" y="123428"/>
                  </a:lnTo>
                  <a:lnTo>
                    <a:pt x="43203" y="116117"/>
                  </a:lnTo>
                  <a:lnTo>
                    <a:pt x="36621" y="114739"/>
                  </a:lnTo>
                  <a:lnTo>
                    <a:pt x="35890" y="108611"/>
                  </a:lnTo>
                  <a:lnTo>
                    <a:pt x="42078" y="101081"/>
                  </a:lnTo>
                  <a:lnTo>
                    <a:pt x="47084" y="104459"/>
                  </a:lnTo>
                  <a:lnTo>
                    <a:pt x="49110" y="103680"/>
                  </a:lnTo>
                  <a:lnTo>
                    <a:pt x="45791" y="98305"/>
                  </a:lnTo>
                  <a:lnTo>
                    <a:pt x="44891" y="93439"/>
                  </a:lnTo>
                  <a:lnTo>
                    <a:pt x="60304" y="54233"/>
                  </a:lnTo>
                  <a:lnTo>
                    <a:pt x="63511" y="49364"/>
                  </a:lnTo>
                  <a:lnTo>
                    <a:pt x="68236" y="48920"/>
                  </a:lnTo>
                  <a:lnTo>
                    <a:pt x="64523" y="44750"/>
                  </a:lnTo>
                  <a:lnTo>
                    <a:pt x="72174" y="36921"/>
                  </a:lnTo>
                  <a:lnTo>
                    <a:pt x="73636" y="32818"/>
                  </a:lnTo>
                  <a:lnTo>
                    <a:pt x="72680" y="29334"/>
                  </a:lnTo>
                  <a:lnTo>
                    <a:pt x="79262" y="23605"/>
                  </a:lnTo>
                  <a:lnTo>
                    <a:pt x="83763" y="13274"/>
                  </a:lnTo>
                  <a:lnTo>
                    <a:pt x="88882" y="9940"/>
                  </a:lnTo>
                  <a:lnTo>
                    <a:pt x="104295" y="1449"/>
                  </a:lnTo>
                  <a:lnTo>
                    <a:pt x="108121" y="1630"/>
                  </a:lnTo>
                  <a:lnTo>
                    <a:pt x="109246" y="4433"/>
                  </a:lnTo>
                  <a:lnTo>
                    <a:pt x="114758" y="6331"/>
                  </a:lnTo>
                  <a:lnTo>
                    <a:pt x="115715" y="4343"/>
                  </a:lnTo>
                  <a:lnTo>
                    <a:pt x="114421" y="1902"/>
                  </a:lnTo>
                  <a:lnTo>
                    <a:pt x="115489" y="906"/>
                  </a:lnTo>
                  <a:lnTo>
                    <a:pt x="120046" y="0"/>
                  </a:lnTo>
                  <a:lnTo>
                    <a:pt x="122183" y="17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oPE_MapPart_CAN_11_21" descr="Kanada">
              <a:extLst>
                <a:ext uri="{FF2B5EF4-FFF2-40B4-BE49-F238E27FC236}">
                  <a16:creationId xmlns:a16="http://schemas.microsoft.com/office/drawing/2014/main" id="{DAA82067-A93B-88B8-A0B9-E3A60261E89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5749616" y="2616588"/>
              <a:ext cx="195709" cy="277235"/>
            </a:xfrm>
            <a:custGeom>
              <a:avLst/>
              <a:gdLst/>
              <a:ahLst/>
              <a:cxnLst/>
              <a:rect l="0" t="0" r="0" b="0"/>
              <a:pathLst>
                <a:path w="195709" h="277235">
                  <a:moveTo>
                    <a:pt x="84550" y="0"/>
                  </a:moveTo>
                  <a:lnTo>
                    <a:pt x="110933" y="24051"/>
                  </a:lnTo>
                  <a:lnTo>
                    <a:pt x="160212" y="6498"/>
                  </a:lnTo>
                  <a:lnTo>
                    <a:pt x="171350" y="11559"/>
                  </a:lnTo>
                  <a:lnTo>
                    <a:pt x="178044" y="26860"/>
                  </a:lnTo>
                  <a:lnTo>
                    <a:pt x="178325" y="31266"/>
                  </a:lnTo>
                  <a:lnTo>
                    <a:pt x="173488" y="39449"/>
                  </a:lnTo>
                  <a:lnTo>
                    <a:pt x="159705" y="45613"/>
                  </a:lnTo>
                  <a:lnTo>
                    <a:pt x="158805" y="49381"/>
                  </a:lnTo>
                  <a:lnTo>
                    <a:pt x="160099" y="52943"/>
                  </a:lnTo>
                  <a:lnTo>
                    <a:pt x="167468" y="51756"/>
                  </a:lnTo>
                  <a:lnTo>
                    <a:pt x="171181" y="58274"/>
                  </a:lnTo>
                  <a:lnTo>
                    <a:pt x="169887" y="62213"/>
                  </a:lnTo>
                  <a:lnTo>
                    <a:pt x="153517" y="73199"/>
                  </a:lnTo>
                  <a:lnTo>
                    <a:pt x="135403" y="99226"/>
                  </a:lnTo>
                  <a:lnTo>
                    <a:pt x="133491" y="103850"/>
                  </a:lnTo>
                  <a:lnTo>
                    <a:pt x="133659" y="108462"/>
                  </a:lnTo>
                  <a:lnTo>
                    <a:pt x="135684" y="110956"/>
                  </a:lnTo>
                  <a:lnTo>
                    <a:pt x="149017" y="100190"/>
                  </a:lnTo>
                  <a:lnTo>
                    <a:pt x="158524" y="100961"/>
                  </a:lnTo>
                  <a:lnTo>
                    <a:pt x="168087" y="110572"/>
                  </a:lnTo>
                  <a:lnTo>
                    <a:pt x="169156" y="112680"/>
                  </a:lnTo>
                  <a:lnTo>
                    <a:pt x="166568" y="118225"/>
                  </a:lnTo>
                  <a:lnTo>
                    <a:pt x="175794" y="129078"/>
                  </a:lnTo>
                  <a:lnTo>
                    <a:pt x="176131" y="133818"/>
                  </a:lnTo>
                  <a:lnTo>
                    <a:pt x="173431" y="141754"/>
                  </a:lnTo>
                  <a:lnTo>
                    <a:pt x="174388" y="143262"/>
                  </a:lnTo>
                  <a:lnTo>
                    <a:pt x="188676" y="134386"/>
                  </a:lnTo>
                  <a:lnTo>
                    <a:pt x="192726" y="135900"/>
                  </a:lnTo>
                  <a:lnTo>
                    <a:pt x="195708" y="151159"/>
                  </a:lnTo>
                  <a:lnTo>
                    <a:pt x="194864" y="163501"/>
                  </a:lnTo>
                  <a:lnTo>
                    <a:pt x="189689" y="172983"/>
                  </a:lnTo>
                  <a:lnTo>
                    <a:pt x="184569" y="175022"/>
                  </a:lnTo>
                  <a:lnTo>
                    <a:pt x="191095" y="187025"/>
                  </a:lnTo>
                  <a:lnTo>
                    <a:pt x="185695" y="203154"/>
                  </a:lnTo>
                  <a:lnTo>
                    <a:pt x="190138" y="211167"/>
                  </a:lnTo>
                  <a:lnTo>
                    <a:pt x="190476" y="224567"/>
                  </a:lnTo>
                  <a:lnTo>
                    <a:pt x="180069" y="228892"/>
                  </a:lnTo>
                  <a:lnTo>
                    <a:pt x="171462" y="240558"/>
                  </a:lnTo>
                  <a:lnTo>
                    <a:pt x="160212" y="245025"/>
                  </a:lnTo>
                  <a:lnTo>
                    <a:pt x="141479" y="241810"/>
                  </a:lnTo>
                  <a:lnTo>
                    <a:pt x="138272" y="236438"/>
                  </a:lnTo>
                  <a:lnTo>
                    <a:pt x="137035" y="222762"/>
                  </a:lnTo>
                  <a:lnTo>
                    <a:pt x="132816" y="230692"/>
                  </a:lnTo>
                  <a:lnTo>
                    <a:pt x="139904" y="251974"/>
                  </a:lnTo>
                  <a:lnTo>
                    <a:pt x="140916" y="263674"/>
                  </a:lnTo>
                  <a:lnTo>
                    <a:pt x="126403" y="277234"/>
                  </a:lnTo>
                  <a:lnTo>
                    <a:pt x="108908" y="268793"/>
                  </a:lnTo>
                  <a:lnTo>
                    <a:pt x="103283" y="252151"/>
                  </a:lnTo>
                  <a:lnTo>
                    <a:pt x="92931" y="232310"/>
                  </a:lnTo>
                  <a:lnTo>
                    <a:pt x="66042" y="192355"/>
                  </a:lnTo>
                  <a:lnTo>
                    <a:pt x="53891" y="186473"/>
                  </a:lnTo>
                  <a:lnTo>
                    <a:pt x="46860" y="175578"/>
                  </a:lnTo>
                  <a:lnTo>
                    <a:pt x="37803" y="179648"/>
                  </a:lnTo>
                  <a:lnTo>
                    <a:pt x="30771" y="175763"/>
                  </a:lnTo>
                  <a:lnTo>
                    <a:pt x="22951" y="158088"/>
                  </a:lnTo>
                  <a:lnTo>
                    <a:pt x="9563" y="146839"/>
                  </a:lnTo>
                  <a:lnTo>
                    <a:pt x="0" y="128888"/>
                  </a:lnTo>
                  <a:lnTo>
                    <a:pt x="619" y="120706"/>
                  </a:lnTo>
                  <a:lnTo>
                    <a:pt x="4894" y="106349"/>
                  </a:lnTo>
                  <a:lnTo>
                    <a:pt x="15751" y="95751"/>
                  </a:lnTo>
                  <a:lnTo>
                    <a:pt x="24527" y="97875"/>
                  </a:lnTo>
                  <a:lnTo>
                    <a:pt x="44834" y="133439"/>
                  </a:lnTo>
                  <a:lnTo>
                    <a:pt x="69474" y="128129"/>
                  </a:lnTo>
                  <a:lnTo>
                    <a:pt x="72286" y="106349"/>
                  </a:lnTo>
                  <a:lnTo>
                    <a:pt x="77518" y="114785"/>
                  </a:lnTo>
                  <a:lnTo>
                    <a:pt x="80612" y="113829"/>
                  </a:lnTo>
                  <a:lnTo>
                    <a:pt x="81625" y="107886"/>
                  </a:lnTo>
                  <a:lnTo>
                    <a:pt x="77237" y="93624"/>
                  </a:lnTo>
                  <a:lnTo>
                    <a:pt x="68011" y="89169"/>
                  </a:lnTo>
                  <a:lnTo>
                    <a:pt x="67842" y="82758"/>
                  </a:lnTo>
                  <a:lnTo>
                    <a:pt x="73974" y="75349"/>
                  </a:lnTo>
                  <a:lnTo>
                    <a:pt x="90119" y="81006"/>
                  </a:lnTo>
                  <a:lnTo>
                    <a:pt x="73186" y="65162"/>
                  </a:lnTo>
                  <a:lnTo>
                    <a:pt x="56816" y="74176"/>
                  </a:lnTo>
                  <a:lnTo>
                    <a:pt x="39265" y="57288"/>
                  </a:lnTo>
                  <a:lnTo>
                    <a:pt x="37015" y="51163"/>
                  </a:lnTo>
                  <a:lnTo>
                    <a:pt x="43259" y="41838"/>
                  </a:lnTo>
                  <a:lnTo>
                    <a:pt x="54117" y="38652"/>
                  </a:lnTo>
                  <a:lnTo>
                    <a:pt x="68349" y="55314"/>
                  </a:lnTo>
                  <a:lnTo>
                    <a:pt x="65648" y="41440"/>
                  </a:lnTo>
                  <a:lnTo>
                    <a:pt x="56535" y="32266"/>
                  </a:lnTo>
                  <a:lnTo>
                    <a:pt x="53835" y="20231"/>
                  </a:lnTo>
                  <a:lnTo>
                    <a:pt x="56029" y="15799"/>
                  </a:lnTo>
                  <a:lnTo>
                    <a:pt x="69530" y="11559"/>
                  </a:lnTo>
                  <a:lnTo>
                    <a:pt x="84888" y="17009"/>
                  </a:lnTo>
                  <a:lnTo>
                    <a:pt x="87363" y="11155"/>
                  </a:lnTo>
                  <a:lnTo>
                    <a:pt x="86518" y="9941"/>
                  </a:lnTo>
                  <a:lnTo>
                    <a:pt x="77631" y="8322"/>
                  </a:lnTo>
                  <a:lnTo>
                    <a:pt x="80330" y="18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oPE_MapPart_CAN_12_22" descr="Kanada">
              <a:extLst>
                <a:ext uri="{FF2B5EF4-FFF2-40B4-BE49-F238E27FC236}">
                  <a16:creationId xmlns:a16="http://schemas.microsoft.com/office/drawing/2014/main" id="{4741799D-92EF-EECF-25F7-090491A7D729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6234638" y="3357833"/>
              <a:ext cx="216467" cy="203249"/>
            </a:xfrm>
            <a:custGeom>
              <a:avLst/>
              <a:gdLst/>
              <a:ahLst/>
              <a:cxnLst/>
              <a:rect l="0" t="0" r="0" b="0"/>
              <a:pathLst>
                <a:path w="216467" h="203249">
                  <a:moveTo>
                    <a:pt x="70880" y="49410"/>
                  </a:moveTo>
                  <a:lnTo>
                    <a:pt x="73356" y="49813"/>
                  </a:lnTo>
                  <a:lnTo>
                    <a:pt x="80500" y="35380"/>
                  </a:lnTo>
                  <a:lnTo>
                    <a:pt x="83988" y="34568"/>
                  </a:lnTo>
                  <a:lnTo>
                    <a:pt x="91301" y="41463"/>
                  </a:lnTo>
                  <a:lnTo>
                    <a:pt x="96983" y="52634"/>
                  </a:lnTo>
                  <a:lnTo>
                    <a:pt x="115546" y="59065"/>
                  </a:lnTo>
                  <a:lnTo>
                    <a:pt x="123928" y="71200"/>
                  </a:lnTo>
                  <a:lnTo>
                    <a:pt x="141311" y="84979"/>
                  </a:lnTo>
                  <a:lnTo>
                    <a:pt x="153686" y="89330"/>
                  </a:lnTo>
                  <a:lnTo>
                    <a:pt x="160606" y="94987"/>
                  </a:lnTo>
                  <a:lnTo>
                    <a:pt x="168819" y="110818"/>
                  </a:lnTo>
                  <a:lnTo>
                    <a:pt x="172250" y="126136"/>
                  </a:lnTo>
                  <a:lnTo>
                    <a:pt x="172138" y="131043"/>
                  </a:lnTo>
                  <a:lnTo>
                    <a:pt x="165669" y="140181"/>
                  </a:lnTo>
                  <a:lnTo>
                    <a:pt x="182938" y="135939"/>
                  </a:lnTo>
                  <a:lnTo>
                    <a:pt x="192670" y="139154"/>
                  </a:lnTo>
                  <a:lnTo>
                    <a:pt x="195877" y="134265"/>
                  </a:lnTo>
                  <a:lnTo>
                    <a:pt x="198746" y="134910"/>
                  </a:lnTo>
                  <a:lnTo>
                    <a:pt x="206903" y="146207"/>
                  </a:lnTo>
                  <a:lnTo>
                    <a:pt x="203753" y="148382"/>
                  </a:lnTo>
                  <a:lnTo>
                    <a:pt x="216466" y="155403"/>
                  </a:lnTo>
                  <a:lnTo>
                    <a:pt x="191939" y="179468"/>
                  </a:lnTo>
                  <a:lnTo>
                    <a:pt x="163306" y="165191"/>
                  </a:lnTo>
                  <a:lnTo>
                    <a:pt x="150311" y="162145"/>
                  </a:lnTo>
                  <a:lnTo>
                    <a:pt x="147555" y="146591"/>
                  </a:lnTo>
                  <a:lnTo>
                    <a:pt x="129835" y="139796"/>
                  </a:lnTo>
                  <a:lnTo>
                    <a:pt x="130398" y="132333"/>
                  </a:lnTo>
                  <a:lnTo>
                    <a:pt x="128878" y="130011"/>
                  </a:lnTo>
                  <a:lnTo>
                    <a:pt x="121397" y="131173"/>
                  </a:lnTo>
                  <a:lnTo>
                    <a:pt x="112677" y="137226"/>
                  </a:lnTo>
                  <a:lnTo>
                    <a:pt x="108121" y="154638"/>
                  </a:lnTo>
                  <a:lnTo>
                    <a:pt x="98951" y="165444"/>
                  </a:lnTo>
                  <a:lnTo>
                    <a:pt x="90007" y="170762"/>
                  </a:lnTo>
                  <a:lnTo>
                    <a:pt x="79881" y="190016"/>
                  </a:lnTo>
                  <a:lnTo>
                    <a:pt x="69586" y="197766"/>
                  </a:lnTo>
                  <a:lnTo>
                    <a:pt x="56142" y="203248"/>
                  </a:lnTo>
                  <a:lnTo>
                    <a:pt x="52879" y="201879"/>
                  </a:lnTo>
                  <a:lnTo>
                    <a:pt x="46072" y="165571"/>
                  </a:lnTo>
                  <a:lnTo>
                    <a:pt x="44385" y="162653"/>
                  </a:lnTo>
                  <a:lnTo>
                    <a:pt x="19127" y="165317"/>
                  </a:lnTo>
                  <a:lnTo>
                    <a:pt x="8551" y="171900"/>
                  </a:lnTo>
                  <a:lnTo>
                    <a:pt x="1126" y="170762"/>
                  </a:lnTo>
                  <a:lnTo>
                    <a:pt x="0" y="164683"/>
                  </a:lnTo>
                  <a:lnTo>
                    <a:pt x="7989" y="148382"/>
                  </a:lnTo>
                  <a:lnTo>
                    <a:pt x="29253" y="131559"/>
                  </a:lnTo>
                  <a:lnTo>
                    <a:pt x="26046" y="114333"/>
                  </a:lnTo>
                  <a:lnTo>
                    <a:pt x="25427" y="100627"/>
                  </a:lnTo>
                  <a:lnTo>
                    <a:pt x="31278" y="68007"/>
                  </a:lnTo>
                  <a:lnTo>
                    <a:pt x="34822" y="28871"/>
                  </a:lnTo>
                  <a:lnTo>
                    <a:pt x="38366" y="16062"/>
                  </a:lnTo>
                  <a:lnTo>
                    <a:pt x="42978" y="6331"/>
                  </a:lnTo>
                  <a:lnTo>
                    <a:pt x="52036" y="0"/>
                  </a:lnTo>
                  <a:lnTo>
                    <a:pt x="62892" y="12778"/>
                  </a:lnTo>
                  <a:lnTo>
                    <a:pt x="65086" y="22204"/>
                  </a:lnTo>
                  <a:lnTo>
                    <a:pt x="60867" y="30636"/>
                  </a:lnTo>
                  <a:lnTo>
                    <a:pt x="66661" y="361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oPE_MapPart_CAN_13_23" descr="Kanada">
              <a:extLst>
                <a:ext uri="{FF2B5EF4-FFF2-40B4-BE49-F238E27FC236}">
                  <a16:creationId xmlns:a16="http://schemas.microsoft.com/office/drawing/2014/main" id="{4778EE33-D58F-FE68-5EF8-32E84072C4E1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5970751" y="2590161"/>
              <a:ext cx="164938" cy="234321"/>
            </a:xfrm>
            <a:custGeom>
              <a:avLst/>
              <a:gdLst/>
              <a:ahLst/>
              <a:cxnLst/>
              <a:rect l="0" t="0" r="0" b="0"/>
              <a:pathLst>
                <a:path w="164938" h="234321">
                  <a:moveTo>
                    <a:pt x="76899" y="1856"/>
                  </a:moveTo>
                  <a:lnTo>
                    <a:pt x="95181" y="10903"/>
                  </a:lnTo>
                  <a:lnTo>
                    <a:pt x="106545" y="23373"/>
                  </a:lnTo>
                  <a:lnTo>
                    <a:pt x="125052" y="17046"/>
                  </a:lnTo>
                  <a:lnTo>
                    <a:pt x="142041" y="19294"/>
                  </a:lnTo>
                  <a:lnTo>
                    <a:pt x="161730" y="30694"/>
                  </a:lnTo>
                  <a:lnTo>
                    <a:pt x="164937" y="35154"/>
                  </a:lnTo>
                  <a:lnTo>
                    <a:pt x="164093" y="40006"/>
                  </a:lnTo>
                  <a:lnTo>
                    <a:pt x="158355" y="55491"/>
                  </a:lnTo>
                  <a:lnTo>
                    <a:pt x="146823" y="73032"/>
                  </a:lnTo>
                  <a:lnTo>
                    <a:pt x="136978" y="97669"/>
                  </a:lnTo>
                  <a:lnTo>
                    <a:pt x="127471" y="104899"/>
                  </a:lnTo>
                  <a:lnTo>
                    <a:pt x="131465" y="109380"/>
                  </a:lnTo>
                  <a:lnTo>
                    <a:pt x="130397" y="114820"/>
                  </a:lnTo>
                  <a:lnTo>
                    <a:pt x="120102" y="139299"/>
                  </a:lnTo>
                  <a:lnTo>
                    <a:pt x="109807" y="156454"/>
                  </a:lnTo>
                  <a:lnTo>
                    <a:pt x="101257" y="160245"/>
                  </a:lnTo>
                  <a:lnTo>
                    <a:pt x="71611" y="151514"/>
                  </a:lnTo>
                  <a:lnTo>
                    <a:pt x="44384" y="156074"/>
                  </a:lnTo>
                  <a:lnTo>
                    <a:pt x="58166" y="165540"/>
                  </a:lnTo>
                  <a:lnTo>
                    <a:pt x="65198" y="179836"/>
                  </a:lnTo>
                  <a:lnTo>
                    <a:pt x="64917" y="191232"/>
                  </a:lnTo>
                  <a:lnTo>
                    <a:pt x="55072" y="208660"/>
                  </a:lnTo>
                  <a:lnTo>
                    <a:pt x="49840" y="231405"/>
                  </a:lnTo>
                  <a:lnTo>
                    <a:pt x="46522" y="234320"/>
                  </a:lnTo>
                  <a:lnTo>
                    <a:pt x="35496" y="229946"/>
                  </a:lnTo>
                  <a:lnTo>
                    <a:pt x="19520" y="233045"/>
                  </a:lnTo>
                  <a:lnTo>
                    <a:pt x="13726" y="231587"/>
                  </a:lnTo>
                  <a:lnTo>
                    <a:pt x="14569" y="216027"/>
                  </a:lnTo>
                  <a:lnTo>
                    <a:pt x="11925" y="182832"/>
                  </a:lnTo>
                  <a:lnTo>
                    <a:pt x="2643" y="153606"/>
                  </a:lnTo>
                  <a:lnTo>
                    <a:pt x="956" y="142742"/>
                  </a:lnTo>
                  <a:lnTo>
                    <a:pt x="0" y="54490"/>
                  </a:lnTo>
                  <a:lnTo>
                    <a:pt x="7707" y="47865"/>
                  </a:lnTo>
                  <a:lnTo>
                    <a:pt x="29195" y="58093"/>
                  </a:lnTo>
                  <a:lnTo>
                    <a:pt x="22951" y="52284"/>
                  </a:lnTo>
                  <a:lnTo>
                    <a:pt x="15582" y="33736"/>
                  </a:lnTo>
                  <a:lnTo>
                    <a:pt x="15244" y="24799"/>
                  </a:lnTo>
                  <a:lnTo>
                    <a:pt x="18507" y="17660"/>
                  </a:lnTo>
                  <a:lnTo>
                    <a:pt x="35946" y="7413"/>
                  </a:lnTo>
                  <a:lnTo>
                    <a:pt x="57716" y="6796"/>
                  </a:lnTo>
                  <a:lnTo>
                    <a:pt x="6941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oPE_MapPart_CAN_14_24" descr="Kanada">
              <a:extLst>
                <a:ext uri="{FF2B5EF4-FFF2-40B4-BE49-F238E27FC236}">
                  <a16:creationId xmlns:a16="http://schemas.microsoft.com/office/drawing/2014/main" id="{E649DB18-087B-AF22-E2DE-22099B8AB6D2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5118502" y="2156966"/>
              <a:ext cx="232105" cy="234104"/>
            </a:xfrm>
            <a:custGeom>
              <a:avLst/>
              <a:gdLst/>
              <a:ahLst/>
              <a:cxnLst/>
              <a:rect l="0" t="0" r="0" b="0"/>
              <a:pathLst>
                <a:path w="232105" h="234104">
                  <a:moveTo>
                    <a:pt x="229741" y="26419"/>
                  </a:moveTo>
                  <a:lnTo>
                    <a:pt x="232104" y="32068"/>
                  </a:lnTo>
                  <a:lnTo>
                    <a:pt x="231147" y="36676"/>
                  </a:lnTo>
                  <a:lnTo>
                    <a:pt x="205439" y="58538"/>
                  </a:lnTo>
                  <a:lnTo>
                    <a:pt x="221640" y="86126"/>
                  </a:lnTo>
                  <a:lnTo>
                    <a:pt x="207802" y="91346"/>
                  </a:lnTo>
                  <a:lnTo>
                    <a:pt x="217365" y="117471"/>
                  </a:lnTo>
                  <a:lnTo>
                    <a:pt x="208815" y="130882"/>
                  </a:lnTo>
                  <a:lnTo>
                    <a:pt x="184456" y="141541"/>
                  </a:lnTo>
                  <a:lnTo>
                    <a:pt x="183050" y="162913"/>
                  </a:lnTo>
                  <a:lnTo>
                    <a:pt x="177144" y="174813"/>
                  </a:lnTo>
                  <a:lnTo>
                    <a:pt x="169043" y="175998"/>
                  </a:lnTo>
                  <a:lnTo>
                    <a:pt x="153404" y="158371"/>
                  </a:lnTo>
                  <a:lnTo>
                    <a:pt x="152561" y="153098"/>
                  </a:lnTo>
                  <a:lnTo>
                    <a:pt x="154304" y="135977"/>
                  </a:lnTo>
                  <a:lnTo>
                    <a:pt x="160042" y="107410"/>
                  </a:lnTo>
                  <a:lnTo>
                    <a:pt x="156948" y="104702"/>
                  </a:lnTo>
                  <a:lnTo>
                    <a:pt x="143785" y="114042"/>
                  </a:lnTo>
                  <a:lnTo>
                    <a:pt x="140410" y="124067"/>
                  </a:lnTo>
                  <a:lnTo>
                    <a:pt x="138553" y="139607"/>
                  </a:lnTo>
                  <a:lnTo>
                    <a:pt x="128484" y="144196"/>
                  </a:lnTo>
                  <a:lnTo>
                    <a:pt x="128203" y="150696"/>
                  </a:lnTo>
                  <a:lnTo>
                    <a:pt x="133097" y="156935"/>
                  </a:lnTo>
                  <a:lnTo>
                    <a:pt x="133659" y="163868"/>
                  </a:lnTo>
                  <a:lnTo>
                    <a:pt x="122127" y="192754"/>
                  </a:lnTo>
                  <a:lnTo>
                    <a:pt x="116670" y="195101"/>
                  </a:lnTo>
                  <a:lnTo>
                    <a:pt x="105588" y="167206"/>
                  </a:lnTo>
                  <a:lnTo>
                    <a:pt x="103789" y="168873"/>
                  </a:lnTo>
                  <a:lnTo>
                    <a:pt x="101651" y="175050"/>
                  </a:lnTo>
                  <a:lnTo>
                    <a:pt x="101988" y="191344"/>
                  </a:lnTo>
                  <a:lnTo>
                    <a:pt x="98838" y="196274"/>
                  </a:lnTo>
                  <a:lnTo>
                    <a:pt x="104744" y="204929"/>
                  </a:lnTo>
                  <a:lnTo>
                    <a:pt x="105532" y="211917"/>
                  </a:lnTo>
                  <a:lnTo>
                    <a:pt x="93438" y="229733"/>
                  </a:lnTo>
                  <a:lnTo>
                    <a:pt x="77911" y="234103"/>
                  </a:lnTo>
                  <a:lnTo>
                    <a:pt x="73073" y="210522"/>
                  </a:lnTo>
                  <a:lnTo>
                    <a:pt x="64186" y="187814"/>
                  </a:lnTo>
                  <a:lnTo>
                    <a:pt x="58841" y="209125"/>
                  </a:lnTo>
                  <a:lnTo>
                    <a:pt x="52766" y="213777"/>
                  </a:lnTo>
                  <a:lnTo>
                    <a:pt x="31052" y="207028"/>
                  </a:lnTo>
                  <a:lnTo>
                    <a:pt x="11531" y="217952"/>
                  </a:lnTo>
                  <a:lnTo>
                    <a:pt x="8156" y="210522"/>
                  </a:lnTo>
                  <a:lnTo>
                    <a:pt x="11138" y="201192"/>
                  </a:lnTo>
                  <a:lnTo>
                    <a:pt x="9169" y="195805"/>
                  </a:lnTo>
                  <a:lnTo>
                    <a:pt x="9675" y="190638"/>
                  </a:lnTo>
                  <a:lnTo>
                    <a:pt x="0" y="194163"/>
                  </a:lnTo>
                  <a:lnTo>
                    <a:pt x="14963" y="160524"/>
                  </a:lnTo>
                  <a:lnTo>
                    <a:pt x="41909" y="152138"/>
                  </a:lnTo>
                  <a:lnTo>
                    <a:pt x="56253" y="124311"/>
                  </a:lnTo>
                  <a:lnTo>
                    <a:pt x="75548" y="106180"/>
                  </a:lnTo>
                  <a:lnTo>
                    <a:pt x="81005" y="90850"/>
                  </a:lnTo>
                  <a:lnTo>
                    <a:pt x="119146" y="34886"/>
                  </a:lnTo>
                  <a:lnTo>
                    <a:pt x="153067" y="23846"/>
                  </a:lnTo>
                  <a:lnTo>
                    <a:pt x="171350" y="33093"/>
                  </a:lnTo>
                  <a:lnTo>
                    <a:pt x="179787" y="26933"/>
                  </a:lnTo>
                  <a:lnTo>
                    <a:pt x="189351" y="30016"/>
                  </a:lnTo>
                  <a:lnTo>
                    <a:pt x="193738" y="24103"/>
                  </a:lnTo>
                  <a:lnTo>
                    <a:pt x="183500" y="16621"/>
                  </a:lnTo>
                  <a:lnTo>
                    <a:pt x="183219" y="11962"/>
                  </a:lnTo>
                  <a:lnTo>
                    <a:pt x="189576" y="2607"/>
                  </a:lnTo>
                  <a:lnTo>
                    <a:pt x="199701" y="0"/>
                  </a:lnTo>
                  <a:lnTo>
                    <a:pt x="215452" y="124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oPE_MapPart_CAN_15_25" descr="Kanada">
              <a:extLst>
                <a:ext uri="{FF2B5EF4-FFF2-40B4-BE49-F238E27FC236}">
                  <a16:creationId xmlns:a16="http://schemas.microsoft.com/office/drawing/2014/main" id="{29B1E981-50AD-01F8-4529-81F4512E5129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5746803" y="2276639"/>
              <a:ext cx="170676" cy="218712"/>
            </a:xfrm>
            <a:custGeom>
              <a:avLst/>
              <a:gdLst/>
              <a:ahLst/>
              <a:cxnLst/>
              <a:rect l="0" t="0" r="0" b="0"/>
              <a:pathLst>
                <a:path w="170676" h="218712">
                  <a:moveTo>
                    <a:pt x="159312" y="30783"/>
                  </a:moveTo>
                  <a:lnTo>
                    <a:pt x="158130" y="48247"/>
                  </a:lnTo>
                  <a:lnTo>
                    <a:pt x="164600" y="68376"/>
                  </a:lnTo>
                  <a:lnTo>
                    <a:pt x="164600" y="77773"/>
                  </a:lnTo>
                  <a:lnTo>
                    <a:pt x="160887" y="94568"/>
                  </a:lnTo>
                  <a:lnTo>
                    <a:pt x="162405" y="111211"/>
                  </a:lnTo>
                  <a:lnTo>
                    <a:pt x="153348" y="122681"/>
                  </a:lnTo>
                  <a:lnTo>
                    <a:pt x="168481" y="133853"/>
                  </a:lnTo>
                  <a:lnTo>
                    <a:pt x="168425" y="149021"/>
                  </a:lnTo>
                  <a:lnTo>
                    <a:pt x="170675" y="165407"/>
                  </a:lnTo>
                  <a:lnTo>
                    <a:pt x="160774" y="154424"/>
                  </a:lnTo>
                  <a:lnTo>
                    <a:pt x="153743" y="165853"/>
                  </a:lnTo>
                  <a:lnTo>
                    <a:pt x="154530" y="185189"/>
                  </a:lnTo>
                  <a:lnTo>
                    <a:pt x="160549" y="198408"/>
                  </a:lnTo>
                  <a:lnTo>
                    <a:pt x="156218" y="202793"/>
                  </a:lnTo>
                  <a:lnTo>
                    <a:pt x="147780" y="192691"/>
                  </a:lnTo>
                  <a:lnTo>
                    <a:pt x="147555" y="198188"/>
                  </a:lnTo>
                  <a:lnTo>
                    <a:pt x="151380" y="209569"/>
                  </a:lnTo>
                  <a:lnTo>
                    <a:pt x="150198" y="211314"/>
                  </a:lnTo>
                  <a:lnTo>
                    <a:pt x="127978" y="216104"/>
                  </a:lnTo>
                  <a:lnTo>
                    <a:pt x="108514" y="210878"/>
                  </a:lnTo>
                  <a:lnTo>
                    <a:pt x="99120" y="218711"/>
                  </a:lnTo>
                  <a:lnTo>
                    <a:pt x="78306" y="213493"/>
                  </a:lnTo>
                  <a:lnTo>
                    <a:pt x="72343" y="194012"/>
                  </a:lnTo>
                  <a:lnTo>
                    <a:pt x="82862" y="186957"/>
                  </a:lnTo>
                  <a:lnTo>
                    <a:pt x="64580" y="174546"/>
                  </a:lnTo>
                  <a:lnTo>
                    <a:pt x="65199" y="167194"/>
                  </a:lnTo>
                  <a:lnTo>
                    <a:pt x="78700" y="160260"/>
                  </a:lnTo>
                  <a:lnTo>
                    <a:pt x="95069" y="138621"/>
                  </a:lnTo>
                  <a:lnTo>
                    <a:pt x="112171" y="134308"/>
                  </a:lnTo>
                  <a:lnTo>
                    <a:pt x="112621" y="130441"/>
                  </a:lnTo>
                  <a:lnTo>
                    <a:pt x="41797" y="142019"/>
                  </a:lnTo>
                  <a:lnTo>
                    <a:pt x="8045" y="153750"/>
                  </a:lnTo>
                  <a:lnTo>
                    <a:pt x="0" y="142924"/>
                  </a:lnTo>
                  <a:lnTo>
                    <a:pt x="17045" y="120393"/>
                  </a:lnTo>
                  <a:lnTo>
                    <a:pt x="16482" y="116037"/>
                  </a:lnTo>
                  <a:lnTo>
                    <a:pt x="20420" y="107987"/>
                  </a:lnTo>
                  <a:lnTo>
                    <a:pt x="26721" y="106834"/>
                  </a:lnTo>
                  <a:lnTo>
                    <a:pt x="48041" y="122910"/>
                  </a:lnTo>
                  <a:lnTo>
                    <a:pt x="57042" y="117873"/>
                  </a:lnTo>
                  <a:lnTo>
                    <a:pt x="47198" y="119019"/>
                  </a:lnTo>
                  <a:lnTo>
                    <a:pt x="40391" y="102446"/>
                  </a:lnTo>
                  <a:lnTo>
                    <a:pt x="42697" y="92942"/>
                  </a:lnTo>
                  <a:lnTo>
                    <a:pt x="30434" y="86656"/>
                  </a:lnTo>
                  <a:lnTo>
                    <a:pt x="29252" y="78944"/>
                  </a:lnTo>
                  <a:lnTo>
                    <a:pt x="39659" y="63660"/>
                  </a:lnTo>
                  <a:lnTo>
                    <a:pt x="38759" y="61297"/>
                  </a:lnTo>
                  <a:lnTo>
                    <a:pt x="27733" y="61533"/>
                  </a:lnTo>
                  <a:lnTo>
                    <a:pt x="20645" y="54902"/>
                  </a:lnTo>
                  <a:lnTo>
                    <a:pt x="26046" y="39655"/>
                  </a:lnTo>
                  <a:lnTo>
                    <a:pt x="31559" y="32705"/>
                  </a:lnTo>
                  <a:lnTo>
                    <a:pt x="45566" y="38220"/>
                  </a:lnTo>
                  <a:lnTo>
                    <a:pt x="51866" y="46818"/>
                  </a:lnTo>
                  <a:lnTo>
                    <a:pt x="54454" y="59878"/>
                  </a:lnTo>
                  <a:lnTo>
                    <a:pt x="84156" y="97120"/>
                  </a:lnTo>
                  <a:lnTo>
                    <a:pt x="91638" y="101752"/>
                  </a:lnTo>
                  <a:lnTo>
                    <a:pt x="97151" y="97120"/>
                  </a:lnTo>
                  <a:lnTo>
                    <a:pt x="88094" y="88055"/>
                  </a:lnTo>
                  <a:lnTo>
                    <a:pt x="83931" y="76836"/>
                  </a:lnTo>
                  <a:lnTo>
                    <a:pt x="101764" y="73081"/>
                  </a:lnTo>
                  <a:lnTo>
                    <a:pt x="74480" y="60351"/>
                  </a:lnTo>
                  <a:lnTo>
                    <a:pt x="88150" y="51103"/>
                  </a:lnTo>
                  <a:lnTo>
                    <a:pt x="61823" y="34625"/>
                  </a:lnTo>
                  <a:lnTo>
                    <a:pt x="59629" y="29581"/>
                  </a:lnTo>
                  <a:lnTo>
                    <a:pt x="61486" y="23075"/>
                  </a:lnTo>
                  <a:lnTo>
                    <a:pt x="75325" y="10966"/>
                  </a:lnTo>
                  <a:lnTo>
                    <a:pt x="93269" y="8535"/>
                  </a:lnTo>
                  <a:lnTo>
                    <a:pt x="97770" y="9508"/>
                  </a:lnTo>
                  <a:lnTo>
                    <a:pt x="113408" y="32465"/>
                  </a:lnTo>
                  <a:lnTo>
                    <a:pt x="122128" y="30783"/>
                  </a:lnTo>
                  <a:lnTo>
                    <a:pt x="117965" y="10723"/>
                  </a:lnTo>
                  <a:lnTo>
                    <a:pt x="127753" y="0"/>
                  </a:lnTo>
                  <a:lnTo>
                    <a:pt x="158524" y="266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oPE_MapPart_CAN_16_26" descr="Kanada">
              <a:extLst>
                <a:ext uri="{FF2B5EF4-FFF2-40B4-BE49-F238E27FC236}">
                  <a16:creationId xmlns:a16="http://schemas.microsoft.com/office/drawing/2014/main" id="{FDB62960-1B8E-85DB-84DA-F26F1586F588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5660116" y="1874891"/>
              <a:ext cx="205384" cy="245982"/>
            </a:xfrm>
            <a:custGeom>
              <a:avLst/>
              <a:gdLst/>
              <a:ahLst/>
              <a:cxnLst/>
              <a:rect l="0" t="0" r="0" b="0"/>
              <a:pathLst>
                <a:path w="205384" h="245982">
                  <a:moveTo>
                    <a:pt x="67055" y="6079"/>
                  </a:moveTo>
                  <a:lnTo>
                    <a:pt x="83031" y="20283"/>
                  </a:lnTo>
                  <a:lnTo>
                    <a:pt x="91244" y="42724"/>
                  </a:lnTo>
                  <a:lnTo>
                    <a:pt x="91356" y="53989"/>
                  </a:lnTo>
                  <a:lnTo>
                    <a:pt x="88769" y="63422"/>
                  </a:lnTo>
                  <a:lnTo>
                    <a:pt x="92988" y="67827"/>
                  </a:lnTo>
                  <a:lnTo>
                    <a:pt x="93606" y="78064"/>
                  </a:lnTo>
                  <a:lnTo>
                    <a:pt x="98332" y="69293"/>
                  </a:lnTo>
                  <a:lnTo>
                    <a:pt x="99344" y="56647"/>
                  </a:lnTo>
                  <a:lnTo>
                    <a:pt x="120890" y="45398"/>
                  </a:lnTo>
                  <a:lnTo>
                    <a:pt x="141704" y="68413"/>
                  </a:lnTo>
                  <a:lnTo>
                    <a:pt x="138272" y="87083"/>
                  </a:lnTo>
                  <a:lnTo>
                    <a:pt x="138891" y="90563"/>
                  </a:lnTo>
                  <a:lnTo>
                    <a:pt x="160549" y="87664"/>
                  </a:lnTo>
                  <a:lnTo>
                    <a:pt x="173656" y="102401"/>
                  </a:lnTo>
                  <a:lnTo>
                    <a:pt x="187213" y="128689"/>
                  </a:lnTo>
                  <a:lnTo>
                    <a:pt x="178887" y="148159"/>
                  </a:lnTo>
                  <a:lnTo>
                    <a:pt x="181194" y="155163"/>
                  </a:lnTo>
                  <a:lnTo>
                    <a:pt x="181925" y="169090"/>
                  </a:lnTo>
                  <a:lnTo>
                    <a:pt x="187832" y="172694"/>
                  </a:lnTo>
                  <a:lnTo>
                    <a:pt x="201277" y="197450"/>
                  </a:lnTo>
                  <a:lnTo>
                    <a:pt x="205383" y="215665"/>
                  </a:lnTo>
                  <a:lnTo>
                    <a:pt x="200208" y="236645"/>
                  </a:lnTo>
                  <a:lnTo>
                    <a:pt x="175512" y="245981"/>
                  </a:lnTo>
                  <a:lnTo>
                    <a:pt x="155824" y="231556"/>
                  </a:lnTo>
                  <a:lnTo>
                    <a:pt x="150423" y="218639"/>
                  </a:lnTo>
                  <a:lnTo>
                    <a:pt x="148285" y="202089"/>
                  </a:lnTo>
                  <a:lnTo>
                    <a:pt x="140578" y="185939"/>
                  </a:lnTo>
                  <a:lnTo>
                    <a:pt x="109864" y="172694"/>
                  </a:lnTo>
                  <a:lnTo>
                    <a:pt x="92650" y="177396"/>
                  </a:lnTo>
                  <a:lnTo>
                    <a:pt x="87475" y="168535"/>
                  </a:lnTo>
                  <a:lnTo>
                    <a:pt x="88769" y="158794"/>
                  </a:lnTo>
                  <a:lnTo>
                    <a:pt x="59235" y="166591"/>
                  </a:lnTo>
                  <a:lnTo>
                    <a:pt x="50797" y="175738"/>
                  </a:lnTo>
                  <a:lnTo>
                    <a:pt x="38983" y="174355"/>
                  </a:lnTo>
                  <a:lnTo>
                    <a:pt x="25258" y="161583"/>
                  </a:lnTo>
                  <a:lnTo>
                    <a:pt x="18339" y="143663"/>
                  </a:lnTo>
                  <a:lnTo>
                    <a:pt x="18001" y="135767"/>
                  </a:lnTo>
                  <a:lnTo>
                    <a:pt x="26383" y="126134"/>
                  </a:lnTo>
                  <a:lnTo>
                    <a:pt x="62554" y="132373"/>
                  </a:lnTo>
                  <a:lnTo>
                    <a:pt x="65310" y="123859"/>
                  </a:lnTo>
                  <a:lnTo>
                    <a:pt x="61991" y="119303"/>
                  </a:lnTo>
                  <a:lnTo>
                    <a:pt x="48491" y="117306"/>
                  </a:lnTo>
                  <a:lnTo>
                    <a:pt x="68742" y="101249"/>
                  </a:lnTo>
                  <a:lnTo>
                    <a:pt x="43315" y="94035"/>
                  </a:lnTo>
                  <a:lnTo>
                    <a:pt x="52991" y="74268"/>
                  </a:lnTo>
                  <a:lnTo>
                    <a:pt x="44384" y="60185"/>
                  </a:lnTo>
                  <a:lnTo>
                    <a:pt x="21151" y="89693"/>
                  </a:lnTo>
                  <a:lnTo>
                    <a:pt x="18845" y="81852"/>
                  </a:lnTo>
                  <a:lnTo>
                    <a:pt x="26158" y="59891"/>
                  </a:lnTo>
                  <a:lnTo>
                    <a:pt x="25764" y="53989"/>
                  </a:lnTo>
                  <a:lnTo>
                    <a:pt x="1124" y="53102"/>
                  </a:lnTo>
                  <a:lnTo>
                    <a:pt x="0" y="31389"/>
                  </a:lnTo>
                  <a:lnTo>
                    <a:pt x="5737" y="4561"/>
                  </a:lnTo>
                  <a:lnTo>
                    <a:pt x="5827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oPE_MapPart_CYM_1_27" descr="Cayman Islands">
              <a:extLst>
                <a:ext uri="{FF2B5EF4-FFF2-40B4-BE49-F238E27FC236}">
                  <a16:creationId xmlns:a16="http://schemas.microsoft.com/office/drawing/2014/main" id="{1178F55E-F6E3-9B51-B42D-3C5B4747977A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6414932" y="5506417"/>
              <a:ext cx="9733" cy="3517"/>
            </a:xfrm>
            <a:custGeom>
              <a:avLst/>
              <a:gdLst/>
              <a:ahLst/>
              <a:cxnLst/>
              <a:rect l="0" t="0" r="0" b="0"/>
              <a:pathLst>
                <a:path w="9733" h="3517">
                  <a:moveTo>
                    <a:pt x="1576" y="1192"/>
                  </a:moveTo>
                  <a:lnTo>
                    <a:pt x="9058" y="1251"/>
                  </a:lnTo>
                  <a:lnTo>
                    <a:pt x="9732" y="2623"/>
                  </a:lnTo>
                  <a:lnTo>
                    <a:pt x="451" y="3516"/>
                  </a:lnTo>
                  <a:lnTo>
                    <a:pt x="0" y="297"/>
                  </a:lnTo>
                  <a:lnTo>
                    <a:pt x="90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oPE_MapPart_CYM_2_28" descr="Cayman Islands">
              <a:extLst>
                <a:ext uri="{FF2B5EF4-FFF2-40B4-BE49-F238E27FC236}">
                  <a16:creationId xmlns:a16="http://schemas.microsoft.com/office/drawing/2014/main" id="{731BA922-EB12-3886-3A25-B9683C3A7EFF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6455380" y="5495612"/>
              <a:ext cx="4669" cy="1434"/>
            </a:xfrm>
            <a:custGeom>
              <a:avLst/>
              <a:gdLst/>
              <a:ahLst/>
              <a:cxnLst/>
              <a:rect l="0" t="0" r="0" b="0"/>
              <a:pathLst>
                <a:path w="4669" h="1434">
                  <a:moveTo>
                    <a:pt x="4556" y="60"/>
                  </a:moveTo>
                  <a:lnTo>
                    <a:pt x="956" y="1433"/>
                  </a:lnTo>
                  <a:lnTo>
                    <a:pt x="0" y="1373"/>
                  </a:lnTo>
                  <a:lnTo>
                    <a:pt x="1293" y="119"/>
                  </a:lnTo>
                  <a:lnTo>
                    <a:pt x="466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oPE_MapPart_CYM_3_29" descr="Cayman Islands">
              <a:extLst>
                <a:ext uri="{FF2B5EF4-FFF2-40B4-BE49-F238E27FC236}">
                  <a16:creationId xmlns:a16="http://schemas.microsoft.com/office/drawing/2014/main" id="{E196F00E-6EAE-882D-43FB-AB7B0ECD67F7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6462242" y="5493998"/>
              <a:ext cx="5120" cy="1854"/>
            </a:xfrm>
            <a:custGeom>
              <a:avLst/>
              <a:gdLst/>
              <a:ahLst/>
              <a:cxnLst/>
              <a:rect l="0" t="0" r="0" b="0"/>
              <a:pathLst>
                <a:path w="5120" h="1854">
                  <a:moveTo>
                    <a:pt x="2588" y="1553"/>
                  </a:moveTo>
                  <a:lnTo>
                    <a:pt x="0" y="1853"/>
                  </a:lnTo>
                  <a:lnTo>
                    <a:pt x="3207" y="0"/>
                  </a:lnTo>
                  <a:lnTo>
                    <a:pt x="5119" y="2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oPE_MapPart_CRI_1_30" descr="Costa Rica">
              <a:extLst>
                <a:ext uri="{FF2B5EF4-FFF2-40B4-BE49-F238E27FC236}">
                  <a16:creationId xmlns:a16="http://schemas.microsoft.com/office/drawing/2014/main" id="{6963EA1D-3356-3D1E-C5B5-31AE11F335C2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6274635" y="5772196"/>
              <a:ext cx="104521" cy="98838"/>
            </a:xfrm>
            <a:custGeom>
              <a:avLst/>
              <a:gdLst/>
              <a:ahLst/>
              <a:cxnLst/>
              <a:rect l="0" t="0" r="0" b="0"/>
              <a:pathLst>
                <a:path w="104521" h="98838">
                  <a:moveTo>
                    <a:pt x="104520" y="51244"/>
                  </a:moveTo>
                  <a:lnTo>
                    <a:pt x="102045" y="53469"/>
                  </a:lnTo>
                  <a:lnTo>
                    <a:pt x="97095" y="50731"/>
                  </a:lnTo>
                  <a:lnTo>
                    <a:pt x="92763" y="55237"/>
                  </a:lnTo>
                  <a:lnTo>
                    <a:pt x="92763" y="67605"/>
                  </a:lnTo>
                  <a:lnTo>
                    <a:pt x="97657" y="69769"/>
                  </a:lnTo>
                  <a:lnTo>
                    <a:pt x="99401" y="72161"/>
                  </a:lnTo>
                  <a:lnTo>
                    <a:pt x="93494" y="77683"/>
                  </a:lnTo>
                  <a:lnTo>
                    <a:pt x="95407" y="81041"/>
                  </a:lnTo>
                  <a:lnTo>
                    <a:pt x="95238" y="86786"/>
                  </a:lnTo>
                  <a:lnTo>
                    <a:pt x="90063" y="90426"/>
                  </a:lnTo>
                  <a:lnTo>
                    <a:pt x="93607" y="94802"/>
                  </a:lnTo>
                  <a:lnTo>
                    <a:pt x="94675" y="98837"/>
                  </a:lnTo>
                  <a:lnTo>
                    <a:pt x="87025" y="89914"/>
                  </a:lnTo>
                  <a:lnTo>
                    <a:pt x="85844" y="82520"/>
                  </a:lnTo>
                  <a:lnTo>
                    <a:pt x="81962" y="80074"/>
                  </a:lnTo>
                  <a:lnTo>
                    <a:pt x="78643" y="78423"/>
                  </a:lnTo>
                  <a:lnTo>
                    <a:pt x="76224" y="78765"/>
                  </a:lnTo>
                  <a:lnTo>
                    <a:pt x="81568" y="85080"/>
                  </a:lnTo>
                  <a:lnTo>
                    <a:pt x="81793" y="88265"/>
                  </a:lnTo>
                  <a:lnTo>
                    <a:pt x="72006" y="85933"/>
                  </a:lnTo>
                  <a:lnTo>
                    <a:pt x="67955" y="81667"/>
                  </a:lnTo>
                  <a:lnTo>
                    <a:pt x="71724" y="75691"/>
                  </a:lnTo>
                  <a:lnTo>
                    <a:pt x="70992" y="68345"/>
                  </a:lnTo>
                  <a:lnTo>
                    <a:pt x="62892" y="60710"/>
                  </a:lnTo>
                  <a:lnTo>
                    <a:pt x="52710" y="54837"/>
                  </a:lnTo>
                  <a:lnTo>
                    <a:pt x="41459" y="51473"/>
                  </a:lnTo>
                  <a:lnTo>
                    <a:pt x="39040" y="49019"/>
                  </a:lnTo>
                  <a:lnTo>
                    <a:pt x="39547" y="44454"/>
                  </a:lnTo>
                  <a:lnTo>
                    <a:pt x="37296" y="40970"/>
                  </a:lnTo>
                  <a:lnTo>
                    <a:pt x="27621" y="34115"/>
                  </a:lnTo>
                  <a:lnTo>
                    <a:pt x="20195" y="29658"/>
                  </a:lnTo>
                  <a:lnTo>
                    <a:pt x="20983" y="34402"/>
                  </a:lnTo>
                  <a:lnTo>
                    <a:pt x="23346" y="37258"/>
                  </a:lnTo>
                  <a:lnTo>
                    <a:pt x="29534" y="39886"/>
                  </a:lnTo>
                  <a:lnTo>
                    <a:pt x="31952" y="43482"/>
                  </a:lnTo>
                  <a:lnTo>
                    <a:pt x="24808" y="51073"/>
                  </a:lnTo>
                  <a:lnTo>
                    <a:pt x="18564" y="43768"/>
                  </a:lnTo>
                  <a:lnTo>
                    <a:pt x="8888" y="40914"/>
                  </a:lnTo>
                  <a:lnTo>
                    <a:pt x="3488" y="33602"/>
                  </a:lnTo>
                  <a:lnTo>
                    <a:pt x="1856" y="28514"/>
                  </a:lnTo>
                  <a:lnTo>
                    <a:pt x="2419" y="25140"/>
                  </a:lnTo>
                  <a:lnTo>
                    <a:pt x="7651" y="17588"/>
                  </a:lnTo>
                  <a:lnTo>
                    <a:pt x="7538" y="14153"/>
                  </a:lnTo>
                  <a:lnTo>
                    <a:pt x="0" y="9284"/>
                  </a:lnTo>
                  <a:lnTo>
                    <a:pt x="4894" y="6477"/>
                  </a:lnTo>
                  <a:lnTo>
                    <a:pt x="5119" y="4013"/>
                  </a:lnTo>
                  <a:lnTo>
                    <a:pt x="10126" y="0"/>
                  </a:lnTo>
                  <a:lnTo>
                    <a:pt x="31221" y="7738"/>
                  </a:lnTo>
                  <a:lnTo>
                    <a:pt x="37746" y="4357"/>
                  </a:lnTo>
                  <a:lnTo>
                    <a:pt x="48772" y="6649"/>
                  </a:lnTo>
                  <a:lnTo>
                    <a:pt x="54398" y="13007"/>
                  </a:lnTo>
                  <a:lnTo>
                    <a:pt x="62161" y="14439"/>
                  </a:lnTo>
                  <a:lnTo>
                    <a:pt x="68630" y="12835"/>
                  </a:lnTo>
                  <a:lnTo>
                    <a:pt x="70824" y="8654"/>
                  </a:lnTo>
                  <a:lnTo>
                    <a:pt x="80050" y="27771"/>
                  </a:lnTo>
                  <a:lnTo>
                    <a:pt x="97826" y="48277"/>
                  </a:lnTo>
                  <a:lnTo>
                    <a:pt x="103057" y="499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oPE_MapPart_CUB_1_31" descr="Kuba">
              <a:extLst>
                <a:ext uri="{FF2B5EF4-FFF2-40B4-BE49-F238E27FC236}">
                  <a16:creationId xmlns:a16="http://schemas.microsoft.com/office/drawing/2014/main" id="{84B97A24-1EFC-EF12-A53E-61C10E87ACA9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6306531" y="5378696"/>
              <a:ext cx="335444" cy="112075"/>
            </a:xfrm>
            <a:custGeom>
              <a:avLst/>
              <a:gdLst/>
              <a:ahLst/>
              <a:cxnLst/>
              <a:rect l="0" t="0" r="0" b="0"/>
              <a:pathLst>
                <a:path w="335444" h="112075">
                  <a:moveTo>
                    <a:pt x="95351" y="979"/>
                  </a:moveTo>
                  <a:lnTo>
                    <a:pt x="103508" y="2508"/>
                  </a:lnTo>
                  <a:lnTo>
                    <a:pt x="113296" y="1162"/>
                  </a:lnTo>
                  <a:lnTo>
                    <a:pt x="113014" y="2141"/>
                  </a:lnTo>
                  <a:lnTo>
                    <a:pt x="117009" y="4648"/>
                  </a:lnTo>
                  <a:lnTo>
                    <a:pt x="132422" y="2997"/>
                  </a:lnTo>
                  <a:lnTo>
                    <a:pt x="141367" y="8437"/>
                  </a:lnTo>
                  <a:lnTo>
                    <a:pt x="150423" y="8437"/>
                  </a:lnTo>
                  <a:lnTo>
                    <a:pt x="154024" y="10697"/>
                  </a:lnTo>
                  <a:lnTo>
                    <a:pt x="158355" y="10331"/>
                  </a:lnTo>
                  <a:lnTo>
                    <a:pt x="157399" y="12345"/>
                  </a:lnTo>
                  <a:lnTo>
                    <a:pt x="162856" y="15213"/>
                  </a:lnTo>
                  <a:lnTo>
                    <a:pt x="166850" y="20822"/>
                  </a:lnTo>
                  <a:lnTo>
                    <a:pt x="175400" y="26545"/>
                  </a:lnTo>
                  <a:lnTo>
                    <a:pt x="193795" y="27944"/>
                  </a:lnTo>
                  <a:lnTo>
                    <a:pt x="210784" y="36635"/>
                  </a:lnTo>
                  <a:lnTo>
                    <a:pt x="219503" y="43673"/>
                  </a:lnTo>
                  <a:lnTo>
                    <a:pt x="226591" y="47128"/>
                  </a:lnTo>
                  <a:lnTo>
                    <a:pt x="230979" y="47431"/>
                  </a:lnTo>
                  <a:lnTo>
                    <a:pt x="228279" y="44037"/>
                  </a:lnTo>
                  <a:lnTo>
                    <a:pt x="230979" y="44643"/>
                  </a:lnTo>
                  <a:lnTo>
                    <a:pt x="242005" y="52335"/>
                  </a:lnTo>
                  <a:lnTo>
                    <a:pt x="240880" y="53848"/>
                  </a:lnTo>
                  <a:lnTo>
                    <a:pt x="235086" y="53364"/>
                  </a:lnTo>
                  <a:lnTo>
                    <a:pt x="238630" y="57719"/>
                  </a:lnTo>
                  <a:lnTo>
                    <a:pt x="240036" y="57840"/>
                  </a:lnTo>
                  <a:lnTo>
                    <a:pt x="243412" y="54151"/>
                  </a:lnTo>
                  <a:lnTo>
                    <a:pt x="251625" y="60498"/>
                  </a:lnTo>
                  <a:lnTo>
                    <a:pt x="250668" y="62854"/>
                  </a:lnTo>
                  <a:lnTo>
                    <a:pt x="255056" y="61888"/>
                  </a:lnTo>
                  <a:lnTo>
                    <a:pt x="257531" y="64364"/>
                  </a:lnTo>
                  <a:lnTo>
                    <a:pt x="269682" y="66296"/>
                  </a:lnTo>
                  <a:lnTo>
                    <a:pt x="275477" y="69433"/>
                  </a:lnTo>
                  <a:lnTo>
                    <a:pt x="286446" y="70216"/>
                  </a:lnTo>
                  <a:lnTo>
                    <a:pt x="290383" y="74074"/>
                  </a:lnTo>
                  <a:lnTo>
                    <a:pt x="288302" y="77327"/>
                  </a:lnTo>
                  <a:lnTo>
                    <a:pt x="290383" y="79374"/>
                  </a:lnTo>
                  <a:lnTo>
                    <a:pt x="285884" y="80217"/>
                  </a:lnTo>
                  <a:lnTo>
                    <a:pt x="286390" y="83465"/>
                  </a:lnTo>
                  <a:lnTo>
                    <a:pt x="302366" y="83465"/>
                  </a:lnTo>
                  <a:lnTo>
                    <a:pt x="310298" y="84849"/>
                  </a:lnTo>
                  <a:lnTo>
                    <a:pt x="317386" y="88154"/>
                  </a:lnTo>
                  <a:lnTo>
                    <a:pt x="324249" y="94460"/>
                  </a:lnTo>
                  <a:lnTo>
                    <a:pt x="335049" y="97579"/>
                  </a:lnTo>
                  <a:lnTo>
                    <a:pt x="335443" y="101656"/>
                  </a:lnTo>
                  <a:lnTo>
                    <a:pt x="332349" y="104651"/>
                  </a:lnTo>
                  <a:lnTo>
                    <a:pt x="320423" y="105370"/>
                  </a:lnTo>
                  <a:lnTo>
                    <a:pt x="305403" y="110577"/>
                  </a:lnTo>
                  <a:lnTo>
                    <a:pt x="304278" y="106987"/>
                  </a:lnTo>
                  <a:lnTo>
                    <a:pt x="299947" y="110817"/>
                  </a:lnTo>
                  <a:lnTo>
                    <a:pt x="291790" y="110877"/>
                  </a:lnTo>
                  <a:lnTo>
                    <a:pt x="285096" y="108603"/>
                  </a:lnTo>
                  <a:lnTo>
                    <a:pt x="272832" y="107645"/>
                  </a:lnTo>
                  <a:lnTo>
                    <a:pt x="224173" y="112074"/>
                  </a:lnTo>
                  <a:lnTo>
                    <a:pt x="229235" y="104531"/>
                  </a:lnTo>
                  <a:lnTo>
                    <a:pt x="243299" y="93679"/>
                  </a:lnTo>
                  <a:lnTo>
                    <a:pt x="243130" y="90917"/>
                  </a:lnTo>
                  <a:lnTo>
                    <a:pt x="239361" y="85811"/>
                  </a:lnTo>
                  <a:lnTo>
                    <a:pt x="215341" y="83405"/>
                  </a:lnTo>
                  <a:lnTo>
                    <a:pt x="211628" y="81902"/>
                  </a:lnTo>
                  <a:lnTo>
                    <a:pt x="199927" y="72085"/>
                  </a:lnTo>
                  <a:lnTo>
                    <a:pt x="197227" y="60015"/>
                  </a:lnTo>
                  <a:lnTo>
                    <a:pt x="192502" y="54029"/>
                  </a:lnTo>
                  <a:lnTo>
                    <a:pt x="189520" y="53122"/>
                  </a:lnTo>
                  <a:lnTo>
                    <a:pt x="175457" y="55058"/>
                  </a:lnTo>
                  <a:lnTo>
                    <a:pt x="145529" y="44643"/>
                  </a:lnTo>
                  <a:lnTo>
                    <a:pt x="137597" y="36149"/>
                  </a:lnTo>
                  <a:lnTo>
                    <a:pt x="137148" y="38152"/>
                  </a:lnTo>
                  <a:lnTo>
                    <a:pt x="120384" y="37849"/>
                  </a:lnTo>
                  <a:lnTo>
                    <a:pt x="115715" y="31289"/>
                  </a:lnTo>
                  <a:lnTo>
                    <a:pt x="114534" y="35481"/>
                  </a:lnTo>
                  <a:lnTo>
                    <a:pt x="112621" y="36635"/>
                  </a:lnTo>
                  <a:lnTo>
                    <a:pt x="110427" y="36817"/>
                  </a:lnTo>
                  <a:lnTo>
                    <a:pt x="107726" y="34145"/>
                  </a:lnTo>
                  <a:lnTo>
                    <a:pt x="94957" y="33112"/>
                  </a:lnTo>
                  <a:lnTo>
                    <a:pt x="87813" y="27214"/>
                  </a:lnTo>
                  <a:lnTo>
                    <a:pt x="99288" y="23563"/>
                  </a:lnTo>
                  <a:lnTo>
                    <a:pt x="99569" y="20334"/>
                  </a:lnTo>
                  <a:lnTo>
                    <a:pt x="95295" y="17591"/>
                  </a:lnTo>
                  <a:lnTo>
                    <a:pt x="67168" y="17043"/>
                  </a:lnTo>
                  <a:lnTo>
                    <a:pt x="47141" y="32808"/>
                  </a:lnTo>
                  <a:lnTo>
                    <a:pt x="30827" y="34570"/>
                  </a:lnTo>
                  <a:lnTo>
                    <a:pt x="26777" y="42217"/>
                  </a:lnTo>
                  <a:lnTo>
                    <a:pt x="20252" y="43733"/>
                  </a:lnTo>
                  <a:lnTo>
                    <a:pt x="12038" y="47854"/>
                  </a:lnTo>
                  <a:lnTo>
                    <a:pt x="12095" y="42703"/>
                  </a:lnTo>
                  <a:lnTo>
                    <a:pt x="8157" y="43006"/>
                  </a:lnTo>
                  <a:lnTo>
                    <a:pt x="1575" y="46098"/>
                  </a:lnTo>
                  <a:lnTo>
                    <a:pt x="0" y="45128"/>
                  </a:lnTo>
                  <a:lnTo>
                    <a:pt x="338" y="43916"/>
                  </a:lnTo>
                  <a:lnTo>
                    <a:pt x="11082" y="39245"/>
                  </a:lnTo>
                  <a:lnTo>
                    <a:pt x="16089" y="39124"/>
                  </a:lnTo>
                  <a:lnTo>
                    <a:pt x="17551" y="37788"/>
                  </a:lnTo>
                  <a:lnTo>
                    <a:pt x="15808" y="31714"/>
                  </a:lnTo>
                  <a:lnTo>
                    <a:pt x="16482" y="27518"/>
                  </a:lnTo>
                  <a:lnTo>
                    <a:pt x="26327" y="17835"/>
                  </a:lnTo>
                  <a:lnTo>
                    <a:pt x="50966" y="7582"/>
                  </a:lnTo>
                  <a:lnTo>
                    <a:pt x="69474" y="5016"/>
                  </a:lnTo>
                  <a:lnTo>
                    <a:pt x="8708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oPE_MapPart_CUB_2_32" descr="Kuba">
              <a:extLst>
                <a:ext uri="{FF2B5EF4-FFF2-40B4-BE49-F238E27FC236}">
                  <a16:creationId xmlns:a16="http://schemas.microsoft.com/office/drawing/2014/main" id="{D0090588-855D-0E9C-409E-D3D56FE324FC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6524347" y="5416059"/>
              <a:ext cx="8889" cy="5583"/>
            </a:xfrm>
            <a:custGeom>
              <a:avLst/>
              <a:gdLst/>
              <a:ahLst/>
              <a:cxnLst/>
              <a:rect l="0" t="0" r="0" b="0"/>
              <a:pathLst>
                <a:path w="8889" h="5583">
                  <a:moveTo>
                    <a:pt x="7819" y="4551"/>
                  </a:moveTo>
                  <a:lnTo>
                    <a:pt x="6526" y="5582"/>
                  </a:lnTo>
                  <a:lnTo>
                    <a:pt x="562" y="1699"/>
                  </a:lnTo>
                  <a:lnTo>
                    <a:pt x="0" y="0"/>
                  </a:lnTo>
                  <a:lnTo>
                    <a:pt x="8888" y="1154"/>
                  </a:lnTo>
                  <a:lnTo>
                    <a:pt x="8495" y="30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oPE_MapPart_CUB_3_33" descr="Kuba">
              <a:extLst>
                <a:ext uri="{FF2B5EF4-FFF2-40B4-BE49-F238E27FC236}">
                  <a16:creationId xmlns:a16="http://schemas.microsoft.com/office/drawing/2014/main" id="{64BFC294-C56F-DD77-FE20-5EAFF8C8B4D6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6513378" y="5404449"/>
              <a:ext cx="7595" cy="4929"/>
            </a:xfrm>
            <a:custGeom>
              <a:avLst/>
              <a:gdLst/>
              <a:ahLst/>
              <a:cxnLst/>
              <a:rect l="0" t="0" r="0" b="0"/>
              <a:pathLst>
                <a:path w="7595" h="4929">
                  <a:moveTo>
                    <a:pt x="7594" y="4928"/>
                  </a:moveTo>
                  <a:lnTo>
                    <a:pt x="2812" y="3712"/>
                  </a:lnTo>
                  <a:lnTo>
                    <a:pt x="0" y="974"/>
                  </a:lnTo>
                  <a:lnTo>
                    <a:pt x="3713" y="0"/>
                  </a:lnTo>
                  <a:lnTo>
                    <a:pt x="6468" y="425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oPE_MapPart_CUB_4_34" descr="Kuba">
              <a:extLst>
                <a:ext uri="{FF2B5EF4-FFF2-40B4-BE49-F238E27FC236}">
                  <a16:creationId xmlns:a16="http://schemas.microsoft.com/office/drawing/2014/main" id="{3CB90AAB-8ACF-0164-388D-0D5EFFB7462E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6500045" y="5400370"/>
              <a:ext cx="12883" cy="3290"/>
            </a:xfrm>
            <a:custGeom>
              <a:avLst/>
              <a:gdLst/>
              <a:ahLst/>
              <a:cxnLst/>
              <a:rect l="0" t="0" r="0" b="0"/>
              <a:pathLst>
                <a:path w="12883" h="3290">
                  <a:moveTo>
                    <a:pt x="2081" y="0"/>
                  </a:moveTo>
                  <a:lnTo>
                    <a:pt x="10801" y="487"/>
                  </a:lnTo>
                  <a:lnTo>
                    <a:pt x="12882" y="3289"/>
                  </a:lnTo>
                  <a:lnTo>
                    <a:pt x="4613" y="2984"/>
                  </a:lnTo>
                  <a:lnTo>
                    <a:pt x="0" y="6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oPE_MapPart_CUB_5_35" descr="Kuba">
              <a:extLst>
                <a:ext uri="{FF2B5EF4-FFF2-40B4-BE49-F238E27FC236}">
                  <a16:creationId xmlns:a16="http://schemas.microsoft.com/office/drawing/2014/main" id="{DD544077-6963-D7EE-78C1-93BD9CD73B37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6520521" y="5408950"/>
              <a:ext cx="6189" cy="5774"/>
            </a:xfrm>
            <a:custGeom>
              <a:avLst/>
              <a:gdLst/>
              <a:ahLst/>
              <a:cxnLst/>
              <a:rect l="0" t="0" r="0" b="0"/>
              <a:pathLst>
                <a:path w="6189" h="5774">
                  <a:moveTo>
                    <a:pt x="5064" y="5773"/>
                  </a:moveTo>
                  <a:lnTo>
                    <a:pt x="0" y="3283"/>
                  </a:lnTo>
                  <a:lnTo>
                    <a:pt x="1295" y="0"/>
                  </a:lnTo>
                  <a:lnTo>
                    <a:pt x="6188" y="50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oPE_MapPart_CUB_6_36" descr="Kuba">
              <a:extLst>
                <a:ext uri="{FF2B5EF4-FFF2-40B4-BE49-F238E27FC236}">
                  <a16:creationId xmlns:a16="http://schemas.microsoft.com/office/drawing/2014/main" id="{5C1AB578-F8F4-76F4-538C-530B6AB192F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6359804" y="5420975"/>
              <a:ext cx="19408" cy="16831"/>
            </a:xfrm>
            <a:custGeom>
              <a:avLst/>
              <a:gdLst/>
              <a:ahLst/>
              <a:cxnLst/>
              <a:rect l="0" t="0" r="0" b="0"/>
              <a:pathLst>
                <a:path w="19408" h="16831">
                  <a:moveTo>
                    <a:pt x="19407" y="12476"/>
                  </a:moveTo>
                  <a:lnTo>
                    <a:pt x="10294" y="16769"/>
                  </a:lnTo>
                  <a:lnTo>
                    <a:pt x="6975" y="16830"/>
                  </a:lnTo>
                  <a:lnTo>
                    <a:pt x="3656" y="15923"/>
                  </a:lnTo>
                  <a:lnTo>
                    <a:pt x="0" y="11750"/>
                  </a:lnTo>
                  <a:lnTo>
                    <a:pt x="112" y="10722"/>
                  </a:lnTo>
                  <a:lnTo>
                    <a:pt x="3994" y="13202"/>
                  </a:lnTo>
                  <a:lnTo>
                    <a:pt x="6581" y="11750"/>
                  </a:lnTo>
                  <a:lnTo>
                    <a:pt x="3150" y="5091"/>
                  </a:lnTo>
                  <a:lnTo>
                    <a:pt x="6019" y="0"/>
                  </a:lnTo>
                  <a:lnTo>
                    <a:pt x="14626" y="1758"/>
                  </a:lnTo>
                  <a:lnTo>
                    <a:pt x="19238" y="107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oPE_MapPart_CUB_7_37" descr="Kuba">
              <a:extLst>
                <a:ext uri="{FF2B5EF4-FFF2-40B4-BE49-F238E27FC236}">
                  <a16:creationId xmlns:a16="http://schemas.microsoft.com/office/drawing/2014/main" id="{C0B5E4DE-2980-4DB2-87FC-C01FE13BF2EC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6470906" y="5391774"/>
              <a:ext cx="8720" cy="4819"/>
            </a:xfrm>
            <a:custGeom>
              <a:avLst/>
              <a:gdLst/>
              <a:ahLst/>
              <a:cxnLst/>
              <a:rect l="0" t="0" r="0" b="0"/>
              <a:pathLst>
                <a:path w="8720" h="4819">
                  <a:moveTo>
                    <a:pt x="8719" y="4818"/>
                  </a:moveTo>
                  <a:lnTo>
                    <a:pt x="3318" y="3233"/>
                  </a:lnTo>
                  <a:lnTo>
                    <a:pt x="0" y="0"/>
                  </a:lnTo>
                  <a:lnTo>
                    <a:pt x="1518" y="0"/>
                  </a:lnTo>
                  <a:lnTo>
                    <a:pt x="7706" y="42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oPE_MapPart_CUW_1_38" descr="Curaçao">
              <a:extLst>
                <a:ext uri="{FF2B5EF4-FFF2-40B4-BE49-F238E27FC236}">
                  <a16:creationId xmlns:a16="http://schemas.microsoft.com/office/drawing/2014/main" id="{605D3739-AF03-F762-B8F8-8E2F5231D98D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6787559" y="5722222"/>
              <a:ext cx="33754" cy="34536"/>
            </a:xfrm>
            <a:custGeom>
              <a:avLst/>
              <a:gdLst/>
              <a:ahLst/>
              <a:cxnLst/>
              <a:rect l="0" t="0" r="0" b="0"/>
              <a:pathLst>
                <a:path w="33754" h="34536">
                  <a:moveTo>
                    <a:pt x="0" y="0"/>
                  </a:moveTo>
                  <a:lnTo>
                    <a:pt x="33753" y="0"/>
                  </a:lnTo>
                  <a:lnTo>
                    <a:pt x="33753" y="34535"/>
                  </a:lnTo>
                  <a:lnTo>
                    <a:pt x="0" y="345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oPE_MapPart_DMA_1_39" descr="Dominica">
              <a:extLst>
                <a:ext uri="{FF2B5EF4-FFF2-40B4-BE49-F238E27FC236}">
                  <a16:creationId xmlns:a16="http://schemas.microsoft.com/office/drawing/2014/main" id="{CD1523B1-6C02-3E7C-3CD4-7C572A360B97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024783" y="5618438"/>
              <a:ext cx="33753" cy="35016"/>
            </a:xfrm>
            <a:custGeom>
              <a:avLst/>
              <a:gdLst/>
              <a:ahLst/>
              <a:cxnLst/>
              <a:rect l="0" t="0" r="0" b="0"/>
              <a:pathLst>
                <a:path w="33753" h="35016">
                  <a:moveTo>
                    <a:pt x="0" y="0"/>
                  </a:moveTo>
                  <a:lnTo>
                    <a:pt x="33752" y="0"/>
                  </a:lnTo>
                  <a:lnTo>
                    <a:pt x="33752" y="35015"/>
                  </a:lnTo>
                  <a:lnTo>
                    <a:pt x="0" y="3501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oPE_MapPart_DOM_1_40" descr="Dominikanische Republik">
              <a:extLst>
                <a:ext uri="{FF2B5EF4-FFF2-40B4-BE49-F238E27FC236}">
                  <a16:creationId xmlns:a16="http://schemas.microsoft.com/office/drawing/2014/main" id="{51AB0428-5D1A-91FB-FB43-663816436145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6709310" y="5488855"/>
              <a:ext cx="114422" cy="75168"/>
            </a:xfrm>
            <a:custGeom>
              <a:avLst/>
              <a:gdLst/>
              <a:ahLst/>
              <a:cxnLst/>
              <a:rect l="0" t="0" r="0" b="0"/>
              <a:pathLst>
                <a:path w="114422" h="75168">
                  <a:moveTo>
                    <a:pt x="7257" y="61929"/>
                  </a:moveTo>
                  <a:lnTo>
                    <a:pt x="7426" y="51981"/>
                  </a:lnTo>
                  <a:lnTo>
                    <a:pt x="3994" y="49551"/>
                  </a:lnTo>
                  <a:lnTo>
                    <a:pt x="0" y="43559"/>
                  </a:lnTo>
                  <a:lnTo>
                    <a:pt x="4163" y="43025"/>
                  </a:lnTo>
                  <a:lnTo>
                    <a:pt x="8044" y="39106"/>
                  </a:lnTo>
                  <a:lnTo>
                    <a:pt x="8326" y="35006"/>
                  </a:lnTo>
                  <a:lnTo>
                    <a:pt x="6020" y="30724"/>
                  </a:lnTo>
                  <a:lnTo>
                    <a:pt x="11082" y="24891"/>
                  </a:lnTo>
                  <a:lnTo>
                    <a:pt x="7932" y="20840"/>
                  </a:lnTo>
                  <a:lnTo>
                    <a:pt x="9170" y="16309"/>
                  </a:lnTo>
                  <a:lnTo>
                    <a:pt x="6920" y="6458"/>
                  </a:lnTo>
                  <a:lnTo>
                    <a:pt x="11982" y="1196"/>
                  </a:lnTo>
                  <a:lnTo>
                    <a:pt x="17439" y="658"/>
                  </a:lnTo>
                  <a:lnTo>
                    <a:pt x="23852" y="2153"/>
                  </a:lnTo>
                  <a:lnTo>
                    <a:pt x="32684" y="0"/>
                  </a:lnTo>
                  <a:lnTo>
                    <a:pt x="42641" y="4605"/>
                  </a:lnTo>
                  <a:lnTo>
                    <a:pt x="48885" y="4724"/>
                  </a:lnTo>
                  <a:lnTo>
                    <a:pt x="56423" y="9147"/>
                  </a:lnTo>
                  <a:lnTo>
                    <a:pt x="63849" y="8011"/>
                  </a:lnTo>
                  <a:lnTo>
                    <a:pt x="65930" y="10758"/>
                  </a:lnTo>
                  <a:lnTo>
                    <a:pt x="68011" y="18098"/>
                  </a:lnTo>
                  <a:lnTo>
                    <a:pt x="70655" y="20364"/>
                  </a:lnTo>
                  <a:lnTo>
                    <a:pt x="83594" y="19410"/>
                  </a:lnTo>
                  <a:lnTo>
                    <a:pt x="86519" y="21258"/>
                  </a:lnTo>
                  <a:lnTo>
                    <a:pt x="83650" y="23640"/>
                  </a:lnTo>
                  <a:lnTo>
                    <a:pt x="74819" y="23462"/>
                  </a:lnTo>
                  <a:lnTo>
                    <a:pt x="74256" y="26380"/>
                  </a:lnTo>
                  <a:lnTo>
                    <a:pt x="96813" y="30665"/>
                  </a:lnTo>
                  <a:lnTo>
                    <a:pt x="103620" y="33401"/>
                  </a:lnTo>
                  <a:lnTo>
                    <a:pt x="114421" y="43085"/>
                  </a:lnTo>
                  <a:lnTo>
                    <a:pt x="111102" y="49491"/>
                  </a:lnTo>
                  <a:lnTo>
                    <a:pt x="107389" y="51567"/>
                  </a:lnTo>
                  <a:lnTo>
                    <a:pt x="104407" y="55951"/>
                  </a:lnTo>
                  <a:lnTo>
                    <a:pt x="102495" y="56069"/>
                  </a:lnTo>
                  <a:lnTo>
                    <a:pt x="95801" y="49788"/>
                  </a:lnTo>
                  <a:lnTo>
                    <a:pt x="85169" y="48780"/>
                  </a:lnTo>
                  <a:lnTo>
                    <a:pt x="69699" y="48662"/>
                  </a:lnTo>
                  <a:lnTo>
                    <a:pt x="61936" y="50915"/>
                  </a:lnTo>
                  <a:lnTo>
                    <a:pt x="56761" y="54944"/>
                  </a:lnTo>
                  <a:lnTo>
                    <a:pt x="47479" y="56069"/>
                  </a:lnTo>
                  <a:lnTo>
                    <a:pt x="42360" y="52159"/>
                  </a:lnTo>
                  <a:lnTo>
                    <a:pt x="38815" y="51863"/>
                  </a:lnTo>
                  <a:lnTo>
                    <a:pt x="29083" y="55003"/>
                  </a:lnTo>
                  <a:lnTo>
                    <a:pt x="27959" y="60923"/>
                  </a:lnTo>
                  <a:lnTo>
                    <a:pt x="18902" y="74871"/>
                  </a:lnTo>
                  <a:lnTo>
                    <a:pt x="17551" y="75167"/>
                  </a:lnTo>
                  <a:lnTo>
                    <a:pt x="11532" y="70679"/>
                  </a:lnTo>
                  <a:lnTo>
                    <a:pt x="9001" y="630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oPE_MapPart_SLV_1_41" descr="El Salvador">
              <a:extLst>
                <a:ext uri="{FF2B5EF4-FFF2-40B4-BE49-F238E27FC236}">
                  <a16:creationId xmlns:a16="http://schemas.microsoft.com/office/drawing/2014/main" id="{C95F54E5-0CB7-CA1C-6B1C-21D11740BB75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6143507" y="5668397"/>
              <a:ext cx="74144" cy="40666"/>
            </a:xfrm>
            <a:custGeom>
              <a:avLst/>
              <a:gdLst/>
              <a:ahLst/>
              <a:cxnLst/>
              <a:rect l="0" t="0" r="0" b="0"/>
              <a:pathLst>
                <a:path w="74144" h="40666">
                  <a:moveTo>
                    <a:pt x="23176" y="348"/>
                  </a:moveTo>
                  <a:lnTo>
                    <a:pt x="32740" y="3136"/>
                  </a:lnTo>
                  <a:lnTo>
                    <a:pt x="43653" y="12710"/>
                  </a:lnTo>
                  <a:lnTo>
                    <a:pt x="49729" y="14449"/>
                  </a:lnTo>
                  <a:lnTo>
                    <a:pt x="50685" y="18448"/>
                  </a:lnTo>
                  <a:lnTo>
                    <a:pt x="61035" y="14159"/>
                  </a:lnTo>
                  <a:lnTo>
                    <a:pt x="66042" y="17637"/>
                  </a:lnTo>
                  <a:lnTo>
                    <a:pt x="71949" y="17289"/>
                  </a:lnTo>
                  <a:lnTo>
                    <a:pt x="74143" y="18912"/>
                  </a:lnTo>
                  <a:lnTo>
                    <a:pt x="72568" y="29159"/>
                  </a:lnTo>
                  <a:lnTo>
                    <a:pt x="74143" y="30374"/>
                  </a:lnTo>
                  <a:lnTo>
                    <a:pt x="70824" y="33498"/>
                  </a:lnTo>
                  <a:lnTo>
                    <a:pt x="71386" y="36735"/>
                  </a:lnTo>
                  <a:lnTo>
                    <a:pt x="67955" y="40086"/>
                  </a:lnTo>
                  <a:lnTo>
                    <a:pt x="60135" y="40665"/>
                  </a:lnTo>
                  <a:lnTo>
                    <a:pt x="44328" y="36850"/>
                  </a:lnTo>
                  <a:lnTo>
                    <a:pt x="49785" y="40029"/>
                  </a:lnTo>
                  <a:lnTo>
                    <a:pt x="38646" y="36793"/>
                  </a:lnTo>
                  <a:lnTo>
                    <a:pt x="25820" y="30547"/>
                  </a:lnTo>
                  <a:lnTo>
                    <a:pt x="9394" y="27944"/>
                  </a:lnTo>
                  <a:lnTo>
                    <a:pt x="281" y="22271"/>
                  </a:lnTo>
                  <a:lnTo>
                    <a:pt x="0" y="19085"/>
                  </a:lnTo>
                  <a:lnTo>
                    <a:pt x="5063" y="13869"/>
                  </a:lnTo>
                  <a:lnTo>
                    <a:pt x="9732" y="12130"/>
                  </a:lnTo>
                  <a:lnTo>
                    <a:pt x="13557" y="7895"/>
                  </a:lnTo>
                  <a:lnTo>
                    <a:pt x="17439" y="5981"/>
                  </a:lnTo>
                  <a:lnTo>
                    <a:pt x="16595" y="1220"/>
                  </a:lnTo>
                  <a:lnTo>
                    <a:pt x="2255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oPE_MapPart_GRL_1_42" descr="Grönland">
              <a:extLst>
                <a:ext uri="{FF2B5EF4-FFF2-40B4-BE49-F238E27FC236}">
                  <a16:creationId xmlns:a16="http://schemas.microsoft.com/office/drawing/2014/main" id="{831FBA15-3024-F3CD-AFE1-1FA7B925DEE9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6683771" y="960120"/>
              <a:ext cx="1918489" cy="2817303"/>
            </a:xfrm>
            <a:custGeom>
              <a:avLst/>
              <a:gdLst/>
              <a:ahLst/>
              <a:cxnLst/>
              <a:rect l="0" t="0" r="0" b="0"/>
              <a:pathLst>
                <a:path w="1918489" h="2817303">
                  <a:moveTo>
                    <a:pt x="1339634" y="9562"/>
                  </a:moveTo>
                  <a:lnTo>
                    <a:pt x="1469525" y="92452"/>
                  </a:lnTo>
                  <a:lnTo>
                    <a:pt x="1457430" y="102967"/>
                  </a:lnTo>
                  <a:lnTo>
                    <a:pt x="1335247" y="119571"/>
                  </a:lnTo>
                  <a:lnTo>
                    <a:pt x="1275842" y="138361"/>
                  </a:lnTo>
                  <a:lnTo>
                    <a:pt x="1274604" y="164804"/>
                  </a:lnTo>
                  <a:lnTo>
                    <a:pt x="1339297" y="132276"/>
                  </a:lnTo>
                  <a:lnTo>
                    <a:pt x="1431834" y="143495"/>
                  </a:lnTo>
                  <a:lnTo>
                    <a:pt x="1490564" y="119099"/>
                  </a:lnTo>
                  <a:lnTo>
                    <a:pt x="1510927" y="191772"/>
                  </a:lnTo>
                  <a:lnTo>
                    <a:pt x="1528142" y="189956"/>
                  </a:lnTo>
                  <a:lnTo>
                    <a:pt x="1535174" y="206232"/>
                  </a:lnTo>
                  <a:lnTo>
                    <a:pt x="1571739" y="213867"/>
                  </a:lnTo>
                  <a:lnTo>
                    <a:pt x="1597784" y="240117"/>
                  </a:lnTo>
                  <a:lnTo>
                    <a:pt x="1603128" y="261631"/>
                  </a:lnTo>
                  <a:lnTo>
                    <a:pt x="1600147" y="272944"/>
                  </a:lnTo>
                  <a:lnTo>
                    <a:pt x="1573370" y="311989"/>
                  </a:lnTo>
                  <a:lnTo>
                    <a:pt x="1553231" y="325942"/>
                  </a:lnTo>
                  <a:lnTo>
                    <a:pt x="1351279" y="363871"/>
                  </a:lnTo>
                  <a:lnTo>
                    <a:pt x="1345260" y="370869"/>
                  </a:lnTo>
                  <a:lnTo>
                    <a:pt x="1341659" y="388043"/>
                  </a:lnTo>
                  <a:lnTo>
                    <a:pt x="1344022" y="410289"/>
                  </a:lnTo>
                  <a:lnTo>
                    <a:pt x="1352404" y="413903"/>
                  </a:lnTo>
                  <a:lnTo>
                    <a:pt x="1405676" y="389263"/>
                  </a:lnTo>
                  <a:lnTo>
                    <a:pt x="1489720" y="400211"/>
                  </a:lnTo>
                  <a:lnTo>
                    <a:pt x="1507215" y="426696"/>
                  </a:lnTo>
                  <a:lnTo>
                    <a:pt x="1516497" y="466490"/>
                  </a:lnTo>
                  <a:lnTo>
                    <a:pt x="1541418" y="450835"/>
                  </a:lnTo>
                  <a:lnTo>
                    <a:pt x="1553681" y="397784"/>
                  </a:lnTo>
                  <a:lnTo>
                    <a:pt x="1608866" y="384784"/>
                  </a:lnTo>
                  <a:lnTo>
                    <a:pt x="1615335" y="415107"/>
                  </a:lnTo>
                  <a:lnTo>
                    <a:pt x="1614829" y="467659"/>
                  </a:lnTo>
                  <a:lnTo>
                    <a:pt x="1612185" y="487798"/>
                  </a:lnTo>
                  <a:lnTo>
                    <a:pt x="1596772" y="541303"/>
                  </a:lnTo>
                  <a:lnTo>
                    <a:pt x="1554638" y="626754"/>
                  </a:lnTo>
                  <a:lnTo>
                    <a:pt x="1550756" y="642382"/>
                  </a:lnTo>
                  <a:lnTo>
                    <a:pt x="1550531" y="653663"/>
                  </a:lnTo>
                  <a:lnTo>
                    <a:pt x="1553231" y="655771"/>
                  </a:lnTo>
                  <a:lnTo>
                    <a:pt x="1562344" y="629606"/>
                  </a:lnTo>
                  <a:lnTo>
                    <a:pt x="1585352" y="608110"/>
                  </a:lnTo>
                  <a:lnTo>
                    <a:pt x="1622874" y="555828"/>
                  </a:lnTo>
                  <a:lnTo>
                    <a:pt x="1650157" y="495484"/>
                  </a:lnTo>
                  <a:lnTo>
                    <a:pt x="1662195" y="479692"/>
                  </a:lnTo>
                  <a:lnTo>
                    <a:pt x="1674908" y="479305"/>
                  </a:lnTo>
                  <a:lnTo>
                    <a:pt x="1677102" y="506572"/>
                  </a:lnTo>
                  <a:lnTo>
                    <a:pt x="1698872" y="509618"/>
                  </a:lnTo>
                  <a:lnTo>
                    <a:pt x="1730150" y="530803"/>
                  </a:lnTo>
                  <a:lnTo>
                    <a:pt x="1737351" y="524021"/>
                  </a:lnTo>
                  <a:lnTo>
                    <a:pt x="1771890" y="450048"/>
                  </a:lnTo>
                  <a:lnTo>
                    <a:pt x="1792817" y="436628"/>
                  </a:lnTo>
                  <a:lnTo>
                    <a:pt x="1830619" y="441771"/>
                  </a:lnTo>
                  <a:lnTo>
                    <a:pt x="1887098" y="470383"/>
                  </a:lnTo>
                  <a:lnTo>
                    <a:pt x="1905663" y="492798"/>
                  </a:lnTo>
                  <a:lnTo>
                    <a:pt x="1918488" y="518349"/>
                  </a:lnTo>
                  <a:lnTo>
                    <a:pt x="1855316" y="604503"/>
                  </a:lnTo>
                  <a:lnTo>
                    <a:pt x="1824038" y="613508"/>
                  </a:lnTo>
                  <a:lnTo>
                    <a:pt x="1822857" y="617456"/>
                  </a:lnTo>
                  <a:lnTo>
                    <a:pt x="1831013" y="637779"/>
                  </a:lnTo>
                  <a:lnTo>
                    <a:pt x="1830676" y="645209"/>
                  </a:lnTo>
                  <a:lnTo>
                    <a:pt x="1822406" y="658927"/>
                  </a:lnTo>
                  <a:lnTo>
                    <a:pt x="1800861" y="666969"/>
                  </a:lnTo>
                  <a:lnTo>
                    <a:pt x="1789948" y="680525"/>
                  </a:lnTo>
                  <a:lnTo>
                    <a:pt x="1765702" y="680871"/>
                  </a:lnTo>
                  <a:lnTo>
                    <a:pt x="1751920" y="695354"/>
                  </a:lnTo>
                  <a:lnTo>
                    <a:pt x="1757321" y="707336"/>
                  </a:lnTo>
                  <a:lnTo>
                    <a:pt x="1777629" y="722964"/>
                  </a:lnTo>
                  <a:lnTo>
                    <a:pt x="1777797" y="729043"/>
                  </a:lnTo>
                  <a:lnTo>
                    <a:pt x="1760414" y="755816"/>
                  </a:lnTo>
                  <a:lnTo>
                    <a:pt x="1744045" y="767077"/>
                  </a:lnTo>
                  <a:lnTo>
                    <a:pt x="1710968" y="770376"/>
                  </a:lnTo>
                  <a:lnTo>
                    <a:pt x="1668496" y="754487"/>
                  </a:lnTo>
                  <a:lnTo>
                    <a:pt x="1654825" y="775312"/>
                  </a:lnTo>
                  <a:lnTo>
                    <a:pt x="1645938" y="799473"/>
                  </a:lnTo>
                  <a:lnTo>
                    <a:pt x="1644475" y="812722"/>
                  </a:lnTo>
                  <a:lnTo>
                    <a:pt x="1644981" y="826834"/>
                  </a:lnTo>
                  <a:lnTo>
                    <a:pt x="1648525" y="841789"/>
                  </a:lnTo>
                  <a:lnTo>
                    <a:pt x="1670859" y="848747"/>
                  </a:lnTo>
                  <a:lnTo>
                    <a:pt x="1673052" y="857878"/>
                  </a:lnTo>
                  <a:lnTo>
                    <a:pt x="1669452" y="891487"/>
                  </a:lnTo>
                  <a:lnTo>
                    <a:pt x="1668946" y="915076"/>
                  </a:lnTo>
                  <a:lnTo>
                    <a:pt x="1677159" y="919028"/>
                  </a:lnTo>
                  <a:lnTo>
                    <a:pt x="1681546" y="931438"/>
                  </a:lnTo>
                  <a:lnTo>
                    <a:pt x="1682841" y="938363"/>
                  </a:lnTo>
                  <a:lnTo>
                    <a:pt x="1682165" y="943764"/>
                  </a:lnTo>
                  <a:lnTo>
                    <a:pt x="1659326" y="962543"/>
                  </a:lnTo>
                  <a:lnTo>
                    <a:pt x="1654207" y="987870"/>
                  </a:lnTo>
                  <a:lnTo>
                    <a:pt x="1649088" y="998950"/>
                  </a:lnTo>
                  <a:lnTo>
                    <a:pt x="1631424" y="1005044"/>
                  </a:lnTo>
                  <a:lnTo>
                    <a:pt x="1615223" y="1028362"/>
                  </a:lnTo>
                  <a:lnTo>
                    <a:pt x="1621073" y="1038346"/>
                  </a:lnTo>
                  <a:lnTo>
                    <a:pt x="1620792" y="1044594"/>
                  </a:lnTo>
                  <a:lnTo>
                    <a:pt x="1613310" y="1072170"/>
                  </a:lnTo>
                  <a:lnTo>
                    <a:pt x="1607010" y="1119039"/>
                  </a:lnTo>
                  <a:lnTo>
                    <a:pt x="1596040" y="1161284"/>
                  </a:lnTo>
                  <a:lnTo>
                    <a:pt x="1596603" y="1173479"/>
                  </a:lnTo>
                  <a:lnTo>
                    <a:pt x="1601328" y="1181652"/>
                  </a:lnTo>
                  <a:lnTo>
                    <a:pt x="1607516" y="1175064"/>
                  </a:lnTo>
                  <a:lnTo>
                    <a:pt x="1615279" y="1153020"/>
                  </a:lnTo>
                  <a:lnTo>
                    <a:pt x="1623717" y="1143375"/>
                  </a:lnTo>
                  <a:lnTo>
                    <a:pt x="1640705" y="1150613"/>
                  </a:lnTo>
                  <a:lnTo>
                    <a:pt x="1666583" y="1171893"/>
                  </a:lnTo>
                  <a:lnTo>
                    <a:pt x="1672658" y="1186119"/>
                  </a:lnTo>
                  <a:lnTo>
                    <a:pt x="1672658" y="1191359"/>
                  </a:lnTo>
                  <a:lnTo>
                    <a:pt x="1667315" y="1194235"/>
                  </a:lnTo>
                  <a:lnTo>
                    <a:pt x="1645600" y="1176120"/>
                  </a:lnTo>
                  <a:lnTo>
                    <a:pt x="1629399" y="1186381"/>
                  </a:lnTo>
                  <a:lnTo>
                    <a:pt x="1636149" y="1211398"/>
                  </a:lnTo>
                  <a:lnTo>
                    <a:pt x="1643406" y="1222751"/>
                  </a:lnTo>
                  <a:lnTo>
                    <a:pt x="1656625" y="1227888"/>
                  </a:lnTo>
                  <a:lnTo>
                    <a:pt x="1672545" y="1243469"/>
                  </a:lnTo>
                  <a:lnTo>
                    <a:pt x="1684921" y="1235056"/>
                  </a:lnTo>
                  <a:lnTo>
                    <a:pt x="1699323" y="1238120"/>
                  </a:lnTo>
                  <a:lnTo>
                    <a:pt x="1702585" y="1244486"/>
                  </a:lnTo>
                  <a:lnTo>
                    <a:pt x="1704048" y="1255889"/>
                  </a:lnTo>
                  <a:lnTo>
                    <a:pt x="1702642" y="1285460"/>
                  </a:lnTo>
                  <a:lnTo>
                    <a:pt x="1697186" y="1304994"/>
                  </a:lnTo>
                  <a:lnTo>
                    <a:pt x="1694204" y="1307207"/>
                  </a:lnTo>
                  <a:lnTo>
                    <a:pt x="1654882" y="1286454"/>
                  </a:lnTo>
                  <a:lnTo>
                    <a:pt x="1635418" y="1285460"/>
                  </a:lnTo>
                  <a:lnTo>
                    <a:pt x="1621241" y="1290177"/>
                  </a:lnTo>
                  <a:lnTo>
                    <a:pt x="1620680" y="1296365"/>
                  </a:lnTo>
                  <a:lnTo>
                    <a:pt x="1600202" y="1317496"/>
                  </a:lnTo>
                  <a:lnTo>
                    <a:pt x="1577701" y="1303026"/>
                  </a:lnTo>
                  <a:lnTo>
                    <a:pt x="1569207" y="1318473"/>
                  </a:lnTo>
                  <a:lnTo>
                    <a:pt x="1576295" y="1327728"/>
                  </a:lnTo>
                  <a:lnTo>
                    <a:pt x="1591991" y="1332823"/>
                  </a:lnTo>
                  <a:lnTo>
                    <a:pt x="1595703" y="1355935"/>
                  </a:lnTo>
                  <a:lnTo>
                    <a:pt x="1604140" y="1373081"/>
                  </a:lnTo>
                  <a:lnTo>
                    <a:pt x="1622930" y="1368810"/>
                  </a:lnTo>
                  <a:lnTo>
                    <a:pt x="1633055" y="1377343"/>
                  </a:lnTo>
                  <a:lnTo>
                    <a:pt x="1647400" y="1379943"/>
                  </a:lnTo>
                  <a:lnTo>
                    <a:pt x="1654939" y="1392886"/>
                  </a:lnTo>
                  <a:lnTo>
                    <a:pt x="1651957" y="1408996"/>
                  </a:lnTo>
                  <a:lnTo>
                    <a:pt x="1666020" y="1439429"/>
                  </a:lnTo>
                  <a:lnTo>
                    <a:pt x="1669395" y="1472741"/>
                  </a:lnTo>
                  <a:lnTo>
                    <a:pt x="1670183" y="1497059"/>
                  </a:lnTo>
                  <a:lnTo>
                    <a:pt x="1665457" y="1511411"/>
                  </a:lnTo>
                  <a:lnTo>
                    <a:pt x="1656963" y="1514268"/>
                  </a:lnTo>
                  <a:lnTo>
                    <a:pt x="1644475" y="1495729"/>
                  </a:lnTo>
                  <a:lnTo>
                    <a:pt x="1635475" y="1495063"/>
                  </a:lnTo>
                  <a:lnTo>
                    <a:pt x="1622367" y="1514268"/>
                  </a:lnTo>
                  <a:lnTo>
                    <a:pt x="1611679" y="1517120"/>
                  </a:lnTo>
                  <a:lnTo>
                    <a:pt x="1599134" y="1530447"/>
                  </a:lnTo>
                  <a:lnTo>
                    <a:pt x="1580852" y="1518874"/>
                  </a:lnTo>
                  <a:lnTo>
                    <a:pt x="1597672" y="1537617"/>
                  </a:lnTo>
                  <a:lnTo>
                    <a:pt x="1619835" y="1524342"/>
                  </a:lnTo>
                  <a:lnTo>
                    <a:pt x="1626080" y="1546271"/>
                  </a:lnTo>
                  <a:lnTo>
                    <a:pt x="1625799" y="1556602"/>
                  </a:lnTo>
                  <a:lnTo>
                    <a:pt x="1618204" y="1574545"/>
                  </a:lnTo>
                  <a:lnTo>
                    <a:pt x="1623717" y="1576882"/>
                  </a:lnTo>
                  <a:lnTo>
                    <a:pt x="1631537" y="1565809"/>
                  </a:lnTo>
                  <a:lnTo>
                    <a:pt x="1637613" y="1536316"/>
                  </a:lnTo>
                  <a:lnTo>
                    <a:pt x="1643969" y="1531100"/>
                  </a:lnTo>
                  <a:lnTo>
                    <a:pt x="1651112" y="1536316"/>
                  </a:lnTo>
                  <a:lnTo>
                    <a:pt x="1665121" y="1578155"/>
                  </a:lnTo>
                  <a:lnTo>
                    <a:pt x="1672939" y="1587256"/>
                  </a:lnTo>
                  <a:lnTo>
                    <a:pt x="1674852" y="1595262"/>
                  </a:lnTo>
                  <a:lnTo>
                    <a:pt x="1673446" y="1611170"/>
                  </a:lnTo>
                  <a:lnTo>
                    <a:pt x="1670352" y="1617828"/>
                  </a:lnTo>
                  <a:lnTo>
                    <a:pt x="1661689" y="1620940"/>
                  </a:lnTo>
                  <a:lnTo>
                    <a:pt x="1642618" y="1618035"/>
                  </a:lnTo>
                  <a:lnTo>
                    <a:pt x="1643462" y="1626943"/>
                  </a:lnTo>
                  <a:lnTo>
                    <a:pt x="1615335" y="1637659"/>
                  </a:lnTo>
                  <a:lnTo>
                    <a:pt x="1589571" y="1622391"/>
                  </a:lnTo>
                  <a:lnTo>
                    <a:pt x="1595590" y="1594841"/>
                  </a:lnTo>
                  <a:lnTo>
                    <a:pt x="1588671" y="1584932"/>
                  </a:lnTo>
                  <a:lnTo>
                    <a:pt x="1590640" y="1599881"/>
                  </a:lnTo>
                  <a:lnTo>
                    <a:pt x="1589009" y="1605534"/>
                  </a:lnTo>
                  <a:lnTo>
                    <a:pt x="1577701" y="1617620"/>
                  </a:lnTo>
                  <a:lnTo>
                    <a:pt x="1582033" y="1626943"/>
                  </a:lnTo>
                  <a:lnTo>
                    <a:pt x="1577701" y="1643199"/>
                  </a:lnTo>
                  <a:lnTo>
                    <a:pt x="1588558" y="1653618"/>
                  </a:lnTo>
                  <a:lnTo>
                    <a:pt x="1610104" y="1654636"/>
                  </a:lnTo>
                  <a:lnTo>
                    <a:pt x="1639188" y="1667420"/>
                  </a:lnTo>
                  <a:lnTo>
                    <a:pt x="1640087" y="1670653"/>
                  </a:lnTo>
                  <a:lnTo>
                    <a:pt x="1634743" y="1707037"/>
                  </a:lnTo>
                  <a:lnTo>
                    <a:pt x="1630749" y="1710202"/>
                  </a:lnTo>
                  <a:lnTo>
                    <a:pt x="1609203" y="1710992"/>
                  </a:lnTo>
                  <a:lnTo>
                    <a:pt x="1582371" y="1731426"/>
                  </a:lnTo>
                  <a:lnTo>
                    <a:pt x="1577308" y="1731426"/>
                  </a:lnTo>
                  <a:lnTo>
                    <a:pt x="1557281" y="1723005"/>
                  </a:lnTo>
                  <a:lnTo>
                    <a:pt x="1533148" y="1701485"/>
                  </a:lnTo>
                  <a:lnTo>
                    <a:pt x="1520716" y="1676901"/>
                  </a:lnTo>
                  <a:lnTo>
                    <a:pt x="1511547" y="1691930"/>
                  </a:lnTo>
                  <a:lnTo>
                    <a:pt x="1504459" y="1694921"/>
                  </a:lnTo>
                  <a:lnTo>
                    <a:pt x="1478132" y="1667016"/>
                  </a:lnTo>
                  <a:lnTo>
                    <a:pt x="1501308" y="1701883"/>
                  </a:lnTo>
                  <a:lnTo>
                    <a:pt x="1500915" y="1704858"/>
                  </a:lnTo>
                  <a:lnTo>
                    <a:pt x="1484658" y="1713756"/>
                  </a:lnTo>
                  <a:lnTo>
                    <a:pt x="1473574" y="1728884"/>
                  </a:lnTo>
                  <a:lnTo>
                    <a:pt x="1461199" y="1733184"/>
                  </a:lnTo>
                  <a:lnTo>
                    <a:pt x="1423453" y="1713164"/>
                  </a:lnTo>
                  <a:lnTo>
                    <a:pt x="1426603" y="1720058"/>
                  </a:lnTo>
                  <a:lnTo>
                    <a:pt x="1446235" y="1733574"/>
                  </a:lnTo>
                  <a:lnTo>
                    <a:pt x="1440386" y="1741949"/>
                  </a:lnTo>
                  <a:lnTo>
                    <a:pt x="1423622" y="1741365"/>
                  </a:lnTo>
                  <a:lnTo>
                    <a:pt x="1414339" y="1745637"/>
                  </a:lnTo>
                  <a:lnTo>
                    <a:pt x="1421034" y="1753185"/>
                  </a:lnTo>
                  <a:lnTo>
                    <a:pt x="1425984" y="1746218"/>
                  </a:lnTo>
                  <a:lnTo>
                    <a:pt x="1439598" y="1747382"/>
                  </a:lnTo>
                  <a:lnTo>
                    <a:pt x="1481901" y="1730644"/>
                  </a:lnTo>
                  <a:lnTo>
                    <a:pt x="1486008" y="1721237"/>
                  </a:lnTo>
                  <a:lnTo>
                    <a:pt x="1492589" y="1717500"/>
                  </a:lnTo>
                  <a:lnTo>
                    <a:pt x="1521503" y="1716122"/>
                  </a:lnTo>
                  <a:lnTo>
                    <a:pt x="1528817" y="1717304"/>
                  </a:lnTo>
                  <a:lnTo>
                    <a:pt x="1549293" y="1739615"/>
                  </a:lnTo>
                  <a:lnTo>
                    <a:pt x="1557000" y="1741949"/>
                  </a:lnTo>
                  <a:lnTo>
                    <a:pt x="1561500" y="1751446"/>
                  </a:lnTo>
                  <a:lnTo>
                    <a:pt x="1587040" y="1769148"/>
                  </a:lnTo>
                  <a:lnTo>
                    <a:pt x="1587940" y="1798976"/>
                  </a:lnTo>
                  <a:lnTo>
                    <a:pt x="1585802" y="1823507"/>
                  </a:lnTo>
                  <a:lnTo>
                    <a:pt x="1579389" y="1829080"/>
                  </a:lnTo>
                  <a:lnTo>
                    <a:pt x="1580683" y="1842020"/>
                  </a:lnTo>
                  <a:lnTo>
                    <a:pt x="1578995" y="1852308"/>
                  </a:lnTo>
                  <a:lnTo>
                    <a:pt x="1523472" y="1813247"/>
                  </a:lnTo>
                  <a:lnTo>
                    <a:pt x="1514415" y="1793502"/>
                  </a:lnTo>
                  <a:lnTo>
                    <a:pt x="1505977" y="1756466"/>
                  </a:lnTo>
                  <a:lnTo>
                    <a:pt x="1494614" y="1758970"/>
                  </a:lnTo>
                  <a:lnTo>
                    <a:pt x="1489045" y="1762433"/>
                  </a:lnTo>
                  <a:lnTo>
                    <a:pt x="1486401" y="1768574"/>
                  </a:lnTo>
                  <a:lnTo>
                    <a:pt x="1442579" y="1790475"/>
                  </a:lnTo>
                  <a:lnTo>
                    <a:pt x="1450905" y="1795014"/>
                  </a:lnTo>
                  <a:lnTo>
                    <a:pt x="1500240" y="1770871"/>
                  </a:lnTo>
                  <a:lnTo>
                    <a:pt x="1505359" y="1804435"/>
                  </a:lnTo>
                  <a:lnTo>
                    <a:pt x="1503728" y="1812499"/>
                  </a:lnTo>
                  <a:lnTo>
                    <a:pt x="1488033" y="1824251"/>
                  </a:lnTo>
                  <a:lnTo>
                    <a:pt x="1490733" y="1828894"/>
                  </a:lnTo>
                  <a:lnTo>
                    <a:pt x="1504796" y="1819596"/>
                  </a:lnTo>
                  <a:lnTo>
                    <a:pt x="1507778" y="1821460"/>
                  </a:lnTo>
                  <a:lnTo>
                    <a:pt x="1512616" y="1828894"/>
                  </a:lnTo>
                  <a:lnTo>
                    <a:pt x="1538549" y="1850108"/>
                  </a:lnTo>
                  <a:lnTo>
                    <a:pt x="1572638" y="1873079"/>
                  </a:lnTo>
                  <a:lnTo>
                    <a:pt x="1576576" y="1887519"/>
                  </a:lnTo>
                  <a:lnTo>
                    <a:pt x="1589402" y="1890035"/>
                  </a:lnTo>
                  <a:lnTo>
                    <a:pt x="1587715" y="1895594"/>
                  </a:lnTo>
                  <a:lnTo>
                    <a:pt x="1572413" y="1914301"/>
                  </a:lnTo>
                  <a:lnTo>
                    <a:pt x="1573145" y="1925790"/>
                  </a:lnTo>
                  <a:lnTo>
                    <a:pt x="1575114" y="1938784"/>
                  </a:lnTo>
                  <a:lnTo>
                    <a:pt x="1578827" y="1920849"/>
                  </a:lnTo>
                  <a:lnTo>
                    <a:pt x="1589346" y="1913414"/>
                  </a:lnTo>
                  <a:lnTo>
                    <a:pt x="1595871" y="1916427"/>
                  </a:lnTo>
                  <a:lnTo>
                    <a:pt x="1598403" y="1942980"/>
                  </a:lnTo>
                  <a:lnTo>
                    <a:pt x="1598347" y="1976555"/>
                  </a:lnTo>
                  <a:lnTo>
                    <a:pt x="1603072" y="2007859"/>
                  </a:lnTo>
                  <a:lnTo>
                    <a:pt x="1599866" y="2013251"/>
                  </a:lnTo>
                  <a:lnTo>
                    <a:pt x="1589908" y="2015605"/>
                  </a:lnTo>
                  <a:lnTo>
                    <a:pt x="1576126" y="2013756"/>
                  </a:lnTo>
                  <a:lnTo>
                    <a:pt x="1574495" y="1976212"/>
                  </a:lnTo>
                  <a:lnTo>
                    <a:pt x="1571739" y="1981181"/>
                  </a:lnTo>
                  <a:lnTo>
                    <a:pt x="1569094" y="2010894"/>
                  </a:lnTo>
                  <a:lnTo>
                    <a:pt x="1566563" y="2016110"/>
                  </a:lnTo>
                  <a:lnTo>
                    <a:pt x="1546649" y="2014933"/>
                  </a:lnTo>
                  <a:lnTo>
                    <a:pt x="1532135" y="2005158"/>
                  </a:lnTo>
                  <a:lnTo>
                    <a:pt x="1526567" y="1996181"/>
                  </a:lnTo>
                  <a:lnTo>
                    <a:pt x="1521560" y="1982891"/>
                  </a:lnTo>
                  <a:lnTo>
                    <a:pt x="1517341" y="1958457"/>
                  </a:lnTo>
                  <a:lnTo>
                    <a:pt x="1513853" y="1948733"/>
                  </a:lnTo>
                  <a:lnTo>
                    <a:pt x="1508059" y="1941232"/>
                  </a:lnTo>
                  <a:lnTo>
                    <a:pt x="1466712" y="1907196"/>
                  </a:lnTo>
                  <a:lnTo>
                    <a:pt x="1429191" y="1901672"/>
                  </a:lnTo>
                  <a:lnTo>
                    <a:pt x="1426829" y="1904169"/>
                  </a:lnTo>
                  <a:lnTo>
                    <a:pt x="1428573" y="1911107"/>
                  </a:lnTo>
                  <a:lnTo>
                    <a:pt x="1468062" y="1916250"/>
                  </a:lnTo>
                  <a:lnTo>
                    <a:pt x="1472562" y="1927199"/>
                  </a:lnTo>
                  <a:lnTo>
                    <a:pt x="1473519" y="1937208"/>
                  </a:lnTo>
                  <a:lnTo>
                    <a:pt x="1471213" y="1945248"/>
                  </a:lnTo>
                  <a:lnTo>
                    <a:pt x="1458218" y="1958110"/>
                  </a:lnTo>
                  <a:lnTo>
                    <a:pt x="1440722" y="1967614"/>
                  </a:lnTo>
                  <a:lnTo>
                    <a:pt x="1388181" y="1963472"/>
                  </a:lnTo>
                  <a:lnTo>
                    <a:pt x="1400895" y="1972949"/>
                  </a:lnTo>
                  <a:lnTo>
                    <a:pt x="1401289" y="1978269"/>
                  </a:lnTo>
                  <a:lnTo>
                    <a:pt x="1398476" y="1991591"/>
                  </a:lnTo>
                  <a:lnTo>
                    <a:pt x="1387619" y="2003298"/>
                  </a:lnTo>
                  <a:lnTo>
                    <a:pt x="1367142" y="2015437"/>
                  </a:lnTo>
                  <a:lnTo>
                    <a:pt x="1383737" y="2012410"/>
                  </a:lnTo>
                  <a:lnTo>
                    <a:pt x="1400163" y="2019467"/>
                  </a:lnTo>
                  <a:lnTo>
                    <a:pt x="1443704" y="2013756"/>
                  </a:lnTo>
                  <a:lnTo>
                    <a:pt x="1447248" y="2019970"/>
                  </a:lnTo>
                  <a:lnTo>
                    <a:pt x="1445111" y="2023655"/>
                  </a:lnTo>
                  <a:lnTo>
                    <a:pt x="1425534" y="2033003"/>
                  </a:lnTo>
                  <a:lnTo>
                    <a:pt x="1414339" y="2045120"/>
                  </a:lnTo>
                  <a:lnTo>
                    <a:pt x="1412259" y="2053869"/>
                  </a:lnTo>
                  <a:lnTo>
                    <a:pt x="1419909" y="2057325"/>
                  </a:lnTo>
                  <a:lnTo>
                    <a:pt x="1431047" y="2037992"/>
                  </a:lnTo>
                  <a:lnTo>
                    <a:pt x="1458274" y="2034002"/>
                  </a:lnTo>
                  <a:lnTo>
                    <a:pt x="1477850" y="2023989"/>
                  </a:lnTo>
                  <a:lnTo>
                    <a:pt x="1502264" y="2029336"/>
                  </a:lnTo>
                  <a:lnTo>
                    <a:pt x="1536017" y="2043796"/>
                  </a:lnTo>
                  <a:lnTo>
                    <a:pt x="1579277" y="2044955"/>
                  </a:lnTo>
                  <a:lnTo>
                    <a:pt x="1581695" y="2046609"/>
                  </a:lnTo>
                  <a:lnTo>
                    <a:pt x="1579164" y="2053540"/>
                  </a:lnTo>
                  <a:lnTo>
                    <a:pt x="1555875" y="2065528"/>
                  </a:lnTo>
                  <a:lnTo>
                    <a:pt x="1554131" y="2067164"/>
                  </a:lnTo>
                  <a:lnTo>
                    <a:pt x="1556438" y="2074347"/>
                  </a:lnTo>
                  <a:lnTo>
                    <a:pt x="1555369" y="2075325"/>
                  </a:lnTo>
                  <a:lnTo>
                    <a:pt x="1529829" y="2080367"/>
                  </a:lnTo>
                  <a:lnTo>
                    <a:pt x="1534723" y="2090249"/>
                  </a:lnTo>
                  <a:lnTo>
                    <a:pt x="1533768" y="2093801"/>
                  </a:lnTo>
                  <a:lnTo>
                    <a:pt x="1527410" y="2096541"/>
                  </a:lnTo>
                  <a:lnTo>
                    <a:pt x="1516384" y="2093963"/>
                  </a:lnTo>
                  <a:lnTo>
                    <a:pt x="1518747" y="2103454"/>
                  </a:lnTo>
                  <a:lnTo>
                    <a:pt x="1516384" y="2107142"/>
                  </a:lnTo>
                  <a:lnTo>
                    <a:pt x="1498552" y="2120072"/>
                  </a:lnTo>
                  <a:lnTo>
                    <a:pt x="1488482" y="2122934"/>
                  </a:lnTo>
                  <a:lnTo>
                    <a:pt x="1491521" y="2131335"/>
                  </a:lnTo>
                  <a:lnTo>
                    <a:pt x="1477401" y="2141745"/>
                  </a:lnTo>
                  <a:lnTo>
                    <a:pt x="1472562" y="2155381"/>
                  </a:lnTo>
                  <a:lnTo>
                    <a:pt x="1448036" y="2173879"/>
                  </a:lnTo>
                  <a:lnTo>
                    <a:pt x="1396676" y="2190667"/>
                  </a:lnTo>
                  <a:lnTo>
                    <a:pt x="1361574" y="2205941"/>
                  </a:lnTo>
                  <a:lnTo>
                    <a:pt x="1342221" y="2204876"/>
                  </a:lnTo>
                  <a:lnTo>
                    <a:pt x="1332040" y="2214442"/>
                  </a:lnTo>
                  <a:lnTo>
                    <a:pt x="1315614" y="2210044"/>
                  </a:lnTo>
                  <a:lnTo>
                    <a:pt x="1319213" y="2217469"/>
                  </a:lnTo>
                  <a:lnTo>
                    <a:pt x="1319045" y="2221246"/>
                  </a:lnTo>
                  <a:lnTo>
                    <a:pt x="1307569" y="2225919"/>
                  </a:lnTo>
                  <a:lnTo>
                    <a:pt x="1293787" y="2220340"/>
                  </a:lnTo>
                  <a:lnTo>
                    <a:pt x="1265379" y="2194190"/>
                  </a:lnTo>
                  <a:lnTo>
                    <a:pt x="1269992" y="2209437"/>
                  </a:lnTo>
                  <a:lnTo>
                    <a:pt x="1264142" y="2213230"/>
                  </a:lnTo>
                  <a:lnTo>
                    <a:pt x="1270779" y="2225768"/>
                  </a:lnTo>
                  <a:lnTo>
                    <a:pt x="1270499" y="2231782"/>
                  </a:lnTo>
                  <a:lnTo>
                    <a:pt x="1264085" y="2240768"/>
                  </a:lnTo>
                  <a:lnTo>
                    <a:pt x="1241021" y="2259356"/>
                  </a:lnTo>
                  <a:lnTo>
                    <a:pt x="1233483" y="2277033"/>
                  </a:lnTo>
                  <a:lnTo>
                    <a:pt x="1228589" y="2282305"/>
                  </a:lnTo>
                  <a:lnTo>
                    <a:pt x="1227858" y="2291933"/>
                  </a:lnTo>
                  <a:lnTo>
                    <a:pt x="1209969" y="2334537"/>
                  </a:lnTo>
                  <a:lnTo>
                    <a:pt x="1204737" y="2342494"/>
                  </a:lnTo>
                  <a:lnTo>
                    <a:pt x="1199900" y="2342068"/>
                  </a:lnTo>
                  <a:lnTo>
                    <a:pt x="1193373" y="2357466"/>
                  </a:lnTo>
                  <a:lnTo>
                    <a:pt x="1175991" y="2371765"/>
                  </a:lnTo>
                  <a:lnTo>
                    <a:pt x="1169016" y="2370927"/>
                  </a:lnTo>
                  <a:lnTo>
                    <a:pt x="1154783" y="2356903"/>
                  </a:lnTo>
                  <a:lnTo>
                    <a:pt x="1162209" y="2380406"/>
                  </a:lnTo>
                  <a:lnTo>
                    <a:pt x="1138751" y="2404044"/>
                  </a:lnTo>
                  <a:lnTo>
                    <a:pt x="1138469" y="2394264"/>
                  </a:lnTo>
                  <a:lnTo>
                    <a:pt x="1134138" y="2390532"/>
                  </a:lnTo>
                  <a:lnTo>
                    <a:pt x="1133857" y="2395644"/>
                  </a:lnTo>
                  <a:lnTo>
                    <a:pt x="1129806" y="2407201"/>
                  </a:lnTo>
                  <a:lnTo>
                    <a:pt x="1121481" y="2407750"/>
                  </a:lnTo>
                  <a:lnTo>
                    <a:pt x="1117430" y="2401018"/>
                  </a:lnTo>
                  <a:lnTo>
                    <a:pt x="1109499" y="2407201"/>
                  </a:lnTo>
                  <a:lnTo>
                    <a:pt x="1109049" y="2412544"/>
                  </a:lnTo>
                  <a:lnTo>
                    <a:pt x="1106574" y="2417326"/>
                  </a:lnTo>
                  <a:lnTo>
                    <a:pt x="1095773" y="2422097"/>
                  </a:lnTo>
                  <a:lnTo>
                    <a:pt x="1089528" y="2419099"/>
                  </a:lnTo>
                  <a:lnTo>
                    <a:pt x="1088066" y="2413364"/>
                  </a:lnTo>
                  <a:lnTo>
                    <a:pt x="1094422" y="2402119"/>
                  </a:lnTo>
                  <a:lnTo>
                    <a:pt x="1093523" y="2398126"/>
                  </a:lnTo>
                  <a:lnTo>
                    <a:pt x="1094760" y="2392882"/>
                  </a:lnTo>
                  <a:lnTo>
                    <a:pt x="1110680" y="2367571"/>
                  </a:lnTo>
                  <a:lnTo>
                    <a:pt x="1093916" y="2361261"/>
                  </a:lnTo>
                  <a:lnTo>
                    <a:pt x="1083228" y="2361261"/>
                  </a:lnTo>
                  <a:lnTo>
                    <a:pt x="1095829" y="2370927"/>
                  </a:lnTo>
                  <a:lnTo>
                    <a:pt x="1089079" y="2380268"/>
                  </a:lnTo>
                  <a:lnTo>
                    <a:pt x="1083735" y="2398540"/>
                  </a:lnTo>
                  <a:lnTo>
                    <a:pt x="1071865" y="2390393"/>
                  </a:lnTo>
                  <a:lnTo>
                    <a:pt x="1074284" y="2397162"/>
                  </a:lnTo>
                  <a:lnTo>
                    <a:pt x="1081372" y="2403494"/>
                  </a:lnTo>
                  <a:lnTo>
                    <a:pt x="1081766" y="2413091"/>
                  </a:lnTo>
                  <a:lnTo>
                    <a:pt x="1068209" y="2419781"/>
                  </a:lnTo>
                  <a:lnTo>
                    <a:pt x="1020167" y="2424954"/>
                  </a:lnTo>
                  <a:lnTo>
                    <a:pt x="1019605" y="2427535"/>
                  </a:lnTo>
                  <a:lnTo>
                    <a:pt x="1038787" y="2441200"/>
                  </a:lnTo>
                  <a:lnTo>
                    <a:pt x="1036481" y="2445106"/>
                  </a:lnTo>
                  <a:lnTo>
                    <a:pt x="1024724" y="2458917"/>
                  </a:lnTo>
                  <a:lnTo>
                    <a:pt x="1017692" y="2462921"/>
                  </a:lnTo>
                  <a:lnTo>
                    <a:pt x="1004753" y="2458382"/>
                  </a:lnTo>
                  <a:lnTo>
                    <a:pt x="991703" y="2459050"/>
                  </a:lnTo>
                  <a:lnTo>
                    <a:pt x="991590" y="2463855"/>
                  </a:lnTo>
                  <a:lnTo>
                    <a:pt x="995416" y="2476212"/>
                  </a:lnTo>
                  <a:lnTo>
                    <a:pt x="1005147" y="2472765"/>
                  </a:lnTo>
                  <a:lnTo>
                    <a:pt x="1009311" y="2479388"/>
                  </a:lnTo>
                  <a:lnTo>
                    <a:pt x="1012067" y="2490466"/>
                  </a:lnTo>
                  <a:lnTo>
                    <a:pt x="1016905" y="2496112"/>
                  </a:lnTo>
                  <a:lnTo>
                    <a:pt x="1019942" y="2504618"/>
                  </a:lnTo>
                  <a:lnTo>
                    <a:pt x="1010660" y="2514387"/>
                  </a:lnTo>
                  <a:lnTo>
                    <a:pt x="1003797" y="2515425"/>
                  </a:lnTo>
                  <a:lnTo>
                    <a:pt x="1004135" y="2519965"/>
                  </a:lnTo>
                  <a:lnTo>
                    <a:pt x="1001154" y="2523202"/>
                  </a:lnTo>
                  <a:lnTo>
                    <a:pt x="976177" y="2517762"/>
                  </a:lnTo>
                  <a:lnTo>
                    <a:pt x="993390" y="2530433"/>
                  </a:lnTo>
                  <a:lnTo>
                    <a:pt x="999803" y="2527466"/>
                  </a:lnTo>
                  <a:lnTo>
                    <a:pt x="1006329" y="2529659"/>
                  </a:lnTo>
                  <a:lnTo>
                    <a:pt x="1005204" y="2544304"/>
                  </a:lnTo>
                  <a:lnTo>
                    <a:pt x="1008411" y="2558588"/>
                  </a:lnTo>
                  <a:lnTo>
                    <a:pt x="1001491" y="2565565"/>
                  </a:lnTo>
                  <a:lnTo>
                    <a:pt x="1001379" y="2572139"/>
                  </a:lnTo>
                  <a:lnTo>
                    <a:pt x="992828" y="2573527"/>
                  </a:lnTo>
                  <a:lnTo>
                    <a:pt x="992602" y="2580578"/>
                  </a:lnTo>
                  <a:lnTo>
                    <a:pt x="989621" y="2584972"/>
                  </a:lnTo>
                  <a:lnTo>
                    <a:pt x="990971" y="2590232"/>
                  </a:lnTo>
                  <a:lnTo>
                    <a:pt x="982253" y="2604938"/>
                  </a:lnTo>
                  <a:lnTo>
                    <a:pt x="967963" y="2604317"/>
                  </a:lnTo>
                  <a:lnTo>
                    <a:pt x="957670" y="2594730"/>
                  </a:lnTo>
                  <a:lnTo>
                    <a:pt x="960144" y="2601085"/>
                  </a:lnTo>
                  <a:lnTo>
                    <a:pt x="974545" y="2611014"/>
                  </a:lnTo>
                  <a:lnTo>
                    <a:pt x="974264" y="2614971"/>
                  </a:lnTo>
                  <a:lnTo>
                    <a:pt x="965939" y="2627166"/>
                  </a:lnTo>
                  <a:lnTo>
                    <a:pt x="961269" y="2630111"/>
                  </a:lnTo>
                  <a:lnTo>
                    <a:pt x="933705" y="2628271"/>
                  </a:lnTo>
                  <a:lnTo>
                    <a:pt x="942030" y="2633909"/>
                  </a:lnTo>
                  <a:lnTo>
                    <a:pt x="958344" y="2638677"/>
                  </a:lnTo>
                  <a:lnTo>
                    <a:pt x="957950" y="2642459"/>
                  </a:lnTo>
                  <a:lnTo>
                    <a:pt x="955532" y="2645624"/>
                  </a:lnTo>
                  <a:lnTo>
                    <a:pt x="956938" y="2650243"/>
                  </a:lnTo>
                  <a:lnTo>
                    <a:pt x="953056" y="2666688"/>
                  </a:lnTo>
                  <a:lnTo>
                    <a:pt x="958625" y="2675939"/>
                  </a:lnTo>
                  <a:lnTo>
                    <a:pt x="959638" y="2686343"/>
                  </a:lnTo>
                  <a:lnTo>
                    <a:pt x="955306" y="2692059"/>
                  </a:lnTo>
                  <a:lnTo>
                    <a:pt x="946531" y="2693010"/>
                  </a:lnTo>
                  <a:lnTo>
                    <a:pt x="944787" y="2695624"/>
                  </a:lnTo>
                  <a:lnTo>
                    <a:pt x="953000" y="2697878"/>
                  </a:lnTo>
                  <a:lnTo>
                    <a:pt x="952268" y="2702143"/>
                  </a:lnTo>
                  <a:lnTo>
                    <a:pt x="942931" y="2738154"/>
                  </a:lnTo>
                  <a:lnTo>
                    <a:pt x="940681" y="2757249"/>
                  </a:lnTo>
                  <a:lnTo>
                    <a:pt x="930498" y="2772856"/>
                  </a:lnTo>
                  <a:lnTo>
                    <a:pt x="920991" y="2773085"/>
                  </a:lnTo>
                  <a:lnTo>
                    <a:pt x="902990" y="2768278"/>
                  </a:lnTo>
                  <a:lnTo>
                    <a:pt x="902484" y="2769996"/>
                  </a:lnTo>
                  <a:lnTo>
                    <a:pt x="905859" y="2772970"/>
                  </a:lnTo>
                  <a:lnTo>
                    <a:pt x="922623" y="2777766"/>
                  </a:lnTo>
                  <a:lnTo>
                    <a:pt x="926954" y="2784939"/>
                  </a:lnTo>
                  <a:lnTo>
                    <a:pt x="928023" y="2802029"/>
                  </a:lnTo>
                  <a:lnTo>
                    <a:pt x="921835" y="2810353"/>
                  </a:lnTo>
                  <a:lnTo>
                    <a:pt x="912553" y="2809792"/>
                  </a:lnTo>
                  <a:lnTo>
                    <a:pt x="902034" y="2804282"/>
                  </a:lnTo>
                  <a:lnTo>
                    <a:pt x="911316" y="2814615"/>
                  </a:lnTo>
                  <a:lnTo>
                    <a:pt x="903496" y="2817302"/>
                  </a:lnTo>
                  <a:lnTo>
                    <a:pt x="896971" y="2816294"/>
                  </a:lnTo>
                  <a:lnTo>
                    <a:pt x="898546" y="2810465"/>
                  </a:lnTo>
                  <a:lnTo>
                    <a:pt x="892190" y="2812485"/>
                  </a:lnTo>
                  <a:lnTo>
                    <a:pt x="887689" y="2810690"/>
                  </a:lnTo>
                  <a:lnTo>
                    <a:pt x="886451" y="2804958"/>
                  </a:lnTo>
                  <a:lnTo>
                    <a:pt x="893371" y="2794576"/>
                  </a:lnTo>
                  <a:lnTo>
                    <a:pt x="895114" y="2790500"/>
                  </a:lnTo>
                  <a:lnTo>
                    <a:pt x="893596" y="2788686"/>
                  </a:lnTo>
                  <a:lnTo>
                    <a:pt x="883921" y="2803944"/>
                  </a:lnTo>
                  <a:lnTo>
                    <a:pt x="881445" y="2804732"/>
                  </a:lnTo>
                  <a:lnTo>
                    <a:pt x="857480" y="2793105"/>
                  </a:lnTo>
                  <a:lnTo>
                    <a:pt x="857874" y="2782323"/>
                  </a:lnTo>
                  <a:lnTo>
                    <a:pt x="870138" y="2777082"/>
                  </a:lnTo>
                  <a:lnTo>
                    <a:pt x="873907" y="2772284"/>
                  </a:lnTo>
                  <a:lnTo>
                    <a:pt x="876944" y="2763805"/>
                  </a:lnTo>
                  <a:lnTo>
                    <a:pt x="866763" y="2773885"/>
                  </a:lnTo>
                  <a:lnTo>
                    <a:pt x="857480" y="2777766"/>
                  </a:lnTo>
                  <a:lnTo>
                    <a:pt x="836666" y="2767018"/>
                  </a:lnTo>
                  <a:lnTo>
                    <a:pt x="833685" y="2756673"/>
                  </a:lnTo>
                  <a:lnTo>
                    <a:pt x="837510" y="2744191"/>
                  </a:lnTo>
                  <a:lnTo>
                    <a:pt x="841843" y="2736293"/>
                  </a:lnTo>
                  <a:lnTo>
                    <a:pt x="842180" y="2728247"/>
                  </a:lnTo>
                  <a:lnTo>
                    <a:pt x="838861" y="2730932"/>
                  </a:lnTo>
                  <a:lnTo>
                    <a:pt x="837736" y="2736060"/>
                  </a:lnTo>
                  <a:lnTo>
                    <a:pt x="819903" y="2744771"/>
                  </a:lnTo>
                  <a:lnTo>
                    <a:pt x="810790" y="2754137"/>
                  </a:lnTo>
                  <a:lnTo>
                    <a:pt x="799820" y="2756328"/>
                  </a:lnTo>
                  <a:lnTo>
                    <a:pt x="792339" y="2752521"/>
                  </a:lnTo>
                  <a:lnTo>
                    <a:pt x="781987" y="2753329"/>
                  </a:lnTo>
                  <a:lnTo>
                    <a:pt x="784013" y="2759667"/>
                  </a:lnTo>
                  <a:lnTo>
                    <a:pt x="780975" y="2760012"/>
                  </a:lnTo>
                  <a:lnTo>
                    <a:pt x="775181" y="2760242"/>
                  </a:lnTo>
                  <a:lnTo>
                    <a:pt x="769949" y="2757134"/>
                  </a:lnTo>
                  <a:lnTo>
                    <a:pt x="768036" y="2754714"/>
                  </a:lnTo>
                  <a:lnTo>
                    <a:pt x="769162" y="2751597"/>
                  </a:lnTo>
                  <a:lnTo>
                    <a:pt x="782775" y="2742452"/>
                  </a:lnTo>
                  <a:lnTo>
                    <a:pt x="763536" y="2741987"/>
                  </a:lnTo>
                  <a:lnTo>
                    <a:pt x="763761" y="2733381"/>
                  </a:lnTo>
                  <a:lnTo>
                    <a:pt x="762187" y="2730232"/>
                  </a:lnTo>
                  <a:lnTo>
                    <a:pt x="756955" y="2726377"/>
                  </a:lnTo>
                  <a:lnTo>
                    <a:pt x="746772" y="2724388"/>
                  </a:lnTo>
                  <a:lnTo>
                    <a:pt x="742779" y="2708287"/>
                  </a:lnTo>
                  <a:lnTo>
                    <a:pt x="735297" y="2703918"/>
                  </a:lnTo>
                  <a:lnTo>
                    <a:pt x="738278" y="2697641"/>
                  </a:lnTo>
                  <a:lnTo>
                    <a:pt x="734621" y="2693604"/>
                  </a:lnTo>
                  <a:lnTo>
                    <a:pt x="732484" y="2684194"/>
                  </a:lnTo>
                  <a:lnTo>
                    <a:pt x="743116" y="2674260"/>
                  </a:lnTo>
                  <a:lnTo>
                    <a:pt x="749698" y="2671499"/>
                  </a:lnTo>
                  <a:lnTo>
                    <a:pt x="740585" y="2669336"/>
                  </a:lnTo>
                  <a:lnTo>
                    <a:pt x="733440" y="2676179"/>
                  </a:lnTo>
                  <a:lnTo>
                    <a:pt x="724833" y="2676898"/>
                  </a:lnTo>
                  <a:lnTo>
                    <a:pt x="723595" y="2675700"/>
                  </a:lnTo>
                  <a:lnTo>
                    <a:pt x="723484" y="2666808"/>
                  </a:lnTo>
                  <a:lnTo>
                    <a:pt x="727028" y="2661262"/>
                  </a:lnTo>
                  <a:lnTo>
                    <a:pt x="710882" y="2652428"/>
                  </a:lnTo>
                  <a:lnTo>
                    <a:pt x="703119" y="2645138"/>
                  </a:lnTo>
                  <a:lnTo>
                    <a:pt x="704976" y="2637944"/>
                  </a:lnTo>
                  <a:lnTo>
                    <a:pt x="705088" y="2631092"/>
                  </a:lnTo>
                  <a:lnTo>
                    <a:pt x="703738" y="2628148"/>
                  </a:lnTo>
                  <a:lnTo>
                    <a:pt x="710714" y="2615712"/>
                  </a:lnTo>
                  <a:lnTo>
                    <a:pt x="719546" y="2606055"/>
                  </a:lnTo>
                  <a:lnTo>
                    <a:pt x="710207" y="2610766"/>
                  </a:lnTo>
                  <a:lnTo>
                    <a:pt x="700926" y="2621385"/>
                  </a:lnTo>
                  <a:lnTo>
                    <a:pt x="697437" y="2612993"/>
                  </a:lnTo>
                  <a:lnTo>
                    <a:pt x="687931" y="2602950"/>
                  </a:lnTo>
                  <a:lnTo>
                    <a:pt x="667173" y="2564425"/>
                  </a:lnTo>
                  <a:lnTo>
                    <a:pt x="665035" y="2556299"/>
                  </a:lnTo>
                  <a:lnTo>
                    <a:pt x="667735" y="2545839"/>
                  </a:lnTo>
                  <a:lnTo>
                    <a:pt x="664698" y="2538664"/>
                  </a:lnTo>
                  <a:lnTo>
                    <a:pt x="702388" y="2526950"/>
                  </a:lnTo>
                  <a:lnTo>
                    <a:pt x="704920" y="2523719"/>
                  </a:lnTo>
                  <a:lnTo>
                    <a:pt x="697888" y="2524107"/>
                  </a:lnTo>
                  <a:lnTo>
                    <a:pt x="699406" y="2516724"/>
                  </a:lnTo>
                  <a:lnTo>
                    <a:pt x="690575" y="2523073"/>
                  </a:lnTo>
                  <a:lnTo>
                    <a:pt x="664867" y="2532236"/>
                  </a:lnTo>
                  <a:lnTo>
                    <a:pt x="659691" y="2524495"/>
                  </a:lnTo>
                  <a:lnTo>
                    <a:pt x="674598" y="2498733"/>
                  </a:lnTo>
                  <a:lnTo>
                    <a:pt x="686974" y="2498864"/>
                  </a:lnTo>
                  <a:lnTo>
                    <a:pt x="686525" y="2492568"/>
                  </a:lnTo>
                  <a:lnTo>
                    <a:pt x="691700" y="2490203"/>
                  </a:lnTo>
                  <a:lnTo>
                    <a:pt x="701994" y="2489808"/>
                  </a:lnTo>
                  <a:lnTo>
                    <a:pt x="708127" y="2503834"/>
                  </a:lnTo>
                  <a:lnTo>
                    <a:pt x="712795" y="2506966"/>
                  </a:lnTo>
                  <a:lnTo>
                    <a:pt x="709308" y="2488228"/>
                  </a:lnTo>
                  <a:lnTo>
                    <a:pt x="703738" y="2482823"/>
                  </a:lnTo>
                  <a:lnTo>
                    <a:pt x="696932" y="2483747"/>
                  </a:lnTo>
                  <a:lnTo>
                    <a:pt x="692825" y="2477271"/>
                  </a:lnTo>
                  <a:lnTo>
                    <a:pt x="683093" y="2451554"/>
                  </a:lnTo>
                  <a:lnTo>
                    <a:pt x="690518" y="2481371"/>
                  </a:lnTo>
                  <a:lnTo>
                    <a:pt x="685230" y="2488887"/>
                  </a:lnTo>
                  <a:lnTo>
                    <a:pt x="674936" y="2493751"/>
                  </a:lnTo>
                  <a:lnTo>
                    <a:pt x="677468" y="2482295"/>
                  </a:lnTo>
                  <a:lnTo>
                    <a:pt x="673867" y="2484275"/>
                  </a:lnTo>
                  <a:lnTo>
                    <a:pt x="670492" y="2488492"/>
                  </a:lnTo>
                  <a:lnTo>
                    <a:pt x="658116" y="2519058"/>
                  </a:lnTo>
                  <a:lnTo>
                    <a:pt x="652997" y="2523461"/>
                  </a:lnTo>
                  <a:lnTo>
                    <a:pt x="650634" y="2520743"/>
                  </a:lnTo>
                  <a:lnTo>
                    <a:pt x="647653" y="2509182"/>
                  </a:lnTo>
                  <a:lnTo>
                    <a:pt x="647822" y="2489940"/>
                  </a:lnTo>
                  <a:lnTo>
                    <a:pt x="642478" y="2455038"/>
                  </a:lnTo>
                  <a:lnTo>
                    <a:pt x="636571" y="2451286"/>
                  </a:lnTo>
                  <a:lnTo>
                    <a:pt x="633758" y="2442009"/>
                  </a:lnTo>
                  <a:lnTo>
                    <a:pt x="644952" y="2433500"/>
                  </a:lnTo>
                  <a:lnTo>
                    <a:pt x="662504" y="2413091"/>
                  </a:lnTo>
                  <a:lnTo>
                    <a:pt x="678987" y="2408298"/>
                  </a:lnTo>
                  <a:lnTo>
                    <a:pt x="669536" y="2408024"/>
                  </a:lnTo>
                  <a:lnTo>
                    <a:pt x="659241" y="2412270"/>
                  </a:lnTo>
                  <a:lnTo>
                    <a:pt x="639722" y="2432145"/>
                  </a:lnTo>
                  <a:lnTo>
                    <a:pt x="633364" y="2432145"/>
                  </a:lnTo>
                  <a:lnTo>
                    <a:pt x="626783" y="2422369"/>
                  </a:lnTo>
                  <a:lnTo>
                    <a:pt x="613112" y="2422097"/>
                  </a:lnTo>
                  <a:lnTo>
                    <a:pt x="612044" y="2408709"/>
                  </a:lnTo>
                  <a:lnTo>
                    <a:pt x="615982" y="2392882"/>
                  </a:lnTo>
                  <a:lnTo>
                    <a:pt x="611706" y="2392744"/>
                  </a:lnTo>
                  <a:lnTo>
                    <a:pt x="607094" y="2387347"/>
                  </a:lnTo>
                  <a:lnTo>
                    <a:pt x="648834" y="2351688"/>
                  </a:lnTo>
                  <a:lnTo>
                    <a:pt x="654010" y="2342636"/>
                  </a:lnTo>
                  <a:lnTo>
                    <a:pt x="665655" y="2334110"/>
                  </a:lnTo>
                  <a:lnTo>
                    <a:pt x="674823" y="2322255"/>
                  </a:lnTo>
                  <a:lnTo>
                    <a:pt x="656091" y="2336814"/>
                  </a:lnTo>
                  <a:lnTo>
                    <a:pt x="618232" y="2375533"/>
                  </a:lnTo>
                  <a:lnTo>
                    <a:pt x="600118" y="2379294"/>
                  </a:lnTo>
                  <a:lnTo>
                    <a:pt x="599499" y="2359153"/>
                  </a:lnTo>
                  <a:lnTo>
                    <a:pt x="606250" y="2340650"/>
                  </a:lnTo>
                  <a:lnTo>
                    <a:pt x="615757" y="2332401"/>
                  </a:lnTo>
                  <a:lnTo>
                    <a:pt x="618120" y="2326548"/>
                  </a:lnTo>
                  <a:lnTo>
                    <a:pt x="638484" y="2322255"/>
                  </a:lnTo>
                  <a:lnTo>
                    <a:pt x="605462" y="2318813"/>
                  </a:lnTo>
                  <a:lnTo>
                    <a:pt x="597868" y="2313784"/>
                  </a:lnTo>
                  <a:lnTo>
                    <a:pt x="591680" y="2301803"/>
                  </a:lnTo>
                  <a:lnTo>
                    <a:pt x="594380" y="2278938"/>
                  </a:lnTo>
                  <a:lnTo>
                    <a:pt x="620258" y="2256986"/>
                  </a:lnTo>
                  <a:lnTo>
                    <a:pt x="634602" y="2250902"/>
                  </a:lnTo>
                  <a:lnTo>
                    <a:pt x="653447" y="2258911"/>
                  </a:lnTo>
                  <a:lnTo>
                    <a:pt x="676174" y="2261131"/>
                  </a:lnTo>
                  <a:lnTo>
                    <a:pt x="691025" y="2271600"/>
                  </a:lnTo>
                  <a:lnTo>
                    <a:pt x="693893" y="2269981"/>
                  </a:lnTo>
                  <a:lnTo>
                    <a:pt x="676512" y="2256394"/>
                  </a:lnTo>
                  <a:lnTo>
                    <a:pt x="676567" y="2253130"/>
                  </a:lnTo>
                  <a:lnTo>
                    <a:pt x="685344" y="2248969"/>
                  </a:lnTo>
                  <a:lnTo>
                    <a:pt x="682812" y="2247182"/>
                  </a:lnTo>
                  <a:lnTo>
                    <a:pt x="657948" y="2252833"/>
                  </a:lnTo>
                  <a:lnTo>
                    <a:pt x="639833" y="2244649"/>
                  </a:lnTo>
                  <a:lnTo>
                    <a:pt x="619976" y="2251199"/>
                  </a:lnTo>
                  <a:lnTo>
                    <a:pt x="606250" y="2266298"/>
                  </a:lnTo>
                  <a:lnTo>
                    <a:pt x="596349" y="2268362"/>
                  </a:lnTo>
                  <a:lnTo>
                    <a:pt x="601243" y="2244649"/>
                  </a:lnTo>
                  <a:lnTo>
                    <a:pt x="608275" y="2233583"/>
                  </a:lnTo>
                  <a:lnTo>
                    <a:pt x="614576" y="2213684"/>
                  </a:lnTo>
                  <a:lnTo>
                    <a:pt x="663179" y="2226521"/>
                  </a:lnTo>
                  <a:lnTo>
                    <a:pt x="667567" y="2221397"/>
                  </a:lnTo>
                  <a:lnTo>
                    <a:pt x="669536" y="2212775"/>
                  </a:lnTo>
                  <a:lnTo>
                    <a:pt x="675386" y="2203657"/>
                  </a:lnTo>
                  <a:lnTo>
                    <a:pt x="676567" y="2198624"/>
                  </a:lnTo>
                  <a:lnTo>
                    <a:pt x="675274" y="2195721"/>
                  </a:lnTo>
                  <a:lnTo>
                    <a:pt x="667567" y="2198013"/>
                  </a:lnTo>
                  <a:lnTo>
                    <a:pt x="662053" y="2208221"/>
                  </a:lnTo>
                  <a:lnTo>
                    <a:pt x="644390" y="2212623"/>
                  </a:lnTo>
                  <a:lnTo>
                    <a:pt x="628752" y="2209133"/>
                  </a:lnTo>
                  <a:lnTo>
                    <a:pt x="626220" y="2205028"/>
                  </a:lnTo>
                  <a:lnTo>
                    <a:pt x="607375" y="2206093"/>
                  </a:lnTo>
                  <a:lnTo>
                    <a:pt x="612663" y="2196332"/>
                  </a:lnTo>
                  <a:lnTo>
                    <a:pt x="618120" y="2179440"/>
                  </a:lnTo>
                  <a:lnTo>
                    <a:pt x="631677" y="2170937"/>
                  </a:lnTo>
                  <a:lnTo>
                    <a:pt x="641128" y="2171712"/>
                  </a:lnTo>
                  <a:lnTo>
                    <a:pt x="662336" y="2185907"/>
                  </a:lnTo>
                  <a:lnTo>
                    <a:pt x="677693" y="2180519"/>
                  </a:lnTo>
                  <a:lnTo>
                    <a:pt x="688043" y="2163953"/>
                  </a:lnTo>
                  <a:lnTo>
                    <a:pt x="687819" y="2161619"/>
                  </a:lnTo>
                  <a:lnTo>
                    <a:pt x="674036" y="2168302"/>
                  </a:lnTo>
                  <a:lnTo>
                    <a:pt x="679212" y="2134495"/>
                  </a:lnTo>
                  <a:lnTo>
                    <a:pt x="688325" y="2135600"/>
                  </a:lnTo>
                  <a:lnTo>
                    <a:pt x="703794" y="2130860"/>
                  </a:lnTo>
                  <a:lnTo>
                    <a:pt x="696313" y="2124045"/>
                  </a:lnTo>
                  <a:lnTo>
                    <a:pt x="679437" y="2127376"/>
                  </a:lnTo>
                  <a:lnTo>
                    <a:pt x="680055" y="2121662"/>
                  </a:lnTo>
                  <a:lnTo>
                    <a:pt x="685230" y="2109543"/>
                  </a:lnTo>
                  <a:lnTo>
                    <a:pt x="687931" y="2087015"/>
                  </a:lnTo>
                  <a:lnTo>
                    <a:pt x="690575" y="2081503"/>
                  </a:lnTo>
                  <a:lnTo>
                    <a:pt x="702163" y="2074999"/>
                  </a:lnTo>
                  <a:lnTo>
                    <a:pt x="697437" y="2062415"/>
                  </a:lnTo>
                  <a:lnTo>
                    <a:pt x="703007" y="2054034"/>
                  </a:lnTo>
                  <a:lnTo>
                    <a:pt x="687987" y="2056174"/>
                  </a:lnTo>
                  <a:lnTo>
                    <a:pt x="678536" y="2051233"/>
                  </a:lnTo>
                  <a:lnTo>
                    <a:pt x="666217" y="2057654"/>
                  </a:lnTo>
                  <a:lnTo>
                    <a:pt x="642647" y="2051068"/>
                  </a:lnTo>
                  <a:lnTo>
                    <a:pt x="618626" y="2028668"/>
                  </a:lnTo>
                  <a:lnTo>
                    <a:pt x="587630" y="2017621"/>
                  </a:lnTo>
                  <a:lnTo>
                    <a:pt x="571485" y="1991591"/>
                  </a:lnTo>
                  <a:lnTo>
                    <a:pt x="582905" y="1979983"/>
                  </a:lnTo>
                  <a:lnTo>
                    <a:pt x="625546" y="1986649"/>
                  </a:lnTo>
                  <a:lnTo>
                    <a:pt x="637921" y="1992782"/>
                  </a:lnTo>
                  <a:lnTo>
                    <a:pt x="665429" y="2015942"/>
                  </a:lnTo>
                  <a:lnTo>
                    <a:pt x="683486" y="2022985"/>
                  </a:lnTo>
                  <a:lnTo>
                    <a:pt x="691756" y="2019970"/>
                  </a:lnTo>
                  <a:lnTo>
                    <a:pt x="671730" y="2001944"/>
                  </a:lnTo>
                  <a:lnTo>
                    <a:pt x="671223" y="1992612"/>
                  </a:lnTo>
                  <a:lnTo>
                    <a:pt x="673811" y="1976898"/>
                  </a:lnTo>
                  <a:lnTo>
                    <a:pt x="657610" y="1961917"/>
                  </a:lnTo>
                  <a:lnTo>
                    <a:pt x="677749" y="1965544"/>
                  </a:lnTo>
                  <a:lnTo>
                    <a:pt x="681237" y="1962781"/>
                  </a:lnTo>
                  <a:lnTo>
                    <a:pt x="670042" y="1951342"/>
                  </a:lnTo>
                  <a:lnTo>
                    <a:pt x="648665" y="1951169"/>
                  </a:lnTo>
                  <a:lnTo>
                    <a:pt x="633871" y="1943503"/>
                  </a:lnTo>
                  <a:lnTo>
                    <a:pt x="619076" y="1945597"/>
                  </a:lnTo>
                  <a:lnTo>
                    <a:pt x="615701" y="1932649"/>
                  </a:lnTo>
                  <a:lnTo>
                    <a:pt x="622732" y="1918374"/>
                  </a:lnTo>
                  <a:lnTo>
                    <a:pt x="651591" y="1904525"/>
                  </a:lnTo>
                  <a:lnTo>
                    <a:pt x="657497" y="1896131"/>
                  </a:lnTo>
                  <a:lnTo>
                    <a:pt x="644447" y="1901493"/>
                  </a:lnTo>
                  <a:lnTo>
                    <a:pt x="630102" y="1897205"/>
                  </a:lnTo>
                  <a:lnTo>
                    <a:pt x="614069" y="1910752"/>
                  </a:lnTo>
                  <a:lnTo>
                    <a:pt x="605575" y="1906484"/>
                  </a:lnTo>
                  <a:lnTo>
                    <a:pt x="604449" y="1900422"/>
                  </a:lnTo>
                  <a:lnTo>
                    <a:pt x="611538" y="1893444"/>
                  </a:lnTo>
                  <a:lnTo>
                    <a:pt x="614970" y="1886980"/>
                  </a:lnTo>
                  <a:lnTo>
                    <a:pt x="614801" y="1883739"/>
                  </a:lnTo>
                  <a:lnTo>
                    <a:pt x="608894" y="1885540"/>
                  </a:lnTo>
                  <a:lnTo>
                    <a:pt x="606193" y="1864361"/>
                  </a:lnTo>
                  <a:lnTo>
                    <a:pt x="597699" y="1848089"/>
                  </a:lnTo>
                  <a:lnTo>
                    <a:pt x="594043" y="1834452"/>
                  </a:lnTo>
                  <a:lnTo>
                    <a:pt x="598936" y="1827410"/>
                  </a:lnTo>
                  <a:lnTo>
                    <a:pt x="590331" y="1831860"/>
                  </a:lnTo>
                  <a:lnTo>
                    <a:pt x="594549" y="1850841"/>
                  </a:lnTo>
                  <a:lnTo>
                    <a:pt x="603268" y="1866726"/>
                  </a:lnTo>
                  <a:lnTo>
                    <a:pt x="604900" y="1875071"/>
                  </a:lnTo>
                  <a:lnTo>
                    <a:pt x="604393" y="1879410"/>
                  </a:lnTo>
                  <a:lnTo>
                    <a:pt x="596968" y="1888778"/>
                  </a:lnTo>
                  <a:lnTo>
                    <a:pt x="594943" y="1896668"/>
                  </a:lnTo>
                  <a:lnTo>
                    <a:pt x="587461" y="1898635"/>
                  </a:lnTo>
                  <a:lnTo>
                    <a:pt x="590836" y="1911640"/>
                  </a:lnTo>
                  <a:lnTo>
                    <a:pt x="589261" y="1918374"/>
                  </a:lnTo>
                  <a:lnTo>
                    <a:pt x="578123" y="1925613"/>
                  </a:lnTo>
                  <a:lnTo>
                    <a:pt x="566535" y="1927375"/>
                  </a:lnTo>
                  <a:lnTo>
                    <a:pt x="546340" y="1921379"/>
                  </a:lnTo>
                  <a:lnTo>
                    <a:pt x="538239" y="1908975"/>
                  </a:lnTo>
                  <a:lnTo>
                    <a:pt x="535933" y="1901672"/>
                  </a:lnTo>
                  <a:lnTo>
                    <a:pt x="535933" y="1895236"/>
                  </a:lnTo>
                  <a:lnTo>
                    <a:pt x="539645" y="1887699"/>
                  </a:lnTo>
                  <a:lnTo>
                    <a:pt x="546958" y="1853223"/>
                  </a:lnTo>
                  <a:lnTo>
                    <a:pt x="557759" y="1837039"/>
                  </a:lnTo>
                  <a:lnTo>
                    <a:pt x="561809" y="1825552"/>
                  </a:lnTo>
                  <a:lnTo>
                    <a:pt x="560065" y="1824065"/>
                  </a:lnTo>
                  <a:lnTo>
                    <a:pt x="546846" y="1844045"/>
                  </a:lnTo>
                  <a:lnTo>
                    <a:pt x="538633" y="1846252"/>
                  </a:lnTo>
                  <a:lnTo>
                    <a:pt x="536214" y="1841651"/>
                  </a:lnTo>
                  <a:lnTo>
                    <a:pt x="536945" y="1833712"/>
                  </a:lnTo>
                  <a:lnTo>
                    <a:pt x="544989" y="1832601"/>
                  </a:lnTo>
                  <a:lnTo>
                    <a:pt x="547577" y="1828152"/>
                  </a:lnTo>
                  <a:lnTo>
                    <a:pt x="538014" y="1817918"/>
                  </a:lnTo>
                  <a:lnTo>
                    <a:pt x="542571" y="1812686"/>
                  </a:lnTo>
                  <a:lnTo>
                    <a:pt x="553034" y="1813060"/>
                  </a:lnTo>
                  <a:lnTo>
                    <a:pt x="559165" y="1805562"/>
                  </a:lnTo>
                  <a:lnTo>
                    <a:pt x="564959" y="1792179"/>
                  </a:lnTo>
                  <a:lnTo>
                    <a:pt x="565016" y="1773930"/>
                  </a:lnTo>
                  <a:lnTo>
                    <a:pt x="561022" y="1763970"/>
                  </a:lnTo>
                  <a:lnTo>
                    <a:pt x="554553" y="1758778"/>
                  </a:lnTo>
                  <a:lnTo>
                    <a:pt x="552640" y="1764546"/>
                  </a:lnTo>
                  <a:lnTo>
                    <a:pt x="547802" y="1767615"/>
                  </a:lnTo>
                  <a:lnTo>
                    <a:pt x="535933" y="1759548"/>
                  </a:lnTo>
                  <a:lnTo>
                    <a:pt x="535201" y="1748350"/>
                  </a:lnTo>
                  <a:lnTo>
                    <a:pt x="545608" y="1738642"/>
                  </a:lnTo>
                  <a:lnTo>
                    <a:pt x="547802" y="1725163"/>
                  </a:lnTo>
                  <a:lnTo>
                    <a:pt x="542908" y="1710597"/>
                  </a:lnTo>
                  <a:lnTo>
                    <a:pt x="533739" y="1718878"/>
                  </a:lnTo>
                  <a:lnTo>
                    <a:pt x="529463" y="1705651"/>
                  </a:lnTo>
                  <a:lnTo>
                    <a:pt x="522319" y="1699697"/>
                  </a:lnTo>
                  <a:lnTo>
                    <a:pt x="526538" y="1677303"/>
                  </a:lnTo>
                  <a:lnTo>
                    <a:pt x="530644" y="1677303"/>
                  </a:lnTo>
                  <a:lnTo>
                    <a:pt x="527776" y="1662155"/>
                  </a:lnTo>
                  <a:lnTo>
                    <a:pt x="518550" y="1635603"/>
                  </a:lnTo>
                  <a:lnTo>
                    <a:pt x="510168" y="1629628"/>
                  </a:lnTo>
                  <a:lnTo>
                    <a:pt x="487104" y="1636015"/>
                  </a:lnTo>
                  <a:lnTo>
                    <a:pt x="503474" y="1625289"/>
                  </a:lnTo>
                  <a:lnTo>
                    <a:pt x="505612" y="1618451"/>
                  </a:lnTo>
                  <a:lnTo>
                    <a:pt x="505105" y="1606997"/>
                  </a:lnTo>
                  <a:lnTo>
                    <a:pt x="503136" y="1600929"/>
                  </a:lnTo>
                  <a:lnTo>
                    <a:pt x="517593" y="1589577"/>
                  </a:lnTo>
                  <a:lnTo>
                    <a:pt x="498355" y="1569863"/>
                  </a:lnTo>
                  <a:lnTo>
                    <a:pt x="488342" y="1546055"/>
                  </a:lnTo>
                  <a:lnTo>
                    <a:pt x="468933" y="1528487"/>
                  </a:lnTo>
                  <a:lnTo>
                    <a:pt x="455151" y="1499275"/>
                  </a:lnTo>
                  <a:lnTo>
                    <a:pt x="445420" y="1490176"/>
                  </a:lnTo>
                  <a:lnTo>
                    <a:pt x="444238" y="1486167"/>
                  </a:lnTo>
                  <a:lnTo>
                    <a:pt x="455265" y="1471168"/>
                  </a:lnTo>
                  <a:lnTo>
                    <a:pt x="446938" y="1448325"/>
                  </a:lnTo>
                  <a:lnTo>
                    <a:pt x="363458" y="1387955"/>
                  </a:lnTo>
                  <a:lnTo>
                    <a:pt x="335049" y="1376870"/>
                  </a:lnTo>
                  <a:lnTo>
                    <a:pt x="314854" y="1375687"/>
                  </a:lnTo>
                  <a:lnTo>
                    <a:pt x="297696" y="1362384"/>
                  </a:lnTo>
                  <a:lnTo>
                    <a:pt x="280483" y="1380179"/>
                  </a:lnTo>
                  <a:lnTo>
                    <a:pt x="276770" y="1381359"/>
                  </a:lnTo>
                  <a:lnTo>
                    <a:pt x="265969" y="1367146"/>
                  </a:lnTo>
                  <a:lnTo>
                    <a:pt x="247068" y="1386072"/>
                  </a:lnTo>
                  <a:lnTo>
                    <a:pt x="232723" y="1391478"/>
                  </a:lnTo>
                  <a:lnTo>
                    <a:pt x="226366" y="1389835"/>
                  </a:lnTo>
                  <a:lnTo>
                    <a:pt x="216916" y="1377343"/>
                  </a:lnTo>
                  <a:lnTo>
                    <a:pt x="198521" y="1390304"/>
                  </a:lnTo>
                  <a:lnTo>
                    <a:pt x="182038" y="1380651"/>
                  </a:lnTo>
                  <a:lnTo>
                    <a:pt x="179337" y="1383246"/>
                  </a:lnTo>
                  <a:lnTo>
                    <a:pt x="180069" y="1388660"/>
                  </a:lnTo>
                  <a:lnTo>
                    <a:pt x="191939" y="1411319"/>
                  </a:lnTo>
                  <a:lnTo>
                    <a:pt x="187213" y="1412479"/>
                  </a:lnTo>
                  <a:lnTo>
                    <a:pt x="140635" y="1396634"/>
                  </a:lnTo>
                  <a:lnTo>
                    <a:pt x="107670" y="1365004"/>
                  </a:lnTo>
                  <a:lnTo>
                    <a:pt x="104182" y="1356174"/>
                  </a:lnTo>
                  <a:lnTo>
                    <a:pt x="123534" y="1334518"/>
                  </a:lnTo>
                  <a:lnTo>
                    <a:pt x="146992" y="1322375"/>
                  </a:lnTo>
                  <a:lnTo>
                    <a:pt x="111439" y="1317740"/>
                  </a:lnTo>
                  <a:lnTo>
                    <a:pt x="98220" y="1310888"/>
                  </a:lnTo>
                  <a:lnTo>
                    <a:pt x="91526" y="1298341"/>
                  </a:lnTo>
                  <a:lnTo>
                    <a:pt x="97600" y="1275989"/>
                  </a:lnTo>
                  <a:lnTo>
                    <a:pt x="74255" y="1301055"/>
                  </a:lnTo>
                  <a:lnTo>
                    <a:pt x="68855" y="1299082"/>
                  </a:lnTo>
                  <a:lnTo>
                    <a:pt x="63285" y="1292655"/>
                  </a:lnTo>
                  <a:lnTo>
                    <a:pt x="65086" y="1284465"/>
                  </a:lnTo>
                  <a:lnTo>
                    <a:pt x="56311" y="1276738"/>
                  </a:lnTo>
                  <a:lnTo>
                    <a:pt x="52372" y="1270483"/>
                  </a:lnTo>
                  <a:lnTo>
                    <a:pt x="51978" y="1264207"/>
                  </a:lnTo>
                  <a:lnTo>
                    <a:pt x="58111" y="1252855"/>
                  </a:lnTo>
                  <a:lnTo>
                    <a:pt x="69192" y="1247534"/>
                  </a:lnTo>
                  <a:lnTo>
                    <a:pt x="98782" y="1242451"/>
                  </a:lnTo>
                  <a:lnTo>
                    <a:pt x="119990" y="1247280"/>
                  </a:lnTo>
                  <a:lnTo>
                    <a:pt x="132084" y="1226348"/>
                  </a:lnTo>
                  <a:lnTo>
                    <a:pt x="146317" y="1220949"/>
                  </a:lnTo>
                  <a:lnTo>
                    <a:pt x="183725" y="1223265"/>
                  </a:lnTo>
                  <a:lnTo>
                    <a:pt x="200883" y="1235312"/>
                  </a:lnTo>
                  <a:lnTo>
                    <a:pt x="198914" y="1219146"/>
                  </a:lnTo>
                  <a:lnTo>
                    <a:pt x="204708" y="1201536"/>
                  </a:lnTo>
                  <a:lnTo>
                    <a:pt x="203471" y="1194497"/>
                  </a:lnTo>
                  <a:lnTo>
                    <a:pt x="187326" y="1176647"/>
                  </a:lnTo>
                  <a:lnTo>
                    <a:pt x="160324" y="1200235"/>
                  </a:lnTo>
                  <a:lnTo>
                    <a:pt x="146260" y="1199453"/>
                  </a:lnTo>
                  <a:lnTo>
                    <a:pt x="131128" y="1189003"/>
                  </a:lnTo>
                  <a:lnTo>
                    <a:pt x="120102" y="1204916"/>
                  </a:lnTo>
                  <a:lnTo>
                    <a:pt x="108289" y="1208548"/>
                  </a:lnTo>
                  <a:lnTo>
                    <a:pt x="88769" y="1196846"/>
                  </a:lnTo>
                  <a:lnTo>
                    <a:pt x="78081" y="1176120"/>
                  </a:lnTo>
                  <a:lnTo>
                    <a:pt x="71330" y="1174800"/>
                  </a:lnTo>
                  <a:lnTo>
                    <a:pt x="84493" y="1153821"/>
                  </a:lnTo>
                  <a:lnTo>
                    <a:pt x="65254" y="1161018"/>
                  </a:lnTo>
                  <a:lnTo>
                    <a:pt x="48322" y="1157823"/>
                  </a:lnTo>
                  <a:lnTo>
                    <a:pt x="20589" y="1136647"/>
                  </a:lnTo>
                  <a:lnTo>
                    <a:pt x="787" y="1106749"/>
                  </a:lnTo>
                  <a:lnTo>
                    <a:pt x="0" y="1100710"/>
                  </a:lnTo>
                  <a:lnTo>
                    <a:pt x="7369" y="1087742"/>
                  </a:lnTo>
                  <a:lnTo>
                    <a:pt x="3207" y="1074681"/>
                  </a:lnTo>
                  <a:lnTo>
                    <a:pt x="10744" y="1056181"/>
                  </a:lnTo>
                  <a:lnTo>
                    <a:pt x="36453" y="1033789"/>
                  </a:lnTo>
                  <a:lnTo>
                    <a:pt x="59741" y="1031506"/>
                  </a:lnTo>
                  <a:lnTo>
                    <a:pt x="88881" y="1009385"/>
                  </a:lnTo>
                  <a:lnTo>
                    <a:pt x="119484" y="996332"/>
                  </a:lnTo>
                  <a:lnTo>
                    <a:pt x="121677" y="992543"/>
                  </a:lnTo>
                  <a:lnTo>
                    <a:pt x="118358" y="982598"/>
                  </a:lnTo>
                  <a:lnTo>
                    <a:pt x="138778" y="966986"/>
                  </a:lnTo>
                  <a:lnTo>
                    <a:pt x="170731" y="953029"/>
                  </a:lnTo>
                  <a:lnTo>
                    <a:pt x="210672" y="953625"/>
                  </a:lnTo>
                  <a:lnTo>
                    <a:pt x="218491" y="944663"/>
                  </a:lnTo>
                  <a:lnTo>
                    <a:pt x="231204" y="916597"/>
                  </a:lnTo>
                  <a:lnTo>
                    <a:pt x="235311" y="900100"/>
                  </a:lnTo>
                  <a:lnTo>
                    <a:pt x="240654" y="874137"/>
                  </a:lnTo>
                  <a:lnTo>
                    <a:pt x="250781" y="801418"/>
                  </a:lnTo>
                  <a:lnTo>
                    <a:pt x="269963" y="783511"/>
                  </a:lnTo>
                  <a:lnTo>
                    <a:pt x="258543" y="776627"/>
                  </a:lnTo>
                  <a:lnTo>
                    <a:pt x="218997" y="797201"/>
                  </a:lnTo>
                  <a:lnTo>
                    <a:pt x="186707" y="787759"/>
                  </a:lnTo>
                  <a:lnTo>
                    <a:pt x="179900" y="779252"/>
                  </a:lnTo>
                  <a:lnTo>
                    <a:pt x="175513" y="761124"/>
                  </a:lnTo>
                  <a:lnTo>
                    <a:pt x="175737" y="750493"/>
                  </a:lnTo>
                  <a:lnTo>
                    <a:pt x="181925" y="725668"/>
                  </a:lnTo>
                  <a:lnTo>
                    <a:pt x="201389" y="693292"/>
                  </a:lnTo>
                  <a:lnTo>
                    <a:pt x="224116" y="673933"/>
                  </a:lnTo>
                  <a:lnTo>
                    <a:pt x="259444" y="612070"/>
                  </a:lnTo>
                  <a:lnTo>
                    <a:pt x="284252" y="600527"/>
                  </a:lnTo>
                  <a:lnTo>
                    <a:pt x="305909" y="633874"/>
                  </a:lnTo>
                  <a:lnTo>
                    <a:pt x="299440" y="595453"/>
                  </a:lnTo>
                  <a:lnTo>
                    <a:pt x="300172" y="583072"/>
                  </a:lnTo>
                  <a:lnTo>
                    <a:pt x="307035" y="570237"/>
                  </a:lnTo>
                  <a:lnTo>
                    <a:pt x="328748" y="572811"/>
                  </a:lnTo>
                  <a:lnTo>
                    <a:pt x="349450" y="588909"/>
                  </a:lnTo>
                  <a:lnTo>
                    <a:pt x="355694" y="585263"/>
                  </a:lnTo>
                  <a:lnTo>
                    <a:pt x="364245" y="555086"/>
                  </a:lnTo>
                  <a:lnTo>
                    <a:pt x="366214" y="531179"/>
                  </a:lnTo>
                  <a:lnTo>
                    <a:pt x="363795" y="481238"/>
                  </a:lnTo>
                  <a:lnTo>
                    <a:pt x="361938" y="467659"/>
                  </a:lnTo>
                  <a:lnTo>
                    <a:pt x="362951" y="456329"/>
                  </a:lnTo>
                  <a:lnTo>
                    <a:pt x="387028" y="418311"/>
                  </a:lnTo>
                  <a:lnTo>
                    <a:pt x="403623" y="415507"/>
                  </a:lnTo>
                  <a:lnTo>
                    <a:pt x="423031" y="426298"/>
                  </a:lnTo>
                  <a:lnTo>
                    <a:pt x="498636" y="533810"/>
                  </a:lnTo>
                  <a:lnTo>
                    <a:pt x="506343" y="537935"/>
                  </a:lnTo>
                  <a:lnTo>
                    <a:pt x="498692" y="517592"/>
                  </a:lnTo>
                  <a:lnTo>
                    <a:pt x="423649" y="398998"/>
                  </a:lnTo>
                  <a:lnTo>
                    <a:pt x="440638" y="379476"/>
                  </a:lnTo>
                  <a:lnTo>
                    <a:pt x="471915" y="362220"/>
                  </a:lnTo>
                  <a:lnTo>
                    <a:pt x="539701" y="344381"/>
                  </a:lnTo>
                  <a:lnTo>
                    <a:pt x="546115" y="331830"/>
                  </a:lnTo>
                  <a:lnTo>
                    <a:pt x="570923" y="320036"/>
                  </a:lnTo>
                  <a:lnTo>
                    <a:pt x="588473" y="336442"/>
                  </a:lnTo>
                  <a:lnTo>
                    <a:pt x="598374" y="363046"/>
                  </a:lnTo>
                  <a:lnTo>
                    <a:pt x="601131" y="386414"/>
                  </a:lnTo>
                  <a:lnTo>
                    <a:pt x="600849" y="471549"/>
                  </a:lnTo>
                  <a:lnTo>
                    <a:pt x="601975" y="476594"/>
                  </a:lnTo>
                  <a:lnTo>
                    <a:pt x="618063" y="429085"/>
                  </a:lnTo>
                  <a:lnTo>
                    <a:pt x="621664" y="391702"/>
                  </a:lnTo>
                  <a:lnTo>
                    <a:pt x="616151" y="373332"/>
                  </a:lnTo>
                  <a:lnTo>
                    <a:pt x="615869" y="343130"/>
                  </a:lnTo>
                  <a:lnTo>
                    <a:pt x="618626" y="326785"/>
                  </a:lnTo>
                  <a:lnTo>
                    <a:pt x="626333" y="326785"/>
                  </a:lnTo>
                  <a:lnTo>
                    <a:pt x="658285" y="382745"/>
                  </a:lnTo>
                  <a:lnTo>
                    <a:pt x="670830" y="394543"/>
                  </a:lnTo>
                  <a:lnTo>
                    <a:pt x="685119" y="423905"/>
                  </a:lnTo>
                  <a:lnTo>
                    <a:pt x="727422" y="418711"/>
                  </a:lnTo>
                  <a:lnTo>
                    <a:pt x="700757" y="372922"/>
                  </a:lnTo>
                  <a:lnTo>
                    <a:pt x="690800" y="346464"/>
                  </a:lnTo>
                  <a:lnTo>
                    <a:pt x="683824" y="312414"/>
                  </a:lnTo>
                  <a:lnTo>
                    <a:pt x="682137" y="294073"/>
                  </a:lnTo>
                  <a:lnTo>
                    <a:pt x="711951" y="291070"/>
                  </a:lnTo>
                  <a:lnTo>
                    <a:pt x="748685" y="306889"/>
                  </a:lnTo>
                  <a:lnTo>
                    <a:pt x="818777" y="378658"/>
                  </a:lnTo>
                  <a:lnTo>
                    <a:pt x="860237" y="438608"/>
                  </a:lnTo>
                  <a:lnTo>
                    <a:pt x="877788" y="449262"/>
                  </a:lnTo>
                  <a:lnTo>
                    <a:pt x="883976" y="433853"/>
                  </a:lnTo>
                  <a:lnTo>
                    <a:pt x="880714" y="376612"/>
                  </a:lnTo>
                  <a:lnTo>
                    <a:pt x="883526" y="341042"/>
                  </a:lnTo>
                  <a:lnTo>
                    <a:pt x="893146" y="315805"/>
                  </a:lnTo>
                  <a:lnTo>
                    <a:pt x="890389" y="291070"/>
                  </a:lnTo>
                  <a:lnTo>
                    <a:pt x="851967" y="224146"/>
                  </a:lnTo>
                  <a:lnTo>
                    <a:pt x="867269" y="214763"/>
                  </a:lnTo>
                  <a:lnTo>
                    <a:pt x="942762" y="225927"/>
                  </a:lnTo>
                  <a:lnTo>
                    <a:pt x="966951" y="240559"/>
                  </a:lnTo>
                  <a:lnTo>
                    <a:pt x="983208" y="234809"/>
                  </a:lnTo>
                  <a:lnTo>
                    <a:pt x="982815" y="223700"/>
                  </a:lnTo>
                  <a:lnTo>
                    <a:pt x="876775" y="190410"/>
                  </a:lnTo>
                  <a:lnTo>
                    <a:pt x="833798" y="196303"/>
                  </a:lnTo>
                  <a:lnTo>
                    <a:pt x="823166" y="173074"/>
                  </a:lnTo>
                  <a:lnTo>
                    <a:pt x="832842" y="143961"/>
                  </a:lnTo>
                  <a:lnTo>
                    <a:pt x="856412" y="156033"/>
                  </a:lnTo>
                  <a:lnTo>
                    <a:pt x="880094" y="127111"/>
                  </a:lnTo>
                  <a:lnTo>
                    <a:pt x="931567" y="91493"/>
                  </a:lnTo>
                  <a:lnTo>
                    <a:pt x="954969" y="100106"/>
                  </a:lnTo>
                  <a:lnTo>
                    <a:pt x="984952" y="134619"/>
                  </a:lnTo>
                  <a:lnTo>
                    <a:pt x="1014486" y="73175"/>
                  </a:lnTo>
                  <a:lnTo>
                    <a:pt x="1059039" y="114843"/>
                  </a:lnTo>
                  <a:lnTo>
                    <a:pt x="1079403" y="161116"/>
                  </a:lnTo>
                  <a:lnTo>
                    <a:pt x="1083228" y="161116"/>
                  </a:lnTo>
                  <a:lnTo>
                    <a:pt x="1086941" y="148613"/>
                  </a:lnTo>
                  <a:lnTo>
                    <a:pt x="1090148" y="119099"/>
                  </a:lnTo>
                  <a:lnTo>
                    <a:pt x="1071246" y="92931"/>
                  </a:lnTo>
                  <a:lnTo>
                    <a:pt x="1064720" y="73175"/>
                  </a:lnTo>
                  <a:lnTo>
                    <a:pt x="1064665" y="62971"/>
                  </a:lnTo>
                  <a:lnTo>
                    <a:pt x="1071190" y="50748"/>
                  </a:lnTo>
                  <a:lnTo>
                    <a:pt x="1085873" y="51729"/>
                  </a:lnTo>
                  <a:lnTo>
                    <a:pt x="1096785" y="28038"/>
                  </a:lnTo>
                  <a:lnTo>
                    <a:pt x="1125475" y="36959"/>
                  </a:lnTo>
                  <a:lnTo>
                    <a:pt x="1131663" y="17575"/>
                  </a:lnTo>
                  <a:lnTo>
                    <a:pt x="1192249" y="8055"/>
                  </a:lnTo>
                  <a:lnTo>
                    <a:pt x="1218182" y="19073"/>
                  </a:lnTo>
                  <a:lnTo>
                    <a:pt x="1244846" y="0"/>
                  </a:lnTo>
                  <a:lnTo>
                    <a:pt x="1316176" y="151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oPE_MapPart_GRL_2_43" descr="Grönland">
              <a:extLst>
                <a:ext uri="{FF2B5EF4-FFF2-40B4-BE49-F238E27FC236}">
                  <a16:creationId xmlns:a16="http://schemas.microsoft.com/office/drawing/2014/main" id="{72DB1571-2757-F858-493C-278E181E8E09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243105" y="2987453"/>
              <a:ext cx="94395" cy="95919"/>
            </a:xfrm>
            <a:custGeom>
              <a:avLst/>
              <a:gdLst/>
              <a:ahLst/>
              <a:cxnLst/>
              <a:rect l="0" t="0" r="0" b="0"/>
              <a:pathLst>
                <a:path w="94395" h="95919">
                  <a:moveTo>
                    <a:pt x="68405" y="34262"/>
                  </a:moveTo>
                  <a:lnTo>
                    <a:pt x="89838" y="46688"/>
                  </a:lnTo>
                  <a:lnTo>
                    <a:pt x="91976" y="54333"/>
                  </a:lnTo>
                  <a:lnTo>
                    <a:pt x="91019" y="57576"/>
                  </a:lnTo>
                  <a:lnTo>
                    <a:pt x="94394" y="65016"/>
                  </a:lnTo>
                  <a:lnTo>
                    <a:pt x="87756" y="75319"/>
                  </a:lnTo>
                  <a:lnTo>
                    <a:pt x="67167" y="86365"/>
                  </a:lnTo>
                  <a:lnTo>
                    <a:pt x="41909" y="95918"/>
                  </a:lnTo>
                  <a:lnTo>
                    <a:pt x="35215" y="95283"/>
                  </a:lnTo>
                  <a:lnTo>
                    <a:pt x="23008" y="82850"/>
                  </a:lnTo>
                  <a:lnTo>
                    <a:pt x="39433" y="77405"/>
                  </a:lnTo>
                  <a:lnTo>
                    <a:pt x="34203" y="70657"/>
                  </a:lnTo>
                  <a:lnTo>
                    <a:pt x="3600" y="62593"/>
                  </a:lnTo>
                  <a:lnTo>
                    <a:pt x="0" y="55144"/>
                  </a:lnTo>
                  <a:lnTo>
                    <a:pt x="4107" y="33770"/>
                  </a:lnTo>
                  <a:lnTo>
                    <a:pt x="18677" y="34426"/>
                  </a:lnTo>
                  <a:lnTo>
                    <a:pt x="4556" y="24394"/>
                  </a:lnTo>
                  <a:lnTo>
                    <a:pt x="2812" y="14475"/>
                  </a:lnTo>
                  <a:lnTo>
                    <a:pt x="6694" y="5670"/>
                  </a:lnTo>
                  <a:lnTo>
                    <a:pt x="17157" y="0"/>
                  </a:lnTo>
                  <a:lnTo>
                    <a:pt x="28521" y="1836"/>
                  </a:lnTo>
                  <a:lnTo>
                    <a:pt x="48266" y="8831"/>
                  </a:lnTo>
                  <a:lnTo>
                    <a:pt x="56760" y="162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oPE_MapPart_GRL_3_44" descr="Grönland">
              <a:extLst>
                <a:ext uri="{FF2B5EF4-FFF2-40B4-BE49-F238E27FC236}">
                  <a16:creationId xmlns:a16="http://schemas.microsoft.com/office/drawing/2014/main" id="{233745B2-1A38-6EC4-E3A7-8C381A07CECA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8083316" y="2918750"/>
              <a:ext cx="84045" cy="55968"/>
            </a:xfrm>
            <a:custGeom>
              <a:avLst/>
              <a:gdLst/>
              <a:ahLst/>
              <a:cxnLst/>
              <a:rect l="0" t="0" r="0" b="0"/>
              <a:pathLst>
                <a:path w="84045" h="55968">
                  <a:moveTo>
                    <a:pt x="81344" y="11739"/>
                  </a:moveTo>
                  <a:lnTo>
                    <a:pt x="82525" y="19982"/>
                  </a:lnTo>
                  <a:lnTo>
                    <a:pt x="80218" y="25287"/>
                  </a:lnTo>
                  <a:lnTo>
                    <a:pt x="84044" y="33472"/>
                  </a:lnTo>
                  <a:lnTo>
                    <a:pt x="82300" y="37381"/>
                  </a:lnTo>
                  <a:lnTo>
                    <a:pt x="69811" y="42299"/>
                  </a:lnTo>
                  <a:lnTo>
                    <a:pt x="56817" y="55967"/>
                  </a:lnTo>
                  <a:lnTo>
                    <a:pt x="44721" y="46697"/>
                  </a:lnTo>
                  <a:lnTo>
                    <a:pt x="4276" y="55967"/>
                  </a:lnTo>
                  <a:lnTo>
                    <a:pt x="0" y="52938"/>
                  </a:lnTo>
                  <a:lnTo>
                    <a:pt x="2981" y="40774"/>
                  </a:lnTo>
                  <a:lnTo>
                    <a:pt x="7200" y="38230"/>
                  </a:lnTo>
                  <a:lnTo>
                    <a:pt x="10013" y="31599"/>
                  </a:lnTo>
                  <a:lnTo>
                    <a:pt x="9113" y="24261"/>
                  </a:lnTo>
                  <a:lnTo>
                    <a:pt x="10182" y="14147"/>
                  </a:lnTo>
                  <a:lnTo>
                    <a:pt x="13050" y="12427"/>
                  </a:lnTo>
                  <a:lnTo>
                    <a:pt x="24864" y="16895"/>
                  </a:lnTo>
                  <a:lnTo>
                    <a:pt x="44159" y="16209"/>
                  </a:lnTo>
                  <a:lnTo>
                    <a:pt x="69248" y="0"/>
                  </a:lnTo>
                  <a:lnTo>
                    <a:pt x="80555" y="967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oPE_MapPart_GRL_4_45" descr="Grönland">
              <a:extLst>
                <a:ext uri="{FF2B5EF4-FFF2-40B4-BE49-F238E27FC236}">
                  <a16:creationId xmlns:a16="http://schemas.microsoft.com/office/drawing/2014/main" id="{C2216C1D-E7DA-6829-D881-2B4BE4E72AB9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479654" y="1198027"/>
              <a:ext cx="81287" cy="147693"/>
            </a:xfrm>
            <a:custGeom>
              <a:avLst/>
              <a:gdLst/>
              <a:ahLst/>
              <a:cxnLst/>
              <a:rect l="0" t="0" r="0" b="0"/>
              <a:pathLst>
                <a:path w="81287" h="147693">
                  <a:moveTo>
                    <a:pt x="77686" y="143613"/>
                  </a:moveTo>
                  <a:lnTo>
                    <a:pt x="71386" y="147692"/>
                  </a:lnTo>
                  <a:lnTo>
                    <a:pt x="58110" y="123487"/>
                  </a:lnTo>
                  <a:lnTo>
                    <a:pt x="18732" y="82552"/>
                  </a:lnTo>
                  <a:lnTo>
                    <a:pt x="1350" y="38504"/>
                  </a:lnTo>
                  <a:lnTo>
                    <a:pt x="0" y="22851"/>
                  </a:lnTo>
                  <a:lnTo>
                    <a:pt x="2475" y="8383"/>
                  </a:lnTo>
                  <a:lnTo>
                    <a:pt x="29757" y="0"/>
                  </a:lnTo>
                  <a:lnTo>
                    <a:pt x="60585" y="28084"/>
                  </a:lnTo>
                  <a:lnTo>
                    <a:pt x="76055" y="51014"/>
                  </a:lnTo>
                  <a:lnTo>
                    <a:pt x="81286" y="70258"/>
                  </a:lnTo>
                  <a:lnTo>
                    <a:pt x="80443" y="1073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oPE_MapPart_GRL_5_46" descr="Grönland">
              <a:extLst>
                <a:ext uri="{FF2B5EF4-FFF2-40B4-BE49-F238E27FC236}">
                  <a16:creationId xmlns:a16="http://schemas.microsoft.com/office/drawing/2014/main" id="{A5AB80FA-FAD3-5CD1-40E8-4D0D2DEFCF3A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361380" y="1751792"/>
              <a:ext cx="54286" cy="61175"/>
            </a:xfrm>
            <a:custGeom>
              <a:avLst/>
              <a:gdLst/>
              <a:ahLst/>
              <a:cxnLst/>
              <a:rect l="0" t="0" r="0" b="0"/>
              <a:pathLst>
                <a:path w="54286" h="61175">
                  <a:moveTo>
                    <a:pt x="47647" y="40904"/>
                  </a:moveTo>
                  <a:lnTo>
                    <a:pt x="34427" y="61174"/>
                  </a:lnTo>
                  <a:lnTo>
                    <a:pt x="14851" y="59598"/>
                  </a:lnTo>
                  <a:lnTo>
                    <a:pt x="3263" y="50433"/>
                  </a:lnTo>
                  <a:lnTo>
                    <a:pt x="0" y="36440"/>
                  </a:lnTo>
                  <a:lnTo>
                    <a:pt x="4387" y="20728"/>
                  </a:lnTo>
                  <a:lnTo>
                    <a:pt x="36059" y="0"/>
                  </a:lnTo>
                  <a:lnTo>
                    <a:pt x="52091" y="4879"/>
                  </a:lnTo>
                  <a:lnTo>
                    <a:pt x="54285" y="207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oPE_MapPart_GRL_6_47" descr="Grönland">
              <a:extLst>
                <a:ext uri="{FF2B5EF4-FFF2-40B4-BE49-F238E27FC236}">
                  <a16:creationId xmlns:a16="http://schemas.microsoft.com/office/drawing/2014/main" id="{DC1FCFF8-E847-D878-42F4-1E67517BA25D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369086" y="2443609"/>
              <a:ext cx="46861" cy="50656"/>
            </a:xfrm>
            <a:custGeom>
              <a:avLst/>
              <a:gdLst/>
              <a:ahLst/>
              <a:cxnLst/>
              <a:rect l="0" t="0" r="0" b="0"/>
              <a:pathLst>
                <a:path w="46861" h="50656">
                  <a:moveTo>
                    <a:pt x="27846" y="0"/>
                  </a:moveTo>
                  <a:lnTo>
                    <a:pt x="31390" y="25060"/>
                  </a:lnTo>
                  <a:lnTo>
                    <a:pt x="35272" y="32535"/>
                  </a:lnTo>
                  <a:lnTo>
                    <a:pt x="43541" y="31438"/>
                  </a:lnTo>
                  <a:lnTo>
                    <a:pt x="46860" y="45434"/>
                  </a:lnTo>
                  <a:lnTo>
                    <a:pt x="40785" y="50655"/>
                  </a:lnTo>
                  <a:lnTo>
                    <a:pt x="6863" y="49569"/>
                  </a:lnTo>
                  <a:lnTo>
                    <a:pt x="0" y="41071"/>
                  </a:lnTo>
                  <a:lnTo>
                    <a:pt x="1069" y="10909"/>
                  </a:lnTo>
                  <a:lnTo>
                    <a:pt x="7989" y="2232"/>
                  </a:lnTo>
                  <a:lnTo>
                    <a:pt x="13782" y="9799"/>
                  </a:lnTo>
                  <a:lnTo>
                    <a:pt x="20645" y="44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oPE_MapPart_GRL_7_48" descr="Grönland">
              <a:extLst>
                <a:ext uri="{FF2B5EF4-FFF2-40B4-BE49-F238E27FC236}">
                  <a16:creationId xmlns:a16="http://schemas.microsoft.com/office/drawing/2014/main" id="{0547A09D-5001-6A15-D16E-127724B075CB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8363010" y="2275416"/>
              <a:ext cx="15697" cy="91142"/>
            </a:xfrm>
            <a:custGeom>
              <a:avLst/>
              <a:gdLst/>
              <a:ahLst/>
              <a:cxnLst/>
              <a:rect l="0" t="0" r="0" b="0"/>
              <a:pathLst>
                <a:path w="15697" h="91142">
                  <a:moveTo>
                    <a:pt x="15696" y="87646"/>
                  </a:moveTo>
                  <a:lnTo>
                    <a:pt x="12152" y="91141"/>
                  </a:lnTo>
                  <a:lnTo>
                    <a:pt x="0" y="36807"/>
                  </a:lnTo>
                  <a:lnTo>
                    <a:pt x="845" y="1223"/>
                  </a:lnTo>
                  <a:lnTo>
                    <a:pt x="6358" y="0"/>
                  </a:lnTo>
                  <a:lnTo>
                    <a:pt x="11027" y="8297"/>
                  </a:lnTo>
                  <a:lnTo>
                    <a:pt x="13221" y="4016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oPE_MapPart_GRL_8_49" descr="Grönland">
              <a:extLst>
                <a:ext uri="{FF2B5EF4-FFF2-40B4-BE49-F238E27FC236}">
                  <a16:creationId xmlns:a16="http://schemas.microsoft.com/office/drawing/2014/main" id="{3655C066-2B6E-F819-BAF9-6E153C3D5597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7202658" y="2737294"/>
              <a:ext cx="37410" cy="29140"/>
            </a:xfrm>
            <a:custGeom>
              <a:avLst/>
              <a:gdLst/>
              <a:ahLst/>
              <a:cxnLst/>
              <a:rect l="0" t="0" r="0" b="0"/>
              <a:pathLst>
                <a:path w="37410" h="29140">
                  <a:moveTo>
                    <a:pt x="37409" y="5332"/>
                  </a:moveTo>
                  <a:lnTo>
                    <a:pt x="20252" y="29139"/>
                  </a:lnTo>
                  <a:lnTo>
                    <a:pt x="10801" y="18973"/>
                  </a:lnTo>
                  <a:lnTo>
                    <a:pt x="2307" y="18407"/>
                  </a:lnTo>
                  <a:lnTo>
                    <a:pt x="0" y="12923"/>
                  </a:lnTo>
                  <a:lnTo>
                    <a:pt x="6863" y="6283"/>
                  </a:lnTo>
                  <a:lnTo>
                    <a:pt x="21827" y="6473"/>
                  </a:lnTo>
                  <a:lnTo>
                    <a:pt x="31502" y="0"/>
                  </a:lnTo>
                  <a:lnTo>
                    <a:pt x="36903" y="22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oPE_MapPart_GRL_9_50" descr="Grönland">
              <a:extLst>
                <a:ext uri="{FF2B5EF4-FFF2-40B4-BE49-F238E27FC236}">
                  <a16:creationId xmlns:a16="http://schemas.microsoft.com/office/drawing/2014/main" id="{F1113BE9-01F6-CD4C-0DE7-539FA041D1AF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7354657" y="3023519"/>
              <a:ext cx="20984" cy="36683"/>
            </a:xfrm>
            <a:custGeom>
              <a:avLst/>
              <a:gdLst/>
              <a:ahLst/>
              <a:cxnLst/>
              <a:rect l="0" t="0" r="0" b="0"/>
              <a:pathLst>
                <a:path w="20984" h="36683">
                  <a:moveTo>
                    <a:pt x="10520" y="33625"/>
                  </a:moveTo>
                  <a:lnTo>
                    <a:pt x="5626" y="36682"/>
                  </a:lnTo>
                  <a:lnTo>
                    <a:pt x="3657" y="33625"/>
                  </a:lnTo>
                  <a:lnTo>
                    <a:pt x="337" y="17455"/>
                  </a:lnTo>
                  <a:lnTo>
                    <a:pt x="0" y="6380"/>
                  </a:lnTo>
                  <a:lnTo>
                    <a:pt x="7988" y="0"/>
                  </a:lnTo>
                  <a:lnTo>
                    <a:pt x="20983" y="6870"/>
                  </a:lnTo>
                  <a:lnTo>
                    <a:pt x="13726" y="15180"/>
                  </a:lnTo>
                  <a:lnTo>
                    <a:pt x="11869" y="3088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oPE_MapPart_GRL_10_51" descr="Grönland">
              <a:extLst>
                <a:ext uri="{FF2B5EF4-FFF2-40B4-BE49-F238E27FC236}">
                  <a16:creationId xmlns:a16="http://schemas.microsoft.com/office/drawing/2014/main" id="{65145C66-7B64-CFFA-1F7B-C52F80A939EA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8346585" y="1332631"/>
              <a:ext cx="29590" cy="69261"/>
            </a:xfrm>
            <a:custGeom>
              <a:avLst/>
              <a:gdLst/>
              <a:ahLst/>
              <a:cxnLst/>
              <a:rect l="0" t="0" r="0" b="0"/>
              <a:pathLst>
                <a:path w="29590" h="69261">
                  <a:moveTo>
                    <a:pt x="29589" y="62135"/>
                  </a:moveTo>
                  <a:lnTo>
                    <a:pt x="26383" y="69260"/>
                  </a:lnTo>
                  <a:lnTo>
                    <a:pt x="18114" y="66097"/>
                  </a:lnTo>
                  <a:lnTo>
                    <a:pt x="506" y="29720"/>
                  </a:lnTo>
                  <a:lnTo>
                    <a:pt x="0" y="10234"/>
                  </a:lnTo>
                  <a:lnTo>
                    <a:pt x="9282" y="0"/>
                  </a:lnTo>
                  <a:lnTo>
                    <a:pt x="24977" y="393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oPE_MapPart_GRL_11_52" descr="Grönland">
              <a:extLst>
                <a:ext uri="{FF2B5EF4-FFF2-40B4-BE49-F238E27FC236}">
                  <a16:creationId xmlns:a16="http://schemas.microsoft.com/office/drawing/2014/main" id="{258490EC-CFAC-D507-25C6-24B92F2D9DA3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8355867" y="2025294"/>
              <a:ext cx="13502" cy="74168"/>
            </a:xfrm>
            <a:custGeom>
              <a:avLst/>
              <a:gdLst/>
              <a:ahLst/>
              <a:cxnLst/>
              <a:rect l="0" t="0" r="0" b="0"/>
              <a:pathLst>
                <a:path w="13502" h="74168">
                  <a:moveTo>
                    <a:pt x="9900" y="68775"/>
                  </a:moveTo>
                  <a:lnTo>
                    <a:pt x="5794" y="74167"/>
                  </a:lnTo>
                  <a:lnTo>
                    <a:pt x="506" y="36910"/>
                  </a:lnTo>
                  <a:lnTo>
                    <a:pt x="0" y="12294"/>
                  </a:lnTo>
                  <a:lnTo>
                    <a:pt x="6300" y="0"/>
                  </a:lnTo>
                  <a:lnTo>
                    <a:pt x="11813" y="0"/>
                  </a:lnTo>
                  <a:lnTo>
                    <a:pt x="11307" y="32785"/>
                  </a:lnTo>
                  <a:lnTo>
                    <a:pt x="13501" y="475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oPE_MapPart_GRL_12_53" descr="Grönland">
              <a:extLst>
                <a:ext uri="{FF2B5EF4-FFF2-40B4-BE49-F238E27FC236}">
                  <a16:creationId xmlns:a16="http://schemas.microsoft.com/office/drawing/2014/main" id="{F153C3DB-BD3E-1301-97D8-126DFACEDE06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6693840" y="2169705"/>
              <a:ext cx="33191" cy="19330"/>
            </a:xfrm>
            <a:custGeom>
              <a:avLst/>
              <a:gdLst/>
              <a:ahLst/>
              <a:cxnLst/>
              <a:rect l="0" t="0" r="0" b="0"/>
              <a:pathLst>
                <a:path w="33191" h="19330">
                  <a:moveTo>
                    <a:pt x="25877" y="19329"/>
                  </a:moveTo>
                  <a:lnTo>
                    <a:pt x="3770" y="14966"/>
                  </a:lnTo>
                  <a:lnTo>
                    <a:pt x="0" y="10592"/>
                  </a:lnTo>
                  <a:lnTo>
                    <a:pt x="169" y="3882"/>
                  </a:lnTo>
                  <a:lnTo>
                    <a:pt x="1857" y="1813"/>
                  </a:lnTo>
                  <a:lnTo>
                    <a:pt x="16033" y="0"/>
                  </a:lnTo>
                  <a:lnTo>
                    <a:pt x="33190" y="9303"/>
                  </a:lnTo>
                  <a:lnTo>
                    <a:pt x="32122" y="152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oPE_MapPart_GRL_13_54" descr="Grönland">
              <a:extLst>
                <a:ext uri="{FF2B5EF4-FFF2-40B4-BE49-F238E27FC236}">
                  <a16:creationId xmlns:a16="http://schemas.microsoft.com/office/drawing/2014/main" id="{672C8C0A-703D-2F84-6CD8-19CC3C057751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7273144" y="2894349"/>
              <a:ext cx="16315" cy="24748"/>
            </a:xfrm>
            <a:custGeom>
              <a:avLst/>
              <a:gdLst/>
              <a:ahLst/>
              <a:cxnLst/>
              <a:rect l="0" t="0" r="0" b="0"/>
              <a:pathLst>
                <a:path w="16315" h="24748">
                  <a:moveTo>
                    <a:pt x="13221" y="24747"/>
                  </a:moveTo>
                  <a:lnTo>
                    <a:pt x="1913" y="20414"/>
                  </a:lnTo>
                  <a:lnTo>
                    <a:pt x="0" y="16418"/>
                  </a:lnTo>
                  <a:lnTo>
                    <a:pt x="8045" y="1227"/>
                  </a:lnTo>
                  <a:lnTo>
                    <a:pt x="11701" y="0"/>
                  </a:lnTo>
                  <a:lnTo>
                    <a:pt x="16146" y="10670"/>
                  </a:lnTo>
                  <a:lnTo>
                    <a:pt x="16314" y="17635"/>
                  </a:lnTo>
                  <a:lnTo>
                    <a:pt x="14740" y="231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oPE_MapPart_GRL_14_55" descr="Grönland">
              <a:extLst>
                <a:ext uri="{FF2B5EF4-FFF2-40B4-BE49-F238E27FC236}">
                  <a16:creationId xmlns:a16="http://schemas.microsoft.com/office/drawing/2014/main" id="{74BDAC7B-9A27-E62D-02C4-FD1D551BC2A4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8390069" y="2110733"/>
              <a:ext cx="18059" cy="32355"/>
            </a:xfrm>
            <a:custGeom>
              <a:avLst/>
              <a:gdLst/>
              <a:ahLst/>
              <a:cxnLst/>
              <a:rect l="0" t="0" r="0" b="0"/>
              <a:pathLst>
                <a:path w="18059" h="32355">
                  <a:moveTo>
                    <a:pt x="8325" y="32354"/>
                  </a:moveTo>
                  <a:lnTo>
                    <a:pt x="0" y="28670"/>
                  </a:lnTo>
                  <a:lnTo>
                    <a:pt x="9845" y="0"/>
                  </a:lnTo>
                  <a:lnTo>
                    <a:pt x="16820" y="535"/>
                  </a:lnTo>
                  <a:lnTo>
                    <a:pt x="18058" y="12001"/>
                  </a:lnTo>
                  <a:lnTo>
                    <a:pt x="15302" y="231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oPE_MapPart_GRL_15_56" descr="Grönland">
              <a:extLst>
                <a:ext uri="{FF2B5EF4-FFF2-40B4-BE49-F238E27FC236}">
                  <a16:creationId xmlns:a16="http://schemas.microsoft.com/office/drawing/2014/main" id="{1A9EBC2D-B889-F6BA-98BE-B1FF16B2F63A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497204" y="3706049"/>
              <a:ext cx="18228" cy="18222"/>
            </a:xfrm>
            <a:custGeom>
              <a:avLst/>
              <a:gdLst/>
              <a:ahLst/>
              <a:cxnLst/>
              <a:rect l="0" t="0" r="0" b="0"/>
              <a:pathLst>
                <a:path w="18228" h="18222">
                  <a:moveTo>
                    <a:pt x="16314" y="10514"/>
                  </a:moveTo>
                  <a:lnTo>
                    <a:pt x="12714" y="18221"/>
                  </a:lnTo>
                  <a:lnTo>
                    <a:pt x="7370" y="13047"/>
                  </a:lnTo>
                  <a:lnTo>
                    <a:pt x="0" y="10514"/>
                  </a:lnTo>
                  <a:lnTo>
                    <a:pt x="18227" y="0"/>
                  </a:lnTo>
                  <a:lnTo>
                    <a:pt x="16708" y="65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oPE_MapPart_GRL_16_57" descr="Grönland">
              <a:extLst>
                <a:ext uri="{FF2B5EF4-FFF2-40B4-BE49-F238E27FC236}">
                  <a16:creationId xmlns:a16="http://schemas.microsoft.com/office/drawing/2014/main" id="{FCDF6184-6D72-1527-91AD-CC0D34DFC6C4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795689" y="3372527"/>
              <a:ext cx="8946" cy="14450"/>
            </a:xfrm>
            <a:custGeom>
              <a:avLst/>
              <a:gdLst/>
              <a:ahLst/>
              <a:cxnLst/>
              <a:rect l="0" t="0" r="0" b="0"/>
              <a:pathLst>
                <a:path w="8946" h="14450">
                  <a:moveTo>
                    <a:pt x="6469" y="14313"/>
                  </a:moveTo>
                  <a:lnTo>
                    <a:pt x="1630" y="14449"/>
                  </a:lnTo>
                  <a:lnTo>
                    <a:pt x="0" y="8464"/>
                  </a:lnTo>
                  <a:lnTo>
                    <a:pt x="506" y="2051"/>
                  </a:lnTo>
                  <a:lnTo>
                    <a:pt x="5963" y="0"/>
                  </a:lnTo>
                  <a:lnTo>
                    <a:pt x="8945" y="4373"/>
                  </a:lnTo>
                  <a:lnTo>
                    <a:pt x="7875" y="110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oPE_MapPart_GRD_1_58" descr="Grenada">
              <a:extLst>
                <a:ext uri="{FF2B5EF4-FFF2-40B4-BE49-F238E27FC236}">
                  <a16:creationId xmlns:a16="http://schemas.microsoft.com/office/drawing/2014/main" id="{B409AB92-385E-1DF8-3FAF-DEC33DA012C2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014488" y="5725164"/>
              <a:ext cx="33754" cy="34523"/>
            </a:xfrm>
            <a:custGeom>
              <a:avLst/>
              <a:gdLst/>
              <a:ahLst/>
              <a:cxnLst/>
              <a:rect l="0" t="0" r="0" b="0"/>
              <a:pathLst>
                <a:path w="33754" h="34523">
                  <a:moveTo>
                    <a:pt x="0" y="0"/>
                  </a:moveTo>
                  <a:lnTo>
                    <a:pt x="33753" y="0"/>
                  </a:lnTo>
                  <a:lnTo>
                    <a:pt x="33753" y="34522"/>
                  </a:lnTo>
                  <a:lnTo>
                    <a:pt x="0" y="345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" name="oPE_MapPart_GTM_1_59" descr="Guatemala">
              <a:extLst>
                <a:ext uri="{FF2B5EF4-FFF2-40B4-BE49-F238E27FC236}">
                  <a16:creationId xmlns:a16="http://schemas.microsoft.com/office/drawing/2014/main" id="{448491B7-7A8F-B241-BDC0-AECB43F8724E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6076902" y="5558116"/>
              <a:ext cx="125223" cy="132553"/>
            </a:xfrm>
            <a:custGeom>
              <a:avLst/>
              <a:gdLst/>
              <a:ahLst/>
              <a:cxnLst/>
              <a:rect l="0" t="0" r="0" b="0"/>
              <a:pathLst>
                <a:path w="125223" h="132553">
                  <a:moveTo>
                    <a:pt x="0" y="106446"/>
                  </a:moveTo>
                  <a:lnTo>
                    <a:pt x="2363" y="101738"/>
                  </a:lnTo>
                  <a:lnTo>
                    <a:pt x="1519" y="97665"/>
                  </a:lnTo>
                  <a:lnTo>
                    <a:pt x="2419" y="92951"/>
                  </a:lnTo>
                  <a:lnTo>
                    <a:pt x="5007" y="89339"/>
                  </a:lnTo>
                  <a:lnTo>
                    <a:pt x="956" y="82869"/>
                  </a:lnTo>
                  <a:lnTo>
                    <a:pt x="15582" y="57045"/>
                  </a:lnTo>
                  <a:lnTo>
                    <a:pt x="55917" y="56986"/>
                  </a:lnTo>
                  <a:lnTo>
                    <a:pt x="56817" y="46616"/>
                  </a:lnTo>
                  <a:lnTo>
                    <a:pt x="50066" y="42686"/>
                  </a:lnTo>
                  <a:lnTo>
                    <a:pt x="47647" y="36287"/>
                  </a:lnTo>
                  <a:lnTo>
                    <a:pt x="39378" y="31058"/>
                  </a:lnTo>
                  <a:lnTo>
                    <a:pt x="25821" y="18347"/>
                  </a:lnTo>
                  <a:lnTo>
                    <a:pt x="38815" y="18465"/>
                  </a:lnTo>
                  <a:lnTo>
                    <a:pt x="38928" y="0"/>
                  </a:lnTo>
                  <a:lnTo>
                    <a:pt x="96082" y="59"/>
                  </a:lnTo>
                  <a:lnTo>
                    <a:pt x="93719" y="62780"/>
                  </a:lnTo>
                  <a:lnTo>
                    <a:pt x="104408" y="62896"/>
                  </a:lnTo>
                  <a:lnTo>
                    <a:pt x="113521" y="66989"/>
                  </a:lnTo>
                  <a:lnTo>
                    <a:pt x="115602" y="64242"/>
                  </a:lnTo>
                  <a:lnTo>
                    <a:pt x="113802" y="60966"/>
                  </a:lnTo>
                  <a:lnTo>
                    <a:pt x="125222" y="68158"/>
                  </a:lnTo>
                  <a:lnTo>
                    <a:pt x="102326" y="86834"/>
                  </a:lnTo>
                  <a:lnTo>
                    <a:pt x="96644" y="89397"/>
                  </a:lnTo>
                  <a:lnTo>
                    <a:pt x="94169" y="96094"/>
                  </a:lnTo>
                  <a:lnTo>
                    <a:pt x="95744" y="104470"/>
                  </a:lnTo>
                  <a:lnTo>
                    <a:pt x="89781" y="110629"/>
                  </a:lnTo>
                  <a:lnTo>
                    <a:pt x="83200" y="111501"/>
                  </a:lnTo>
                  <a:lnTo>
                    <a:pt x="84044" y="116262"/>
                  </a:lnTo>
                  <a:lnTo>
                    <a:pt x="68348" y="127165"/>
                  </a:lnTo>
                  <a:lnTo>
                    <a:pt x="66605" y="129366"/>
                  </a:lnTo>
                  <a:lnTo>
                    <a:pt x="66886" y="132552"/>
                  </a:lnTo>
                  <a:lnTo>
                    <a:pt x="50910" y="126353"/>
                  </a:lnTo>
                  <a:lnTo>
                    <a:pt x="34034" y="126469"/>
                  </a:lnTo>
                  <a:lnTo>
                    <a:pt x="26833" y="124382"/>
                  </a:lnTo>
                  <a:lnTo>
                    <a:pt x="12994" y="11666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oPE_MapPart_HTI_1_60" descr="Haiti">
              <a:extLst>
                <a:ext uri="{FF2B5EF4-FFF2-40B4-BE49-F238E27FC236}">
                  <a16:creationId xmlns:a16="http://schemas.microsoft.com/office/drawing/2014/main" id="{9180FFD5-913B-7532-C94D-E8C4FD108A19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6631849" y="5488376"/>
              <a:ext cx="88544" cy="62409"/>
            </a:xfrm>
            <a:custGeom>
              <a:avLst/>
              <a:gdLst/>
              <a:ahLst/>
              <a:cxnLst/>
              <a:rect l="0" t="0" r="0" b="0"/>
              <a:pathLst>
                <a:path w="88544" h="62409">
                  <a:moveTo>
                    <a:pt x="84381" y="6937"/>
                  </a:moveTo>
                  <a:lnTo>
                    <a:pt x="86631" y="16788"/>
                  </a:lnTo>
                  <a:lnTo>
                    <a:pt x="85393" y="21319"/>
                  </a:lnTo>
                  <a:lnTo>
                    <a:pt x="88543" y="25370"/>
                  </a:lnTo>
                  <a:lnTo>
                    <a:pt x="83481" y="31203"/>
                  </a:lnTo>
                  <a:lnTo>
                    <a:pt x="85787" y="35485"/>
                  </a:lnTo>
                  <a:lnTo>
                    <a:pt x="85505" y="39585"/>
                  </a:lnTo>
                  <a:lnTo>
                    <a:pt x="81624" y="43504"/>
                  </a:lnTo>
                  <a:lnTo>
                    <a:pt x="77461" y="44038"/>
                  </a:lnTo>
                  <a:lnTo>
                    <a:pt x="81455" y="50030"/>
                  </a:lnTo>
                  <a:lnTo>
                    <a:pt x="84887" y="52460"/>
                  </a:lnTo>
                  <a:lnTo>
                    <a:pt x="84718" y="62408"/>
                  </a:lnTo>
                  <a:lnTo>
                    <a:pt x="75605" y="56193"/>
                  </a:lnTo>
                  <a:lnTo>
                    <a:pt x="61710" y="56489"/>
                  </a:lnTo>
                  <a:lnTo>
                    <a:pt x="50066" y="58739"/>
                  </a:lnTo>
                  <a:lnTo>
                    <a:pt x="34146" y="55423"/>
                  </a:lnTo>
                  <a:lnTo>
                    <a:pt x="22839" y="57437"/>
                  </a:lnTo>
                  <a:lnTo>
                    <a:pt x="18564" y="62350"/>
                  </a:lnTo>
                  <a:lnTo>
                    <a:pt x="12263" y="56607"/>
                  </a:lnTo>
                  <a:lnTo>
                    <a:pt x="1855" y="52342"/>
                  </a:lnTo>
                  <a:lnTo>
                    <a:pt x="0" y="48903"/>
                  </a:lnTo>
                  <a:lnTo>
                    <a:pt x="2869" y="43148"/>
                  </a:lnTo>
                  <a:lnTo>
                    <a:pt x="7819" y="41901"/>
                  </a:lnTo>
                  <a:lnTo>
                    <a:pt x="27733" y="46531"/>
                  </a:lnTo>
                  <a:lnTo>
                    <a:pt x="52765" y="49377"/>
                  </a:lnTo>
                  <a:lnTo>
                    <a:pt x="58166" y="45582"/>
                  </a:lnTo>
                  <a:lnTo>
                    <a:pt x="65704" y="44810"/>
                  </a:lnTo>
                  <a:lnTo>
                    <a:pt x="66604" y="41486"/>
                  </a:lnTo>
                  <a:lnTo>
                    <a:pt x="57154" y="34237"/>
                  </a:lnTo>
                  <a:lnTo>
                    <a:pt x="52090" y="28407"/>
                  </a:lnTo>
                  <a:lnTo>
                    <a:pt x="54285" y="26383"/>
                  </a:lnTo>
                  <a:lnTo>
                    <a:pt x="53441" y="22809"/>
                  </a:lnTo>
                  <a:lnTo>
                    <a:pt x="55466" y="16131"/>
                  </a:lnTo>
                  <a:lnTo>
                    <a:pt x="44553" y="10521"/>
                  </a:lnTo>
                  <a:lnTo>
                    <a:pt x="33808" y="8968"/>
                  </a:lnTo>
                  <a:lnTo>
                    <a:pt x="32514" y="6817"/>
                  </a:lnTo>
                  <a:lnTo>
                    <a:pt x="33695" y="4007"/>
                  </a:lnTo>
                  <a:lnTo>
                    <a:pt x="39377" y="1496"/>
                  </a:lnTo>
                  <a:lnTo>
                    <a:pt x="50066" y="0"/>
                  </a:lnTo>
                  <a:lnTo>
                    <a:pt x="57547" y="897"/>
                  </a:lnTo>
                  <a:lnTo>
                    <a:pt x="70598" y="6100"/>
                  </a:lnTo>
                  <a:lnTo>
                    <a:pt x="82637" y="76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oPE_MapPart_HTI_2_61" descr="Haiti">
              <a:extLst>
                <a:ext uri="{FF2B5EF4-FFF2-40B4-BE49-F238E27FC236}">
                  <a16:creationId xmlns:a16="http://schemas.microsoft.com/office/drawing/2014/main" id="{ED5B3FC0-4EE6-FA57-A57D-EC6BDF1239AD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6669145" y="5520234"/>
              <a:ext cx="15021" cy="8560"/>
            </a:xfrm>
            <a:custGeom>
              <a:avLst/>
              <a:gdLst/>
              <a:ahLst/>
              <a:cxnLst/>
              <a:rect l="0" t="0" r="0" b="0"/>
              <a:pathLst>
                <a:path w="15021" h="8560">
                  <a:moveTo>
                    <a:pt x="15020" y="6242"/>
                  </a:moveTo>
                  <a:lnTo>
                    <a:pt x="14457" y="8559"/>
                  </a:lnTo>
                  <a:lnTo>
                    <a:pt x="0" y="2320"/>
                  </a:lnTo>
                  <a:lnTo>
                    <a:pt x="281" y="416"/>
                  </a:lnTo>
                  <a:lnTo>
                    <a:pt x="3600" y="0"/>
                  </a:lnTo>
                  <a:lnTo>
                    <a:pt x="11419" y="34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oPE_MapPart_HTI_3_62" descr="Haiti">
              <a:extLst>
                <a:ext uri="{FF2B5EF4-FFF2-40B4-BE49-F238E27FC236}">
                  <a16:creationId xmlns:a16="http://schemas.microsoft.com/office/drawing/2014/main" id="{B13B2379-9854-4776-0D83-627F2974375E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6679271" y="5482928"/>
              <a:ext cx="10576" cy="3534"/>
            </a:xfrm>
            <a:custGeom>
              <a:avLst/>
              <a:gdLst/>
              <a:ahLst/>
              <a:cxnLst/>
              <a:rect l="0" t="0" r="0" b="0"/>
              <a:pathLst>
                <a:path w="10576" h="3534">
                  <a:moveTo>
                    <a:pt x="9281" y="1797"/>
                  </a:moveTo>
                  <a:lnTo>
                    <a:pt x="10575" y="2575"/>
                  </a:lnTo>
                  <a:lnTo>
                    <a:pt x="10069" y="3533"/>
                  </a:lnTo>
                  <a:lnTo>
                    <a:pt x="1912" y="1977"/>
                  </a:lnTo>
                  <a:lnTo>
                    <a:pt x="0" y="958"/>
                  </a:lnTo>
                  <a:lnTo>
                    <a:pt x="534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" name="oPE_MapPart_HND_1_63" descr="Honduras">
              <a:extLst>
                <a:ext uri="{FF2B5EF4-FFF2-40B4-BE49-F238E27FC236}">
                  <a16:creationId xmlns:a16="http://schemas.microsoft.com/office/drawing/2014/main" id="{6AADFCB9-CCEB-847A-B48F-2079C766E130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6166683" y="5616683"/>
              <a:ext cx="193909" cy="98270"/>
            </a:xfrm>
            <a:custGeom>
              <a:avLst/>
              <a:gdLst/>
              <a:ahLst/>
              <a:cxnLst/>
              <a:rect l="0" t="0" r="0" b="0"/>
              <a:pathLst>
                <a:path w="193909" h="98270">
                  <a:moveTo>
                    <a:pt x="193908" y="33452"/>
                  </a:moveTo>
                  <a:lnTo>
                    <a:pt x="182095" y="33918"/>
                  </a:lnTo>
                  <a:lnTo>
                    <a:pt x="179001" y="37178"/>
                  </a:lnTo>
                  <a:lnTo>
                    <a:pt x="168481" y="40611"/>
                  </a:lnTo>
                  <a:lnTo>
                    <a:pt x="165556" y="40145"/>
                  </a:lnTo>
                  <a:lnTo>
                    <a:pt x="162912" y="42240"/>
                  </a:lnTo>
                  <a:lnTo>
                    <a:pt x="160100" y="41368"/>
                  </a:lnTo>
                  <a:lnTo>
                    <a:pt x="159256" y="42937"/>
                  </a:lnTo>
                  <a:lnTo>
                    <a:pt x="155318" y="43171"/>
                  </a:lnTo>
                  <a:lnTo>
                    <a:pt x="153405" y="44740"/>
                  </a:lnTo>
                  <a:lnTo>
                    <a:pt x="147386" y="44159"/>
                  </a:lnTo>
                  <a:lnTo>
                    <a:pt x="140692" y="39331"/>
                  </a:lnTo>
                  <a:lnTo>
                    <a:pt x="136811" y="41193"/>
                  </a:lnTo>
                  <a:lnTo>
                    <a:pt x="135179" y="45903"/>
                  </a:lnTo>
                  <a:lnTo>
                    <a:pt x="131298" y="48518"/>
                  </a:lnTo>
                  <a:lnTo>
                    <a:pt x="130735" y="54386"/>
                  </a:lnTo>
                  <a:lnTo>
                    <a:pt x="115040" y="66048"/>
                  </a:lnTo>
                  <a:lnTo>
                    <a:pt x="113409" y="70046"/>
                  </a:lnTo>
                  <a:lnTo>
                    <a:pt x="111777" y="70509"/>
                  </a:lnTo>
                  <a:lnTo>
                    <a:pt x="105589" y="66569"/>
                  </a:lnTo>
                  <a:lnTo>
                    <a:pt x="103845" y="63844"/>
                  </a:lnTo>
                  <a:lnTo>
                    <a:pt x="100358" y="65641"/>
                  </a:lnTo>
                  <a:lnTo>
                    <a:pt x="94732" y="72884"/>
                  </a:lnTo>
                  <a:lnTo>
                    <a:pt x="81400" y="73637"/>
                  </a:lnTo>
                  <a:lnTo>
                    <a:pt x="82863" y="87582"/>
                  </a:lnTo>
                  <a:lnTo>
                    <a:pt x="77800" y="89085"/>
                  </a:lnTo>
                  <a:lnTo>
                    <a:pt x="75156" y="95902"/>
                  </a:lnTo>
                  <a:lnTo>
                    <a:pt x="72006" y="97922"/>
                  </a:lnTo>
                  <a:lnTo>
                    <a:pt x="63286" y="98269"/>
                  </a:lnTo>
                  <a:lnTo>
                    <a:pt x="63455" y="94920"/>
                  </a:lnTo>
                  <a:lnTo>
                    <a:pt x="60924" y="93534"/>
                  </a:lnTo>
                  <a:lnTo>
                    <a:pt x="58280" y="88796"/>
                  </a:lnTo>
                  <a:lnTo>
                    <a:pt x="58561" y="86310"/>
                  </a:lnTo>
                  <a:lnTo>
                    <a:pt x="48379" y="84807"/>
                  </a:lnTo>
                  <a:lnTo>
                    <a:pt x="50798" y="83130"/>
                  </a:lnTo>
                  <a:lnTo>
                    <a:pt x="49392" y="80873"/>
                  </a:lnTo>
                  <a:lnTo>
                    <a:pt x="51473" y="71495"/>
                  </a:lnTo>
                  <a:lnTo>
                    <a:pt x="48773" y="69003"/>
                  </a:lnTo>
                  <a:lnTo>
                    <a:pt x="42866" y="69351"/>
                  </a:lnTo>
                  <a:lnTo>
                    <a:pt x="37859" y="65873"/>
                  </a:lnTo>
                  <a:lnTo>
                    <a:pt x="27509" y="70162"/>
                  </a:lnTo>
                  <a:lnTo>
                    <a:pt x="26553" y="66163"/>
                  </a:lnTo>
                  <a:lnTo>
                    <a:pt x="20477" y="64424"/>
                  </a:lnTo>
                  <a:lnTo>
                    <a:pt x="9564" y="54850"/>
                  </a:lnTo>
                  <a:lnTo>
                    <a:pt x="0" y="52062"/>
                  </a:lnTo>
                  <a:lnTo>
                    <a:pt x="5963" y="45903"/>
                  </a:lnTo>
                  <a:lnTo>
                    <a:pt x="4388" y="37527"/>
                  </a:lnTo>
                  <a:lnTo>
                    <a:pt x="6863" y="30830"/>
                  </a:lnTo>
                  <a:lnTo>
                    <a:pt x="12545" y="28267"/>
                  </a:lnTo>
                  <a:lnTo>
                    <a:pt x="35441" y="9591"/>
                  </a:lnTo>
                  <a:lnTo>
                    <a:pt x="38478" y="10468"/>
                  </a:lnTo>
                  <a:lnTo>
                    <a:pt x="46523" y="4680"/>
                  </a:lnTo>
                  <a:lnTo>
                    <a:pt x="51923" y="3686"/>
                  </a:lnTo>
                  <a:lnTo>
                    <a:pt x="54511" y="3686"/>
                  </a:lnTo>
                  <a:lnTo>
                    <a:pt x="58617" y="7604"/>
                  </a:lnTo>
                  <a:lnTo>
                    <a:pt x="64918" y="6142"/>
                  </a:lnTo>
                  <a:lnTo>
                    <a:pt x="76731" y="8481"/>
                  </a:lnTo>
                  <a:lnTo>
                    <a:pt x="93945" y="7838"/>
                  </a:lnTo>
                  <a:lnTo>
                    <a:pt x="99458" y="4505"/>
                  </a:lnTo>
                  <a:lnTo>
                    <a:pt x="107108" y="2282"/>
                  </a:lnTo>
                  <a:lnTo>
                    <a:pt x="105533" y="0"/>
                  </a:lnTo>
                  <a:lnTo>
                    <a:pt x="111834" y="702"/>
                  </a:lnTo>
                  <a:lnTo>
                    <a:pt x="121228" y="4037"/>
                  </a:lnTo>
                  <a:lnTo>
                    <a:pt x="131241" y="3452"/>
                  </a:lnTo>
                  <a:lnTo>
                    <a:pt x="137148" y="1111"/>
                  </a:lnTo>
                  <a:lnTo>
                    <a:pt x="147386" y="4563"/>
                  </a:lnTo>
                  <a:lnTo>
                    <a:pt x="150086" y="7195"/>
                  </a:lnTo>
                  <a:lnTo>
                    <a:pt x="154306" y="6317"/>
                  </a:lnTo>
                  <a:lnTo>
                    <a:pt x="151380" y="4914"/>
                  </a:lnTo>
                  <a:lnTo>
                    <a:pt x="159425" y="6551"/>
                  </a:lnTo>
                  <a:lnTo>
                    <a:pt x="174613" y="19052"/>
                  </a:lnTo>
                  <a:lnTo>
                    <a:pt x="168425" y="16367"/>
                  </a:lnTo>
                  <a:lnTo>
                    <a:pt x="164994" y="16659"/>
                  </a:lnTo>
                  <a:lnTo>
                    <a:pt x="164656" y="20219"/>
                  </a:lnTo>
                  <a:lnTo>
                    <a:pt x="169888" y="20453"/>
                  </a:lnTo>
                  <a:lnTo>
                    <a:pt x="175063" y="26052"/>
                  </a:lnTo>
                  <a:lnTo>
                    <a:pt x="180407" y="24594"/>
                  </a:lnTo>
                  <a:lnTo>
                    <a:pt x="183276" y="25994"/>
                  </a:lnTo>
                  <a:lnTo>
                    <a:pt x="178663" y="21270"/>
                  </a:lnTo>
                  <a:lnTo>
                    <a:pt x="187326" y="25411"/>
                  </a:lnTo>
                  <a:lnTo>
                    <a:pt x="189745" y="30656"/>
                  </a:lnTo>
                  <a:lnTo>
                    <a:pt x="191827" y="3182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oPE_MapPart_HND_2_64" descr="Honduras">
              <a:extLst>
                <a:ext uri="{FF2B5EF4-FFF2-40B4-BE49-F238E27FC236}">
                  <a16:creationId xmlns:a16="http://schemas.microsoft.com/office/drawing/2014/main" id="{E95F760A-F8B5-372C-978C-C0BC802DA41A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6252077" y="5603501"/>
              <a:ext cx="11702" cy="4104"/>
            </a:xfrm>
            <a:custGeom>
              <a:avLst/>
              <a:gdLst/>
              <a:ahLst/>
              <a:cxnLst/>
              <a:rect l="0" t="0" r="0" b="0"/>
              <a:pathLst>
                <a:path w="11702" h="4104">
                  <a:moveTo>
                    <a:pt x="6582" y="1641"/>
                  </a:moveTo>
                  <a:lnTo>
                    <a:pt x="0" y="4103"/>
                  </a:lnTo>
                  <a:lnTo>
                    <a:pt x="6019" y="469"/>
                  </a:lnTo>
                  <a:lnTo>
                    <a:pt x="1170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" name="oPE_MapPart_HND_3_65" descr="Honduras">
              <a:extLst>
                <a:ext uri="{FF2B5EF4-FFF2-40B4-BE49-F238E27FC236}">
                  <a16:creationId xmlns:a16="http://schemas.microsoft.com/office/drawing/2014/main" id="{A063EBFF-3D45-CED3-AEE5-551EE7AD29F0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6273454" y="5600743"/>
              <a:ext cx="3207" cy="3579"/>
            </a:xfrm>
            <a:custGeom>
              <a:avLst/>
              <a:gdLst/>
              <a:ahLst/>
              <a:cxnLst/>
              <a:rect l="0" t="0" r="0" b="0"/>
              <a:pathLst>
                <a:path w="3207" h="3579">
                  <a:moveTo>
                    <a:pt x="2362" y="1702"/>
                  </a:moveTo>
                  <a:lnTo>
                    <a:pt x="0" y="3578"/>
                  </a:lnTo>
                  <a:lnTo>
                    <a:pt x="675" y="998"/>
                  </a:lnTo>
                  <a:lnTo>
                    <a:pt x="2137" y="0"/>
                  </a:lnTo>
                  <a:lnTo>
                    <a:pt x="3206" y="8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oPE_MapPart_JAM_1_66" descr="Jamaika">
              <a:extLst>
                <a:ext uri="{FF2B5EF4-FFF2-40B4-BE49-F238E27FC236}">
                  <a16:creationId xmlns:a16="http://schemas.microsoft.com/office/drawing/2014/main" id="{26CC16EE-E2F2-0FCD-BA93-277D688C04F6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6511184" y="5534907"/>
              <a:ext cx="66549" cy="26517"/>
            </a:xfrm>
            <a:custGeom>
              <a:avLst/>
              <a:gdLst/>
              <a:ahLst/>
              <a:cxnLst/>
              <a:rect l="0" t="0" r="0" b="0"/>
              <a:pathLst>
                <a:path w="66549" h="26517">
                  <a:moveTo>
                    <a:pt x="33696" y="2136"/>
                  </a:moveTo>
                  <a:lnTo>
                    <a:pt x="44721" y="4329"/>
                  </a:lnTo>
                  <a:lnTo>
                    <a:pt x="51191" y="8714"/>
                  </a:lnTo>
                  <a:lnTo>
                    <a:pt x="62161" y="12208"/>
                  </a:lnTo>
                  <a:lnTo>
                    <a:pt x="66548" y="20017"/>
                  </a:lnTo>
                  <a:lnTo>
                    <a:pt x="56703" y="21554"/>
                  </a:lnTo>
                  <a:lnTo>
                    <a:pt x="46465" y="18066"/>
                  </a:lnTo>
                  <a:lnTo>
                    <a:pt x="43597" y="22145"/>
                  </a:lnTo>
                  <a:lnTo>
                    <a:pt x="40728" y="21968"/>
                  </a:lnTo>
                  <a:lnTo>
                    <a:pt x="39659" y="20431"/>
                  </a:lnTo>
                  <a:lnTo>
                    <a:pt x="38139" y="21141"/>
                  </a:lnTo>
                  <a:lnTo>
                    <a:pt x="35440" y="26516"/>
                  </a:lnTo>
                  <a:lnTo>
                    <a:pt x="30545" y="22618"/>
                  </a:lnTo>
                  <a:lnTo>
                    <a:pt x="17831" y="21200"/>
                  </a:lnTo>
                  <a:lnTo>
                    <a:pt x="14344" y="16528"/>
                  </a:lnTo>
                  <a:lnTo>
                    <a:pt x="11757" y="15640"/>
                  </a:lnTo>
                  <a:lnTo>
                    <a:pt x="9225" y="11438"/>
                  </a:lnTo>
                  <a:lnTo>
                    <a:pt x="1406" y="10017"/>
                  </a:lnTo>
                  <a:lnTo>
                    <a:pt x="0" y="7707"/>
                  </a:lnTo>
                  <a:lnTo>
                    <a:pt x="3825" y="2432"/>
                  </a:lnTo>
                  <a:lnTo>
                    <a:pt x="11306" y="1779"/>
                  </a:lnTo>
                  <a:lnTo>
                    <a:pt x="14570" y="0"/>
                  </a:lnTo>
                  <a:lnTo>
                    <a:pt x="30770" y="18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" name="oPE_MapPart_MEX_1_67" descr="Mexiko">
              <a:extLst>
                <a:ext uri="{FF2B5EF4-FFF2-40B4-BE49-F238E27FC236}">
                  <a16:creationId xmlns:a16="http://schemas.microsoft.com/office/drawing/2014/main" id="{52388FFE-0649-42F8-16C9-F30FF3118DC9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5298965" y="5041136"/>
              <a:ext cx="948669" cy="623427"/>
            </a:xfrm>
            <a:custGeom>
              <a:avLst/>
              <a:gdLst/>
              <a:ahLst/>
              <a:cxnLst/>
              <a:rect l="0" t="0" r="0" b="0"/>
              <a:pathLst>
                <a:path w="948669" h="623427">
                  <a:moveTo>
                    <a:pt x="0" y="6746"/>
                  </a:moveTo>
                  <a:lnTo>
                    <a:pt x="75098" y="0"/>
                  </a:lnTo>
                  <a:lnTo>
                    <a:pt x="71611" y="7679"/>
                  </a:lnTo>
                  <a:lnTo>
                    <a:pt x="190195" y="51288"/>
                  </a:lnTo>
                  <a:lnTo>
                    <a:pt x="278570" y="51091"/>
                  </a:lnTo>
                  <a:lnTo>
                    <a:pt x="278626" y="34588"/>
                  </a:lnTo>
                  <a:lnTo>
                    <a:pt x="333586" y="34918"/>
                  </a:lnTo>
                  <a:lnTo>
                    <a:pt x="343150" y="46610"/>
                  </a:lnTo>
                  <a:lnTo>
                    <a:pt x="347031" y="48587"/>
                  </a:lnTo>
                  <a:lnTo>
                    <a:pt x="362951" y="63778"/>
                  </a:lnTo>
                  <a:lnTo>
                    <a:pt x="381571" y="78248"/>
                  </a:lnTo>
                  <a:lnTo>
                    <a:pt x="388996" y="94547"/>
                  </a:lnTo>
                  <a:lnTo>
                    <a:pt x="388996" y="99747"/>
                  </a:lnTo>
                  <a:lnTo>
                    <a:pt x="390853" y="104615"/>
                  </a:lnTo>
                  <a:lnTo>
                    <a:pt x="397772" y="114719"/>
                  </a:lnTo>
                  <a:lnTo>
                    <a:pt x="410598" y="123698"/>
                  </a:lnTo>
                  <a:lnTo>
                    <a:pt x="433493" y="135230"/>
                  </a:lnTo>
                  <a:lnTo>
                    <a:pt x="438725" y="133815"/>
                  </a:lnTo>
                  <a:lnTo>
                    <a:pt x="444913" y="127568"/>
                  </a:lnTo>
                  <a:lnTo>
                    <a:pt x="449807" y="112196"/>
                  </a:lnTo>
                  <a:lnTo>
                    <a:pt x="453576" y="108310"/>
                  </a:lnTo>
                  <a:lnTo>
                    <a:pt x="457908" y="107727"/>
                  </a:lnTo>
                  <a:lnTo>
                    <a:pt x="462071" y="104226"/>
                  </a:lnTo>
                  <a:lnTo>
                    <a:pt x="473040" y="106754"/>
                  </a:lnTo>
                  <a:lnTo>
                    <a:pt x="486935" y="106301"/>
                  </a:lnTo>
                  <a:lnTo>
                    <a:pt x="492166" y="108634"/>
                  </a:lnTo>
                  <a:lnTo>
                    <a:pt x="494529" y="112584"/>
                  </a:lnTo>
                  <a:lnTo>
                    <a:pt x="502798" y="118792"/>
                  </a:lnTo>
                  <a:lnTo>
                    <a:pt x="511687" y="128728"/>
                  </a:lnTo>
                  <a:lnTo>
                    <a:pt x="524906" y="153004"/>
                  </a:lnTo>
                  <a:lnTo>
                    <a:pt x="526031" y="159208"/>
                  </a:lnTo>
                  <a:lnTo>
                    <a:pt x="531769" y="164700"/>
                  </a:lnTo>
                  <a:lnTo>
                    <a:pt x="542964" y="180366"/>
                  </a:lnTo>
                  <a:lnTo>
                    <a:pt x="550727" y="186780"/>
                  </a:lnTo>
                  <a:lnTo>
                    <a:pt x="550896" y="196032"/>
                  </a:lnTo>
                  <a:lnTo>
                    <a:pt x="552752" y="200081"/>
                  </a:lnTo>
                  <a:lnTo>
                    <a:pt x="552246" y="204126"/>
                  </a:lnTo>
                  <a:lnTo>
                    <a:pt x="559334" y="214408"/>
                  </a:lnTo>
                  <a:lnTo>
                    <a:pt x="563159" y="225419"/>
                  </a:lnTo>
                  <a:lnTo>
                    <a:pt x="573847" y="229124"/>
                  </a:lnTo>
                  <a:lnTo>
                    <a:pt x="576154" y="231383"/>
                  </a:lnTo>
                  <a:lnTo>
                    <a:pt x="585942" y="234644"/>
                  </a:lnTo>
                  <a:lnTo>
                    <a:pt x="589205" y="237151"/>
                  </a:lnTo>
                  <a:lnTo>
                    <a:pt x="603999" y="239531"/>
                  </a:lnTo>
                  <a:lnTo>
                    <a:pt x="617275" y="245475"/>
                  </a:lnTo>
                  <a:lnTo>
                    <a:pt x="620257" y="243035"/>
                  </a:lnTo>
                  <a:lnTo>
                    <a:pt x="624476" y="242348"/>
                  </a:lnTo>
                  <a:lnTo>
                    <a:pt x="622001" y="255403"/>
                  </a:lnTo>
                  <a:lnTo>
                    <a:pt x="613169" y="275128"/>
                  </a:lnTo>
                  <a:lnTo>
                    <a:pt x="608162" y="296614"/>
                  </a:lnTo>
                  <a:lnTo>
                    <a:pt x="605856" y="318180"/>
                  </a:lnTo>
                  <a:lnTo>
                    <a:pt x="605744" y="345997"/>
                  </a:lnTo>
                  <a:lnTo>
                    <a:pt x="602255" y="356797"/>
                  </a:lnTo>
                  <a:lnTo>
                    <a:pt x="602706" y="360635"/>
                  </a:lnTo>
                  <a:lnTo>
                    <a:pt x="605181" y="374316"/>
                  </a:lnTo>
                  <a:lnTo>
                    <a:pt x="610750" y="384324"/>
                  </a:lnTo>
                  <a:lnTo>
                    <a:pt x="619188" y="392557"/>
                  </a:lnTo>
                  <a:lnTo>
                    <a:pt x="616263" y="402346"/>
                  </a:lnTo>
                  <a:lnTo>
                    <a:pt x="615757" y="395883"/>
                  </a:lnTo>
                  <a:lnTo>
                    <a:pt x="617050" y="392497"/>
                  </a:lnTo>
                  <a:lnTo>
                    <a:pt x="610581" y="385899"/>
                  </a:lnTo>
                  <a:lnTo>
                    <a:pt x="605462" y="376987"/>
                  </a:lnTo>
                  <a:lnTo>
                    <a:pt x="609119" y="391226"/>
                  </a:lnTo>
                  <a:lnTo>
                    <a:pt x="612944" y="395460"/>
                  </a:lnTo>
                  <a:lnTo>
                    <a:pt x="625263" y="424332"/>
                  </a:lnTo>
                  <a:lnTo>
                    <a:pt x="646021" y="449154"/>
                  </a:lnTo>
                  <a:lnTo>
                    <a:pt x="651253" y="466592"/>
                  </a:lnTo>
                  <a:lnTo>
                    <a:pt x="660760" y="476242"/>
                  </a:lnTo>
                  <a:lnTo>
                    <a:pt x="663010" y="481418"/>
                  </a:lnTo>
                  <a:lnTo>
                    <a:pt x="667229" y="484390"/>
                  </a:lnTo>
                  <a:lnTo>
                    <a:pt x="662560" y="482962"/>
                  </a:lnTo>
                  <a:lnTo>
                    <a:pt x="662785" y="483973"/>
                  </a:lnTo>
                  <a:lnTo>
                    <a:pt x="671954" y="488192"/>
                  </a:lnTo>
                  <a:lnTo>
                    <a:pt x="673473" y="488192"/>
                  </a:lnTo>
                  <a:lnTo>
                    <a:pt x="669761" y="485400"/>
                  </a:lnTo>
                  <a:lnTo>
                    <a:pt x="673980" y="487241"/>
                  </a:lnTo>
                  <a:lnTo>
                    <a:pt x="685849" y="487894"/>
                  </a:lnTo>
                  <a:lnTo>
                    <a:pt x="691081" y="492169"/>
                  </a:lnTo>
                  <a:lnTo>
                    <a:pt x="697831" y="494008"/>
                  </a:lnTo>
                  <a:lnTo>
                    <a:pt x="705707" y="505209"/>
                  </a:lnTo>
                  <a:lnTo>
                    <a:pt x="716901" y="504558"/>
                  </a:lnTo>
                  <a:lnTo>
                    <a:pt x="736759" y="496796"/>
                  </a:lnTo>
                  <a:lnTo>
                    <a:pt x="750091" y="497033"/>
                  </a:lnTo>
                  <a:lnTo>
                    <a:pt x="757629" y="495550"/>
                  </a:lnTo>
                  <a:lnTo>
                    <a:pt x="761286" y="493711"/>
                  </a:lnTo>
                  <a:lnTo>
                    <a:pt x="763086" y="490804"/>
                  </a:lnTo>
                  <a:lnTo>
                    <a:pt x="771524" y="488726"/>
                  </a:lnTo>
                  <a:lnTo>
                    <a:pt x="786094" y="487360"/>
                  </a:lnTo>
                  <a:lnTo>
                    <a:pt x="789019" y="489972"/>
                  </a:lnTo>
                  <a:lnTo>
                    <a:pt x="787107" y="492406"/>
                  </a:lnTo>
                  <a:lnTo>
                    <a:pt x="788006" y="493533"/>
                  </a:lnTo>
                  <a:lnTo>
                    <a:pt x="791438" y="495491"/>
                  </a:lnTo>
                  <a:lnTo>
                    <a:pt x="797795" y="496262"/>
                  </a:lnTo>
                  <a:lnTo>
                    <a:pt x="807977" y="490388"/>
                  </a:lnTo>
                  <a:lnTo>
                    <a:pt x="807864" y="487241"/>
                  </a:lnTo>
                  <a:lnTo>
                    <a:pt x="805052" y="484390"/>
                  </a:lnTo>
                  <a:lnTo>
                    <a:pt x="805839" y="481298"/>
                  </a:lnTo>
                  <a:lnTo>
                    <a:pt x="802632" y="483498"/>
                  </a:lnTo>
                  <a:lnTo>
                    <a:pt x="802239" y="482487"/>
                  </a:lnTo>
                  <a:lnTo>
                    <a:pt x="817934" y="472968"/>
                  </a:lnTo>
                  <a:lnTo>
                    <a:pt x="824684" y="466353"/>
                  </a:lnTo>
                  <a:lnTo>
                    <a:pt x="826147" y="453818"/>
                  </a:lnTo>
                  <a:lnTo>
                    <a:pt x="832447" y="446582"/>
                  </a:lnTo>
                  <a:lnTo>
                    <a:pt x="832672" y="426315"/>
                  </a:lnTo>
                  <a:lnTo>
                    <a:pt x="836779" y="411152"/>
                  </a:lnTo>
                  <a:lnTo>
                    <a:pt x="851292" y="403011"/>
                  </a:lnTo>
                  <a:lnTo>
                    <a:pt x="882851" y="397575"/>
                  </a:lnTo>
                  <a:lnTo>
                    <a:pt x="892020" y="393404"/>
                  </a:lnTo>
                  <a:lnTo>
                    <a:pt x="904509" y="392073"/>
                  </a:lnTo>
                  <a:lnTo>
                    <a:pt x="906196" y="390803"/>
                  </a:lnTo>
                  <a:lnTo>
                    <a:pt x="933704" y="396487"/>
                  </a:lnTo>
                  <a:lnTo>
                    <a:pt x="936405" y="394251"/>
                  </a:lnTo>
                  <a:lnTo>
                    <a:pt x="935673" y="393163"/>
                  </a:lnTo>
                  <a:lnTo>
                    <a:pt x="929485" y="392981"/>
                  </a:lnTo>
                  <a:lnTo>
                    <a:pt x="937530" y="390622"/>
                  </a:lnTo>
                  <a:lnTo>
                    <a:pt x="940455" y="391589"/>
                  </a:lnTo>
                  <a:lnTo>
                    <a:pt x="947037" y="397334"/>
                  </a:lnTo>
                  <a:lnTo>
                    <a:pt x="947261" y="403614"/>
                  </a:lnTo>
                  <a:lnTo>
                    <a:pt x="948668" y="406450"/>
                  </a:lnTo>
                  <a:lnTo>
                    <a:pt x="945799" y="415308"/>
                  </a:lnTo>
                  <a:lnTo>
                    <a:pt x="928417" y="437118"/>
                  </a:lnTo>
                  <a:lnTo>
                    <a:pt x="926954" y="441432"/>
                  </a:lnTo>
                  <a:lnTo>
                    <a:pt x="927742" y="449454"/>
                  </a:lnTo>
                  <a:lnTo>
                    <a:pt x="923241" y="452144"/>
                  </a:lnTo>
                  <a:lnTo>
                    <a:pt x="920091" y="456866"/>
                  </a:lnTo>
                  <a:lnTo>
                    <a:pt x="921385" y="459672"/>
                  </a:lnTo>
                  <a:lnTo>
                    <a:pt x="928304" y="458657"/>
                  </a:lnTo>
                  <a:lnTo>
                    <a:pt x="926504" y="463312"/>
                  </a:lnTo>
                  <a:lnTo>
                    <a:pt x="920991" y="466353"/>
                  </a:lnTo>
                  <a:lnTo>
                    <a:pt x="921048" y="469453"/>
                  </a:lnTo>
                  <a:lnTo>
                    <a:pt x="924366" y="467367"/>
                  </a:lnTo>
                  <a:lnTo>
                    <a:pt x="925885" y="468500"/>
                  </a:lnTo>
                  <a:lnTo>
                    <a:pt x="918628" y="489379"/>
                  </a:lnTo>
                  <a:lnTo>
                    <a:pt x="917728" y="496262"/>
                  </a:lnTo>
                  <a:lnTo>
                    <a:pt x="914915" y="502130"/>
                  </a:lnTo>
                  <a:lnTo>
                    <a:pt x="908559" y="493711"/>
                  </a:lnTo>
                  <a:lnTo>
                    <a:pt x="909965" y="487003"/>
                  </a:lnTo>
                  <a:lnTo>
                    <a:pt x="909290" y="483320"/>
                  </a:lnTo>
                  <a:lnTo>
                    <a:pt x="907996" y="483438"/>
                  </a:lnTo>
                  <a:lnTo>
                    <a:pt x="904171" y="487241"/>
                  </a:lnTo>
                  <a:lnTo>
                    <a:pt x="904227" y="489795"/>
                  </a:lnTo>
                  <a:lnTo>
                    <a:pt x="901077" y="495431"/>
                  </a:lnTo>
                  <a:lnTo>
                    <a:pt x="893989" y="496262"/>
                  </a:lnTo>
                  <a:lnTo>
                    <a:pt x="885101" y="512073"/>
                  </a:lnTo>
                  <a:lnTo>
                    <a:pt x="882232" y="513729"/>
                  </a:lnTo>
                  <a:lnTo>
                    <a:pt x="877507" y="510950"/>
                  </a:lnTo>
                  <a:lnTo>
                    <a:pt x="874863" y="511896"/>
                  </a:lnTo>
                  <a:lnTo>
                    <a:pt x="874019" y="517039"/>
                  </a:lnTo>
                  <a:lnTo>
                    <a:pt x="816865" y="516980"/>
                  </a:lnTo>
                  <a:lnTo>
                    <a:pt x="816752" y="535445"/>
                  </a:lnTo>
                  <a:lnTo>
                    <a:pt x="803758" y="535327"/>
                  </a:lnTo>
                  <a:lnTo>
                    <a:pt x="817315" y="548038"/>
                  </a:lnTo>
                  <a:lnTo>
                    <a:pt x="825584" y="553267"/>
                  </a:lnTo>
                  <a:lnTo>
                    <a:pt x="828003" y="559666"/>
                  </a:lnTo>
                  <a:lnTo>
                    <a:pt x="834754" y="563596"/>
                  </a:lnTo>
                  <a:lnTo>
                    <a:pt x="833854" y="573966"/>
                  </a:lnTo>
                  <a:lnTo>
                    <a:pt x="793519" y="574025"/>
                  </a:lnTo>
                  <a:lnTo>
                    <a:pt x="778893" y="599849"/>
                  </a:lnTo>
                  <a:lnTo>
                    <a:pt x="782944" y="606319"/>
                  </a:lnTo>
                  <a:lnTo>
                    <a:pt x="780356" y="609931"/>
                  </a:lnTo>
                  <a:lnTo>
                    <a:pt x="779456" y="614645"/>
                  </a:lnTo>
                  <a:lnTo>
                    <a:pt x="780300" y="618718"/>
                  </a:lnTo>
                  <a:lnTo>
                    <a:pt x="777937" y="623426"/>
                  </a:lnTo>
                  <a:lnTo>
                    <a:pt x="756617" y="601074"/>
                  </a:lnTo>
                  <a:lnTo>
                    <a:pt x="725396" y="574551"/>
                  </a:lnTo>
                  <a:lnTo>
                    <a:pt x="711107" y="567055"/>
                  </a:lnTo>
                  <a:lnTo>
                    <a:pt x="710038" y="566937"/>
                  </a:lnTo>
                  <a:lnTo>
                    <a:pt x="709476" y="568929"/>
                  </a:lnTo>
                  <a:lnTo>
                    <a:pt x="716733" y="571566"/>
                  </a:lnTo>
                  <a:lnTo>
                    <a:pt x="722752" y="575722"/>
                  </a:lnTo>
                  <a:lnTo>
                    <a:pt x="708070" y="570218"/>
                  </a:lnTo>
                  <a:lnTo>
                    <a:pt x="702107" y="569749"/>
                  </a:lnTo>
                  <a:lnTo>
                    <a:pt x="701488" y="568871"/>
                  </a:lnTo>
                  <a:lnTo>
                    <a:pt x="704469" y="566058"/>
                  </a:lnTo>
                  <a:lnTo>
                    <a:pt x="702444" y="564886"/>
                  </a:lnTo>
                  <a:lnTo>
                    <a:pt x="698056" y="566996"/>
                  </a:lnTo>
                  <a:lnTo>
                    <a:pt x="698000" y="564475"/>
                  </a:lnTo>
                  <a:lnTo>
                    <a:pt x="695975" y="562658"/>
                  </a:lnTo>
                  <a:lnTo>
                    <a:pt x="690912" y="567289"/>
                  </a:lnTo>
                  <a:lnTo>
                    <a:pt x="697831" y="569515"/>
                  </a:lnTo>
                  <a:lnTo>
                    <a:pt x="687368" y="570570"/>
                  </a:lnTo>
                  <a:lnTo>
                    <a:pt x="677018" y="577126"/>
                  </a:lnTo>
                  <a:lnTo>
                    <a:pt x="667398" y="579935"/>
                  </a:lnTo>
                  <a:lnTo>
                    <a:pt x="653615" y="586307"/>
                  </a:lnTo>
                  <a:lnTo>
                    <a:pt x="644333" y="587593"/>
                  </a:lnTo>
                  <a:lnTo>
                    <a:pt x="635052" y="585197"/>
                  </a:lnTo>
                  <a:lnTo>
                    <a:pt x="623294" y="579291"/>
                  </a:lnTo>
                  <a:lnTo>
                    <a:pt x="605462" y="577419"/>
                  </a:lnTo>
                  <a:lnTo>
                    <a:pt x="593424" y="569633"/>
                  </a:lnTo>
                  <a:lnTo>
                    <a:pt x="581498" y="566410"/>
                  </a:lnTo>
                  <a:lnTo>
                    <a:pt x="573959" y="558903"/>
                  </a:lnTo>
                  <a:lnTo>
                    <a:pt x="544933" y="552857"/>
                  </a:lnTo>
                  <a:lnTo>
                    <a:pt x="534525" y="546333"/>
                  </a:lnTo>
                  <a:lnTo>
                    <a:pt x="508761" y="537153"/>
                  </a:lnTo>
                  <a:lnTo>
                    <a:pt x="491998" y="526898"/>
                  </a:lnTo>
                  <a:lnTo>
                    <a:pt x="488791" y="523593"/>
                  </a:lnTo>
                  <a:lnTo>
                    <a:pt x="485247" y="522414"/>
                  </a:lnTo>
                  <a:lnTo>
                    <a:pt x="475290" y="512251"/>
                  </a:lnTo>
                  <a:lnTo>
                    <a:pt x="466008" y="512369"/>
                  </a:lnTo>
                  <a:lnTo>
                    <a:pt x="450932" y="508879"/>
                  </a:lnTo>
                  <a:lnTo>
                    <a:pt x="427699" y="500234"/>
                  </a:lnTo>
                  <a:lnTo>
                    <a:pt x="413017" y="483676"/>
                  </a:lnTo>
                  <a:lnTo>
                    <a:pt x="397604" y="474992"/>
                  </a:lnTo>
                  <a:lnTo>
                    <a:pt x="380952" y="467784"/>
                  </a:lnTo>
                  <a:lnTo>
                    <a:pt x="375664" y="459373"/>
                  </a:lnTo>
                  <a:lnTo>
                    <a:pt x="370095" y="454595"/>
                  </a:lnTo>
                  <a:lnTo>
                    <a:pt x="363963" y="445624"/>
                  </a:lnTo>
                  <a:lnTo>
                    <a:pt x="358113" y="432020"/>
                  </a:lnTo>
                  <a:lnTo>
                    <a:pt x="362051" y="428237"/>
                  </a:lnTo>
                  <a:lnTo>
                    <a:pt x="367226" y="427817"/>
                  </a:lnTo>
                  <a:lnTo>
                    <a:pt x="370883" y="425533"/>
                  </a:lnTo>
                  <a:lnTo>
                    <a:pt x="371164" y="422528"/>
                  </a:lnTo>
                  <a:lnTo>
                    <a:pt x="368801" y="419762"/>
                  </a:lnTo>
                  <a:lnTo>
                    <a:pt x="363063" y="417897"/>
                  </a:lnTo>
                  <a:lnTo>
                    <a:pt x="371614" y="407475"/>
                  </a:lnTo>
                  <a:lnTo>
                    <a:pt x="372514" y="395037"/>
                  </a:lnTo>
                  <a:lnTo>
                    <a:pt x="365538" y="390743"/>
                  </a:lnTo>
                  <a:lnTo>
                    <a:pt x="358732" y="378261"/>
                  </a:lnTo>
                  <a:lnTo>
                    <a:pt x="358844" y="366842"/>
                  </a:lnTo>
                  <a:lnTo>
                    <a:pt x="354288" y="356675"/>
                  </a:lnTo>
                  <a:lnTo>
                    <a:pt x="335217" y="337437"/>
                  </a:lnTo>
                  <a:lnTo>
                    <a:pt x="318510" y="314059"/>
                  </a:lnTo>
                  <a:lnTo>
                    <a:pt x="292633" y="293772"/>
                  </a:lnTo>
                  <a:lnTo>
                    <a:pt x="300059" y="297664"/>
                  </a:lnTo>
                  <a:lnTo>
                    <a:pt x="301071" y="297294"/>
                  </a:lnTo>
                  <a:lnTo>
                    <a:pt x="300509" y="293216"/>
                  </a:lnTo>
                  <a:lnTo>
                    <a:pt x="291002" y="291485"/>
                  </a:lnTo>
                  <a:lnTo>
                    <a:pt x="286783" y="288887"/>
                  </a:lnTo>
                  <a:lnTo>
                    <a:pt x="284814" y="283066"/>
                  </a:lnTo>
                  <a:lnTo>
                    <a:pt x="276488" y="272830"/>
                  </a:lnTo>
                  <a:lnTo>
                    <a:pt x="280876" y="275004"/>
                  </a:lnTo>
                  <a:lnTo>
                    <a:pt x="284139" y="274383"/>
                  </a:lnTo>
                  <a:lnTo>
                    <a:pt x="283632" y="273327"/>
                  </a:lnTo>
                  <a:lnTo>
                    <a:pt x="273563" y="268916"/>
                  </a:lnTo>
                  <a:lnTo>
                    <a:pt x="263494" y="262383"/>
                  </a:lnTo>
                  <a:lnTo>
                    <a:pt x="260681" y="257024"/>
                  </a:lnTo>
                  <a:lnTo>
                    <a:pt x="253087" y="259020"/>
                  </a:lnTo>
                  <a:lnTo>
                    <a:pt x="251849" y="256588"/>
                  </a:lnTo>
                  <a:lnTo>
                    <a:pt x="254887" y="255279"/>
                  </a:lnTo>
                  <a:lnTo>
                    <a:pt x="257531" y="250286"/>
                  </a:lnTo>
                  <a:lnTo>
                    <a:pt x="251399" y="254343"/>
                  </a:lnTo>
                  <a:lnTo>
                    <a:pt x="247855" y="255154"/>
                  </a:lnTo>
                  <a:lnTo>
                    <a:pt x="244480" y="253719"/>
                  </a:lnTo>
                  <a:lnTo>
                    <a:pt x="242005" y="250473"/>
                  </a:lnTo>
                  <a:lnTo>
                    <a:pt x="240711" y="239844"/>
                  </a:lnTo>
                  <a:lnTo>
                    <a:pt x="247742" y="230379"/>
                  </a:lnTo>
                  <a:lnTo>
                    <a:pt x="250386" y="232199"/>
                  </a:lnTo>
                  <a:lnTo>
                    <a:pt x="247236" y="228622"/>
                  </a:lnTo>
                  <a:lnTo>
                    <a:pt x="245380" y="222402"/>
                  </a:lnTo>
                  <a:lnTo>
                    <a:pt x="238911" y="216235"/>
                  </a:lnTo>
                  <a:lnTo>
                    <a:pt x="230416" y="216487"/>
                  </a:lnTo>
                  <a:lnTo>
                    <a:pt x="226141" y="210185"/>
                  </a:lnTo>
                  <a:lnTo>
                    <a:pt x="224509" y="203304"/>
                  </a:lnTo>
                  <a:lnTo>
                    <a:pt x="214102" y="200397"/>
                  </a:lnTo>
                  <a:lnTo>
                    <a:pt x="207802" y="194766"/>
                  </a:lnTo>
                  <a:lnTo>
                    <a:pt x="205215" y="190268"/>
                  </a:lnTo>
                  <a:lnTo>
                    <a:pt x="203527" y="183098"/>
                  </a:lnTo>
                  <a:lnTo>
                    <a:pt x="206227" y="175660"/>
                  </a:lnTo>
                  <a:lnTo>
                    <a:pt x="199027" y="173878"/>
                  </a:lnTo>
                  <a:lnTo>
                    <a:pt x="193963" y="174770"/>
                  </a:lnTo>
                  <a:lnTo>
                    <a:pt x="187719" y="172032"/>
                  </a:lnTo>
                  <a:lnTo>
                    <a:pt x="182656" y="166741"/>
                  </a:lnTo>
                  <a:lnTo>
                    <a:pt x="176750" y="157226"/>
                  </a:lnTo>
                  <a:lnTo>
                    <a:pt x="170281" y="154155"/>
                  </a:lnTo>
                  <a:lnTo>
                    <a:pt x="162124" y="141592"/>
                  </a:lnTo>
                  <a:lnTo>
                    <a:pt x="155204" y="134587"/>
                  </a:lnTo>
                  <a:lnTo>
                    <a:pt x="153292" y="125634"/>
                  </a:lnTo>
                  <a:lnTo>
                    <a:pt x="148454" y="122860"/>
                  </a:lnTo>
                  <a:lnTo>
                    <a:pt x="147273" y="116077"/>
                  </a:lnTo>
                  <a:lnTo>
                    <a:pt x="138441" y="102409"/>
                  </a:lnTo>
                  <a:lnTo>
                    <a:pt x="134503" y="88558"/>
                  </a:lnTo>
                  <a:lnTo>
                    <a:pt x="127190" y="75830"/>
                  </a:lnTo>
                  <a:lnTo>
                    <a:pt x="125559" y="70661"/>
                  </a:lnTo>
                  <a:lnTo>
                    <a:pt x="126290" y="65352"/>
                  </a:lnTo>
                  <a:lnTo>
                    <a:pt x="125278" y="61349"/>
                  </a:lnTo>
                  <a:lnTo>
                    <a:pt x="127640" y="59904"/>
                  </a:lnTo>
                  <a:lnTo>
                    <a:pt x="126402" y="55566"/>
                  </a:lnTo>
                  <a:lnTo>
                    <a:pt x="109526" y="50498"/>
                  </a:lnTo>
                  <a:lnTo>
                    <a:pt x="109245" y="46016"/>
                  </a:lnTo>
                  <a:lnTo>
                    <a:pt x="99400" y="40075"/>
                  </a:lnTo>
                  <a:lnTo>
                    <a:pt x="97657" y="43905"/>
                  </a:lnTo>
                  <a:lnTo>
                    <a:pt x="93100" y="44565"/>
                  </a:lnTo>
                  <a:lnTo>
                    <a:pt x="68573" y="30084"/>
                  </a:lnTo>
                  <a:lnTo>
                    <a:pt x="71498" y="33859"/>
                  </a:lnTo>
                  <a:lnTo>
                    <a:pt x="73074" y="39414"/>
                  </a:lnTo>
                  <a:lnTo>
                    <a:pt x="71217" y="43443"/>
                  </a:lnTo>
                  <a:lnTo>
                    <a:pt x="70205" y="57407"/>
                  </a:lnTo>
                  <a:lnTo>
                    <a:pt x="73974" y="64631"/>
                  </a:lnTo>
                  <a:lnTo>
                    <a:pt x="77968" y="81058"/>
                  </a:lnTo>
                  <a:lnTo>
                    <a:pt x="78080" y="93767"/>
                  </a:lnTo>
                  <a:lnTo>
                    <a:pt x="86125" y="105523"/>
                  </a:lnTo>
                  <a:lnTo>
                    <a:pt x="92144" y="108958"/>
                  </a:lnTo>
                  <a:lnTo>
                    <a:pt x="105420" y="122150"/>
                  </a:lnTo>
                  <a:lnTo>
                    <a:pt x="111945" y="131627"/>
                  </a:lnTo>
                  <a:lnTo>
                    <a:pt x="113408" y="137930"/>
                  </a:lnTo>
                  <a:lnTo>
                    <a:pt x="117064" y="137223"/>
                  </a:lnTo>
                  <a:lnTo>
                    <a:pt x="118977" y="141977"/>
                  </a:lnTo>
                  <a:lnTo>
                    <a:pt x="122577" y="142491"/>
                  </a:lnTo>
                  <a:lnTo>
                    <a:pt x="126065" y="152683"/>
                  </a:lnTo>
                  <a:lnTo>
                    <a:pt x="133041" y="155819"/>
                  </a:lnTo>
                  <a:lnTo>
                    <a:pt x="133096" y="160486"/>
                  </a:lnTo>
                  <a:lnTo>
                    <a:pt x="135403" y="163487"/>
                  </a:lnTo>
                  <a:lnTo>
                    <a:pt x="135010" y="167570"/>
                  </a:lnTo>
                  <a:lnTo>
                    <a:pt x="136809" y="171013"/>
                  </a:lnTo>
                  <a:lnTo>
                    <a:pt x="137316" y="176997"/>
                  </a:lnTo>
                  <a:lnTo>
                    <a:pt x="149973" y="187668"/>
                  </a:lnTo>
                  <a:lnTo>
                    <a:pt x="154248" y="199512"/>
                  </a:lnTo>
                  <a:lnTo>
                    <a:pt x="160155" y="203304"/>
                  </a:lnTo>
                  <a:lnTo>
                    <a:pt x="159986" y="207220"/>
                  </a:lnTo>
                  <a:lnTo>
                    <a:pt x="163924" y="211698"/>
                  </a:lnTo>
                  <a:lnTo>
                    <a:pt x="164543" y="217369"/>
                  </a:lnTo>
                  <a:lnTo>
                    <a:pt x="167918" y="221018"/>
                  </a:lnTo>
                  <a:lnTo>
                    <a:pt x="169662" y="220767"/>
                  </a:lnTo>
                  <a:lnTo>
                    <a:pt x="166005" y="214597"/>
                  </a:lnTo>
                  <a:lnTo>
                    <a:pt x="166680" y="210311"/>
                  </a:lnTo>
                  <a:lnTo>
                    <a:pt x="173712" y="216298"/>
                  </a:lnTo>
                  <a:lnTo>
                    <a:pt x="174444" y="220830"/>
                  </a:lnTo>
                  <a:lnTo>
                    <a:pt x="176806" y="223345"/>
                  </a:lnTo>
                  <a:lnTo>
                    <a:pt x="176975" y="226801"/>
                  </a:lnTo>
                  <a:lnTo>
                    <a:pt x="181138" y="236650"/>
                  </a:lnTo>
                  <a:lnTo>
                    <a:pt x="182375" y="248287"/>
                  </a:lnTo>
                  <a:lnTo>
                    <a:pt x="186819" y="255840"/>
                  </a:lnTo>
                  <a:lnTo>
                    <a:pt x="190419" y="257399"/>
                  </a:lnTo>
                  <a:lnTo>
                    <a:pt x="194807" y="270656"/>
                  </a:lnTo>
                  <a:lnTo>
                    <a:pt x="201277" y="280215"/>
                  </a:lnTo>
                  <a:lnTo>
                    <a:pt x="199814" y="289753"/>
                  </a:lnTo>
                  <a:lnTo>
                    <a:pt x="202177" y="298281"/>
                  </a:lnTo>
                  <a:lnTo>
                    <a:pt x="205665" y="302663"/>
                  </a:lnTo>
                  <a:lnTo>
                    <a:pt x="209602" y="303711"/>
                  </a:lnTo>
                  <a:lnTo>
                    <a:pt x="211290" y="306548"/>
                  </a:lnTo>
                  <a:lnTo>
                    <a:pt x="213484" y="303280"/>
                  </a:lnTo>
                  <a:lnTo>
                    <a:pt x="212584" y="299516"/>
                  </a:lnTo>
                  <a:lnTo>
                    <a:pt x="214553" y="298158"/>
                  </a:lnTo>
                  <a:lnTo>
                    <a:pt x="222034" y="304020"/>
                  </a:lnTo>
                  <a:lnTo>
                    <a:pt x="228672" y="312090"/>
                  </a:lnTo>
                  <a:lnTo>
                    <a:pt x="231823" y="316704"/>
                  </a:lnTo>
                  <a:lnTo>
                    <a:pt x="232891" y="321558"/>
                  </a:lnTo>
                  <a:lnTo>
                    <a:pt x="238067" y="323707"/>
                  </a:lnTo>
                  <a:lnTo>
                    <a:pt x="240879" y="327696"/>
                  </a:lnTo>
                  <a:lnTo>
                    <a:pt x="238517" y="338600"/>
                  </a:lnTo>
                  <a:lnTo>
                    <a:pt x="228278" y="346669"/>
                  </a:lnTo>
                  <a:lnTo>
                    <a:pt x="222541" y="347647"/>
                  </a:lnTo>
                  <a:lnTo>
                    <a:pt x="220066" y="343859"/>
                  </a:lnTo>
                  <a:lnTo>
                    <a:pt x="217140" y="332416"/>
                  </a:lnTo>
                  <a:lnTo>
                    <a:pt x="211403" y="323462"/>
                  </a:lnTo>
                  <a:lnTo>
                    <a:pt x="203077" y="318979"/>
                  </a:lnTo>
                  <a:lnTo>
                    <a:pt x="190364" y="306362"/>
                  </a:lnTo>
                  <a:lnTo>
                    <a:pt x="178381" y="298714"/>
                  </a:lnTo>
                  <a:lnTo>
                    <a:pt x="170168" y="290928"/>
                  </a:lnTo>
                  <a:lnTo>
                    <a:pt x="166455" y="291361"/>
                  </a:lnTo>
                  <a:lnTo>
                    <a:pt x="164993" y="286968"/>
                  </a:lnTo>
                  <a:lnTo>
                    <a:pt x="157961" y="281145"/>
                  </a:lnTo>
                  <a:lnTo>
                    <a:pt x="156217" y="274135"/>
                  </a:lnTo>
                  <a:lnTo>
                    <a:pt x="158073" y="255840"/>
                  </a:lnTo>
                  <a:lnTo>
                    <a:pt x="154811" y="244036"/>
                  </a:lnTo>
                  <a:lnTo>
                    <a:pt x="148454" y="233578"/>
                  </a:lnTo>
                  <a:lnTo>
                    <a:pt x="139678" y="230003"/>
                  </a:lnTo>
                  <a:lnTo>
                    <a:pt x="128371" y="220704"/>
                  </a:lnTo>
                  <a:lnTo>
                    <a:pt x="125278" y="215983"/>
                  </a:lnTo>
                  <a:lnTo>
                    <a:pt x="124152" y="207977"/>
                  </a:lnTo>
                  <a:lnTo>
                    <a:pt x="120496" y="213401"/>
                  </a:lnTo>
                  <a:lnTo>
                    <a:pt x="115714" y="213211"/>
                  </a:lnTo>
                  <a:lnTo>
                    <a:pt x="110314" y="215857"/>
                  </a:lnTo>
                  <a:lnTo>
                    <a:pt x="102719" y="207282"/>
                  </a:lnTo>
                  <a:lnTo>
                    <a:pt x="97882" y="206525"/>
                  </a:lnTo>
                  <a:lnTo>
                    <a:pt x="94338" y="202357"/>
                  </a:lnTo>
                  <a:lnTo>
                    <a:pt x="83818" y="198436"/>
                  </a:lnTo>
                  <a:lnTo>
                    <a:pt x="80893" y="190902"/>
                  </a:lnTo>
                  <a:lnTo>
                    <a:pt x="66717" y="180176"/>
                  </a:lnTo>
                  <a:lnTo>
                    <a:pt x="65366" y="176424"/>
                  </a:lnTo>
                  <a:lnTo>
                    <a:pt x="79937" y="178459"/>
                  </a:lnTo>
                  <a:lnTo>
                    <a:pt x="88375" y="175342"/>
                  </a:lnTo>
                  <a:lnTo>
                    <a:pt x="88319" y="178777"/>
                  </a:lnTo>
                  <a:lnTo>
                    <a:pt x="93438" y="182463"/>
                  </a:lnTo>
                  <a:lnTo>
                    <a:pt x="95575" y="182336"/>
                  </a:lnTo>
                  <a:lnTo>
                    <a:pt x="92256" y="176869"/>
                  </a:lnTo>
                  <a:lnTo>
                    <a:pt x="92819" y="173688"/>
                  </a:lnTo>
                  <a:lnTo>
                    <a:pt x="89443" y="173178"/>
                  </a:lnTo>
                  <a:lnTo>
                    <a:pt x="91975" y="170375"/>
                  </a:lnTo>
                  <a:lnTo>
                    <a:pt x="96250" y="155755"/>
                  </a:lnTo>
                  <a:lnTo>
                    <a:pt x="93213" y="149353"/>
                  </a:lnTo>
                  <a:lnTo>
                    <a:pt x="68461" y="122731"/>
                  </a:lnTo>
                  <a:lnTo>
                    <a:pt x="61316" y="120020"/>
                  </a:lnTo>
                  <a:lnTo>
                    <a:pt x="45453" y="108181"/>
                  </a:lnTo>
                  <a:lnTo>
                    <a:pt x="43090" y="101695"/>
                  </a:lnTo>
                  <a:lnTo>
                    <a:pt x="41234" y="100786"/>
                  </a:lnTo>
                  <a:lnTo>
                    <a:pt x="41009" y="88428"/>
                  </a:lnTo>
                  <a:lnTo>
                    <a:pt x="35383" y="84386"/>
                  </a:lnTo>
                  <a:lnTo>
                    <a:pt x="33302" y="70268"/>
                  </a:lnTo>
                  <a:lnTo>
                    <a:pt x="25989" y="64172"/>
                  </a:lnTo>
                  <a:lnTo>
                    <a:pt x="24808" y="55698"/>
                  </a:lnTo>
                  <a:lnTo>
                    <a:pt x="14570" y="42453"/>
                  </a:lnTo>
                  <a:lnTo>
                    <a:pt x="14344" y="37564"/>
                  </a:lnTo>
                  <a:lnTo>
                    <a:pt x="12657" y="36241"/>
                  </a:lnTo>
                  <a:lnTo>
                    <a:pt x="15751" y="35381"/>
                  </a:lnTo>
                  <a:lnTo>
                    <a:pt x="15863" y="31939"/>
                  </a:lnTo>
                  <a:lnTo>
                    <a:pt x="8719" y="26571"/>
                  </a:lnTo>
                  <a:lnTo>
                    <a:pt x="6694" y="19133"/>
                  </a:lnTo>
                  <a:lnTo>
                    <a:pt x="2025" y="137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" name="oPE_MapPart_MEX_2_68" descr="Mexiko">
              <a:extLst>
                <a:ext uri="{FF2B5EF4-FFF2-40B4-BE49-F238E27FC236}">
                  <a16:creationId xmlns:a16="http://schemas.microsoft.com/office/drawing/2014/main" id="{DFB29574-5F33-8AA9-24CD-FA64E37BC1FF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6239926" y="5466669"/>
              <a:ext cx="7989" cy="10267"/>
            </a:xfrm>
            <a:custGeom>
              <a:avLst/>
              <a:gdLst/>
              <a:ahLst/>
              <a:cxnLst/>
              <a:rect l="0" t="0" r="0" b="0"/>
              <a:pathLst>
                <a:path w="7989" h="10267">
                  <a:moveTo>
                    <a:pt x="2475" y="9187"/>
                  </a:moveTo>
                  <a:lnTo>
                    <a:pt x="844" y="10266"/>
                  </a:lnTo>
                  <a:lnTo>
                    <a:pt x="0" y="6547"/>
                  </a:lnTo>
                  <a:lnTo>
                    <a:pt x="2869" y="902"/>
                  </a:lnTo>
                  <a:lnTo>
                    <a:pt x="7988" y="0"/>
                  </a:lnTo>
                  <a:lnTo>
                    <a:pt x="6582" y="37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oPE_MapPart_MEX_3_69" descr="Mexiko">
              <a:extLst>
                <a:ext uri="{FF2B5EF4-FFF2-40B4-BE49-F238E27FC236}">
                  <a16:creationId xmlns:a16="http://schemas.microsoft.com/office/drawing/2014/main" id="{C804AA73-DE50-00CA-5778-307ADE58999F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5626757" y="5428731"/>
              <a:ext cx="4276" cy="6173"/>
            </a:xfrm>
            <a:custGeom>
              <a:avLst/>
              <a:gdLst/>
              <a:ahLst/>
              <a:cxnLst/>
              <a:rect l="0" t="0" r="0" b="0"/>
              <a:pathLst>
                <a:path w="4276" h="6173">
                  <a:moveTo>
                    <a:pt x="4275" y="3389"/>
                  </a:moveTo>
                  <a:lnTo>
                    <a:pt x="3375" y="6172"/>
                  </a:lnTo>
                  <a:lnTo>
                    <a:pt x="169" y="3329"/>
                  </a:lnTo>
                  <a:lnTo>
                    <a:pt x="0" y="484"/>
                  </a:lnTo>
                  <a:lnTo>
                    <a:pt x="1294" y="0"/>
                  </a:lnTo>
                  <a:lnTo>
                    <a:pt x="3600" y="19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oPE_MapPart_MEX_4_70" descr="Mexiko">
              <a:extLst>
                <a:ext uri="{FF2B5EF4-FFF2-40B4-BE49-F238E27FC236}">
                  <a16:creationId xmlns:a16="http://schemas.microsoft.com/office/drawing/2014/main" id="{5EE46059-D70F-099C-EAF7-8755D4BB11C3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5488484" y="5523623"/>
              <a:ext cx="4671" cy="4755"/>
            </a:xfrm>
            <a:custGeom>
              <a:avLst/>
              <a:gdLst/>
              <a:ahLst/>
              <a:cxnLst/>
              <a:rect l="0" t="0" r="0" b="0"/>
              <a:pathLst>
                <a:path w="4671" h="4755">
                  <a:moveTo>
                    <a:pt x="4670" y="4041"/>
                  </a:moveTo>
                  <a:lnTo>
                    <a:pt x="2757" y="4754"/>
                  </a:lnTo>
                  <a:lnTo>
                    <a:pt x="0" y="2734"/>
                  </a:lnTo>
                  <a:lnTo>
                    <a:pt x="2307" y="0"/>
                  </a:lnTo>
                  <a:lnTo>
                    <a:pt x="3826" y="20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oPE_MapPart_MEX_5_71" descr="Mexiko">
              <a:extLst>
                <a:ext uri="{FF2B5EF4-FFF2-40B4-BE49-F238E27FC236}">
                  <a16:creationId xmlns:a16="http://schemas.microsoft.com/office/drawing/2014/main" id="{D5E71975-D06A-CA45-24A3-B225CA320D0D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5499848" y="5313966"/>
              <a:ext cx="5063" cy="6518"/>
            </a:xfrm>
            <a:custGeom>
              <a:avLst/>
              <a:gdLst/>
              <a:ahLst/>
              <a:cxnLst/>
              <a:rect l="0" t="0" r="0" b="0"/>
              <a:pathLst>
                <a:path w="5063" h="6518">
                  <a:moveTo>
                    <a:pt x="4163" y="2670"/>
                  </a:moveTo>
                  <a:lnTo>
                    <a:pt x="5062" y="6517"/>
                  </a:lnTo>
                  <a:lnTo>
                    <a:pt x="1350" y="3850"/>
                  </a:lnTo>
                  <a:lnTo>
                    <a:pt x="0" y="0"/>
                  </a:lnTo>
                  <a:lnTo>
                    <a:pt x="3263" y="13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" name="oPE_MapPart_MEX_6_72" descr="Mexiko">
              <a:extLst>
                <a:ext uri="{FF2B5EF4-FFF2-40B4-BE49-F238E27FC236}">
                  <a16:creationId xmlns:a16="http://schemas.microsoft.com/office/drawing/2014/main" id="{537315C6-2C94-B1D6-86DD-989044BB2857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5409391" y="5155919"/>
              <a:ext cx="13727" cy="18647"/>
            </a:xfrm>
            <a:custGeom>
              <a:avLst/>
              <a:gdLst/>
              <a:ahLst/>
              <a:cxnLst/>
              <a:rect l="0" t="0" r="0" b="0"/>
              <a:pathLst>
                <a:path w="13727" h="18647">
                  <a:moveTo>
                    <a:pt x="13726" y="18646"/>
                  </a:moveTo>
                  <a:lnTo>
                    <a:pt x="10295" y="17037"/>
                  </a:lnTo>
                  <a:lnTo>
                    <a:pt x="3038" y="9497"/>
                  </a:lnTo>
                  <a:lnTo>
                    <a:pt x="0" y="3944"/>
                  </a:lnTo>
                  <a:lnTo>
                    <a:pt x="225" y="0"/>
                  </a:lnTo>
                  <a:lnTo>
                    <a:pt x="2700" y="453"/>
                  </a:lnTo>
                  <a:lnTo>
                    <a:pt x="5569" y="3104"/>
                  </a:lnTo>
                  <a:lnTo>
                    <a:pt x="6919" y="8399"/>
                  </a:lnTo>
                  <a:lnTo>
                    <a:pt x="12264" y="9690"/>
                  </a:lnTo>
                  <a:lnTo>
                    <a:pt x="12995" y="1581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oPE_MapPart_MEX_7_73" descr="Mexiko">
              <a:extLst>
                <a:ext uri="{FF2B5EF4-FFF2-40B4-BE49-F238E27FC236}">
                  <a16:creationId xmlns:a16="http://schemas.microsoft.com/office/drawing/2014/main" id="{3FD8C1AD-6106-96B3-8F24-6F8D7D10D294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5354431" y="5198938"/>
              <a:ext cx="6414" cy="11746"/>
            </a:xfrm>
            <a:custGeom>
              <a:avLst/>
              <a:gdLst/>
              <a:ahLst/>
              <a:cxnLst/>
              <a:rect l="0" t="0" r="0" b="0"/>
              <a:pathLst>
                <a:path w="6414" h="11746">
                  <a:moveTo>
                    <a:pt x="5681" y="10598"/>
                  </a:moveTo>
                  <a:lnTo>
                    <a:pt x="5288" y="11745"/>
                  </a:lnTo>
                  <a:lnTo>
                    <a:pt x="0" y="9386"/>
                  </a:lnTo>
                  <a:lnTo>
                    <a:pt x="2869" y="5239"/>
                  </a:lnTo>
                  <a:lnTo>
                    <a:pt x="2475" y="895"/>
                  </a:lnTo>
                  <a:lnTo>
                    <a:pt x="3712" y="0"/>
                  </a:lnTo>
                  <a:lnTo>
                    <a:pt x="6413" y="696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" name="oPE_MapPart_MEX_8_74" descr="Mexiko">
              <a:extLst>
                <a:ext uri="{FF2B5EF4-FFF2-40B4-BE49-F238E27FC236}">
                  <a16:creationId xmlns:a16="http://schemas.microsoft.com/office/drawing/2014/main" id="{24189EE2-9B4B-8264-E659-1E8F2ED21495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5443144" y="5167802"/>
              <a:ext cx="9733" cy="16852"/>
            </a:xfrm>
            <a:custGeom>
              <a:avLst/>
              <a:gdLst/>
              <a:ahLst/>
              <a:cxnLst/>
              <a:rect l="0" t="0" r="0" b="0"/>
              <a:pathLst>
                <a:path w="9733" h="16852">
                  <a:moveTo>
                    <a:pt x="9732" y="8436"/>
                  </a:moveTo>
                  <a:lnTo>
                    <a:pt x="7369" y="16851"/>
                  </a:lnTo>
                  <a:lnTo>
                    <a:pt x="0" y="14091"/>
                  </a:lnTo>
                  <a:lnTo>
                    <a:pt x="1406" y="2641"/>
                  </a:lnTo>
                  <a:lnTo>
                    <a:pt x="7144" y="0"/>
                  </a:lnTo>
                  <a:lnTo>
                    <a:pt x="8325" y="41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" name="oPE_MapPart_MEX_9_75" descr="Mexiko">
              <a:extLst>
                <a:ext uri="{FF2B5EF4-FFF2-40B4-BE49-F238E27FC236}">
                  <a16:creationId xmlns:a16="http://schemas.microsoft.com/office/drawing/2014/main" id="{BAB3D2D4-A41D-D5B5-4471-E032BB59ACC6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5259136" y="5169864"/>
              <a:ext cx="5008" cy="9974"/>
            </a:xfrm>
            <a:custGeom>
              <a:avLst/>
              <a:gdLst/>
              <a:ahLst/>
              <a:cxnLst/>
              <a:rect l="0" t="0" r="0" b="0"/>
              <a:pathLst>
                <a:path w="5008" h="9974">
                  <a:moveTo>
                    <a:pt x="5007" y="8624"/>
                  </a:moveTo>
                  <a:lnTo>
                    <a:pt x="3657" y="9973"/>
                  </a:lnTo>
                  <a:lnTo>
                    <a:pt x="57" y="2512"/>
                  </a:lnTo>
                  <a:lnTo>
                    <a:pt x="0" y="709"/>
                  </a:lnTo>
                  <a:lnTo>
                    <a:pt x="2813" y="0"/>
                  </a:lnTo>
                  <a:lnTo>
                    <a:pt x="4838" y="50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" name="oPE_MapPart_MEX_10_76" descr="Mexiko">
              <a:extLst>
                <a:ext uri="{FF2B5EF4-FFF2-40B4-BE49-F238E27FC236}">
                  <a16:creationId xmlns:a16="http://schemas.microsoft.com/office/drawing/2014/main" id="{8B83D020-906F-B9CA-3DC7-974DCEEC7660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6249489" y="5444569"/>
              <a:ext cx="508" cy="1631"/>
            </a:xfrm>
            <a:custGeom>
              <a:avLst/>
              <a:gdLst/>
              <a:ahLst/>
              <a:cxnLst/>
              <a:rect l="0" t="0" r="0" b="0"/>
              <a:pathLst>
                <a:path w="508" h="1631">
                  <a:moveTo>
                    <a:pt x="0" y="0"/>
                  </a:moveTo>
                  <a:lnTo>
                    <a:pt x="507" y="1630"/>
                  </a:lnTo>
                  <a:lnTo>
                    <a:pt x="0" y="14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" name="oPE_MapPart_MEX_11_77" descr="Mexiko">
              <a:extLst>
                <a:ext uri="{FF2B5EF4-FFF2-40B4-BE49-F238E27FC236}">
                  <a16:creationId xmlns:a16="http://schemas.microsoft.com/office/drawing/2014/main" id="{D53D6305-324D-CAB9-56F1-A90CC139DCC4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6090009" y="5526476"/>
              <a:ext cx="8721" cy="3387"/>
            </a:xfrm>
            <a:custGeom>
              <a:avLst/>
              <a:gdLst/>
              <a:ahLst/>
              <a:cxnLst/>
              <a:rect l="0" t="0" r="0" b="0"/>
              <a:pathLst>
                <a:path w="8721" h="3387">
                  <a:moveTo>
                    <a:pt x="4163" y="3327"/>
                  </a:moveTo>
                  <a:lnTo>
                    <a:pt x="0" y="3386"/>
                  </a:lnTo>
                  <a:lnTo>
                    <a:pt x="7088" y="0"/>
                  </a:lnTo>
                  <a:lnTo>
                    <a:pt x="8720" y="594"/>
                  </a:lnTo>
                  <a:lnTo>
                    <a:pt x="5063" y="21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" name="oPE_MapPart_MEX_12_78" descr="Mexiko">
              <a:extLst>
                <a:ext uri="{FF2B5EF4-FFF2-40B4-BE49-F238E27FC236}">
                  <a16:creationId xmlns:a16="http://schemas.microsoft.com/office/drawing/2014/main" id="{8351491D-70B0-1728-6CF4-0BAD7312E96D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5524825" y="5339788"/>
              <a:ext cx="3263" cy="6170"/>
            </a:xfrm>
            <a:custGeom>
              <a:avLst/>
              <a:gdLst/>
              <a:ahLst/>
              <a:cxnLst/>
              <a:rect l="0" t="0" r="0" b="0"/>
              <a:pathLst>
                <a:path w="3263" h="6170">
                  <a:moveTo>
                    <a:pt x="2981" y="6169"/>
                  </a:moveTo>
                  <a:lnTo>
                    <a:pt x="731" y="4443"/>
                  </a:lnTo>
                  <a:lnTo>
                    <a:pt x="0" y="0"/>
                  </a:lnTo>
                  <a:lnTo>
                    <a:pt x="3262" y="573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" name="oPE_MapPart_MEX_13_79" descr="Mexiko">
              <a:extLst>
                <a:ext uri="{FF2B5EF4-FFF2-40B4-BE49-F238E27FC236}">
                  <a16:creationId xmlns:a16="http://schemas.microsoft.com/office/drawing/2014/main" id="{6E8B0791-2FFB-DC74-8C96-6ED7D7F020C6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5372039" y="5075326"/>
              <a:ext cx="3151" cy="3110"/>
            </a:xfrm>
            <a:custGeom>
              <a:avLst/>
              <a:gdLst/>
              <a:ahLst/>
              <a:cxnLst/>
              <a:rect l="0" t="0" r="0" b="0"/>
              <a:pathLst>
                <a:path w="3151" h="3110">
                  <a:moveTo>
                    <a:pt x="2981" y="3109"/>
                  </a:moveTo>
                  <a:lnTo>
                    <a:pt x="0" y="1588"/>
                  </a:lnTo>
                  <a:lnTo>
                    <a:pt x="168" y="0"/>
                  </a:lnTo>
                  <a:lnTo>
                    <a:pt x="3150" y="23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" name="oPE_MapPart_MEX_14_80" descr="Mexiko">
              <a:extLst>
                <a:ext uri="{FF2B5EF4-FFF2-40B4-BE49-F238E27FC236}">
                  <a16:creationId xmlns:a16="http://schemas.microsoft.com/office/drawing/2014/main" id="{E62F7362-9457-D1AD-0C01-D77ACC4E6390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5483478" y="5279540"/>
              <a:ext cx="4164" cy="8322"/>
            </a:xfrm>
            <a:custGeom>
              <a:avLst/>
              <a:gdLst/>
              <a:ahLst/>
              <a:cxnLst/>
              <a:rect l="0" t="0" r="0" b="0"/>
              <a:pathLst>
                <a:path w="4164" h="8322">
                  <a:moveTo>
                    <a:pt x="3882" y="1878"/>
                  </a:moveTo>
                  <a:lnTo>
                    <a:pt x="4050" y="3505"/>
                  </a:lnTo>
                  <a:lnTo>
                    <a:pt x="2756" y="2629"/>
                  </a:lnTo>
                  <a:lnTo>
                    <a:pt x="0" y="8321"/>
                  </a:lnTo>
                  <a:lnTo>
                    <a:pt x="1294" y="1190"/>
                  </a:lnTo>
                  <a:lnTo>
                    <a:pt x="416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" name="oPE_MapPart_MEX_15_81" descr="Mexiko">
              <a:extLst>
                <a:ext uri="{FF2B5EF4-FFF2-40B4-BE49-F238E27FC236}">
                  <a16:creationId xmlns:a16="http://schemas.microsoft.com/office/drawing/2014/main" id="{BDD51816-C3B2-3AB3-23C7-78E076FD8788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5458782" y="5332682"/>
              <a:ext cx="9846" cy="6551"/>
            </a:xfrm>
            <a:custGeom>
              <a:avLst/>
              <a:gdLst/>
              <a:ahLst/>
              <a:cxnLst/>
              <a:rect l="0" t="0" r="0" b="0"/>
              <a:pathLst>
                <a:path w="9846" h="6551">
                  <a:moveTo>
                    <a:pt x="9845" y="4945"/>
                  </a:moveTo>
                  <a:lnTo>
                    <a:pt x="9451" y="6550"/>
                  </a:lnTo>
                  <a:lnTo>
                    <a:pt x="0" y="124"/>
                  </a:lnTo>
                  <a:lnTo>
                    <a:pt x="489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" name="oPE_MapPart_MEX_16_82" descr="Mexiko">
              <a:extLst>
                <a:ext uri="{FF2B5EF4-FFF2-40B4-BE49-F238E27FC236}">
                  <a16:creationId xmlns:a16="http://schemas.microsoft.com/office/drawing/2014/main" id="{F9416ADD-82BC-7AB4-A946-40B257F159B9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5449950" y="5306880"/>
              <a:ext cx="7483" cy="25494"/>
            </a:xfrm>
            <a:custGeom>
              <a:avLst/>
              <a:gdLst/>
              <a:ahLst/>
              <a:cxnLst/>
              <a:rect l="0" t="0" r="0" b="0"/>
              <a:pathLst>
                <a:path w="7483" h="25494">
                  <a:moveTo>
                    <a:pt x="7482" y="25493"/>
                  </a:moveTo>
                  <a:lnTo>
                    <a:pt x="4163" y="21905"/>
                  </a:lnTo>
                  <a:lnTo>
                    <a:pt x="3769" y="19180"/>
                  </a:lnTo>
                  <a:lnTo>
                    <a:pt x="0" y="17136"/>
                  </a:lnTo>
                  <a:lnTo>
                    <a:pt x="2307" y="11556"/>
                  </a:lnTo>
                  <a:lnTo>
                    <a:pt x="4276" y="0"/>
                  </a:lnTo>
                  <a:lnTo>
                    <a:pt x="5176" y="2115"/>
                  </a:lnTo>
                  <a:lnTo>
                    <a:pt x="3150" y="15339"/>
                  </a:lnTo>
                  <a:lnTo>
                    <a:pt x="7145" y="241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" name="oPE_MapPart_MSR_1_83" descr="Montserrat">
              <a:extLst>
                <a:ext uri="{FF2B5EF4-FFF2-40B4-BE49-F238E27FC236}">
                  <a16:creationId xmlns:a16="http://schemas.microsoft.com/office/drawing/2014/main" id="{47595CEA-9BA5-E2A8-AB4E-64D6D1F58EB1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6999188" y="5575521"/>
              <a:ext cx="33753" cy="35249"/>
            </a:xfrm>
            <a:custGeom>
              <a:avLst/>
              <a:gdLst/>
              <a:ahLst/>
              <a:cxnLst/>
              <a:rect l="0" t="0" r="0" b="0"/>
              <a:pathLst>
                <a:path w="33753" h="35249">
                  <a:moveTo>
                    <a:pt x="0" y="0"/>
                  </a:moveTo>
                  <a:lnTo>
                    <a:pt x="33752" y="0"/>
                  </a:lnTo>
                  <a:lnTo>
                    <a:pt x="33752" y="35248"/>
                  </a:lnTo>
                  <a:lnTo>
                    <a:pt x="0" y="352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" name="oPE_MapPart_NIC_1_84" descr="Nicaragua">
              <a:extLst>
                <a:ext uri="{FF2B5EF4-FFF2-40B4-BE49-F238E27FC236}">
                  <a16:creationId xmlns:a16="http://schemas.microsoft.com/office/drawing/2014/main" id="{092F854D-4766-C7B0-4FE3-1C63C45EE946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6219562" y="5649611"/>
              <a:ext cx="141030" cy="137025"/>
            </a:xfrm>
            <a:custGeom>
              <a:avLst/>
              <a:gdLst/>
              <a:ahLst/>
              <a:cxnLst/>
              <a:rect l="0" t="0" r="0" b="0"/>
              <a:pathLst>
                <a:path w="141030" h="137025">
                  <a:moveTo>
                    <a:pt x="141029" y="524"/>
                  </a:moveTo>
                  <a:lnTo>
                    <a:pt x="137204" y="6345"/>
                  </a:lnTo>
                  <a:lnTo>
                    <a:pt x="135235" y="3435"/>
                  </a:lnTo>
                  <a:lnTo>
                    <a:pt x="133041" y="5938"/>
                  </a:lnTo>
                  <a:lnTo>
                    <a:pt x="134279" y="7858"/>
                  </a:lnTo>
                  <a:lnTo>
                    <a:pt x="136641" y="8381"/>
                  </a:lnTo>
                  <a:lnTo>
                    <a:pt x="140129" y="21574"/>
                  </a:lnTo>
                  <a:lnTo>
                    <a:pt x="133098" y="32655"/>
                  </a:lnTo>
                  <a:lnTo>
                    <a:pt x="128259" y="54422"/>
                  </a:lnTo>
                  <a:lnTo>
                    <a:pt x="129891" y="66495"/>
                  </a:lnTo>
                  <a:lnTo>
                    <a:pt x="129047" y="77628"/>
                  </a:lnTo>
                  <a:lnTo>
                    <a:pt x="130003" y="83563"/>
                  </a:lnTo>
                  <a:lnTo>
                    <a:pt x="127360" y="84024"/>
                  </a:lnTo>
                  <a:lnTo>
                    <a:pt x="126347" y="82007"/>
                  </a:lnTo>
                  <a:lnTo>
                    <a:pt x="127416" y="73881"/>
                  </a:lnTo>
                  <a:lnTo>
                    <a:pt x="126403" y="77109"/>
                  </a:lnTo>
                  <a:lnTo>
                    <a:pt x="122409" y="80625"/>
                  </a:lnTo>
                  <a:lnTo>
                    <a:pt x="125616" y="87536"/>
                  </a:lnTo>
                  <a:lnTo>
                    <a:pt x="124715" y="95938"/>
                  </a:lnTo>
                  <a:lnTo>
                    <a:pt x="122015" y="94787"/>
                  </a:lnTo>
                  <a:lnTo>
                    <a:pt x="121903" y="98871"/>
                  </a:lnTo>
                  <a:lnTo>
                    <a:pt x="120046" y="101171"/>
                  </a:lnTo>
                  <a:lnTo>
                    <a:pt x="123928" y="102319"/>
                  </a:lnTo>
                  <a:lnTo>
                    <a:pt x="125616" y="108123"/>
                  </a:lnTo>
                  <a:lnTo>
                    <a:pt x="122690" y="110534"/>
                  </a:lnTo>
                  <a:lnTo>
                    <a:pt x="118865" y="119028"/>
                  </a:lnTo>
                  <a:lnTo>
                    <a:pt x="121959" y="128260"/>
                  </a:lnTo>
                  <a:lnTo>
                    <a:pt x="123647" y="130724"/>
                  </a:lnTo>
                  <a:lnTo>
                    <a:pt x="125897" y="131239"/>
                  </a:lnTo>
                  <a:lnTo>
                    <a:pt x="123703" y="135420"/>
                  </a:lnTo>
                  <a:lnTo>
                    <a:pt x="117234" y="137024"/>
                  </a:lnTo>
                  <a:lnTo>
                    <a:pt x="109471" y="135592"/>
                  </a:lnTo>
                  <a:lnTo>
                    <a:pt x="103845" y="129234"/>
                  </a:lnTo>
                  <a:lnTo>
                    <a:pt x="94901" y="127171"/>
                  </a:lnTo>
                  <a:lnTo>
                    <a:pt x="92819" y="126942"/>
                  </a:lnTo>
                  <a:lnTo>
                    <a:pt x="86294" y="130323"/>
                  </a:lnTo>
                  <a:lnTo>
                    <a:pt x="65199" y="122585"/>
                  </a:lnTo>
                  <a:lnTo>
                    <a:pt x="60192" y="126598"/>
                  </a:lnTo>
                  <a:lnTo>
                    <a:pt x="53442" y="118053"/>
                  </a:lnTo>
                  <a:lnTo>
                    <a:pt x="37578" y="105078"/>
                  </a:lnTo>
                  <a:lnTo>
                    <a:pt x="28578" y="91680"/>
                  </a:lnTo>
                  <a:lnTo>
                    <a:pt x="113" y="67765"/>
                  </a:lnTo>
                  <a:lnTo>
                    <a:pt x="0" y="65803"/>
                  </a:lnTo>
                  <a:lnTo>
                    <a:pt x="2701" y="63320"/>
                  </a:lnTo>
                  <a:lnTo>
                    <a:pt x="7707" y="67245"/>
                  </a:lnTo>
                  <a:lnTo>
                    <a:pt x="10407" y="65341"/>
                  </a:lnTo>
                  <a:lnTo>
                    <a:pt x="20645" y="64417"/>
                  </a:lnTo>
                  <a:lnTo>
                    <a:pt x="22277" y="62974"/>
                  </a:lnTo>
                  <a:lnTo>
                    <a:pt x="23514" y="57544"/>
                  </a:lnTo>
                  <a:lnTo>
                    <a:pt x="29984" y="54654"/>
                  </a:lnTo>
                  <a:lnTo>
                    <a:pt x="28521" y="40709"/>
                  </a:lnTo>
                  <a:lnTo>
                    <a:pt x="41853" y="39956"/>
                  </a:lnTo>
                  <a:lnTo>
                    <a:pt x="47479" y="32713"/>
                  </a:lnTo>
                  <a:lnTo>
                    <a:pt x="50966" y="30916"/>
                  </a:lnTo>
                  <a:lnTo>
                    <a:pt x="52710" y="33641"/>
                  </a:lnTo>
                  <a:lnTo>
                    <a:pt x="58898" y="37581"/>
                  </a:lnTo>
                  <a:lnTo>
                    <a:pt x="60530" y="37118"/>
                  </a:lnTo>
                  <a:lnTo>
                    <a:pt x="62161" y="33120"/>
                  </a:lnTo>
                  <a:lnTo>
                    <a:pt x="77856" y="21458"/>
                  </a:lnTo>
                  <a:lnTo>
                    <a:pt x="78419" y="15590"/>
                  </a:lnTo>
                  <a:lnTo>
                    <a:pt x="82300" y="12975"/>
                  </a:lnTo>
                  <a:lnTo>
                    <a:pt x="83932" y="8265"/>
                  </a:lnTo>
                  <a:lnTo>
                    <a:pt x="87813" y="6403"/>
                  </a:lnTo>
                  <a:lnTo>
                    <a:pt x="94507" y="11231"/>
                  </a:lnTo>
                  <a:lnTo>
                    <a:pt x="100526" y="11812"/>
                  </a:lnTo>
                  <a:lnTo>
                    <a:pt x="102439" y="10243"/>
                  </a:lnTo>
                  <a:lnTo>
                    <a:pt x="106377" y="10009"/>
                  </a:lnTo>
                  <a:lnTo>
                    <a:pt x="107221" y="8440"/>
                  </a:lnTo>
                  <a:lnTo>
                    <a:pt x="110033" y="9312"/>
                  </a:lnTo>
                  <a:lnTo>
                    <a:pt x="112677" y="7217"/>
                  </a:lnTo>
                  <a:lnTo>
                    <a:pt x="118865" y="6927"/>
                  </a:lnTo>
                  <a:lnTo>
                    <a:pt x="13298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" name="oPE_MapPart_PAN_1_85" descr="Panama">
              <a:extLst>
                <a:ext uri="{FF2B5EF4-FFF2-40B4-BE49-F238E27FC236}">
                  <a16:creationId xmlns:a16="http://schemas.microsoft.com/office/drawing/2014/main" id="{5792B8CA-1A41-98CC-001C-85CC3FD97301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6364698" y="5822755"/>
              <a:ext cx="182208" cy="75126"/>
            </a:xfrm>
            <a:custGeom>
              <a:avLst/>
              <a:gdLst/>
              <a:ahLst/>
              <a:cxnLst/>
              <a:rect l="0" t="0" r="0" b="0"/>
              <a:pathLst>
                <a:path w="182208" h="75126">
                  <a:moveTo>
                    <a:pt x="176638" y="29742"/>
                  </a:moveTo>
                  <a:lnTo>
                    <a:pt x="173375" y="34805"/>
                  </a:lnTo>
                  <a:lnTo>
                    <a:pt x="175625" y="37023"/>
                  </a:lnTo>
                  <a:lnTo>
                    <a:pt x="182207" y="51403"/>
                  </a:lnTo>
                  <a:lnTo>
                    <a:pt x="177538" y="55662"/>
                  </a:lnTo>
                  <a:lnTo>
                    <a:pt x="177369" y="59807"/>
                  </a:lnTo>
                  <a:lnTo>
                    <a:pt x="171519" y="64234"/>
                  </a:lnTo>
                  <a:lnTo>
                    <a:pt x="169999" y="64915"/>
                  </a:lnTo>
                  <a:lnTo>
                    <a:pt x="166286" y="60261"/>
                  </a:lnTo>
                  <a:lnTo>
                    <a:pt x="164543" y="60034"/>
                  </a:lnTo>
                  <a:lnTo>
                    <a:pt x="165105" y="65142"/>
                  </a:lnTo>
                  <a:lnTo>
                    <a:pt x="162462" y="68092"/>
                  </a:lnTo>
                  <a:lnTo>
                    <a:pt x="160211" y="74842"/>
                  </a:lnTo>
                  <a:lnTo>
                    <a:pt x="151773" y="64915"/>
                  </a:lnTo>
                  <a:lnTo>
                    <a:pt x="145304" y="53675"/>
                  </a:lnTo>
                  <a:lnTo>
                    <a:pt x="143898" y="48619"/>
                  </a:lnTo>
                  <a:lnTo>
                    <a:pt x="148117" y="47653"/>
                  </a:lnTo>
                  <a:lnTo>
                    <a:pt x="149129" y="46176"/>
                  </a:lnTo>
                  <a:lnTo>
                    <a:pt x="148286" y="42709"/>
                  </a:lnTo>
                  <a:lnTo>
                    <a:pt x="152673" y="38331"/>
                  </a:lnTo>
                  <a:lnTo>
                    <a:pt x="155599" y="41515"/>
                  </a:lnTo>
                  <a:lnTo>
                    <a:pt x="164600" y="46346"/>
                  </a:lnTo>
                  <a:lnTo>
                    <a:pt x="156723" y="40265"/>
                  </a:lnTo>
                  <a:lnTo>
                    <a:pt x="153967" y="34805"/>
                  </a:lnTo>
                  <a:lnTo>
                    <a:pt x="150142" y="37990"/>
                  </a:lnTo>
                  <a:lnTo>
                    <a:pt x="149073" y="36170"/>
                  </a:lnTo>
                  <a:lnTo>
                    <a:pt x="144629" y="34578"/>
                  </a:lnTo>
                  <a:lnTo>
                    <a:pt x="145529" y="37762"/>
                  </a:lnTo>
                  <a:lnTo>
                    <a:pt x="144292" y="39298"/>
                  </a:lnTo>
                  <a:lnTo>
                    <a:pt x="141029" y="30709"/>
                  </a:lnTo>
                  <a:lnTo>
                    <a:pt x="123140" y="19040"/>
                  </a:lnTo>
                  <a:lnTo>
                    <a:pt x="118133" y="18299"/>
                  </a:lnTo>
                  <a:lnTo>
                    <a:pt x="109977" y="19894"/>
                  </a:lnTo>
                  <a:lnTo>
                    <a:pt x="104351" y="23652"/>
                  </a:lnTo>
                  <a:lnTo>
                    <a:pt x="100357" y="30311"/>
                  </a:lnTo>
                  <a:lnTo>
                    <a:pt x="102382" y="31733"/>
                  </a:lnTo>
                  <a:lnTo>
                    <a:pt x="90682" y="39469"/>
                  </a:lnTo>
                  <a:lnTo>
                    <a:pt x="83087" y="41402"/>
                  </a:lnTo>
                  <a:lnTo>
                    <a:pt x="80274" y="43789"/>
                  </a:lnTo>
                  <a:lnTo>
                    <a:pt x="80274" y="48108"/>
                  </a:lnTo>
                  <a:lnTo>
                    <a:pt x="92256" y="61056"/>
                  </a:lnTo>
                  <a:lnTo>
                    <a:pt x="94225" y="66277"/>
                  </a:lnTo>
                  <a:lnTo>
                    <a:pt x="91131" y="68376"/>
                  </a:lnTo>
                  <a:lnTo>
                    <a:pt x="85618" y="68660"/>
                  </a:lnTo>
                  <a:lnTo>
                    <a:pt x="80893" y="73367"/>
                  </a:lnTo>
                  <a:lnTo>
                    <a:pt x="68180" y="75125"/>
                  </a:lnTo>
                  <a:lnTo>
                    <a:pt x="66436" y="73311"/>
                  </a:lnTo>
                  <a:lnTo>
                    <a:pt x="61373" y="53675"/>
                  </a:lnTo>
                  <a:lnTo>
                    <a:pt x="58391" y="55094"/>
                  </a:lnTo>
                  <a:lnTo>
                    <a:pt x="57210" y="60999"/>
                  </a:lnTo>
                  <a:lnTo>
                    <a:pt x="56479" y="62475"/>
                  </a:lnTo>
                  <a:lnTo>
                    <a:pt x="54960" y="62361"/>
                  </a:lnTo>
                  <a:lnTo>
                    <a:pt x="47590" y="59296"/>
                  </a:lnTo>
                  <a:lnTo>
                    <a:pt x="40615" y="46176"/>
                  </a:lnTo>
                  <a:lnTo>
                    <a:pt x="32908" y="43732"/>
                  </a:lnTo>
                  <a:lnTo>
                    <a:pt x="27114" y="44357"/>
                  </a:lnTo>
                  <a:lnTo>
                    <a:pt x="25089" y="43278"/>
                  </a:lnTo>
                  <a:lnTo>
                    <a:pt x="24752" y="40720"/>
                  </a:lnTo>
                  <a:lnTo>
                    <a:pt x="20701" y="41856"/>
                  </a:lnTo>
                  <a:lnTo>
                    <a:pt x="7650" y="40947"/>
                  </a:lnTo>
                  <a:lnTo>
                    <a:pt x="5006" y="42765"/>
                  </a:lnTo>
                  <a:lnTo>
                    <a:pt x="4612" y="48278"/>
                  </a:lnTo>
                  <a:lnTo>
                    <a:pt x="3544" y="44243"/>
                  </a:lnTo>
                  <a:lnTo>
                    <a:pt x="0" y="39867"/>
                  </a:lnTo>
                  <a:lnTo>
                    <a:pt x="5175" y="36227"/>
                  </a:lnTo>
                  <a:lnTo>
                    <a:pt x="5344" y="30482"/>
                  </a:lnTo>
                  <a:lnTo>
                    <a:pt x="3431" y="27124"/>
                  </a:lnTo>
                  <a:lnTo>
                    <a:pt x="9338" y="21602"/>
                  </a:lnTo>
                  <a:lnTo>
                    <a:pt x="7594" y="19210"/>
                  </a:lnTo>
                  <a:lnTo>
                    <a:pt x="2700" y="17046"/>
                  </a:lnTo>
                  <a:lnTo>
                    <a:pt x="2700" y="4678"/>
                  </a:lnTo>
                  <a:lnTo>
                    <a:pt x="7032" y="172"/>
                  </a:lnTo>
                  <a:lnTo>
                    <a:pt x="11982" y="2910"/>
                  </a:lnTo>
                  <a:lnTo>
                    <a:pt x="14457" y="685"/>
                  </a:lnTo>
                  <a:lnTo>
                    <a:pt x="20476" y="5362"/>
                  </a:lnTo>
                  <a:lnTo>
                    <a:pt x="21489" y="12317"/>
                  </a:lnTo>
                  <a:lnTo>
                    <a:pt x="26214" y="12830"/>
                  </a:lnTo>
                  <a:lnTo>
                    <a:pt x="24752" y="14425"/>
                  </a:lnTo>
                  <a:lnTo>
                    <a:pt x="24470" y="17957"/>
                  </a:lnTo>
                  <a:lnTo>
                    <a:pt x="29646" y="20976"/>
                  </a:lnTo>
                  <a:lnTo>
                    <a:pt x="38984" y="20292"/>
                  </a:lnTo>
                  <a:lnTo>
                    <a:pt x="35383" y="14483"/>
                  </a:lnTo>
                  <a:lnTo>
                    <a:pt x="41065" y="18299"/>
                  </a:lnTo>
                  <a:lnTo>
                    <a:pt x="46297" y="24392"/>
                  </a:lnTo>
                  <a:lnTo>
                    <a:pt x="52260" y="25873"/>
                  </a:lnTo>
                  <a:lnTo>
                    <a:pt x="68405" y="22513"/>
                  </a:lnTo>
                  <a:lnTo>
                    <a:pt x="77518" y="16306"/>
                  </a:lnTo>
                  <a:lnTo>
                    <a:pt x="90625" y="12260"/>
                  </a:lnTo>
                  <a:lnTo>
                    <a:pt x="107783" y="0"/>
                  </a:lnTo>
                  <a:lnTo>
                    <a:pt x="122353" y="1940"/>
                  </a:lnTo>
                  <a:lnTo>
                    <a:pt x="125334" y="2739"/>
                  </a:lnTo>
                  <a:lnTo>
                    <a:pt x="127978" y="5362"/>
                  </a:lnTo>
                  <a:lnTo>
                    <a:pt x="141310" y="6047"/>
                  </a:lnTo>
                  <a:lnTo>
                    <a:pt x="154530" y="11462"/>
                  </a:lnTo>
                  <a:lnTo>
                    <a:pt x="162405" y="16761"/>
                  </a:lnTo>
                  <a:lnTo>
                    <a:pt x="166568" y="22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" name="oPE_MapPart_PAN_2_86" descr="Panama">
              <a:extLst>
                <a:ext uri="{FF2B5EF4-FFF2-40B4-BE49-F238E27FC236}">
                  <a16:creationId xmlns:a16="http://schemas.microsoft.com/office/drawing/2014/main" id="{E677638C-28C9-7FA6-7F8A-FC43EA4B26BF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6491663" y="5859153"/>
              <a:ext cx="3489" cy="6823"/>
            </a:xfrm>
            <a:custGeom>
              <a:avLst/>
              <a:gdLst/>
              <a:ahLst/>
              <a:cxnLst/>
              <a:rect l="0" t="0" r="0" b="0"/>
              <a:pathLst>
                <a:path w="3489" h="6823">
                  <a:moveTo>
                    <a:pt x="2082" y="5458"/>
                  </a:moveTo>
                  <a:lnTo>
                    <a:pt x="1463" y="6822"/>
                  </a:lnTo>
                  <a:lnTo>
                    <a:pt x="0" y="3809"/>
                  </a:lnTo>
                  <a:lnTo>
                    <a:pt x="113" y="341"/>
                  </a:lnTo>
                  <a:lnTo>
                    <a:pt x="3375" y="0"/>
                  </a:lnTo>
                  <a:lnTo>
                    <a:pt x="3488" y="460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" name="oPE_MapPart_PAN_3_87" descr="Panama">
              <a:extLst>
                <a:ext uri="{FF2B5EF4-FFF2-40B4-BE49-F238E27FC236}">
                  <a16:creationId xmlns:a16="http://schemas.microsoft.com/office/drawing/2014/main" id="{4C60A66A-BF21-165E-6CF1-9A141C15997B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6401207" y="5885230"/>
              <a:ext cx="7989" cy="9079"/>
            </a:xfrm>
            <a:custGeom>
              <a:avLst/>
              <a:gdLst/>
              <a:ahLst/>
              <a:cxnLst/>
              <a:rect l="0" t="0" r="0" b="0"/>
              <a:pathLst>
                <a:path w="7989" h="9079">
                  <a:moveTo>
                    <a:pt x="7988" y="9078"/>
                  </a:moveTo>
                  <a:lnTo>
                    <a:pt x="2756" y="7886"/>
                  </a:lnTo>
                  <a:lnTo>
                    <a:pt x="0" y="4426"/>
                  </a:lnTo>
                  <a:lnTo>
                    <a:pt x="1462" y="908"/>
                  </a:lnTo>
                  <a:lnTo>
                    <a:pt x="4050" y="0"/>
                  </a:lnTo>
                  <a:lnTo>
                    <a:pt x="5850" y="3064"/>
                  </a:lnTo>
                  <a:lnTo>
                    <a:pt x="4612" y="4255"/>
                  </a:lnTo>
                  <a:lnTo>
                    <a:pt x="5119" y="6185"/>
                  </a:lnTo>
                  <a:lnTo>
                    <a:pt x="7650" y="76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" name="oPE_MapPart_PAN_4_88" descr="Panama">
              <a:extLst>
                <a:ext uri="{FF2B5EF4-FFF2-40B4-BE49-F238E27FC236}">
                  <a16:creationId xmlns:a16="http://schemas.microsoft.com/office/drawing/2014/main" id="{2B8332DD-03A6-442A-A456-661CC3363A75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6386749" y="5828061"/>
              <a:ext cx="2758" cy="3022"/>
            </a:xfrm>
            <a:custGeom>
              <a:avLst/>
              <a:gdLst/>
              <a:ahLst/>
              <a:cxnLst/>
              <a:rect l="0" t="0" r="0" b="0"/>
              <a:pathLst>
                <a:path w="2758" h="3022">
                  <a:moveTo>
                    <a:pt x="2757" y="1538"/>
                  </a:moveTo>
                  <a:lnTo>
                    <a:pt x="2419" y="3021"/>
                  </a:lnTo>
                  <a:lnTo>
                    <a:pt x="0" y="398"/>
                  </a:lnTo>
                  <a:lnTo>
                    <a:pt x="191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9" name="oPE_MapPart_PAN_5_89" descr="Panama">
              <a:extLst>
                <a:ext uri="{FF2B5EF4-FFF2-40B4-BE49-F238E27FC236}">
                  <a16:creationId xmlns:a16="http://schemas.microsoft.com/office/drawing/2014/main" id="{7730139E-403E-179B-857D-A6CD41BF1BE7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6486544" y="5863929"/>
              <a:ext cx="1970" cy="2729"/>
            </a:xfrm>
            <a:custGeom>
              <a:avLst/>
              <a:gdLst/>
              <a:ahLst/>
              <a:cxnLst/>
              <a:rect l="0" t="0" r="0" b="0"/>
              <a:pathLst>
                <a:path w="1970" h="2729">
                  <a:moveTo>
                    <a:pt x="1969" y="1308"/>
                  </a:moveTo>
                  <a:lnTo>
                    <a:pt x="562" y="2728"/>
                  </a:lnTo>
                  <a:lnTo>
                    <a:pt x="0" y="1422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0" name="oPE_MapPart_PRI_1_90" descr="Puerto Rico">
              <a:extLst>
                <a:ext uri="{FF2B5EF4-FFF2-40B4-BE49-F238E27FC236}">
                  <a16:creationId xmlns:a16="http://schemas.microsoft.com/office/drawing/2014/main" id="{AC668345-B3C7-E663-B820-B7F7E99621DC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6857315" y="5535678"/>
              <a:ext cx="51360" cy="18124"/>
            </a:xfrm>
            <a:custGeom>
              <a:avLst/>
              <a:gdLst/>
              <a:ahLst/>
              <a:cxnLst/>
              <a:rect l="0" t="0" r="0" b="0"/>
              <a:pathLst>
                <a:path w="51360" h="18124">
                  <a:moveTo>
                    <a:pt x="35439" y="1779"/>
                  </a:moveTo>
                  <a:lnTo>
                    <a:pt x="37353" y="2313"/>
                  </a:lnTo>
                  <a:lnTo>
                    <a:pt x="37297" y="949"/>
                  </a:lnTo>
                  <a:lnTo>
                    <a:pt x="51135" y="3854"/>
                  </a:lnTo>
                  <a:lnTo>
                    <a:pt x="51359" y="8417"/>
                  </a:lnTo>
                  <a:lnTo>
                    <a:pt x="40447" y="17236"/>
                  </a:lnTo>
                  <a:lnTo>
                    <a:pt x="31840" y="18123"/>
                  </a:lnTo>
                  <a:lnTo>
                    <a:pt x="15357" y="16822"/>
                  </a:lnTo>
                  <a:lnTo>
                    <a:pt x="11363" y="18123"/>
                  </a:lnTo>
                  <a:lnTo>
                    <a:pt x="2081" y="16585"/>
                  </a:lnTo>
                  <a:lnTo>
                    <a:pt x="2869" y="9009"/>
                  </a:lnTo>
                  <a:lnTo>
                    <a:pt x="0" y="4388"/>
                  </a:lnTo>
                  <a:lnTo>
                    <a:pt x="2869" y="2075"/>
                  </a:lnTo>
                  <a:lnTo>
                    <a:pt x="3319" y="0"/>
                  </a:lnTo>
                  <a:lnTo>
                    <a:pt x="34709" y="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1" name="oPE_MapPart_PRI_2_91" descr="Puerto Rico">
              <a:extLst>
                <a:ext uri="{FF2B5EF4-FFF2-40B4-BE49-F238E27FC236}">
                  <a16:creationId xmlns:a16="http://schemas.microsoft.com/office/drawing/2014/main" id="{AD224D90-F2EA-42E3-6285-6A2777D3B03B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6910194" y="5546641"/>
              <a:ext cx="8664" cy="1955"/>
            </a:xfrm>
            <a:custGeom>
              <a:avLst/>
              <a:gdLst/>
              <a:ahLst/>
              <a:cxnLst/>
              <a:rect l="0" t="0" r="0" b="0"/>
              <a:pathLst>
                <a:path w="8664" h="1955">
                  <a:moveTo>
                    <a:pt x="4556" y="1954"/>
                  </a:moveTo>
                  <a:lnTo>
                    <a:pt x="562" y="1895"/>
                  </a:lnTo>
                  <a:lnTo>
                    <a:pt x="0" y="948"/>
                  </a:lnTo>
                  <a:lnTo>
                    <a:pt x="2981" y="0"/>
                  </a:lnTo>
                  <a:lnTo>
                    <a:pt x="8663" y="106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2" name="oPE_MapPart_PRI_3_92" descr="Puerto Rico">
              <a:extLst>
                <a:ext uri="{FF2B5EF4-FFF2-40B4-BE49-F238E27FC236}">
                  <a16:creationId xmlns:a16="http://schemas.microsoft.com/office/drawing/2014/main" id="{92DCA422-9123-D2EC-38CD-DEFF4D33E798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6836501" y="5548299"/>
              <a:ext cx="2701" cy="1835"/>
            </a:xfrm>
            <a:custGeom>
              <a:avLst/>
              <a:gdLst/>
              <a:ahLst/>
              <a:cxnLst/>
              <a:rect l="0" t="0" r="0" b="0"/>
              <a:pathLst>
                <a:path w="2701" h="1835">
                  <a:moveTo>
                    <a:pt x="1799" y="1834"/>
                  </a:moveTo>
                  <a:lnTo>
                    <a:pt x="0" y="0"/>
                  </a:lnTo>
                  <a:lnTo>
                    <a:pt x="2700" y="118"/>
                  </a:lnTo>
                  <a:lnTo>
                    <a:pt x="1913" y="171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3" name="oPE_MapPart_BLM_1_93" descr="Saint-Barthélemy">
              <a:extLst>
                <a:ext uri="{FF2B5EF4-FFF2-40B4-BE49-F238E27FC236}">
                  <a16:creationId xmlns:a16="http://schemas.microsoft.com/office/drawing/2014/main" id="{6EE12B2D-942B-35A3-3523-9A029CDE0567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6978768" y="5537635"/>
              <a:ext cx="33752" cy="35471"/>
            </a:xfrm>
            <a:custGeom>
              <a:avLst/>
              <a:gdLst/>
              <a:ahLst/>
              <a:cxnLst/>
              <a:rect l="0" t="0" r="0" b="0"/>
              <a:pathLst>
                <a:path w="33752" h="35471">
                  <a:moveTo>
                    <a:pt x="0" y="0"/>
                  </a:moveTo>
                  <a:lnTo>
                    <a:pt x="33751" y="0"/>
                  </a:lnTo>
                  <a:lnTo>
                    <a:pt x="33751" y="35470"/>
                  </a:lnTo>
                  <a:lnTo>
                    <a:pt x="0" y="3547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4" name="oPE_MapPart_KNA_1_94" descr="St. Kitts und Nevis">
              <a:extLst>
                <a:ext uri="{FF2B5EF4-FFF2-40B4-BE49-F238E27FC236}">
                  <a16:creationId xmlns:a16="http://schemas.microsoft.com/office/drawing/2014/main" id="{495067D5-6CD8-3A04-857E-780F9346EA57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6983549" y="5558589"/>
              <a:ext cx="33753" cy="35346"/>
            </a:xfrm>
            <a:custGeom>
              <a:avLst/>
              <a:gdLst/>
              <a:ahLst/>
              <a:cxnLst/>
              <a:rect l="0" t="0" r="0" b="0"/>
              <a:pathLst>
                <a:path w="33753" h="35346">
                  <a:moveTo>
                    <a:pt x="0" y="0"/>
                  </a:moveTo>
                  <a:lnTo>
                    <a:pt x="33752" y="0"/>
                  </a:lnTo>
                  <a:lnTo>
                    <a:pt x="33752" y="35345"/>
                  </a:lnTo>
                  <a:lnTo>
                    <a:pt x="0" y="353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oPE_MapPart_LCA_1_95" descr="St. Lucia">
              <a:extLst>
                <a:ext uri="{FF2B5EF4-FFF2-40B4-BE49-F238E27FC236}">
                  <a16:creationId xmlns:a16="http://schemas.microsoft.com/office/drawing/2014/main" id="{41818386-9C8D-2498-90CD-DF5460FFCF96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7036822" y="5667816"/>
              <a:ext cx="33753" cy="34773"/>
            </a:xfrm>
            <a:custGeom>
              <a:avLst/>
              <a:gdLst/>
              <a:ahLst/>
              <a:cxnLst/>
              <a:rect l="0" t="0" r="0" b="0"/>
              <a:pathLst>
                <a:path w="33753" h="34773">
                  <a:moveTo>
                    <a:pt x="0" y="0"/>
                  </a:moveTo>
                  <a:lnTo>
                    <a:pt x="33752" y="0"/>
                  </a:lnTo>
                  <a:lnTo>
                    <a:pt x="33752" y="34772"/>
                  </a:lnTo>
                  <a:lnTo>
                    <a:pt x="0" y="347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oPE_MapPart_MAF_1_96" descr="Saint-Martin">
              <a:extLst>
                <a:ext uri="{FF2B5EF4-FFF2-40B4-BE49-F238E27FC236}">
                  <a16:creationId xmlns:a16="http://schemas.microsoft.com/office/drawing/2014/main" id="{3529AC7E-2C87-452B-A198-986CFB841383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6971623" y="5531465"/>
              <a:ext cx="33754" cy="35508"/>
            </a:xfrm>
            <a:custGeom>
              <a:avLst/>
              <a:gdLst/>
              <a:ahLst/>
              <a:cxnLst/>
              <a:rect l="0" t="0" r="0" b="0"/>
              <a:pathLst>
                <a:path w="33754" h="35508">
                  <a:moveTo>
                    <a:pt x="0" y="0"/>
                  </a:moveTo>
                  <a:lnTo>
                    <a:pt x="33753" y="0"/>
                  </a:lnTo>
                  <a:lnTo>
                    <a:pt x="33753" y="35507"/>
                  </a:lnTo>
                  <a:lnTo>
                    <a:pt x="0" y="355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oPE_MapPart_SPM_1_97" descr="Saint-Pierre und Miquelon">
              <a:extLst>
                <a:ext uri="{FF2B5EF4-FFF2-40B4-BE49-F238E27FC236}">
                  <a16:creationId xmlns:a16="http://schemas.microsoft.com/office/drawing/2014/main" id="{457D3966-87A7-680B-2B3D-915FD7F75289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7184320" y="4434466"/>
              <a:ext cx="33754" cy="49426"/>
            </a:xfrm>
            <a:custGeom>
              <a:avLst/>
              <a:gdLst/>
              <a:ahLst/>
              <a:cxnLst/>
              <a:rect l="0" t="0" r="0" b="0"/>
              <a:pathLst>
                <a:path w="33754" h="49426">
                  <a:moveTo>
                    <a:pt x="0" y="0"/>
                  </a:moveTo>
                  <a:lnTo>
                    <a:pt x="33753" y="0"/>
                  </a:lnTo>
                  <a:lnTo>
                    <a:pt x="33753" y="49425"/>
                  </a:lnTo>
                  <a:lnTo>
                    <a:pt x="0" y="494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oPE_MapPart_VCT_1_98" descr="St. Vincent und die Grenadinen">
              <a:extLst>
                <a:ext uri="{FF2B5EF4-FFF2-40B4-BE49-F238E27FC236}">
                  <a16:creationId xmlns:a16="http://schemas.microsoft.com/office/drawing/2014/main" id="{E1E28422-9AFF-366C-21D9-FD45498FD41A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7028552" y="5696110"/>
              <a:ext cx="33753" cy="34645"/>
            </a:xfrm>
            <a:custGeom>
              <a:avLst/>
              <a:gdLst/>
              <a:ahLst/>
              <a:cxnLst/>
              <a:rect l="0" t="0" r="0" b="0"/>
              <a:pathLst>
                <a:path w="33753" h="34645">
                  <a:moveTo>
                    <a:pt x="0" y="0"/>
                  </a:moveTo>
                  <a:lnTo>
                    <a:pt x="33752" y="0"/>
                  </a:lnTo>
                  <a:lnTo>
                    <a:pt x="33752" y="34644"/>
                  </a:lnTo>
                  <a:lnTo>
                    <a:pt x="0" y="346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oPE_MapPart_SXM_1_99" descr="Sint Maarten">
              <a:extLst>
                <a:ext uri="{FF2B5EF4-FFF2-40B4-BE49-F238E27FC236}">
                  <a16:creationId xmlns:a16="http://schemas.microsoft.com/office/drawing/2014/main" id="{F3EC9944-EE60-A4F2-3B60-33BE8B45929C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6971623" y="5532830"/>
              <a:ext cx="33754" cy="35500"/>
            </a:xfrm>
            <a:custGeom>
              <a:avLst/>
              <a:gdLst/>
              <a:ahLst/>
              <a:cxnLst/>
              <a:rect l="0" t="0" r="0" b="0"/>
              <a:pathLst>
                <a:path w="33754" h="35500">
                  <a:moveTo>
                    <a:pt x="0" y="0"/>
                  </a:moveTo>
                  <a:lnTo>
                    <a:pt x="33753" y="0"/>
                  </a:lnTo>
                  <a:lnTo>
                    <a:pt x="33753" y="35499"/>
                  </a:lnTo>
                  <a:lnTo>
                    <a:pt x="0" y="35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oPE_MapPart_BHS_1_100" descr="Bahamas">
              <a:extLst>
                <a:ext uri="{FF2B5EF4-FFF2-40B4-BE49-F238E27FC236}">
                  <a16:creationId xmlns:a16="http://schemas.microsoft.com/office/drawing/2014/main" id="{30F5A311-DBA9-4618-34AB-6CDA338B781D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6521816" y="5341269"/>
              <a:ext cx="15020" cy="18785"/>
            </a:xfrm>
            <a:custGeom>
              <a:avLst/>
              <a:gdLst/>
              <a:ahLst/>
              <a:cxnLst/>
              <a:rect l="0" t="0" r="0" b="0"/>
              <a:pathLst>
                <a:path w="15020" h="18785">
                  <a:moveTo>
                    <a:pt x="10688" y="1296"/>
                  </a:moveTo>
                  <a:lnTo>
                    <a:pt x="7651" y="4257"/>
                  </a:lnTo>
                  <a:lnTo>
                    <a:pt x="9900" y="5798"/>
                  </a:lnTo>
                  <a:lnTo>
                    <a:pt x="11981" y="2407"/>
                  </a:lnTo>
                  <a:lnTo>
                    <a:pt x="13669" y="5181"/>
                  </a:lnTo>
                  <a:lnTo>
                    <a:pt x="15019" y="14296"/>
                  </a:lnTo>
                  <a:lnTo>
                    <a:pt x="13275" y="18784"/>
                  </a:lnTo>
                  <a:lnTo>
                    <a:pt x="7144" y="18292"/>
                  </a:lnTo>
                  <a:lnTo>
                    <a:pt x="4612" y="8448"/>
                  </a:lnTo>
                  <a:lnTo>
                    <a:pt x="0" y="2345"/>
                  </a:lnTo>
                  <a:lnTo>
                    <a:pt x="933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oPE_MapPart_BHS_2_101" descr="Bahamas">
              <a:extLst>
                <a:ext uri="{FF2B5EF4-FFF2-40B4-BE49-F238E27FC236}">
                  <a16:creationId xmlns:a16="http://schemas.microsoft.com/office/drawing/2014/main" id="{81A48508-1AAF-080B-08CE-4B29BD251187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6523559" y="5249302"/>
              <a:ext cx="28297" cy="36184"/>
            </a:xfrm>
            <a:custGeom>
              <a:avLst/>
              <a:gdLst/>
              <a:ahLst/>
              <a:cxnLst/>
              <a:rect l="0" t="0" r="0" b="0"/>
              <a:pathLst>
                <a:path w="28297" h="36184">
                  <a:moveTo>
                    <a:pt x="22446" y="36183"/>
                  </a:moveTo>
                  <a:lnTo>
                    <a:pt x="16877" y="31991"/>
                  </a:lnTo>
                  <a:lnTo>
                    <a:pt x="21770" y="27419"/>
                  </a:lnTo>
                  <a:lnTo>
                    <a:pt x="23065" y="15808"/>
                  </a:lnTo>
                  <a:lnTo>
                    <a:pt x="22052" y="13292"/>
                  </a:lnTo>
                  <a:lnTo>
                    <a:pt x="13557" y="3343"/>
                  </a:lnTo>
                  <a:lnTo>
                    <a:pt x="0" y="1326"/>
                  </a:lnTo>
                  <a:lnTo>
                    <a:pt x="2532" y="0"/>
                  </a:lnTo>
                  <a:lnTo>
                    <a:pt x="12827" y="1326"/>
                  </a:lnTo>
                  <a:lnTo>
                    <a:pt x="21152" y="8824"/>
                  </a:lnTo>
                  <a:lnTo>
                    <a:pt x="21433" y="10587"/>
                  </a:lnTo>
                  <a:lnTo>
                    <a:pt x="27396" y="14361"/>
                  </a:lnTo>
                  <a:lnTo>
                    <a:pt x="28296" y="21209"/>
                  </a:lnTo>
                  <a:lnTo>
                    <a:pt x="24246" y="24471"/>
                  </a:lnTo>
                  <a:lnTo>
                    <a:pt x="23514" y="3436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oPE_MapPart_BHS_3_102" descr="Bahamas">
              <a:extLst>
                <a:ext uri="{FF2B5EF4-FFF2-40B4-BE49-F238E27FC236}">
                  <a16:creationId xmlns:a16="http://schemas.microsoft.com/office/drawing/2014/main" id="{E246A1D5-BB7A-0CD9-AFB4-F4292BD2C349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6656769" y="5442094"/>
              <a:ext cx="20928" cy="12605"/>
            </a:xfrm>
            <a:custGeom>
              <a:avLst/>
              <a:gdLst/>
              <a:ahLst/>
              <a:cxnLst/>
              <a:rect l="0" t="0" r="0" b="0"/>
              <a:pathLst>
                <a:path w="20928" h="12605">
                  <a:moveTo>
                    <a:pt x="20476" y="4044"/>
                  </a:moveTo>
                  <a:lnTo>
                    <a:pt x="16145" y="11219"/>
                  </a:lnTo>
                  <a:lnTo>
                    <a:pt x="8775" y="12423"/>
                  </a:lnTo>
                  <a:lnTo>
                    <a:pt x="618" y="12604"/>
                  </a:lnTo>
                  <a:lnTo>
                    <a:pt x="0" y="7059"/>
                  </a:lnTo>
                  <a:lnTo>
                    <a:pt x="4950" y="4105"/>
                  </a:lnTo>
                  <a:lnTo>
                    <a:pt x="13951" y="5371"/>
                  </a:lnTo>
                  <a:lnTo>
                    <a:pt x="16989" y="3682"/>
                  </a:lnTo>
                  <a:lnTo>
                    <a:pt x="19464" y="0"/>
                  </a:lnTo>
                  <a:lnTo>
                    <a:pt x="20927" y="4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oPE_MapPart_BHS_4_103" descr="Bahamas">
              <a:extLst>
                <a:ext uri="{FF2B5EF4-FFF2-40B4-BE49-F238E27FC236}">
                  <a16:creationId xmlns:a16="http://schemas.microsoft.com/office/drawing/2014/main" id="{B19D30DF-9B62-4ACD-FEBF-FD71AA1ED3B0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6508202" y="5309803"/>
              <a:ext cx="21602" cy="31467"/>
            </a:xfrm>
            <a:custGeom>
              <a:avLst/>
              <a:gdLst/>
              <a:ahLst/>
              <a:cxnLst/>
              <a:rect l="0" t="0" r="0" b="0"/>
              <a:pathLst>
                <a:path w="21602" h="31467">
                  <a:moveTo>
                    <a:pt x="21601" y="17063"/>
                  </a:moveTo>
                  <a:lnTo>
                    <a:pt x="21545" y="25414"/>
                  </a:lnTo>
                  <a:lnTo>
                    <a:pt x="12207" y="31466"/>
                  </a:lnTo>
                  <a:lnTo>
                    <a:pt x="9338" y="27206"/>
                  </a:lnTo>
                  <a:lnTo>
                    <a:pt x="9057" y="24425"/>
                  </a:lnTo>
                  <a:lnTo>
                    <a:pt x="7594" y="25352"/>
                  </a:lnTo>
                  <a:lnTo>
                    <a:pt x="2138" y="22632"/>
                  </a:lnTo>
                  <a:lnTo>
                    <a:pt x="0" y="19786"/>
                  </a:lnTo>
                  <a:lnTo>
                    <a:pt x="2982" y="19291"/>
                  </a:lnTo>
                  <a:lnTo>
                    <a:pt x="3601" y="21086"/>
                  </a:lnTo>
                  <a:lnTo>
                    <a:pt x="6019" y="18858"/>
                  </a:lnTo>
                  <a:lnTo>
                    <a:pt x="4275" y="15453"/>
                  </a:lnTo>
                  <a:lnTo>
                    <a:pt x="8606" y="6213"/>
                  </a:lnTo>
                  <a:lnTo>
                    <a:pt x="6976" y="373"/>
                  </a:lnTo>
                  <a:lnTo>
                    <a:pt x="8494" y="0"/>
                  </a:lnTo>
                  <a:lnTo>
                    <a:pt x="14345" y="4039"/>
                  </a:lnTo>
                  <a:lnTo>
                    <a:pt x="14401" y="6771"/>
                  </a:lnTo>
                  <a:lnTo>
                    <a:pt x="18564" y="140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oPE_MapPart_BHS_5_104" descr="Bahamas">
              <a:extLst>
                <a:ext uri="{FF2B5EF4-FFF2-40B4-BE49-F238E27FC236}">
                  <a16:creationId xmlns:a16="http://schemas.microsoft.com/office/drawing/2014/main" id="{F73A3EE7-7AB2-9A09-EA48-46971FEDE8A4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6490988" y="5254284"/>
              <a:ext cx="33135" cy="10198"/>
            </a:xfrm>
            <a:custGeom>
              <a:avLst/>
              <a:gdLst/>
              <a:ahLst/>
              <a:cxnLst/>
              <a:rect l="0" t="0" r="0" b="0"/>
              <a:pathLst>
                <a:path w="33135" h="10198">
                  <a:moveTo>
                    <a:pt x="15414" y="2458"/>
                  </a:moveTo>
                  <a:lnTo>
                    <a:pt x="19183" y="3528"/>
                  </a:lnTo>
                  <a:lnTo>
                    <a:pt x="32571" y="1891"/>
                  </a:lnTo>
                  <a:lnTo>
                    <a:pt x="33134" y="4724"/>
                  </a:lnTo>
                  <a:lnTo>
                    <a:pt x="23514" y="5605"/>
                  </a:lnTo>
                  <a:lnTo>
                    <a:pt x="9845" y="10197"/>
                  </a:lnTo>
                  <a:lnTo>
                    <a:pt x="5851" y="9443"/>
                  </a:lnTo>
                  <a:lnTo>
                    <a:pt x="0" y="3780"/>
                  </a:lnTo>
                  <a:lnTo>
                    <a:pt x="5851" y="7556"/>
                  </a:lnTo>
                  <a:lnTo>
                    <a:pt x="8551" y="6990"/>
                  </a:lnTo>
                  <a:lnTo>
                    <a:pt x="11026" y="4850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oPE_MapPart_BHS_6_105" descr="Bahamas">
              <a:extLst>
                <a:ext uri="{FF2B5EF4-FFF2-40B4-BE49-F238E27FC236}">
                  <a16:creationId xmlns:a16="http://schemas.microsoft.com/office/drawing/2014/main" id="{5BBAE11D-F12A-B94B-C6E3-E22358D7610B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6535485" y="5313904"/>
              <a:ext cx="9171" cy="3106"/>
            </a:xfrm>
            <a:custGeom>
              <a:avLst/>
              <a:gdLst/>
              <a:ahLst/>
              <a:cxnLst/>
              <a:rect l="0" t="0" r="0" b="0"/>
              <a:pathLst>
                <a:path w="9171" h="3106">
                  <a:moveTo>
                    <a:pt x="6694" y="2360"/>
                  </a:moveTo>
                  <a:lnTo>
                    <a:pt x="3150" y="3105"/>
                  </a:lnTo>
                  <a:lnTo>
                    <a:pt x="0" y="1801"/>
                  </a:lnTo>
                  <a:lnTo>
                    <a:pt x="1070" y="870"/>
                  </a:lnTo>
                  <a:lnTo>
                    <a:pt x="7257" y="0"/>
                  </a:lnTo>
                  <a:lnTo>
                    <a:pt x="9170" y="13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6" name="oPE_MapPart_BHS_7_106" descr="Bahamas">
              <a:extLst>
                <a:ext uri="{FF2B5EF4-FFF2-40B4-BE49-F238E27FC236}">
                  <a16:creationId xmlns:a16="http://schemas.microsoft.com/office/drawing/2014/main" id="{CAB16FC8-0063-A973-9CA6-78F10630A2EE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6637193" y="5390614"/>
              <a:ext cx="8551" cy="5918"/>
            </a:xfrm>
            <a:custGeom>
              <a:avLst/>
              <a:gdLst/>
              <a:ahLst/>
              <a:cxnLst/>
              <a:rect l="0" t="0" r="0" b="0"/>
              <a:pathLst>
                <a:path w="8551" h="5918">
                  <a:moveTo>
                    <a:pt x="7819" y="3966"/>
                  </a:moveTo>
                  <a:lnTo>
                    <a:pt x="8550" y="4576"/>
                  </a:lnTo>
                  <a:lnTo>
                    <a:pt x="6526" y="5917"/>
                  </a:lnTo>
                  <a:lnTo>
                    <a:pt x="1012" y="4332"/>
                  </a:lnTo>
                  <a:lnTo>
                    <a:pt x="0" y="0"/>
                  </a:lnTo>
                  <a:lnTo>
                    <a:pt x="4106" y="27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oPE_MapPart_BHS_8_107" descr="Bahamas">
              <a:extLst>
                <a:ext uri="{FF2B5EF4-FFF2-40B4-BE49-F238E27FC236}">
                  <a16:creationId xmlns:a16="http://schemas.microsoft.com/office/drawing/2014/main" id="{DCC4E366-4BF6-7F0E-F5D7-11A82EA6A099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6629598" y="5346821"/>
              <a:ext cx="3770" cy="5667"/>
            </a:xfrm>
            <a:custGeom>
              <a:avLst/>
              <a:gdLst/>
              <a:ahLst/>
              <a:cxnLst/>
              <a:rect l="0" t="0" r="0" b="0"/>
              <a:pathLst>
                <a:path w="3770" h="5667">
                  <a:moveTo>
                    <a:pt x="3769" y="1972"/>
                  </a:moveTo>
                  <a:lnTo>
                    <a:pt x="1294" y="5666"/>
                  </a:lnTo>
                  <a:lnTo>
                    <a:pt x="0" y="5359"/>
                  </a:lnTo>
                  <a:lnTo>
                    <a:pt x="731" y="677"/>
                  </a:lnTo>
                  <a:lnTo>
                    <a:pt x="315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oPE_MapPart_BHS_9_108" descr="Bahamas">
              <a:extLst>
                <a:ext uri="{FF2B5EF4-FFF2-40B4-BE49-F238E27FC236}">
                  <a16:creationId xmlns:a16="http://schemas.microsoft.com/office/drawing/2014/main" id="{A72E1B60-4BAB-A8D1-E2D9-E00AC4056E56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6638148" y="5394336"/>
              <a:ext cx="13784" cy="18506"/>
            </a:xfrm>
            <a:custGeom>
              <a:avLst/>
              <a:gdLst/>
              <a:ahLst/>
              <a:cxnLst/>
              <a:rect l="0" t="0" r="0" b="0"/>
              <a:pathLst>
                <a:path w="13784" h="18506">
                  <a:moveTo>
                    <a:pt x="2195" y="17472"/>
                  </a:moveTo>
                  <a:lnTo>
                    <a:pt x="0" y="18505"/>
                  </a:lnTo>
                  <a:lnTo>
                    <a:pt x="507" y="16743"/>
                  </a:lnTo>
                  <a:lnTo>
                    <a:pt x="11589" y="6887"/>
                  </a:lnTo>
                  <a:lnTo>
                    <a:pt x="9395" y="3231"/>
                  </a:lnTo>
                  <a:lnTo>
                    <a:pt x="10070" y="488"/>
                  </a:lnTo>
                  <a:lnTo>
                    <a:pt x="13333" y="0"/>
                  </a:lnTo>
                  <a:lnTo>
                    <a:pt x="12489" y="1707"/>
                  </a:lnTo>
                  <a:lnTo>
                    <a:pt x="13783" y="6521"/>
                  </a:lnTo>
                  <a:lnTo>
                    <a:pt x="9452" y="12487"/>
                  </a:lnTo>
                  <a:lnTo>
                    <a:pt x="5739" y="143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9" name="oPE_MapPart_BHS_10_109" descr="Bahamas">
              <a:extLst>
                <a:ext uri="{FF2B5EF4-FFF2-40B4-BE49-F238E27FC236}">
                  <a16:creationId xmlns:a16="http://schemas.microsoft.com/office/drawing/2014/main" id="{37632009-01DA-5D44-530B-1D8BEC810289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6559900" y="5297226"/>
              <a:ext cx="20421" cy="31622"/>
            </a:xfrm>
            <a:custGeom>
              <a:avLst/>
              <a:gdLst/>
              <a:ahLst/>
              <a:cxnLst/>
              <a:rect l="0" t="0" r="0" b="0"/>
              <a:pathLst>
                <a:path w="20421" h="31622">
                  <a:moveTo>
                    <a:pt x="4106" y="2680"/>
                  </a:moveTo>
                  <a:lnTo>
                    <a:pt x="13669" y="8098"/>
                  </a:lnTo>
                  <a:lnTo>
                    <a:pt x="20420" y="14690"/>
                  </a:lnTo>
                  <a:lnTo>
                    <a:pt x="19126" y="31621"/>
                  </a:lnTo>
                  <a:lnTo>
                    <a:pt x="14400" y="25799"/>
                  </a:lnTo>
                  <a:lnTo>
                    <a:pt x="17719" y="25675"/>
                  </a:lnTo>
                  <a:lnTo>
                    <a:pt x="19407" y="15436"/>
                  </a:lnTo>
                  <a:lnTo>
                    <a:pt x="12882" y="8721"/>
                  </a:lnTo>
                  <a:lnTo>
                    <a:pt x="8775" y="7725"/>
                  </a:lnTo>
                  <a:lnTo>
                    <a:pt x="5006" y="4612"/>
                  </a:lnTo>
                  <a:lnTo>
                    <a:pt x="0" y="4798"/>
                  </a:lnTo>
                  <a:lnTo>
                    <a:pt x="219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oPE_MapPart_BHS_11_110" descr="Bahamas">
              <a:extLst>
                <a:ext uri="{FF2B5EF4-FFF2-40B4-BE49-F238E27FC236}">
                  <a16:creationId xmlns:a16="http://schemas.microsoft.com/office/drawing/2014/main" id="{E8CAC192-8F1E-3C48-E1BE-321C1C21A145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6583132" y="5362326"/>
              <a:ext cx="11646" cy="7550"/>
            </a:xfrm>
            <a:custGeom>
              <a:avLst/>
              <a:gdLst/>
              <a:ahLst/>
              <a:cxnLst/>
              <a:rect l="0" t="0" r="0" b="0"/>
              <a:pathLst>
                <a:path w="11646" h="7550">
                  <a:moveTo>
                    <a:pt x="11645" y="7549"/>
                  </a:moveTo>
                  <a:lnTo>
                    <a:pt x="0" y="2333"/>
                  </a:lnTo>
                  <a:lnTo>
                    <a:pt x="844" y="0"/>
                  </a:lnTo>
                  <a:lnTo>
                    <a:pt x="2757" y="860"/>
                  </a:lnTo>
                  <a:lnTo>
                    <a:pt x="8832" y="6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oPE_MapPart_BHS_12_111" descr="Bahamas">
              <a:extLst>
                <a:ext uri="{FF2B5EF4-FFF2-40B4-BE49-F238E27FC236}">
                  <a16:creationId xmlns:a16="http://schemas.microsoft.com/office/drawing/2014/main" id="{E5454786-1B3B-42F7-8AAB-502D0E430943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6605690" y="5362449"/>
              <a:ext cx="14853" cy="26335"/>
            </a:xfrm>
            <a:custGeom>
              <a:avLst/>
              <a:gdLst/>
              <a:ahLst/>
              <a:cxnLst/>
              <a:rect l="0" t="0" r="0" b="0"/>
              <a:pathLst>
                <a:path w="14853" h="26335">
                  <a:moveTo>
                    <a:pt x="14852" y="26334"/>
                  </a:moveTo>
                  <a:lnTo>
                    <a:pt x="10689" y="20406"/>
                  </a:lnTo>
                  <a:lnTo>
                    <a:pt x="2869" y="17103"/>
                  </a:lnTo>
                  <a:lnTo>
                    <a:pt x="5457" y="15819"/>
                  </a:lnTo>
                  <a:lnTo>
                    <a:pt x="5794" y="13614"/>
                  </a:lnTo>
                  <a:lnTo>
                    <a:pt x="169" y="2702"/>
                  </a:lnTo>
                  <a:lnTo>
                    <a:pt x="0" y="0"/>
                  </a:lnTo>
                  <a:lnTo>
                    <a:pt x="6469" y="11410"/>
                  </a:lnTo>
                  <a:lnTo>
                    <a:pt x="7876" y="17654"/>
                  </a:lnTo>
                  <a:lnTo>
                    <a:pt x="14683" y="227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oPE_MapPart_BHS_13_112" descr="Bahamas">
              <a:extLst>
                <a:ext uri="{FF2B5EF4-FFF2-40B4-BE49-F238E27FC236}">
                  <a16:creationId xmlns:a16="http://schemas.microsoft.com/office/drawing/2014/main" id="{B45AF682-A2ED-B9DC-7D3A-DD513A286609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6592301" y="5327176"/>
              <a:ext cx="13840" cy="19152"/>
            </a:xfrm>
            <a:custGeom>
              <a:avLst/>
              <a:gdLst/>
              <a:ahLst/>
              <a:cxnLst/>
              <a:rect l="0" t="0" r="0" b="0"/>
              <a:pathLst>
                <a:path w="13840" h="19152">
                  <a:moveTo>
                    <a:pt x="13614" y="17116"/>
                  </a:moveTo>
                  <a:lnTo>
                    <a:pt x="13839" y="18843"/>
                  </a:lnTo>
                  <a:lnTo>
                    <a:pt x="7539" y="19151"/>
                  </a:lnTo>
                  <a:lnTo>
                    <a:pt x="10464" y="14834"/>
                  </a:lnTo>
                  <a:lnTo>
                    <a:pt x="0" y="1485"/>
                  </a:lnTo>
                  <a:lnTo>
                    <a:pt x="1069" y="0"/>
                  </a:lnTo>
                  <a:lnTo>
                    <a:pt x="2813" y="557"/>
                  </a:lnTo>
                  <a:lnTo>
                    <a:pt x="7033" y="927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oPE_MapPart_BHS_14_113" descr="Bahamas">
              <a:extLst>
                <a:ext uri="{FF2B5EF4-FFF2-40B4-BE49-F238E27FC236}">
                  <a16:creationId xmlns:a16="http://schemas.microsoft.com/office/drawing/2014/main" id="{314F746C-0D8B-D505-00C9-BA4B2D6BBE47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6672970" y="5403659"/>
              <a:ext cx="12996" cy="5537"/>
            </a:xfrm>
            <a:custGeom>
              <a:avLst/>
              <a:gdLst/>
              <a:ahLst/>
              <a:cxnLst/>
              <a:rect l="0" t="0" r="0" b="0"/>
              <a:pathLst>
                <a:path w="12996" h="5537">
                  <a:moveTo>
                    <a:pt x="3826" y="851"/>
                  </a:moveTo>
                  <a:lnTo>
                    <a:pt x="10351" y="2373"/>
                  </a:lnTo>
                  <a:lnTo>
                    <a:pt x="12995" y="4319"/>
                  </a:lnTo>
                  <a:lnTo>
                    <a:pt x="11870" y="5536"/>
                  </a:lnTo>
                  <a:lnTo>
                    <a:pt x="8551" y="3224"/>
                  </a:lnTo>
                  <a:lnTo>
                    <a:pt x="0" y="249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oPE_MapPart_BHS_15_114" descr="Bahamas">
              <a:extLst>
                <a:ext uri="{FF2B5EF4-FFF2-40B4-BE49-F238E27FC236}">
                  <a16:creationId xmlns:a16="http://schemas.microsoft.com/office/drawing/2014/main" id="{2C222A06-DCC8-A8C1-398B-7328F7579D82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6676120" y="5433754"/>
              <a:ext cx="4558" cy="3508"/>
            </a:xfrm>
            <a:custGeom>
              <a:avLst/>
              <a:gdLst/>
              <a:ahLst/>
              <a:cxnLst/>
              <a:rect l="0" t="0" r="0" b="0"/>
              <a:pathLst>
                <a:path w="4558" h="3508">
                  <a:moveTo>
                    <a:pt x="4557" y="1875"/>
                  </a:moveTo>
                  <a:lnTo>
                    <a:pt x="394" y="3507"/>
                  </a:lnTo>
                  <a:lnTo>
                    <a:pt x="0" y="1572"/>
                  </a:lnTo>
                  <a:lnTo>
                    <a:pt x="208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5" name="oPE_MapPart_TTO_1_115" descr="Trinidad und Tobago">
              <a:extLst>
                <a:ext uri="{FF2B5EF4-FFF2-40B4-BE49-F238E27FC236}">
                  <a16:creationId xmlns:a16="http://schemas.microsoft.com/office/drawing/2014/main" id="{23EB2CC3-B508-748F-D6E5-045B3CE0F7DC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7058985" y="5767836"/>
              <a:ext cx="8946" cy="4992"/>
            </a:xfrm>
            <a:custGeom>
              <a:avLst/>
              <a:gdLst/>
              <a:ahLst/>
              <a:cxnLst/>
              <a:rect l="0" t="0" r="0" b="0"/>
              <a:pathLst>
                <a:path w="8946" h="4992">
                  <a:moveTo>
                    <a:pt x="1744" y="4704"/>
                  </a:moveTo>
                  <a:lnTo>
                    <a:pt x="0" y="4991"/>
                  </a:lnTo>
                  <a:lnTo>
                    <a:pt x="226" y="3729"/>
                  </a:lnTo>
                  <a:lnTo>
                    <a:pt x="3207" y="1549"/>
                  </a:lnTo>
                  <a:lnTo>
                    <a:pt x="8945" y="0"/>
                  </a:lnTo>
                  <a:lnTo>
                    <a:pt x="8270" y="19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6" name="oPE_MapPart_TTO_2_116" descr="Trinidad und Tobago">
              <a:extLst>
                <a:ext uri="{FF2B5EF4-FFF2-40B4-BE49-F238E27FC236}">
                  <a16:creationId xmlns:a16="http://schemas.microsoft.com/office/drawing/2014/main" id="{9005E461-0B6F-C040-FAC4-5A76ACE7DEA1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7024783" y="5783314"/>
              <a:ext cx="30884" cy="24484"/>
            </a:xfrm>
            <a:custGeom>
              <a:avLst/>
              <a:gdLst/>
              <a:ahLst/>
              <a:cxnLst/>
              <a:rect l="0" t="0" r="0" b="0"/>
              <a:pathLst>
                <a:path w="30884" h="24484">
                  <a:moveTo>
                    <a:pt x="27902" y="22426"/>
                  </a:moveTo>
                  <a:lnTo>
                    <a:pt x="22840" y="24197"/>
                  </a:lnTo>
                  <a:lnTo>
                    <a:pt x="0" y="24483"/>
                  </a:lnTo>
                  <a:lnTo>
                    <a:pt x="7651" y="20597"/>
                  </a:lnTo>
                  <a:lnTo>
                    <a:pt x="8550" y="18940"/>
                  </a:lnTo>
                  <a:lnTo>
                    <a:pt x="12713" y="18140"/>
                  </a:lnTo>
                  <a:lnTo>
                    <a:pt x="13332" y="7500"/>
                  </a:lnTo>
                  <a:lnTo>
                    <a:pt x="7932" y="3894"/>
                  </a:lnTo>
                  <a:lnTo>
                    <a:pt x="25821" y="229"/>
                  </a:lnTo>
                  <a:lnTo>
                    <a:pt x="30883" y="0"/>
                  </a:lnTo>
                  <a:lnTo>
                    <a:pt x="27227" y="5382"/>
                  </a:lnTo>
                  <a:lnTo>
                    <a:pt x="27114" y="11391"/>
                  </a:lnTo>
                  <a:lnTo>
                    <a:pt x="29309" y="16424"/>
                  </a:lnTo>
                  <a:lnTo>
                    <a:pt x="28183" y="213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7" name="oPE_MapPart_TCA_1_117" descr="Turks- und Caicosinseln">
              <a:extLst>
                <a:ext uri="{FF2B5EF4-FFF2-40B4-BE49-F238E27FC236}">
                  <a16:creationId xmlns:a16="http://schemas.microsoft.com/office/drawing/2014/main" id="{356FA65A-0CEB-A6CC-68C1-8413C3A5D1D7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6692771" y="5405727"/>
              <a:ext cx="33754" cy="36368"/>
            </a:xfrm>
            <a:custGeom>
              <a:avLst/>
              <a:gdLst/>
              <a:ahLst/>
              <a:cxnLst/>
              <a:rect l="0" t="0" r="0" b="0"/>
              <a:pathLst>
                <a:path w="33754" h="36368">
                  <a:moveTo>
                    <a:pt x="0" y="0"/>
                  </a:moveTo>
                  <a:lnTo>
                    <a:pt x="33753" y="0"/>
                  </a:lnTo>
                  <a:lnTo>
                    <a:pt x="33753" y="36367"/>
                  </a:lnTo>
                  <a:lnTo>
                    <a:pt x="0" y="363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8" name="oPE_MapPart_VIR_1_118" descr="Amerikanische Jungferninseln">
              <a:extLst>
                <a:ext uri="{FF2B5EF4-FFF2-40B4-BE49-F238E27FC236}">
                  <a16:creationId xmlns:a16="http://schemas.microsoft.com/office/drawing/2014/main" id="{0A5E0982-A720-BB73-8DBC-FF46678E7CD5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6917394" y="5533067"/>
              <a:ext cx="33753" cy="35499"/>
            </a:xfrm>
            <a:custGeom>
              <a:avLst/>
              <a:gdLst/>
              <a:ahLst/>
              <a:cxnLst/>
              <a:rect l="0" t="0" r="0" b="0"/>
              <a:pathLst>
                <a:path w="33753" h="35499">
                  <a:moveTo>
                    <a:pt x="0" y="0"/>
                  </a:moveTo>
                  <a:lnTo>
                    <a:pt x="33752" y="0"/>
                  </a:lnTo>
                  <a:lnTo>
                    <a:pt x="33752" y="35498"/>
                  </a:lnTo>
                  <a:lnTo>
                    <a:pt x="0" y="354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9" name="oPE_MapPart_USA_1_119" descr="Vereinigte Staaten">
              <a:extLst>
                <a:ext uri="{FF2B5EF4-FFF2-40B4-BE49-F238E27FC236}">
                  <a16:creationId xmlns:a16="http://schemas.microsoft.com/office/drawing/2014/main" id="{A10B6685-263A-9AA4-BA05-D9F21C7D46B3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5062022" y="4344776"/>
              <a:ext cx="1803957" cy="967203"/>
            </a:xfrm>
            <a:custGeom>
              <a:avLst/>
              <a:gdLst/>
              <a:ahLst/>
              <a:cxnLst/>
              <a:rect l="0" t="0" r="0" b="0"/>
              <a:pathLst>
                <a:path w="1803957" h="967203">
                  <a:moveTo>
                    <a:pt x="1562626" y="200972"/>
                  </a:moveTo>
                  <a:lnTo>
                    <a:pt x="1662364" y="200813"/>
                  </a:lnTo>
                  <a:lnTo>
                    <a:pt x="1668327" y="188291"/>
                  </a:lnTo>
                  <a:lnTo>
                    <a:pt x="1674347" y="189490"/>
                  </a:lnTo>
                  <a:lnTo>
                    <a:pt x="1678565" y="186210"/>
                  </a:lnTo>
                  <a:lnTo>
                    <a:pt x="1682784" y="189170"/>
                  </a:lnTo>
                  <a:lnTo>
                    <a:pt x="1684810" y="183168"/>
                  </a:lnTo>
                  <a:lnTo>
                    <a:pt x="1688241" y="182126"/>
                  </a:lnTo>
                  <a:lnTo>
                    <a:pt x="1687847" y="176669"/>
                  </a:lnTo>
                  <a:lnTo>
                    <a:pt x="1696623" y="168301"/>
                  </a:lnTo>
                  <a:lnTo>
                    <a:pt x="1697073" y="165398"/>
                  </a:lnTo>
                  <a:lnTo>
                    <a:pt x="1700561" y="160794"/>
                  </a:lnTo>
                  <a:lnTo>
                    <a:pt x="1700280" y="153994"/>
                  </a:lnTo>
                  <a:lnTo>
                    <a:pt x="1702023" y="145224"/>
                  </a:lnTo>
                  <a:lnTo>
                    <a:pt x="1707705" y="136585"/>
                  </a:lnTo>
                  <a:lnTo>
                    <a:pt x="1709562" y="124474"/>
                  </a:lnTo>
                  <a:lnTo>
                    <a:pt x="1733469" y="89856"/>
                  </a:lnTo>
                  <a:lnTo>
                    <a:pt x="1739488" y="91520"/>
                  </a:lnTo>
                  <a:lnTo>
                    <a:pt x="1739545" y="98578"/>
                  </a:lnTo>
                  <a:lnTo>
                    <a:pt x="1743032" y="101478"/>
                  </a:lnTo>
                  <a:lnTo>
                    <a:pt x="1746408" y="101809"/>
                  </a:lnTo>
                  <a:lnTo>
                    <a:pt x="1762609" y="94844"/>
                  </a:lnTo>
                  <a:lnTo>
                    <a:pt x="1769247" y="98495"/>
                  </a:lnTo>
                  <a:lnTo>
                    <a:pt x="1778360" y="107351"/>
                  </a:lnTo>
                  <a:lnTo>
                    <a:pt x="1779598" y="159823"/>
                  </a:lnTo>
                  <a:lnTo>
                    <a:pt x="1778473" y="168784"/>
                  </a:lnTo>
                  <a:lnTo>
                    <a:pt x="1784941" y="173534"/>
                  </a:lnTo>
                  <a:lnTo>
                    <a:pt x="1790005" y="174339"/>
                  </a:lnTo>
                  <a:lnTo>
                    <a:pt x="1790286" y="177553"/>
                  </a:lnTo>
                  <a:lnTo>
                    <a:pt x="1788149" y="180121"/>
                  </a:lnTo>
                  <a:lnTo>
                    <a:pt x="1790174" y="184369"/>
                  </a:lnTo>
                  <a:lnTo>
                    <a:pt x="1788768" y="188930"/>
                  </a:lnTo>
                  <a:lnTo>
                    <a:pt x="1793718" y="194360"/>
                  </a:lnTo>
                  <a:lnTo>
                    <a:pt x="1795742" y="192205"/>
                  </a:lnTo>
                  <a:lnTo>
                    <a:pt x="1799624" y="193642"/>
                  </a:lnTo>
                  <a:lnTo>
                    <a:pt x="1801030" y="201609"/>
                  </a:lnTo>
                  <a:lnTo>
                    <a:pt x="1800187" y="206218"/>
                  </a:lnTo>
                  <a:lnTo>
                    <a:pt x="1803956" y="208757"/>
                  </a:lnTo>
                  <a:lnTo>
                    <a:pt x="1797599" y="215412"/>
                  </a:lnTo>
                  <a:lnTo>
                    <a:pt x="1792198" y="214462"/>
                  </a:lnTo>
                  <a:lnTo>
                    <a:pt x="1786180" y="216756"/>
                  </a:lnTo>
                  <a:lnTo>
                    <a:pt x="1783142" y="220390"/>
                  </a:lnTo>
                  <a:lnTo>
                    <a:pt x="1777347" y="219759"/>
                  </a:lnTo>
                  <a:lnTo>
                    <a:pt x="1775210" y="225202"/>
                  </a:lnTo>
                  <a:lnTo>
                    <a:pt x="1773466" y="224729"/>
                  </a:lnTo>
                  <a:lnTo>
                    <a:pt x="1770541" y="228194"/>
                  </a:lnTo>
                  <a:lnTo>
                    <a:pt x="1767560" y="223073"/>
                  </a:lnTo>
                  <a:lnTo>
                    <a:pt x="1763622" y="222837"/>
                  </a:lnTo>
                  <a:lnTo>
                    <a:pt x="1760641" y="225517"/>
                  </a:lnTo>
                  <a:lnTo>
                    <a:pt x="1758221" y="222837"/>
                  </a:lnTo>
                  <a:lnTo>
                    <a:pt x="1755633" y="233699"/>
                  </a:lnTo>
                  <a:lnTo>
                    <a:pt x="1749671" y="230004"/>
                  </a:lnTo>
                  <a:lnTo>
                    <a:pt x="1746914" y="230162"/>
                  </a:lnTo>
                  <a:lnTo>
                    <a:pt x="1750120" y="225674"/>
                  </a:lnTo>
                  <a:lnTo>
                    <a:pt x="1747476" y="225123"/>
                  </a:lnTo>
                  <a:lnTo>
                    <a:pt x="1748489" y="219996"/>
                  </a:lnTo>
                  <a:lnTo>
                    <a:pt x="1742245" y="226068"/>
                  </a:lnTo>
                  <a:lnTo>
                    <a:pt x="1742414" y="229769"/>
                  </a:lnTo>
                  <a:lnTo>
                    <a:pt x="1738926" y="240680"/>
                  </a:lnTo>
                  <a:lnTo>
                    <a:pt x="1736732" y="243342"/>
                  </a:lnTo>
                  <a:lnTo>
                    <a:pt x="1733976" y="245532"/>
                  </a:lnTo>
                  <a:lnTo>
                    <a:pt x="1730263" y="244907"/>
                  </a:lnTo>
                  <a:lnTo>
                    <a:pt x="1724750" y="249438"/>
                  </a:lnTo>
                  <a:lnTo>
                    <a:pt x="1723625" y="245688"/>
                  </a:lnTo>
                  <a:lnTo>
                    <a:pt x="1721544" y="250140"/>
                  </a:lnTo>
                  <a:lnTo>
                    <a:pt x="1720643" y="245219"/>
                  </a:lnTo>
                  <a:lnTo>
                    <a:pt x="1718225" y="251389"/>
                  </a:lnTo>
                  <a:lnTo>
                    <a:pt x="1716199" y="248813"/>
                  </a:lnTo>
                  <a:lnTo>
                    <a:pt x="1715806" y="254819"/>
                  </a:lnTo>
                  <a:lnTo>
                    <a:pt x="1713781" y="252793"/>
                  </a:lnTo>
                  <a:lnTo>
                    <a:pt x="1710574" y="254118"/>
                  </a:lnTo>
                  <a:lnTo>
                    <a:pt x="1710855" y="251233"/>
                  </a:lnTo>
                  <a:lnTo>
                    <a:pt x="1707817" y="252091"/>
                  </a:lnTo>
                  <a:lnTo>
                    <a:pt x="1701405" y="259178"/>
                  </a:lnTo>
                  <a:lnTo>
                    <a:pt x="1703486" y="261122"/>
                  </a:lnTo>
                  <a:lnTo>
                    <a:pt x="1693529" y="273062"/>
                  </a:lnTo>
                  <a:lnTo>
                    <a:pt x="1689704" y="282252"/>
                  </a:lnTo>
                  <a:lnTo>
                    <a:pt x="1686892" y="285026"/>
                  </a:lnTo>
                  <a:lnTo>
                    <a:pt x="1683910" y="295478"/>
                  </a:lnTo>
                  <a:lnTo>
                    <a:pt x="1686778" y="302142"/>
                  </a:lnTo>
                  <a:lnTo>
                    <a:pt x="1690267" y="301989"/>
                  </a:lnTo>
                  <a:lnTo>
                    <a:pt x="1690660" y="304054"/>
                  </a:lnTo>
                  <a:lnTo>
                    <a:pt x="1683797" y="307110"/>
                  </a:lnTo>
                  <a:lnTo>
                    <a:pt x="1677103" y="316486"/>
                  </a:lnTo>
                  <a:lnTo>
                    <a:pt x="1686723" y="320821"/>
                  </a:lnTo>
                  <a:lnTo>
                    <a:pt x="1690491" y="328709"/>
                  </a:lnTo>
                  <a:lnTo>
                    <a:pt x="1689310" y="330981"/>
                  </a:lnTo>
                  <a:lnTo>
                    <a:pt x="1692629" y="333024"/>
                  </a:lnTo>
                  <a:lnTo>
                    <a:pt x="1693697" y="338689"/>
                  </a:lnTo>
                  <a:lnTo>
                    <a:pt x="1696454" y="340650"/>
                  </a:lnTo>
                  <a:lnTo>
                    <a:pt x="1700561" y="341781"/>
                  </a:lnTo>
                  <a:lnTo>
                    <a:pt x="1709731" y="337708"/>
                  </a:lnTo>
                  <a:lnTo>
                    <a:pt x="1706355" y="329164"/>
                  </a:lnTo>
                  <a:lnTo>
                    <a:pt x="1702417" y="327421"/>
                  </a:lnTo>
                  <a:lnTo>
                    <a:pt x="1706411" y="327118"/>
                  </a:lnTo>
                  <a:lnTo>
                    <a:pt x="1710462" y="332040"/>
                  </a:lnTo>
                  <a:lnTo>
                    <a:pt x="1711417" y="343966"/>
                  </a:lnTo>
                  <a:lnTo>
                    <a:pt x="1697129" y="346074"/>
                  </a:lnTo>
                  <a:lnTo>
                    <a:pt x="1689254" y="349910"/>
                  </a:lnTo>
                  <a:lnTo>
                    <a:pt x="1688972" y="342611"/>
                  </a:lnTo>
                  <a:lnTo>
                    <a:pt x="1687904" y="342384"/>
                  </a:lnTo>
                  <a:lnTo>
                    <a:pt x="1679353" y="349309"/>
                  </a:lnTo>
                  <a:lnTo>
                    <a:pt x="1673278" y="351788"/>
                  </a:lnTo>
                  <a:lnTo>
                    <a:pt x="1672152" y="345473"/>
                  </a:lnTo>
                  <a:lnTo>
                    <a:pt x="1673896" y="341103"/>
                  </a:lnTo>
                  <a:lnTo>
                    <a:pt x="1670071" y="343816"/>
                  </a:lnTo>
                  <a:lnTo>
                    <a:pt x="1666358" y="338992"/>
                  </a:lnTo>
                  <a:lnTo>
                    <a:pt x="1667202" y="342912"/>
                  </a:lnTo>
                  <a:lnTo>
                    <a:pt x="1665233" y="345773"/>
                  </a:lnTo>
                  <a:lnTo>
                    <a:pt x="1664671" y="353290"/>
                  </a:lnTo>
                  <a:lnTo>
                    <a:pt x="1662195" y="356440"/>
                  </a:lnTo>
                  <a:lnTo>
                    <a:pt x="1632324" y="360710"/>
                  </a:lnTo>
                  <a:lnTo>
                    <a:pt x="1618373" y="360336"/>
                  </a:lnTo>
                  <a:lnTo>
                    <a:pt x="1597840" y="371244"/>
                  </a:lnTo>
                  <a:lnTo>
                    <a:pt x="1585184" y="382405"/>
                  </a:lnTo>
                  <a:lnTo>
                    <a:pt x="1588784" y="369901"/>
                  </a:lnTo>
                  <a:lnTo>
                    <a:pt x="1588446" y="365048"/>
                  </a:lnTo>
                  <a:lnTo>
                    <a:pt x="1585746" y="361758"/>
                  </a:lnTo>
                  <a:lnTo>
                    <a:pt x="1587378" y="366542"/>
                  </a:lnTo>
                  <a:lnTo>
                    <a:pt x="1587040" y="375713"/>
                  </a:lnTo>
                  <a:lnTo>
                    <a:pt x="1584002" y="382256"/>
                  </a:lnTo>
                  <a:lnTo>
                    <a:pt x="1578939" y="386709"/>
                  </a:lnTo>
                  <a:lnTo>
                    <a:pt x="1576521" y="391598"/>
                  </a:lnTo>
                  <a:lnTo>
                    <a:pt x="1577252" y="394557"/>
                  </a:lnTo>
                  <a:lnTo>
                    <a:pt x="1584846" y="394779"/>
                  </a:lnTo>
                  <a:lnTo>
                    <a:pt x="1585634" y="396848"/>
                  </a:lnTo>
                  <a:lnTo>
                    <a:pt x="1582258" y="421851"/>
                  </a:lnTo>
                  <a:lnTo>
                    <a:pt x="1582765" y="413565"/>
                  </a:lnTo>
                  <a:lnTo>
                    <a:pt x="1581808" y="414227"/>
                  </a:lnTo>
                  <a:lnTo>
                    <a:pt x="1579277" y="424412"/>
                  </a:lnTo>
                  <a:lnTo>
                    <a:pt x="1574440" y="432154"/>
                  </a:lnTo>
                  <a:lnTo>
                    <a:pt x="1572077" y="431570"/>
                  </a:lnTo>
                  <a:lnTo>
                    <a:pt x="1571401" y="438129"/>
                  </a:lnTo>
                  <a:lnTo>
                    <a:pt x="1565945" y="441984"/>
                  </a:lnTo>
                  <a:lnTo>
                    <a:pt x="1559982" y="453662"/>
                  </a:lnTo>
                  <a:lnTo>
                    <a:pt x="1554976" y="455760"/>
                  </a:lnTo>
                  <a:lnTo>
                    <a:pt x="1556776" y="447938"/>
                  </a:lnTo>
                  <a:lnTo>
                    <a:pt x="1549294" y="445398"/>
                  </a:lnTo>
                  <a:lnTo>
                    <a:pt x="1537143" y="433976"/>
                  </a:lnTo>
                  <a:lnTo>
                    <a:pt x="1537143" y="429454"/>
                  </a:lnTo>
                  <a:lnTo>
                    <a:pt x="1540349" y="421851"/>
                  </a:lnTo>
                  <a:lnTo>
                    <a:pt x="1548731" y="418554"/>
                  </a:lnTo>
                  <a:lnTo>
                    <a:pt x="1551206" y="413933"/>
                  </a:lnTo>
                  <a:lnTo>
                    <a:pt x="1548113" y="417528"/>
                  </a:lnTo>
                  <a:lnTo>
                    <a:pt x="1541025" y="420093"/>
                  </a:lnTo>
                  <a:lnTo>
                    <a:pt x="1535174" y="427847"/>
                  </a:lnTo>
                  <a:lnTo>
                    <a:pt x="1535623" y="434487"/>
                  </a:lnTo>
                  <a:lnTo>
                    <a:pt x="1540631" y="442420"/>
                  </a:lnTo>
                  <a:lnTo>
                    <a:pt x="1541249" y="450041"/>
                  </a:lnTo>
                  <a:lnTo>
                    <a:pt x="1547775" y="461036"/>
                  </a:lnTo>
                  <a:lnTo>
                    <a:pt x="1550756" y="462696"/>
                  </a:lnTo>
                  <a:lnTo>
                    <a:pt x="1549519" y="468535"/>
                  </a:lnTo>
                  <a:lnTo>
                    <a:pt x="1547662" y="470119"/>
                  </a:lnTo>
                  <a:lnTo>
                    <a:pt x="1551263" y="470623"/>
                  </a:lnTo>
                  <a:lnTo>
                    <a:pt x="1552332" y="476733"/>
                  </a:lnTo>
                  <a:lnTo>
                    <a:pt x="1551206" y="479173"/>
                  </a:lnTo>
                  <a:lnTo>
                    <a:pt x="1551263" y="477379"/>
                  </a:lnTo>
                  <a:lnTo>
                    <a:pt x="1549857" y="477523"/>
                  </a:lnTo>
                  <a:lnTo>
                    <a:pt x="1548506" y="483546"/>
                  </a:lnTo>
                  <a:lnTo>
                    <a:pt x="1546481" y="484048"/>
                  </a:lnTo>
                  <a:lnTo>
                    <a:pt x="1542487" y="491130"/>
                  </a:lnTo>
                  <a:lnTo>
                    <a:pt x="1534892" y="508299"/>
                  </a:lnTo>
                  <a:lnTo>
                    <a:pt x="1535174" y="511138"/>
                  </a:lnTo>
                  <a:lnTo>
                    <a:pt x="1528142" y="516385"/>
                  </a:lnTo>
                  <a:lnTo>
                    <a:pt x="1524317" y="527133"/>
                  </a:lnTo>
                  <a:lnTo>
                    <a:pt x="1522348" y="522754"/>
                  </a:lnTo>
                  <a:lnTo>
                    <a:pt x="1523079" y="517448"/>
                  </a:lnTo>
                  <a:lnTo>
                    <a:pt x="1525779" y="508725"/>
                  </a:lnTo>
                  <a:lnTo>
                    <a:pt x="1532924" y="495485"/>
                  </a:lnTo>
                  <a:lnTo>
                    <a:pt x="1526960" y="494843"/>
                  </a:lnTo>
                  <a:lnTo>
                    <a:pt x="1528649" y="490273"/>
                  </a:lnTo>
                  <a:lnTo>
                    <a:pt x="1524542" y="486983"/>
                  </a:lnTo>
                  <a:lnTo>
                    <a:pt x="1526511" y="483332"/>
                  </a:lnTo>
                  <a:lnTo>
                    <a:pt x="1526680" y="479317"/>
                  </a:lnTo>
                  <a:lnTo>
                    <a:pt x="1520660" y="482615"/>
                  </a:lnTo>
                  <a:lnTo>
                    <a:pt x="1515654" y="479317"/>
                  </a:lnTo>
                  <a:lnTo>
                    <a:pt x="1514022" y="476302"/>
                  </a:lnTo>
                  <a:lnTo>
                    <a:pt x="1513066" y="474003"/>
                  </a:lnTo>
                  <a:lnTo>
                    <a:pt x="1514022" y="469831"/>
                  </a:lnTo>
                  <a:lnTo>
                    <a:pt x="1521730" y="468823"/>
                  </a:lnTo>
                  <a:lnTo>
                    <a:pt x="1515597" y="463490"/>
                  </a:lnTo>
                  <a:lnTo>
                    <a:pt x="1513572" y="462913"/>
                  </a:lnTo>
                  <a:lnTo>
                    <a:pt x="1511603" y="465437"/>
                  </a:lnTo>
                  <a:lnTo>
                    <a:pt x="1512897" y="461036"/>
                  </a:lnTo>
                  <a:lnTo>
                    <a:pt x="1517004" y="459664"/>
                  </a:lnTo>
                  <a:lnTo>
                    <a:pt x="1514753" y="456050"/>
                  </a:lnTo>
                  <a:lnTo>
                    <a:pt x="1511941" y="457424"/>
                  </a:lnTo>
                  <a:lnTo>
                    <a:pt x="1512504" y="453372"/>
                  </a:lnTo>
                  <a:lnTo>
                    <a:pt x="1516497" y="454096"/>
                  </a:lnTo>
                  <a:lnTo>
                    <a:pt x="1518072" y="450475"/>
                  </a:lnTo>
                  <a:lnTo>
                    <a:pt x="1518129" y="448808"/>
                  </a:lnTo>
                  <a:lnTo>
                    <a:pt x="1515485" y="451199"/>
                  </a:lnTo>
                  <a:lnTo>
                    <a:pt x="1514922" y="446051"/>
                  </a:lnTo>
                  <a:lnTo>
                    <a:pt x="1519929" y="438856"/>
                  </a:lnTo>
                  <a:lnTo>
                    <a:pt x="1526174" y="438565"/>
                  </a:lnTo>
                  <a:lnTo>
                    <a:pt x="1522179" y="437183"/>
                  </a:lnTo>
                  <a:lnTo>
                    <a:pt x="1526229" y="433175"/>
                  </a:lnTo>
                  <a:lnTo>
                    <a:pt x="1523192" y="433394"/>
                  </a:lnTo>
                  <a:lnTo>
                    <a:pt x="1523585" y="430111"/>
                  </a:lnTo>
                  <a:lnTo>
                    <a:pt x="1520323" y="431132"/>
                  </a:lnTo>
                  <a:lnTo>
                    <a:pt x="1519254" y="436308"/>
                  </a:lnTo>
                  <a:lnTo>
                    <a:pt x="1515541" y="438420"/>
                  </a:lnTo>
                  <a:lnTo>
                    <a:pt x="1514529" y="436090"/>
                  </a:lnTo>
                  <a:lnTo>
                    <a:pt x="1513629" y="440748"/>
                  </a:lnTo>
                  <a:lnTo>
                    <a:pt x="1511941" y="437474"/>
                  </a:lnTo>
                  <a:lnTo>
                    <a:pt x="1509128" y="444672"/>
                  </a:lnTo>
                  <a:lnTo>
                    <a:pt x="1504459" y="442929"/>
                  </a:lnTo>
                  <a:lnTo>
                    <a:pt x="1508903" y="448663"/>
                  </a:lnTo>
                  <a:lnTo>
                    <a:pt x="1509128" y="450765"/>
                  </a:lnTo>
                  <a:lnTo>
                    <a:pt x="1507496" y="452504"/>
                  </a:lnTo>
                  <a:lnTo>
                    <a:pt x="1504797" y="451127"/>
                  </a:lnTo>
                  <a:lnTo>
                    <a:pt x="1506822" y="455977"/>
                  </a:lnTo>
                  <a:lnTo>
                    <a:pt x="1505528" y="464067"/>
                  </a:lnTo>
                  <a:lnTo>
                    <a:pt x="1506597" y="472493"/>
                  </a:lnTo>
                  <a:lnTo>
                    <a:pt x="1509972" y="479030"/>
                  </a:lnTo>
                  <a:lnTo>
                    <a:pt x="1504403" y="476374"/>
                  </a:lnTo>
                  <a:lnTo>
                    <a:pt x="1501084" y="469327"/>
                  </a:lnTo>
                  <a:lnTo>
                    <a:pt x="1501365" y="472277"/>
                  </a:lnTo>
                  <a:lnTo>
                    <a:pt x="1502209" y="475584"/>
                  </a:lnTo>
                  <a:lnTo>
                    <a:pt x="1509522" y="483045"/>
                  </a:lnTo>
                  <a:lnTo>
                    <a:pt x="1511885" y="488127"/>
                  </a:lnTo>
                  <a:lnTo>
                    <a:pt x="1511603" y="490273"/>
                  </a:lnTo>
                  <a:lnTo>
                    <a:pt x="1508059" y="486769"/>
                  </a:lnTo>
                  <a:lnTo>
                    <a:pt x="1498215" y="483260"/>
                  </a:lnTo>
                  <a:lnTo>
                    <a:pt x="1495120" y="478168"/>
                  </a:lnTo>
                  <a:lnTo>
                    <a:pt x="1494446" y="482114"/>
                  </a:lnTo>
                  <a:lnTo>
                    <a:pt x="1491014" y="476015"/>
                  </a:lnTo>
                  <a:lnTo>
                    <a:pt x="1483758" y="477451"/>
                  </a:lnTo>
                  <a:lnTo>
                    <a:pt x="1484151" y="472134"/>
                  </a:lnTo>
                  <a:lnTo>
                    <a:pt x="1490452" y="462696"/>
                  </a:lnTo>
                  <a:lnTo>
                    <a:pt x="1490058" y="458219"/>
                  </a:lnTo>
                  <a:lnTo>
                    <a:pt x="1489608" y="462769"/>
                  </a:lnTo>
                  <a:lnTo>
                    <a:pt x="1482913" y="469831"/>
                  </a:lnTo>
                  <a:lnTo>
                    <a:pt x="1481227" y="477954"/>
                  </a:lnTo>
                  <a:lnTo>
                    <a:pt x="1482464" y="479675"/>
                  </a:lnTo>
                  <a:lnTo>
                    <a:pt x="1489552" y="479532"/>
                  </a:lnTo>
                  <a:lnTo>
                    <a:pt x="1493939" y="485838"/>
                  </a:lnTo>
                  <a:lnTo>
                    <a:pt x="1505078" y="489915"/>
                  </a:lnTo>
                  <a:lnTo>
                    <a:pt x="1514022" y="497910"/>
                  </a:lnTo>
                  <a:lnTo>
                    <a:pt x="1511547" y="506522"/>
                  </a:lnTo>
                  <a:lnTo>
                    <a:pt x="1506878" y="506239"/>
                  </a:lnTo>
                  <a:lnTo>
                    <a:pt x="1492927" y="489915"/>
                  </a:lnTo>
                  <a:lnTo>
                    <a:pt x="1487583" y="487126"/>
                  </a:lnTo>
                  <a:lnTo>
                    <a:pt x="1505135" y="506807"/>
                  </a:lnTo>
                  <a:lnTo>
                    <a:pt x="1512729" y="510642"/>
                  </a:lnTo>
                  <a:lnTo>
                    <a:pt x="1510816" y="512274"/>
                  </a:lnTo>
                  <a:lnTo>
                    <a:pt x="1513910" y="513622"/>
                  </a:lnTo>
                  <a:lnTo>
                    <a:pt x="1514304" y="516173"/>
                  </a:lnTo>
                  <a:lnTo>
                    <a:pt x="1514022" y="519076"/>
                  </a:lnTo>
                  <a:lnTo>
                    <a:pt x="1509747" y="517943"/>
                  </a:lnTo>
                  <a:lnTo>
                    <a:pt x="1509972" y="521340"/>
                  </a:lnTo>
                  <a:lnTo>
                    <a:pt x="1508116" y="522330"/>
                  </a:lnTo>
                  <a:lnTo>
                    <a:pt x="1498609" y="513267"/>
                  </a:lnTo>
                  <a:lnTo>
                    <a:pt x="1503165" y="520420"/>
                  </a:lnTo>
                  <a:lnTo>
                    <a:pt x="1509747" y="524732"/>
                  </a:lnTo>
                  <a:lnTo>
                    <a:pt x="1512897" y="528756"/>
                  </a:lnTo>
                  <a:lnTo>
                    <a:pt x="1513403" y="531012"/>
                  </a:lnTo>
                  <a:lnTo>
                    <a:pt x="1509747" y="533408"/>
                  </a:lnTo>
                  <a:lnTo>
                    <a:pt x="1503447" y="527486"/>
                  </a:lnTo>
                  <a:lnTo>
                    <a:pt x="1502546" y="524380"/>
                  </a:lnTo>
                  <a:lnTo>
                    <a:pt x="1490790" y="520632"/>
                  </a:lnTo>
                  <a:lnTo>
                    <a:pt x="1483196" y="520208"/>
                  </a:lnTo>
                  <a:lnTo>
                    <a:pt x="1501309" y="526286"/>
                  </a:lnTo>
                  <a:lnTo>
                    <a:pt x="1502490" y="531223"/>
                  </a:lnTo>
                  <a:lnTo>
                    <a:pt x="1506484" y="534605"/>
                  </a:lnTo>
                  <a:lnTo>
                    <a:pt x="1507047" y="537138"/>
                  </a:lnTo>
                  <a:lnTo>
                    <a:pt x="1514641" y="534957"/>
                  </a:lnTo>
                  <a:lnTo>
                    <a:pt x="1522292" y="536505"/>
                  </a:lnTo>
                  <a:lnTo>
                    <a:pt x="1529830" y="563122"/>
                  </a:lnTo>
                  <a:lnTo>
                    <a:pt x="1536861" y="578981"/>
                  </a:lnTo>
                  <a:lnTo>
                    <a:pt x="1528198" y="561449"/>
                  </a:lnTo>
                  <a:lnTo>
                    <a:pt x="1523979" y="546409"/>
                  </a:lnTo>
                  <a:lnTo>
                    <a:pt x="1522516" y="553623"/>
                  </a:lnTo>
                  <a:lnTo>
                    <a:pt x="1527917" y="567582"/>
                  </a:lnTo>
                  <a:lnTo>
                    <a:pt x="1525948" y="565144"/>
                  </a:lnTo>
                  <a:lnTo>
                    <a:pt x="1517679" y="561169"/>
                  </a:lnTo>
                  <a:lnTo>
                    <a:pt x="1517566" y="566329"/>
                  </a:lnTo>
                  <a:lnTo>
                    <a:pt x="1513798" y="564656"/>
                  </a:lnTo>
                  <a:lnTo>
                    <a:pt x="1515147" y="567513"/>
                  </a:lnTo>
                  <a:lnTo>
                    <a:pt x="1510309" y="566816"/>
                  </a:lnTo>
                  <a:lnTo>
                    <a:pt x="1507328" y="570853"/>
                  </a:lnTo>
                  <a:lnTo>
                    <a:pt x="1504797" y="571340"/>
                  </a:lnTo>
                  <a:lnTo>
                    <a:pt x="1501084" y="569044"/>
                  </a:lnTo>
                  <a:lnTo>
                    <a:pt x="1499340" y="563122"/>
                  </a:lnTo>
                  <a:lnTo>
                    <a:pt x="1499565" y="573635"/>
                  </a:lnTo>
                  <a:lnTo>
                    <a:pt x="1520098" y="573078"/>
                  </a:lnTo>
                  <a:lnTo>
                    <a:pt x="1519648" y="583902"/>
                  </a:lnTo>
                  <a:lnTo>
                    <a:pt x="1522236" y="582655"/>
                  </a:lnTo>
                  <a:lnTo>
                    <a:pt x="1522911" y="575997"/>
                  </a:lnTo>
                  <a:lnTo>
                    <a:pt x="1526849" y="573495"/>
                  </a:lnTo>
                  <a:lnTo>
                    <a:pt x="1528142" y="573704"/>
                  </a:lnTo>
                  <a:lnTo>
                    <a:pt x="1529830" y="578010"/>
                  </a:lnTo>
                  <a:lnTo>
                    <a:pt x="1529324" y="585564"/>
                  </a:lnTo>
                  <a:lnTo>
                    <a:pt x="1516835" y="596828"/>
                  </a:lnTo>
                  <a:lnTo>
                    <a:pt x="1506990" y="595172"/>
                  </a:lnTo>
                  <a:lnTo>
                    <a:pt x="1504235" y="589991"/>
                  </a:lnTo>
                  <a:lnTo>
                    <a:pt x="1502434" y="593032"/>
                  </a:lnTo>
                  <a:lnTo>
                    <a:pt x="1499115" y="593860"/>
                  </a:lnTo>
                  <a:lnTo>
                    <a:pt x="1489777" y="590199"/>
                  </a:lnTo>
                  <a:lnTo>
                    <a:pt x="1491802" y="592824"/>
                  </a:lnTo>
                  <a:lnTo>
                    <a:pt x="1506259" y="599998"/>
                  </a:lnTo>
                  <a:lnTo>
                    <a:pt x="1502659" y="607568"/>
                  </a:lnTo>
                  <a:lnTo>
                    <a:pt x="1497933" y="610728"/>
                  </a:lnTo>
                  <a:lnTo>
                    <a:pt x="1495346" y="610180"/>
                  </a:lnTo>
                  <a:lnTo>
                    <a:pt x="1488821" y="604474"/>
                  </a:lnTo>
                  <a:lnTo>
                    <a:pt x="1491802" y="609424"/>
                  </a:lnTo>
                  <a:lnTo>
                    <a:pt x="1499002" y="612582"/>
                  </a:lnTo>
                  <a:lnTo>
                    <a:pt x="1508003" y="610728"/>
                  </a:lnTo>
                  <a:lnTo>
                    <a:pt x="1510985" y="612788"/>
                  </a:lnTo>
                  <a:lnTo>
                    <a:pt x="1508510" y="616355"/>
                  </a:lnTo>
                  <a:lnTo>
                    <a:pt x="1506147" y="618821"/>
                  </a:lnTo>
                  <a:lnTo>
                    <a:pt x="1500184" y="619779"/>
                  </a:lnTo>
                  <a:lnTo>
                    <a:pt x="1499340" y="621491"/>
                  </a:lnTo>
                  <a:lnTo>
                    <a:pt x="1486852" y="621491"/>
                  </a:lnTo>
                  <a:lnTo>
                    <a:pt x="1481789" y="625457"/>
                  </a:lnTo>
                  <a:lnTo>
                    <a:pt x="1479820" y="624842"/>
                  </a:lnTo>
                  <a:lnTo>
                    <a:pt x="1478132" y="620601"/>
                  </a:lnTo>
                  <a:lnTo>
                    <a:pt x="1479145" y="628395"/>
                  </a:lnTo>
                  <a:lnTo>
                    <a:pt x="1467556" y="637531"/>
                  </a:lnTo>
                  <a:lnTo>
                    <a:pt x="1464125" y="642634"/>
                  </a:lnTo>
                  <a:lnTo>
                    <a:pt x="1462043" y="650576"/>
                  </a:lnTo>
                  <a:lnTo>
                    <a:pt x="1461256" y="641886"/>
                  </a:lnTo>
                  <a:lnTo>
                    <a:pt x="1459344" y="651593"/>
                  </a:lnTo>
                  <a:lnTo>
                    <a:pt x="1447080" y="651390"/>
                  </a:lnTo>
                  <a:lnTo>
                    <a:pt x="1441736" y="653084"/>
                  </a:lnTo>
                  <a:lnTo>
                    <a:pt x="1433466" y="658635"/>
                  </a:lnTo>
                  <a:lnTo>
                    <a:pt x="1424184" y="670585"/>
                  </a:lnTo>
                  <a:lnTo>
                    <a:pt x="1422441" y="676644"/>
                  </a:lnTo>
                  <a:lnTo>
                    <a:pt x="1421091" y="674087"/>
                  </a:lnTo>
                  <a:lnTo>
                    <a:pt x="1421428" y="670652"/>
                  </a:lnTo>
                  <a:lnTo>
                    <a:pt x="1419741" y="673953"/>
                  </a:lnTo>
                  <a:lnTo>
                    <a:pt x="1421372" y="678863"/>
                  </a:lnTo>
                  <a:lnTo>
                    <a:pt x="1419909" y="680677"/>
                  </a:lnTo>
                  <a:lnTo>
                    <a:pt x="1415409" y="684168"/>
                  </a:lnTo>
                  <a:lnTo>
                    <a:pt x="1410177" y="685712"/>
                  </a:lnTo>
                  <a:lnTo>
                    <a:pt x="1409277" y="689131"/>
                  </a:lnTo>
                  <a:lnTo>
                    <a:pt x="1403371" y="693684"/>
                  </a:lnTo>
                  <a:lnTo>
                    <a:pt x="1399377" y="692814"/>
                  </a:lnTo>
                  <a:lnTo>
                    <a:pt x="1400614" y="695825"/>
                  </a:lnTo>
                  <a:lnTo>
                    <a:pt x="1399095" y="698164"/>
                  </a:lnTo>
                  <a:lnTo>
                    <a:pt x="1385932" y="704307"/>
                  </a:lnTo>
                  <a:lnTo>
                    <a:pt x="1377438" y="703906"/>
                  </a:lnTo>
                  <a:lnTo>
                    <a:pt x="1382444" y="707173"/>
                  </a:lnTo>
                  <a:lnTo>
                    <a:pt x="1382106" y="709838"/>
                  </a:lnTo>
                  <a:lnTo>
                    <a:pt x="1379181" y="712234"/>
                  </a:lnTo>
                  <a:lnTo>
                    <a:pt x="1377044" y="708173"/>
                  </a:lnTo>
                  <a:lnTo>
                    <a:pt x="1375075" y="710370"/>
                  </a:lnTo>
                  <a:lnTo>
                    <a:pt x="1372206" y="706240"/>
                  </a:lnTo>
                  <a:lnTo>
                    <a:pt x="1372319" y="709372"/>
                  </a:lnTo>
                  <a:lnTo>
                    <a:pt x="1375581" y="714828"/>
                  </a:lnTo>
                  <a:lnTo>
                    <a:pt x="1370743" y="718616"/>
                  </a:lnTo>
                  <a:lnTo>
                    <a:pt x="1368437" y="724853"/>
                  </a:lnTo>
                  <a:lnTo>
                    <a:pt x="1362474" y="727306"/>
                  </a:lnTo>
                  <a:lnTo>
                    <a:pt x="1363937" y="730617"/>
                  </a:lnTo>
                  <a:lnTo>
                    <a:pt x="1359830" y="733726"/>
                  </a:lnTo>
                  <a:lnTo>
                    <a:pt x="1360730" y="737162"/>
                  </a:lnTo>
                  <a:lnTo>
                    <a:pt x="1357917" y="739737"/>
                  </a:lnTo>
                  <a:lnTo>
                    <a:pt x="1360561" y="740067"/>
                  </a:lnTo>
                  <a:lnTo>
                    <a:pt x="1356792" y="745936"/>
                  </a:lnTo>
                  <a:lnTo>
                    <a:pt x="1354092" y="746595"/>
                  </a:lnTo>
                  <a:lnTo>
                    <a:pt x="1357017" y="749821"/>
                  </a:lnTo>
                  <a:lnTo>
                    <a:pt x="1354598" y="753176"/>
                  </a:lnTo>
                  <a:lnTo>
                    <a:pt x="1352235" y="752189"/>
                  </a:lnTo>
                  <a:lnTo>
                    <a:pt x="1349873" y="766693"/>
                  </a:lnTo>
                  <a:lnTo>
                    <a:pt x="1358199" y="803180"/>
                  </a:lnTo>
                  <a:lnTo>
                    <a:pt x="1369168" y="829853"/>
                  </a:lnTo>
                  <a:lnTo>
                    <a:pt x="1380869" y="849939"/>
                  </a:lnTo>
                  <a:lnTo>
                    <a:pt x="1379013" y="857613"/>
                  </a:lnTo>
                  <a:lnTo>
                    <a:pt x="1383007" y="870748"/>
                  </a:lnTo>
                  <a:lnTo>
                    <a:pt x="1378225" y="860932"/>
                  </a:lnTo>
                  <a:lnTo>
                    <a:pt x="1378281" y="848660"/>
                  </a:lnTo>
                  <a:lnTo>
                    <a:pt x="1375581" y="854993"/>
                  </a:lnTo>
                  <a:lnTo>
                    <a:pt x="1374400" y="850772"/>
                  </a:lnTo>
                  <a:lnTo>
                    <a:pt x="1375750" y="846675"/>
                  </a:lnTo>
                  <a:lnTo>
                    <a:pt x="1373331" y="844752"/>
                  </a:lnTo>
                  <a:lnTo>
                    <a:pt x="1373162" y="841225"/>
                  </a:lnTo>
                  <a:lnTo>
                    <a:pt x="1371081" y="840327"/>
                  </a:lnTo>
                  <a:lnTo>
                    <a:pt x="1373893" y="853714"/>
                  </a:lnTo>
                  <a:lnTo>
                    <a:pt x="1390207" y="895176"/>
                  </a:lnTo>
                  <a:lnTo>
                    <a:pt x="1393358" y="899538"/>
                  </a:lnTo>
                  <a:lnTo>
                    <a:pt x="1395720" y="909193"/>
                  </a:lnTo>
                  <a:lnTo>
                    <a:pt x="1396001" y="917567"/>
                  </a:lnTo>
                  <a:lnTo>
                    <a:pt x="1393301" y="943147"/>
                  </a:lnTo>
                  <a:lnTo>
                    <a:pt x="1392289" y="941584"/>
                  </a:lnTo>
                  <a:lnTo>
                    <a:pt x="1387844" y="950578"/>
                  </a:lnTo>
                  <a:lnTo>
                    <a:pt x="1385819" y="960548"/>
                  </a:lnTo>
                  <a:lnTo>
                    <a:pt x="1382106" y="964032"/>
                  </a:lnTo>
                  <a:lnTo>
                    <a:pt x="1374231" y="966581"/>
                  </a:lnTo>
                  <a:lnTo>
                    <a:pt x="1362586" y="967202"/>
                  </a:lnTo>
                  <a:lnTo>
                    <a:pt x="1360786" y="964094"/>
                  </a:lnTo>
                  <a:lnTo>
                    <a:pt x="1361742" y="961295"/>
                  </a:lnTo>
                  <a:lnTo>
                    <a:pt x="1367087" y="964219"/>
                  </a:lnTo>
                  <a:lnTo>
                    <a:pt x="1367874" y="962850"/>
                  </a:lnTo>
                  <a:lnTo>
                    <a:pt x="1362474" y="959303"/>
                  </a:lnTo>
                  <a:lnTo>
                    <a:pt x="1355217" y="946709"/>
                  </a:lnTo>
                  <a:lnTo>
                    <a:pt x="1354598" y="943210"/>
                  </a:lnTo>
                  <a:lnTo>
                    <a:pt x="1343685" y="937957"/>
                  </a:lnTo>
                  <a:lnTo>
                    <a:pt x="1340647" y="932258"/>
                  </a:lnTo>
                  <a:lnTo>
                    <a:pt x="1338960" y="922219"/>
                  </a:lnTo>
                  <a:lnTo>
                    <a:pt x="1336035" y="920271"/>
                  </a:lnTo>
                  <a:lnTo>
                    <a:pt x="1340141" y="913414"/>
                  </a:lnTo>
                  <a:lnTo>
                    <a:pt x="1335697" y="918133"/>
                  </a:lnTo>
                  <a:lnTo>
                    <a:pt x="1333503" y="918133"/>
                  </a:lnTo>
                  <a:lnTo>
                    <a:pt x="1332659" y="906230"/>
                  </a:lnTo>
                  <a:lnTo>
                    <a:pt x="1334347" y="903770"/>
                  </a:lnTo>
                  <a:lnTo>
                    <a:pt x="1329115" y="904652"/>
                  </a:lnTo>
                  <a:lnTo>
                    <a:pt x="1329115" y="908058"/>
                  </a:lnTo>
                  <a:lnTo>
                    <a:pt x="1325683" y="906986"/>
                  </a:lnTo>
                  <a:lnTo>
                    <a:pt x="1312408" y="884853"/>
                  </a:lnTo>
                  <a:lnTo>
                    <a:pt x="1314883" y="884028"/>
                  </a:lnTo>
                  <a:lnTo>
                    <a:pt x="1322252" y="873038"/>
                  </a:lnTo>
                  <a:lnTo>
                    <a:pt x="1320846" y="870620"/>
                  </a:lnTo>
                  <a:lnTo>
                    <a:pt x="1319214" y="871893"/>
                  </a:lnTo>
                  <a:lnTo>
                    <a:pt x="1314883" y="867882"/>
                  </a:lnTo>
                  <a:lnTo>
                    <a:pt x="1313645" y="868519"/>
                  </a:lnTo>
                  <a:lnTo>
                    <a:pt x="1316120" y="871702"/>
                  </a:lnTo>
                  <a:lnTo>
                    <a:pt x="1314095" y="877171"/>
                  </a:lnTo>
                  <a:lnTo>
                    <a:pt x="1311564" y="877489"/>
                  </a:lnTo>
                  <a:lnTo>
                    <a:pt x="1308414" y="872657"/>
                  </a:lnTo>
                  <a:lnTo>
                    <a:pt x="1314095" y="850004"/>
                  </a:lnTo>
                  <a:lnTo>
                    <a:pt x="1314433" y="835640"/>
                  </a:lnTo>
                  <a:lnTo>
                    <a:pt x="1310720" y="829789"/>
                  </a:lnTo>
                  <a:lnTo>
                    <a:pt x="1294463" y="815475"/>
                  </a:lnTo>
                  <a:lnTo>
                    <a:pt x="1281806" y="798380"/>
                  </a:lnTo>
                  <a:lnTo>
                    <a:pt x="1270892" y="792013"/>
                  </a:lnTo>
                  <a:lnTo>
                    <a:pt x="1262567" y="793378"/>
                  </a:lnTo>
                  <a:lnTo>
                    <a:pt x="1260317" y="799094"/>
                  </a:lnTo>
                  <a:lnTo>
                    <a:pt x="1255085" y="799418"/>
                  </a:lnTo>
                  <a:lnTo>
                    <a:pt x="1247266" y="803893"/>
                  </a:lnTo>
                  <a:lnTo>
                    <a:pt x="1231064" y="807261"/>
                  </a:lnTo>
                  <a:lnTo>
                    <a:pt x="1229264" y="806743"/>
                  </a:lnTo>
                  <a:lnTo>
                    <a:pt x="1228083" y="804087"/>
                  </a:lnTo>
                  <a:lnTo>
                    <a:pt x="1228083" y="801428"/>
                  </a:lnTo>
                  <a:lnTo>
                    <a:pt x="1230502" y="805124"/>
                  </a:lnTo>
                  <a:lnTo>
                    <a:pt x="1231177" y="804476"/>
                  </a:lnTo>
                  <a:lnTo>
                    <a:pt x="1229939" y="800197"/>
                  </a:lnTo>
                  <a:lnTo>
                    <a:pt x="1219870" y="791362"/>
                  </a:lnTo>
                  <a:lnTo>
                    <a:pt x="1221951" y="790387"/>
                  </a:lnTo>
                  <a:lnTo>
                    <a:pt x="1220264" y="788890"/>
                  </a:lnTo>
                  <a:lnTo>
                    <a:pt x="1222120" y="785374"/>
                  </a:lnTo>
                  <a:lnTo>
                    <a:pt x="1217845" y="786937"/>
                  </a:lnTo>
                  <a:lnTo>
                    <a:pt x="1217395" y="789736"/>
                  </a:lnTo>
                  <a:lnTo>
                    <a:pt x="1216270" y="789541"/>
                  </a:lnTo>
                  <a:lnTo>
                    <a:pt x="1204288" y="783745"/>
                  </a:lnTo>
                  <a:lnTo>
                    <a:pt x="1195568" y="781333"/>
                  </a:lnTo>
                  <a:lnTo>
                    <a:pt x="1205862" y="781072"/>
                  </a:lnTo>
                  <a:lnTo>
                    <a:pt x="1201700" y="777874"/>
                  </a:lnTo>
                  <a:lnTo>
                    <a:pt x="1195737" y="777809"/>
                  </a:lnTo>
                  <a:lnTo>
                    <a:pt x="1188536" y="781203"/>
                  </a:lnTo>
                  <a:lnTo>
                    <a:pt x="1172222" y="783485"/>
                  </a:lnTo>
                  <a:lnTo>
                    <a:pt x="1178973" y="780158"/>
                  </a:lnTo>
                  <a:lnTo>
                    <a:pt x="1178579" y="775066"/>
                  </a:lnTo>
                  <a:lnTo>
                    <a:pt x="1176273" y="777614"/>
                  </a:lnTo>
                  <a:lnTo>
                    <a:pt x="1173179" y="776242"/>
                  </a:lnTo>
                  <a:lnTo>
                    <a:pt x="1172729" y="779310"/>
                  </a:lnTo>
                  <a:lnTo>
                    <a:pt x="1169747" y="783485"/>
                  </a:lnTo>
                  <a:lnTo>
                    <a:pt x="1163616" y="785113"/>
                  </a:lnTo>
                  <a:lnTo>
                    <a:pt x="1162828" y="784592"/>
                  </a:lnTo>
                  <a:lnTo>
                    <a:pt x="1164516" y="781463"/>
                  </a:lnTo>
                  <a:lnTo>
                    <a:pt x="1159059" y="786156"/>
                  </a:lnTo>
                  <a:lnTo>
                    <a:pt x="1147077" y="787393"/>
                  </a:lnTo>
                  <a:lnTo>
                    <a:pt x="1153827" y="785179"/>
                  </a:lnTo>
                  <a:lnTo>
                    <a:pt x="1149609" y="779506"/>
                  </a:lnTo>
                  <a:lnTo>
                    <a:pt x="1149665" y="775393"/>
                  </a:lnTo>
                  <a:lnTo>
                    <a:pt x="1146908" y="770620"/>
                  </a:lnTo>
                  <a:lnTo>
                    <a:pt x="1143027" y="782506"/>
                  </a:lnTo>
                  <a:lnTo>
                    <a:pt x="1125644" y="782898"/>
                  </a:lnTo>
                  <a:lnTo>
                    <a:pt x="1118950" y="780746"/>
                  </a:lnTo>
                  <a:lnTo>
                    <a:pt x="1108993" y="783745"/>
                  </a:lnTo>
                  <a:lnTo>
                    <a:pt x="1105955" y="783223"/>
                  </a:lnTo>
                  <a:lnTo>
                    <a:pt x="1102130" y="787653"/>
                  </a:lnTo>
                  <a:lnTo>
                    <a:pt x="1097630" y="789736"/>
                  </a:lnTo>
                  <a:lnTo>
                    <a:pt x="1086154" y="786026"/>
                  </a:lnTo>
                  <a:lnTo>
                    <a:pt x="1083341" y="783028"/>
                  </a:lnTo>
                  <a:lnTo>
                    <a:pt x="1077716" y="782050"/>
                  </a:lnTo>
                  <a:lnTo>
                    <a:pt x="1071865" y="790647"/>
                  </a:lnTo>
                  <a:lnTo>
                    <a:pt x="1075859" y="793378"/>
                  </a:lnTo>
                  <a:lnTo>
                    <a:pt x="1079291" y="794678"/>
                  </a:lnTo>
                  <a:lnTo>
                    <a:pt x="1084916" y="793573"/>
                  </a:lnTo>
                  <a:lnTo>
                    <a:pt x="1092960" y="789541"/>
                  </a:lnTo>
                  <a:lnTo>
                    <a:pt x="1095211" y="791493"/>
                  </a:lnTo>
                  <a:lnTo>
                    <a:pt x="1090542" y="795458"/>
                  </a:lnTo>
                  <a:lnTo>
                    <a:pt x="1092736" y="798250"/>
                  </a:lnTo>
                  <a:lnTo>
                    <a:pt x="1096280" y="799223"/>
                  </a:lnTo>
                  <a:lnTo>
                    <a:pt x="1100555" y="793638"/>
                  </a:lnTo>
                  <a:lnTo>
                    <a:pt x="1103480" y="794093"/>
                  </a:lnTo>
                  <a:lnTo>
                    <a:pt x="1104943" y="802207"/>
                  </a:lnTo>
                  <a:lnTo>
                    <a:pt x="1099430" y="803957"/>
                  </a:lnTo>
                  <a:lnTo>
                    <a:pt x="1097518" y="805642"/>
                  </a:lnTo>
                  <a:lnTo>
                    <a:pt x="1098530" y="806613"/>
                  </a:lnTo>
                  <a:lnTo>
                    <a:pt x="1094648" y="807455"/>
                  </a:lnTo>
                  <a:lnTo>
                    <a:pt x="1093467" y="809462"/>
                  </a:lnTo>
                  <a:lnTo>
                    <a:pt x="1099936" y="816638"/>
                  </a:lnTo>
                  <a:lnTo>
                    <a:pt x="1110343" y="819607"/>
                  </a:lnTo>
                  <a:lnTo>
                    <a:pt x="1112368" y="822767"/>
                  </a:lnTo>
                  <a:lnTo>
                    <a:pt x="1115519" y="824379"/>
                  </a:lnTo>
                  <a:lnTo>
                    <a:pt x="1115350" y="826570"/>
                  </a:lnTo>
                  <a:lnTo>
                    <a:pt x="1112593" y="828115"/>
                  </a:lnTo>
                  <a:lnTo>
                    <a:pt x="1111131" y="831076"/>
                  </a:lnTo>
                  <a:lnTo>
                    <a:pt x="1108599" y="828759"/>
                  </a:lnTo>
                  <a:lnTo>
                    <a:pt x="1104268" y="832297"/>
                  </a:lnTo>
                  <a:lnTo>
                    <a:pt x="1104943" y="829145"/>
                  </a:lnTo>
                  <a:lnTo>
                    <a:pt x="1099711" y="822703"/>
                  </a:lnTo>
                  <a:lnTo>
                    <a:pt x="1091217" y="819736"/>
                  </a:lnTo>
                  <a:lnTo>
                    <a:pt x="1088573" y="815216"/>
                  </a:lnTo>
                  <a:lnTo>
                    <a:pt x="1079797" y="812373"/>
                  </a:lnTo>
                  <a:lnTo>
                    <a:pt x="1080360" y="814441"/>
                  </a:lnTo>
                  <a:lnTo>
                    <a:pt x="1083116" y="816186"/>
                  </a:lnTo>
                  <a:lnTo>
                    <a:pt x="1083116" y="819607"/>
                  </a:lnTo>
                  <a:lnTo>
                    <a:pt x="1081598" y="825153"/>
                  </a:lnTo>
                  <a:lnTo>
                    <a:pt x="1078109" y="827922"/>
                  </a:lnTo>
                  <a:lnTo>
                    <a:pt x="1075297" y="822510"/>
                  </a:lnTo>
                  <a:lnTo>
                    <a:pt x="1072878" y="821091"/>
                  </a:lnTo>
                  <a:lnTo>
                    <a:pt x="1066409" y="821930"/>
                  </a:lnTo>
                  <a:lnTo>
                    <a:pt x="1063596" y="826247"/>
                  </a:lnTo>
                  <a:lnTo>
                    <a:pt x="1061290" y="826956"/>
                  </a:lnTo>
                  <a:lnTo>
                    <a:pt x="1044413" y="821285"/>
                  </a:lnTo>
                  <a:lnTo>
                    <a:pt x="1046101" y="819800"/>
                  </a:lnTo>
                  <a:lnTo>
                    <a:pt x="1048801" y="820252"/>
                  </a:lnTo>
                  <a:lnTo>
                    <a:pt x="1045876" y="815281"/>
                  </a:lnTo>
                  <a:lnTo>
                    <a:pt x="1045707" y="811402"/>
                  </a:lnTo>
                  <a:lnTo>
                    <a:pt x="1043176" y="813277"/>
                  </a:lnTo>
                  <a:lnTo>
                    <a:pt x="1037438" y="811726"/>
                  </a:lnTo>
                  <a:lnTo>
                    <a:pt x="1032487" y="804865"/>
                  </a:lnTo>
                  <a:lnTo>
                    <a:pt x="1027706" y="804734"/>
                  </a:lnTo>
                  <a:lnTo>
                    <a:pt x="1025568" y="801624"/>
                  </a:lnTo>
                  <a:lnTo>
                    <a:pt x="1021687" y="802920"/>
                  </a:lnTo>
                  <a:lnTo>
                    <a:pt x="1018030" y="806549"/>
                  </a:lnTo>
                  <a:lnTo>
                    <a:pt x="1020393" y="809526"/>
                  </a:lnTo>
                  <a:lnTo>
                    <a:pt x="1019605" y="810433"/>
                  </a:lnTo>
                  <a:lnTo>
                    <a:pt x="1014092" y="811726"/>
                  </a:lnTo>
                  <a:lnTo>
                    <a:pt x="1001266" y="810238"/>
                  </a:lnTo>
                  <a:lnTo>
                    <a:pt x="985515" y="803698"/>
                  </a:lnTo>
                  <a:lnTo>
                    <a:pt x="969258" y="804022"/>
                  </a:lnTo>
                  <a:lnTo>
                    <a:pt x="965151" y="805642"/>
                  </a:lnTo>
                  <a:lnTo>
                    <a:pt x="963351" y="802596"/>
                  </a:lnTo>
                  <a:lnTo>
                    <a:pt x="965714" y="801104"/>
                  </a:lnTo>
                  <a:lnTo>
                    <a:pt x="966951" y="797471"/>
                  </a:lnTo>
                  <a:lnTo>
                    <a:pt x="964701" y="796496"/>
                  </a:lnTo>
                  <a:lnTo>
                    <a:pt x="961439" y="802401"/>
                  </a:lnTo>
                  <a:lnTo>
                    <a:pt x="963182" y="806937"/>
                  </a:lnTo>
                  <a:lnTo>
                    <a:pt x="956601" y="807585"/>
                  </a:lnTo>
                  <a:lnTo>
                    <a:pt x="936012" y="817864"/>
                  </a:lnTo>
                  <a:lnTo>
                    <a:pt x="943269" y="811984"/>
                  </a:lnTo>
                  <a:lnTo>
                    <a:pt x="935393" y="812050"/>
                  </a:lnTo>
                  <a:lnTo>
                    <a:pt x="937081" y="808168"/>
                  </a:lnTo>
                  <a:lnTo>
                    <a:pt x="936574" y="804734"/>
                  </a:lnTo>
                  <a:lnTo>
                    <a:pt x="933705" y="804670"/>
                  </a:lnTo>
                  <a:lnTo>
                    <a:pt x="931905" y="807390"/>
                  </a:lnTo>
                  <a:lnTo>
                    <a:pt x="927798" y="806484"/>
                  </a:lnTo>
                  <a:lnTo>
                    <a:pt x="928699" y="812631"/>
                  </a:lnTo>
                  <a:lnTo>
                    <a:pt x="931962" y="818381"/>
                  </a:lnTo>
                  <a:lnTo>
                    <a:pt x="924142" y="825667"/>
                  </a:lnTo>
                  <a:lnTo>
                    <a:pt x="923748" y="828823"/>
                  </a:lnTo>
                  <a:lnTo>
                    <a:pt x="919923" y="832941"/>
                  </a:lnTo>
                  <a:lnTo>
                    <a:pt x="901809" y="844496"/>
                  </a:lnTo>
                  <a:lnTo>
                    <a:pt x="889884" y="849876"/>
                  </a:lnTo>
                  <a:lnTo>
                    <a:pt x="896915" y="844752"/>
                  </a:lnTo>
                  <a:lnTo>
                    <a:pt x="885552" y="843855"/>
                  </a:lnTo>
                  <a:lnTo>
                    <a:pt x="883190" y="846098"/>
                  </a:lnTo>
                  <a:lnTo>
                    <a:pt x="879252" y="841803"/>
                  </a:lnTo>
                  <a:lnTo>
                    <a:pt x="877226" y="842059"/>
                  </a:lnTo>
                  <a:lnTo>
                    <a:pt x="880826" y="849876"/>
                  </a:lnTo>
                  <a:lnTo>
                    <a:pt x="884089" y="850963"/>
                  </a:lnTo>
                  <a:lnTo>
                    <a:pt x="876101" y="855121"/>
                  </a:lnTo>
                  <a:lnTo>
                    <a:pt x="873064" y="852243"/>
                  </a:lnTo>
                  <a:lnTo>
                    <a:pt x="871995" y="859401"/>
                  </a:lnTo>
                  <a:lnTo>
                    <a:pt x="869351" y="861634"/>
                  </a:lnTo>
                  <a:lnTo>
                    <a:pt x="868057" y="859273"/>
                  </a:lnTo>
                  <a:lnTo>
                    <a:pt x="865525" y="861443"/>
                  </a:lnTo>
                  <a:lnTo>
                    <a:pt x="861082" y="862081"/>
                  </a:lnTo>
                  <a:lnTo>
                    <a:pt x="861588" y="865078"/>
                  </a:lnTo>
                  <a:lnTo>
                    <a:pt x="864907" y="863867"/>
                  </a:lnTo>
                  <a:lnTo>
                    <a:pt x="863725" y="867691"/>
                  </a:lnTo>
                  <a:lnTo>
                    <a:pt x="860631" y="871447"/>
                  </a:lnTo>
                  <a:lnTo>
                    <a:pt x="852474" y="872975"/>
                  </a:lnTo>
                  <a:lnTo>
                    <a:pt x="856975" y="878823"/>
                  </a:lnTo>
                  <a:lnTo>
                    <a:pt x="852250" y="890936"/>
                  </a:lnTo>
                  <a:lnTo>
                    <a:pt x="849606" y="891442"/>
                  </a:lnTo>
                  <a:lnTo>
                    <a:pt x="841955" y="886374"/>
                  </a:lnTo>
                  <a:lnTo>
                    <a:pt x="844317" y="892328"/>
                  </a:lnTo>
                  <a:lnTo>
                    <a:pt x="850843" y="894101"/>
                  </a:lnTo>
                  <a:lnTo>
                    <a:pt x="851124" y="898337"/>
                  </a:lnTo>
                  <a:lnTo>
                    <a:pt x="848649" y="903580"/>
                  </a:lnTo>
                  <a:lnTo>
                    <a:pt x="852362" y="920459"/>
                  </a:lnTo>
                  <a:lnTo>
                    <a:pt x="859281" y="935014"/>
                  </a:lnTo>
                  <a:lnTo>
                    <a:pt x="861306" y="935077"/>
                  </a:lnTo>
                  <a:lnTo>
                    <a:pt x="861588" y="936329"/>
                  </a:lnTo>
                  <a:lnTo>
                    <a:pt x="861419" y="938708"/>
                  </a:lnTo>
                  <a:lnTo>
                    <a:pt x="857200" y="939395"/>
                  </a:lnTo>
                  <a:lnTo>
                    <a:pt x="854218" y="941835"/>
                  </a:lnTo>
                  <a:lnTo>
                    <a:pt x="840942" y="935891"/>
                  </a:lnTo>
                  <a:lnTo>
                    <a:pt x="826148" y="933511"/>
                  </a:lnTo>
                  <a:lnTo>
                    <a:pt x="822885" y="931004"/>
                  </a:lnTo>
                  <a:lnTo>
                    <a:pt x="813097" y="927743"/>
                  </a:lnTo>
                  <a:lnTo>
                    <a:pt x="810790" y="925484"/>
                  </a:lnTo>
                  <a:lnTo>
                    <a:pt x="800102" y="921779"/>
                  </a:lnTo>
                  <a:lnTo>
                    <a:pt x="796277" y="910768"/>
                  </a:lnTo>
                  <a:lnTo>
                    <a:pt x="789189" y="900486"/>
                  </a:lnTo>
                  <a:lnTo>
                    <a:pt x="789695" y="896441"/>
                  </a:lnTo>
                  <a:lnTo>
                    <a:pt x="787839" y="892392"/>
                  </a:lnTo>
                  <a:lnTo>
                    <a:pt x="787670" y="883140"/>
                  </a:lnTo>
                  <a:lnTo>
                    <a:pt x="779907" y="876726"/>
                  </a:lnTo>
                  <a:lnTo>
                    <a:pt x="768712" y="861060"/>
                  </a:lnTo>
                  <a:lnTo>
                    <a:pt x="762974" y="855568"/>
                  </a:lnTo>
                  <a:lnTo>
                    <a:pt x="761849" y="849364"/>
                  </a:lnTo>
                  <a:lnTo>
                    <a:pt x="748630" y="825088"/>
                  </a:lnTo>
                  <a:lnTo>
                    <a:pt x="739741" y="815152"/>
                  </a:lnTo>
                  <a:lnTo>
                    <a:pt x="731472" y="808944"/>
                  </a:lnTo>
                  <a:lnTo>
                    <a:pt x="729109" y="804994"/>
                  </a:lnTo>
                  <a:lnTo>
                    <a:pt x="723878" y="802661"/>
                  </a:lnTo>
                  <a:lnTo>
                    <a:pt x="709983" y="803114"/>
                  </a:lnTo>
                  <a:lnTo>
                    <a:pt x="699014" y="800586"/>
                  </a:lnTo>
                  <a:lnTo>
                    <a:pt x="694851" y="804087"/>
                  </a:lnTo>
                  <a:lnTo>
                    <a:pt x="690519" y="804670"/>
                  </a:lnTo>
                  <a:lnTo>
                    <a:pt x="686750" y="808556"/>
                  </a:lnTo>
                  <a:lnTo>
                    <a:pt x="681856" y="823928"/>
                  </a:lnTo>
                  <a:lnTo>
                    <a:pt x="675668" y="830175"/>
                  </a:lnTo>
                  <a:lnTo>
                    <a:pt x="670436" y="831590"/>
                  </a:lnTo>
                  <a:lnTo>
                    <a:pt x="647541" y="820058"/>
                  </a:lnTo>
                  <a:lnTo>
                    <a:pt x="634715" y="811079"/>
                  </a:lnTo>
                  <a:lnTo>
                    <a:pt x="627796" y="800975"/>
                  </a:lnTo>
                  <a:lnTo>
                    <a:pt x="625939" y="796107"/>
                  </a:lnTo>
                  <a:lnTo>
                    <a:pt x="625939" y="790907"/>
                  </a:lnTo>
                  <a:lnTo>
                    <a:pt x="618514" y="774608"/>
                  </a:lnTo>
                  <a:lnTo>
                    <a:pt x="599894" y="760138"/>
                  </a:lnTo>
                  <a:lnTo>
                    <a:pt x="583974" y="744947"/>
                  </a:lnTo>
                  <a:lnTo>
                    <a:pt x="580093" y="742970"/>
                  </a:lnTo>
                  <a:lnTo>
                    <a:pt x="570810" y="731344"/>
                  </a:lnTo>
                  <a:lnTo>
                    <a:pt x="515569" y="730948"/>
                  </a:lnTo>
                  <a:lnTo>
                    <a:pt x="515513" y="747451"/>
                  </a:lnTo>
                  <a:lnTo>
                    <a:pt x="427138" y="747648"/>
                  </a:lnTo>
                  <a:lnTo>
                    <a:pt x="308554" y="704039"/>
                  </a:lnTo>
                  <a:lnTo>
                    <a:pt x="312041" y="696360"/>
                  </a:lnTo>
                  <a:lnTo>
                    <a:pt x="236943" y="703106"/>
                  </a:lnTo>
                  <a:lnTo>
                    <a:pt x="236662" y="698832"/>
                  </a:lnTo>
                  <a:lnTo>
                    <a:pt x="235199" y="697362"/>
                  </a:lnTo>
                  <a:lnTo>
                    <a:pt x="233342" y="698231"/>
                  </a:lnTo>
                  <a:lnTo>
                    <a:pt x="232723" y="688059"/>
                  </a:lnTo>
                  <a:lnTo>
                    <a:pt x="230980" y="682020"/>
                  </a:lnTo>
                  <a:lnTo>
                    <a:pt x="226311" y="674693"/>
                  </a:lnTo>
                  <a:lnTo>
                    <a:pt x="207184" y="658703"/>
                  </a:lnTo>
                  <a:lnTo>
                    <a:pt x="196833" y="657891"/>
                  </a:lnTo>
                  <a:lnTo>
                    <a:pt x="197396" y="653626"/>
                  </a:lnTo>
                  <a:lnTo>
                    <a:pt x="193852" y="647591"/>
                  </a:lnTo>
                  <a:lnTo>
                    <a:pt x="183670" y="647388"/>
                  </a:lnTo>
                  <a:lnTo>
                    <a:pt x="173938" y="644061"/>
                  </a:lnTo>
                  <a:lnTo>
                    <a:pt x="171069" y="642089"/>
                  </a:lnTo>
                  <a:lnTo>
                    <a:pt x="170056" y="638552"/>
                  </a:lnTo>
                  <a:lnTo>
                    <a:pt x="159481" y="632488"/>
                  </a:lnTo>
                  <a:lnTo>
                    <a:pt x="132141" y="630442"/>
                  </a:lnTo>
                  <a:lnTo>
                    <a:pt x="127022" y="626345"/>
                  </a:lnTo>
                  <a:lnTo>
                    <a:pt x="126572" y="605713"/>
                  </a:lnTo>
                  <a:lnTo>
                    <a:pt x="120384" y="602341"/>
                  </a:lnTo>
                  <a:lnTo>
                    <a:pt x="119090" y="594067"/>
                  </a:lnTo>
                  <a:lnTo>
                    <a:pt x="107052" y="584456"/>
                  </a:lnTo>
                  <a:lnTo>
                    <a:pt x="95182" y="565980"/>
                  </a:lnTo>
                  <a:lnTo>
                    <a:pt x="88488" y="559145"/>
                  </a:lnTo>
                  <a:lnTo>
                    <a:pt x="87194" y="549773"/>
                  </a:lnTo>
                  <a:lnTo>
                    <a:pt x="91244" y="543533"/>
                  </a:lnTo>
                  <a:lnTo>
                    <a:pt x="90682" y="538896"/>
                  </a:lnTo>
                  <a:lnTo>
                    <a:pt x="88432" y="535449"/>
                  </a:lnTo>
                  <a:lnTo>
                    <a:pt x="79544" y="533408"/>
                  </a:lnTo>
                  <a:lnTo>
                    <a:pt x="72343" y="524944"/>
                  </a:lnTo>
                  <a:lnTo>
                    <a:pt x="71893" y="518439"/>
                  </a:lnTo>
                  <a:lnTo>
                    <a:pt x="69080" y="511777"/>
                  </a:lnTo>
                  <a:lnTo>
                    <a:pt x="68630" y="502753"/>
                  </a:lnTo>
                  <a:lnTo>
                    <a:pt x="72680" y="502042"/>
                  </a:lnTo>
                  <a:lnTo>
                    <a:pt x="73131" y="507305"/>
                  </a:lnTo>
                  <a:lnTo>
                    <a:pt x="79487" y="513409"/>
                  </a:lnTo>
                  <a:lnTo>
                    <a:pt x="82469" y="514331"/>
                  </a:lnTo>
                  <a:lnTo>
                    <a:pt x="72624" y="495271"/>
                  </a:lnTo>
                  <a:lnTo>
                    <a:pt x="74875" y="493416"/>
                  </a:lnTo>
                  <a:lnTo>
                    <a:pt x="81962" y="491702"/>
                  </a:lnTo>
                  <a:lnTo>
                    <a:pt x="99514" y="491488"/>
                  </a:lnTo>
                  <a:lnTo>
                    <a:pt x="88376" y="490702"/>
                  </a:lnTo>
                  <a:lnTo>
                    <a:pt x="83707" y="488772"/>
                  </a:lnTo>
                  <a:lnTo>
                    <a:pt x="78137" y="490844"/>
                  </a:lnTo>
                  <a:lnTo>
                    <a:pt x="72399" y="487914"/>
                  </a:lnTo>
                  <a:lnTo>
                    <a:pt x="69531" y="489343"/>
                  </a:lnTo>
                  <a:lnTo>
                    <a:pt x="70093" y="500119"/>
                  </a:lnTo>
                  <a:lnTo>
                    <a:pt x="68405" y="500546"/>
                  </a:lnTo>
                  <a:lnTo>
                    <a:pt x="55523" y="491488"/>
                  </a:lnTo>
                  <a:lnTo>
                    <a:pt x="53442" y="494129"/>
                  </a:lnTo>
                  <a:lnTo>
                    <a:pt x="54117" y="484693"/>
                  </a:lnTo>
                  <a:lnTo>
                    <a:pt x="57267" y="488772"/>
                  </a:lnTo>
                  <a:lnTo>
                    <a:pt x="56311" y="485910"/>
                  </a:lnTo>
                  <a:lnTo>
                    <a:pt x="51979" y="481540"/>
                  </a:lnTo>
                  <a:lnTo>
                    <a:pt x="49616" y="475800"/>
                  </a:lnTo>
                  <a:lnTo>
                    <a:pt x="44385" y="472349"/>
                  </a:lnTo>
                  <a:lnTo>
                    <a:pt x="31503" y="457496"/>
                  </a:lnTo>
                  <a:lnTo>
                    <a:pt x="30940" y="449316"/>
                  </a:lnTo>
                  <a:lnTo>
                    <a:pt x="27790" y="438929"/>
                  </a:lnTo>
                  <a:lnTo>
                    <a:pt x="29140" y="432956"/>
                  </a:lnTo>
                  <a:lnTo>
                    <a:pt x="27396" y="422436"/>
                  </a:lnTo>
                  <a:lnTo>
                    <a:pt x="18789" y="409377"/>
                  </a:lnTo>
                  <a:lnTo>
                    <a:pt x="12039" y="402972"/>
                  </a:lnTo>
                  <a:lnTo>
                    <a:pt x="11026" y="398103"/>
                  </a:lnTo>
                  <a:lnTo>
                    <a:pt x="10576" y="393152"/>
                  </a:lnTo>
                  <a:lnTo>
                    <a:pt x="13333" y="384113"/>
                  </a:lnTo>
                  <a:lnTo>
                    <a:pt x="14232" y="382925"/>
                  </a:lnTo>
                  <a:lnTo>
                    <a:pt x="15301" y="384707"/>
                  </a:lnTo>
                  <a:lnTo>
                    <a:pt x="16202" y="381588"/>
                  </a:lnTo>
                  <a:lnTo>
                    <a:pt x="15301" y="380771"/>
                  </a:lnTo>
                  <a:lnTo>
                    <a:pt x="18002" y="373405"/>
                  </a:lnTo>
                  <a:lnTo>
                    <a:pt x="17776" y="365720"/>
                  </a:lnTo>
                  <a:lnTo>
                    <a:pt x="19914" y="353064"/>
                  </a:lnTo>
                  <a:lnTo>
                    <a:pt x="17045" y="342233"/>
                  </a:lnTo>
                  <a:lnTo>
                    <a:pt x="14514" y="339293"/>
                  </a:lnTo>
                  <a:lnTo>
                    <a:pt x="15583" y="331056"/>
                  </a:lnTo>
                  <a:lnTo>
                    <a:pt x="11082" y="325223"/>
                  </a:lnTo>
                  <a:lnTo>
                    <a:pt x="9001" y="314355"/>
                  </a:lnTo>
                  <a:lnTo>
                    <a:pt x="9451" y="305735"/>
                  </a:lnTo>
                  <a:lnTo>
                    <a:pt x="5288" y="296014"/>
                  </a:lnTo>
                  <a:lnTo>
                    <a:pt x="11364" y="273372"/>
                  </a:lnTo>
                  <a:lnTo>
                    <a:pt x="16033" y="269889"/>
                  </a:lnTo>
                  <a:lnTo>
                    <a:pt x="13164" y="270431"/>
                  </a:lnTo>
                  <a:lnTo>
                    <a:pt x="17495" y="258322"/>
                  </a:lnTo>
                  <a:lnTo>
                    <a:pt x="19071" y="230397"/>
                  </a:lnTo>
                  <a:lnTo>
                    <a:pt x="20702" y="226384"/>
                  </a:lnTo>
                  <a:lnTo>
                    <a:pt x="20308" y="210898"/>
                  </a:lnTo>
                  <a:lnTo>
                    <a:pt x="24358" y="175464"/>
                  </a:lnTo>
                  <a:lnTo>
                    <a:pt x="23796" y="150181"/>
                  </a:lnTo>
                  <a:lnTo>
                    <a:pt x="22502" y="146687"/>
                  </a:lnTo>
                  <a:lnTo>
                    <a:pt x="32347" y="148313"/>
                  </a:lnTo>
                  <a:lnTo>
                    <a:pt x="37128" y="146525"/>
                  </a:lnTo>
                  <a:lnTo>
                    <a:pt x="40841" y="149531"/>
                  </a:lnTo>
                  <a:lnTo>
                    <a:pt x="46522" y="149612"/>
                  </a:lnTo>
                  <a:lnTo>
                    <a:pt x="38872" y="144328"/>
                  </a:lnTo>
                  <a:lnTo>
                    <a:pt x="19914" y="143921"/>
                  </a:lnTo>
                  <a:lnTo>
                    <a:pt x="20758" y="129145"/>
                  </a:lnTo>
                  <a:lnTo>
                    <a:pt x="23852" y="136993"/>
                  </a:lnTo>
                  <a:lnTo>
                    <a:pt x="25652" y="126688"/>
                  </a:lnTo>
                  <a:lnTo>
                    <a:pt x="19914" y="122832"/>
                  </a:lnTo>
                  <a:lnTo>
                    <a:pt x="18677" y="117408"/>
                  </a:lnTo>
                  <a:lnTo>
                    <a:pt x="27059" y="112797"/>
                  </a:lnTo>
                  <a:lnTo>
                    <a:pt x="18677" y="109497"/>
                  </a:lnTo>
                  <a:lnTo>
                    <a:pt x="17833" y="113208"/>
                  </a:lnTo>
                  <a:lnTo>
                    <a:pt x="10408" y="80770"/>
                  </a:lnTo>
                  <a:lnTo>
                    <a:pt x="1463" y="66110"/>
                  </a:lnTo>
                  <a:lnTo>
                    <a:pt x="0" y="47044"/>
                  </a:lnTo>
                  <a:lnTo>
                    <a:pt x="22952" y="57017"/>
                  </a:lnTo>
                  <a:lnTo>
                    <a:pt x="44216" y="59294"/>
                  </a:lnTo>
                  <a:lnTo>
                    <a:pt x="49560" y="57777"/>
                  </a:lnTo>
                  <a:lnTo>
                    <a:pt x="54229" y="61484"/>
                  </a:lnTo>
                  <a:lnTo>
                    <a:pt x="60361" y="58451"/>
                  </a:lnTo>
                  <a:lnTo>
                    <a:pt x="64130" y="70392"/>
                  </a:lnTo>
                  <a:lnTo>
                    <a:pt x="60361" y="77093"/>
                  </a:lnTo>
                  <a:lnTo>
                    <a:pt x="59011" y="74498"/>
                  </a:lnTo>
                  <a:lnTo>
                    <a:pt x="51867" y="85692"/>
                  </a:lnTo>
                  <a:lnTo>
                    <a:pt x="49054" y="93349"/>
                  </a:lnTo>
                  <a:lnTo>
                    <a:pt x="50179" y="95093"/>
                  </a:lnTo>
                  <a:lnTo>
                    <a:pt x="55861" y="92352"/>
                  </a:lnTo>
                  <a:lnTo>
                    <a:pt x="51360" y="92767"/>
                  </a:lnTo>
                  <a:lnTo>
                    <a:pt x="51923" y="89108"/>
                  </a:lnTo>
                  <a:lnTo>
                    <a:pt x="65649" y="72571"/>
                  </a:lnTo>
                  <a:lnTo>
                    <a:pt x="66380" y="68210"/>
                  </a:lnTo>
                  <a:lnTo>
                    <a:pt x="68011" y="68629"/>
                  </a:lnTo>
                  <a:lnTo>
                    <a:pt x="68293" y="75586"/>
                  </a:lnTo>
                  <a:lnTo>
                    <a:pt x="64974" y="79183"/>
                  </a:lnTo>
                  <a:lnTo>
                    <a:pt x="65480" y="82773"/>
                  </a:lnTo>
                  <a:lnTo>
                    <a:pt x="63567" y="82941"/>
                  </a:lnTo>
                  <a:lnTo>
                    <a:pt x="67280" y="89856"/>
                  </a:lnTo>
                  <a:lnTo>
                    <a:pt x="66605" y="97665"/>
                  </a:lnTo>
                  <a:lnTo>
                    <a:pt x="62555" y="96587"/>
                  </a:lnTo>
                  <a:lnTo>
                    <a:pt x="60699" y="101146"/>
                  </a:lnTo>
                  <a:lnTo>
                    <a:pt x="58786" y="95674"/>
                  </a:lnTo>
                  <a:lnTo>
                    <a:pt x="55917" y="97831"/>
                  </a:lnTo>
                  <a:lnTo>
                    <a:pt x="52542" y="104788"/>
                  </a:lnTo>
                  <a:lnTo>
                    <a:pt x="61880" y="106028"/>
                  </a:lnTo>
                  <a:lnTo>
                    <a:pt x="65086" y="104540"/>
                  </a:lnTo>
                  <a:lnTo>
                    <a:pt x="67730" y="98495"/>
                  </a:lnTo>
                  <a:lnTo>
                    <a:pt x="73637" y="94014"/>
                  </a:lnTo>
                  <a:lnTo>
                    <a:pt x="72118" y="74917"/>
                  </a:lnTo>
                  <a:lnTo>
                    <a:pt x="77125" y="64345"/>
                  </a:lnTo>
                  <a:lnTo>
                    <a:pt x="71668" y="56258"/>
                  </a:lnTo>
                  <a:lnTo>
                    <a:pt x="72343" y="60978"/>
                  </a:lnTo>
                  <a:lnTo>
                    <a:pt x="68518" y="57440"/>
                  </a:lnTo>
                  <a:lnTo>
                    <a:pt x="68405" y="54149"/>
                  </a:lnTo>
                  <a:lnTo>
                    <a:pt x="71893" y="51106"/>
                  </a:lnTo>
                  <a:lnTo>
                    <a:pt x="63792" y="43060"/>
                  </a:lnTo>
                  <a:lnTo>
                    <a:pt x="69137" y="41108"/>
                  </a:lnTo>
                  <a:lnTo>
                    <a:pt x="68630" y="33369"/>
                  </a:lnTo>
                  <a:lnTo>
                    <a:pt x="67111" y="28252"/>
                  </a:lnTo>
                  <a:lnTo>
                    <a:pt x="63230" y="27484"/>
                  </a:lnTo>
                  <a:lnTo>
                    <a:pt x="60023" y="18072"/>
                  </a:lnTo>
                  <a:lnTo>
                    <a:pt x="923411" y="18072"/>
                  </a:lnTo>
                  <a:lnTo>
                    <a:pt x="923636" y="0"/>
                  </a:lnTo>
                  <a:lnTo>
                    <a:pt x="933030" y="3194"/>
                  </a:lnTo>
                  <a:lnTo>
                    <a:pt x="934605" y="17558"/>
                  </a:lnTo>
                  <a:lnTo>
                    <a:pt x="937699" y="26801"/>
                  </a:lnTo>
                  <a:lnTo>
                    <a:pt x="940343" y="29959"/>
                  </a:lnTo>
                  <a:lnTo>
                    <a:pt x="958007" y="33880"/>
                  </a:lnTo>
                  <a:lnTo>
                    <a:pt x="968864" y="40174"/>
                  </a:lnTo>
                  <a:lnTo>
                    <a:pt x="976515" y="38560"/>
                  </a:lnTo>
                  <a:lnTo>
                    <a:pt x="979159" y="35923"/>
                  </a:lnTo>
                  <a:lnTo>
                    <a:pt x="991084" y="36093"/>
                  </a:lnTo>
                  <a:lnTo>
                    <a:pt x="1006611" y="44417"/>
                  </a:lnTo>
                  <a:lnTo>
                    <a:pt x="1009311" y="51952"/>
                  </a:lnTo>
                  <a:lnTo>
                    <a:pt x="1016849" y="48991"/>
                  </a:lnTo>
                  <a:lnTo>
                    <a:pt x="1022081" y="50768"/>
                  </a:lnTo>
                  <a:lnTo>
                    <a:pt x="1026693" y="55668"/>
                  </a:lnTo>
                  <a:lnTo>
                    <a:pt x="1037269" y="62157"/>
                  </a:lnTo>
                  <a:lnTo>
                    <a:pt x="1041376" y="62157"/>
                  </a:lnTo>
                  <a:lnTo>
                    <a:pt x="1056114" y="55077"/>
                  </a:lnTo>
                  <a:lnTo>
                    <a:pt x="1058477" y="55499"/>
                  </a:lnTo>
                  <a:lnTo>
                    <a:pt x="1061458" y="59968"/>
                  </a:lnTo>
                  <a:lnTo>
                    <a:pt x="1081879" y="59378"/>
                  </a:lnTo>
                  <a:lnTo>
                    <a:pt x="1084973" y="64177"/>
                  </a:lnTo>
                  <a:lnTo>
                    <a:pt x="1087841" y="65101"/>
                  </a:lnTo>
                  <a:lnTo>
                    <a:pt x="1101736" y="65018"/>
                  </a:lnTo>
                  <a:lnTo>
                    <a:pt x="1107474" y="63924"/>
                  </a:lnTo>
                  <a:lnTo>
                    <a:pt x="1128120" y="52543"/>
                  </a:lnTo>
                  <a:lnTo>
                    <a:pt x="1135432" y="50684"/>
                  </a:lnTo>
                  <a:lnTo>
                    <a:pt x="1244903" y="115680"/>
                  </a:lnTo>
                  <a:lnTo>
                    <a:pt x="1247884" y="127671"/>
                  </a:lnTo>
                  <a:lnTo>
                    <a:pt x="1254691" y="135851"/>
                  </a:lnTo>
                  <a:lnTo>
                    <a:pt x="1267573" y="132010"/>
                  </a:lnTo>
                  <a:lnTo>
                    <a:pt x="1269486" y="146362"/>
                  </a:lnTo>
                  <a:lnTo>
                    <a:pt x="1272973" y="152696"/>
                  </a:lnTo>
                  <a:lnTo>
                    <a:pt x="1284281" y="151317"/>
                  </a:lnTo>
                  <a:lnTo>
                    <a:pt x="1288837" y="156748"/>
                  </a:lnTo>
                  <a:lnTo>
                    <a:pt x="1285012" y="164752"/>
                  </a:lnTo>
                  <a:lnTo>
                    <a:pt x="1317527" y="185730"/>
                  </a:lnTo>
                  <a:lnTo>
                    <a:pt x="1330465" y="263530"/>
                  </a:lnTo>
                  <a:lnTo>
                    <a:pt x="1322027" y="284948"/>
                  </a:lnTo>
                  <a:lnTo>
                    <a:pt x="1317696" y="304054"/>
                  </a:lnTo>
                  <a:lnTo>
                    <a:pt x="1307626" y="314202"/>
                  </a:lnTo>
                  <a:lnTo>
                    <a:pt x="1301213" y="317780"/>
                  </a:lnTo>
                  <a:lnTo>
                    <a:pt x="1298851" y="324465"/>
                  </a:lnTo>
                  <a:lnTo>
                    <a:pt x="1299076" y="331435"/>
                  </a:lnTo>
                  <a:lnTo>
                    <a:pt x="1302563" y="337406"/>
                  </a:lnTo>
                  <a:lnTo>
                    <a:pt x="1313195" y="344042"/>
                  </a:lnTo>
                  <a:lnTo>
                    <a:pt x="1321071" y="344042"/>
                  </a:lnTo>
                  <a:lnTo>
                    <a:pt x="1357354" y="321579"/>
                  </a:lnTo>
                  <a:lnTo>
                    <a:pt x="1389532" y="314964"/>
                  </a:lnTo>
                  <a:lnTo>
                    <a:pt x="1427391" y="296475"/>
                  </a:lnTo>
                  <a:lnTo>
                    <a:pt x="1430429" y="293866"/>
                  </a:lnTo>
                  <a:lnTo>
                    <a:pt x="1430991" y="290795"/>
                  </a:lnTo>
                  <a:lnTo>
                    <a:pt x="1427728" y="287258"/>
                  </a:lnTo>
                  <a:lnTo>
                    <a:pt x="1426435" y="283485"/>
                  </a:lnTo>
                  <a:lnTo>
                    <a:pt x="1426660" y="276155"/>
                  </a:lnTo>
                  <a:lnTo>
                    <a:pt x="1423172" y="268029"/>
                  </a:lnTo>
                  <a:lnTo>
                    <a:pt x="1437236" y="261199"/>
                  </a:lnTo>
                  <a:lnTo>
                    <a:pt x="1496640" y="261044"/>
                  </a:lnTo>
                  <a:lnTo>
                    <a:pt x="1507779" y="242480"/>
                  </a:lnTo>
                  <a:lnTo>
                    <a:pt x="1517566" y="231735"/>
                  </a:lnTo>
                  <a:lnTo>
                    <a:pt x="1526174" y="226778"/>
                  </a:lnTo>
                  <a:lnTo>
                    <a:pt x="1547944" y="205583"/>
                  </a:lnTo>
                  <a:lnTo>
                    <a:pt x="1560938" y="2012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" name="oPE_MapPart_USA_2_120" descr="Vereinigte Staaten">
              <a:extLst>
                <a:ext uri="{FF2B5EF4-FFF2-40B4-BE49-F238E27FC236}">
                  <a16:creationId xmlns:a16="http://schemas.microsoft.com/office/drawing/2014/main" id="{04C28975-5633-9FF5-0F35-B3100BFA8B46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3706356" y="2883441"/>
              <a:ext cx="1189886" cy="1186351"/>
            </a:xfrm>
            <a:custGeom>
              <a:avLst/>
              <a:gdLst/>
              <a:ahLst/>
              <a:cxnLst/>
              <a:rect l="0" t="0" r="0" b="0"/>
              <a:pathLst>
                <a:path w="1189886" h="1186351">
                  <a:moveTo>
                    <a:pt x="1189548" y="1124934"/>
                  </a:moveTo>
                  <a:lnTo>
                    <a:pt x="1185723" y="1137936"/>
                  </a:lnTo>
                  <a:lnTo>
                    <a:pt x="1189154" y="1157589"/>
                  </a:lnTo>
                  <a:lnTo>
                    <a:pt x="1183642" y="1172458"/>
                  </a:lnTo>
                  <a:lnTo>
                    <a:pt x="1172335" y="1186350"/>
                  </a:lnTo>
                  <a:lnTo>
                    <a:pt x="1163784" y="1184301"/>
                  </a:lnTo>
                  <a:lnTo>
                    <a:pt x="1157596" y="1165282"/>
                  </a:lnTo>
                  <a:lnTo>
                    <a:pt x="1159565" y="1160551"/>
                  </a:lnTo>
                  <a:lnTo>
                    <a:pt x="1166934" y="1156502"/>
                  </a:lnTo>
                  <a:lnTo>
                    <a:pt x="1163559" y="1154424"/>
                  </a:lnTo>
                  <a:lnTo>
                    <a:pt x="1161590" y="1133444"/>
                  </a:lnTo>
                  <a:lnTo>
                    <a:pt x="1155064" y="1120918"/>
                  </a:lnTo>
                  <a:lnTo>
                    <a:pt x="1154671" y="1118807"/>
                  </a:lnTo>
                  <a:lnTo>
                    <a:pt x="1158046" y="1113772"/>
                  </a:lnTo>
                  <a:lnTo>
                    <a:pt x="1134588" y="1125536"/>
                  </a:lnTo>
                  <a:lnTo>
                    <a:pt x="1133238" y="1127842"/>
                  </a:lnTo>
                  <a:lnTo>
                    <a:pt x="1133969" y="1131745"/>
                  </a:lnTo>
                  <a:lnTo>
                    <a:pt x="1129525" y="1143512"/>
                  </a:lnTo>
                  <a:lnTo>
                    <a:pt x="1124125" y="1142617"/>
                  </a:lnTo>
                  <a:lnTo>
                    <a:pt x="1120862" y="1134243"/>
                  </a:lnTo>
                  <a:lnTo>
                    <a:pt x="1121312" y="1132445"/>
                  </a:lnTo>
                  <a:lnTo>
                    <a:pt x="1127613" y="1122626"/>
                  </a:lnTo>
                  <a:lnTo>
                    <a:pt x="1132675" y="1109735"/>
                  </a:lnTo>
                  <a:lnTo>
                    <a:pt x="1141845" y="1107107"/>
                  </a:lnTo>
                  <a:lnTo>
                    <a:pt x="1131325" y="1105184"/>
                  </a:lnTo>
                  <a:lnTo>
                    <a:pt x="1127106" y="1097375"/>
                  </a:lnTo>
                  <a:lnTo>
                    <a:pt x="1122156" y="1095037"/>
                  </a:lnTo>
                  <a:lnTo>
                    <a:pt x="1118274" y="1089436"/>
                  </a:lnTo>
                  <a:lnTo>
                    <a:pt x="1116643" y="1083411"/>
                  </a:lnTo>
                  <a:lnTo>
                    <a:pt x="1112930" y="1082081"/>
                  </a:lnTo>
                  <a:lnTo>
                    <a:pt x="1112592" y="1075420"/>
                  </a:lnTo>
                  <a:lnTo>
                    <a:pt x="1107811" y="1073674"/>
                  </a:lnTo>
                  <a:lnTo>
                    <a:pt x="1102748" y="1068119"/>
                  </a:lnTo>
                  <a:lnTo>
                    <a:pt x="1102073" y="1058830"/>
                  </a:lnTo>
                  <a:lnTo>
                    <a:pt x="1081990" y="1052199"/>
                  </a:lnTo>
                  <a:lnTo>
                    <a:pt x="1082947" y="1042631"/>
                  </a:lnTo>
                  <a:lnTo>
                    <a:pt x="1079740" y="1029981"/>
                  </a:lnTo>
                  <a:lnTo>
                    <a:pt x="1076309" y="1024942"/>
                  </a:lnTo>
                  <a:lnTo>
                    <a:pt x="1079234" y="1021787"/>
                  </a:lnTo>
                  <a:lnTo>
                    <a:pt x="1092904" y="1029352"/>
                  </a:lnTo>
                  <a:lnTo>
                    <a:pt x="1080472" y="1017150"/>
                  </a:lnTo>
                  <a:lnTo>
                    <a:pt x="1079853" y="1013772"/>
                  </a:lnTo>
                  <a:lnTo>
                    <a:pt x="1080584" y="1010917"/>
                  </a:lnTo>
                  <a:lnTo>
                    <a:pt x="1090485" y="1011128"/>
                  </a:lnTo>
                  <a:lnTo>
                    <a:pt x="1079065" y="1008376"/>
                  </a:lnTo>
                  <a:lnTo>
                    <a:pt x="1076027" y="1013243"/>
                  </a:lnTo>
                  <a:lnTo>
                    <a:pt x="1074002" y="1013032"/>
                  </a:lnTo>
                  <a:lnTo>
                    <a:pt x="1064326" y="999672"/>
                  </a:lnTo>
                  <a:lnTo>
                    <a:pt x="1063876" y="986762"/>
                  </a:lnTo>
                  <a:lnTo>
                    <a:pt x="1069165" y="973126"/>
                  </a:lnTo>
                  <a:lnTo>
                    <a:pt x="1067083" y="974310"/>
                  </a:lnTo>
                  <a:lnTo>
                    <a:pt x="1058814" y="990077"/>
                  </a:lnTo>
                  <a:lnTo>
                    <a:pt x="1041037" y="977000"/>
                  </a:lnTo>
                  <a:lnTo>
                    <a:pt x="1035862" y="965464"/>
                  </a:lnTo>
                  <a:lnTo>
                    <a:pt x="1035187" y="959617"/>
                  </a:lnTo>
                  <a:lnTo>
                    <a:pt x="1029955" y="953646"/>
                  </a:lnTo>
                  <a:lnTo>
                    <a:pt x="1027255" y="939464"/>
                  </a:lnTo>
                  <a:lnTo>
                    <a:pt x="1023711" y="929479"/>
                  </a:lnTo>
                  <a:lnTo>
                    <a:pt x="1022699" y="918451"/>
                  </a:lnTo>
                  <a:lnTo>
                    <a:pt x="1021180" y="924634"/>
                  </a:lnTo>
                  <a:lnTo>
                    <a:pt x="1018930" y="925295"/>
                  </a:lnTo>
                  <a:lnTo>
                    <a:pt x="1021573" y="931458"/>
                  </a:lnTo>
                  <a:lnTo>
                    <a:pt x="1018367" y="931787"/>
                  </a:lnTo>
                  <a:lnTo>
                    <a:pt x="1021967" y="938807"/>
                  </a:lnTo>
                  <a:lnTo>
                    <a:pt x="1032149" y="983656"/>
                  </a:lnTo>
                  <a:lnTo>
                    <a:pt x="1031249" y="989329"/>
                  </a:lnTo>
                  <a:lnTo>
                    <a:pt x="1024611" y="988794"/>
                  </a:lnTo>
                  <a:lnTo>
                    <a:pt x="1019998" y="981618"/>
                  </a:lnTo>
                  <a:lnTo>
                    <a:pt x="1016173" y="979472"/>
                  </a:lnTo>
                  <a:lnTo>
                    <a:pt x="1005991" y="980116"/>
                  </a:lnTo>
                  <a:lnTo>
                    <a:pt x="1007116" y="969568"/>
                  </a:lnTo>
                  <a:lnTo>
                    <a:pt x="1001435" y="954842"/>
                  </a:lnTo>
                  <a:lnTo>
                    <a:pt x="1008241" y="950273"/>
                  </a:lnTo>
                  <a:lnTo>
                    <a:pt x="1002278" y="951688"/>
                  </a:lnTo>
                  <a:lnTo>
                    <a:pt x="998115" y="941215"/>
                  </a:lnTo>
                  <a:lnTo>
                    <a:pt x="998903" y="954950"/>
                  </a:lnTo>
                  <a:lnTo>
                    <a:pt x="995753" y="958316"/>
                  </a:lnTo>
                  <a:lnTo>
                    <a:pt x="988721" y="953429"/>
                  </a:lnTo>
                  <a:lnTo>
                    <a:pt x="985121" y="947658"/>
                  </a:lnTo>
                  <a:lnTo>
                    <a:pt x="971507" y="942745"/>
                  </a:lnTo>
                  <a:lnTo>
                    <a:pt x="973195" y="947985"/>
                  </a:lnTo>
                  <a:lnTo>
                    <a:pt x="969707" y="951688"/>
                  </a:lnTo>
                  <a:lnTo>
                    <a:pt x="975333" y="951253"/>
                  </a:lnTo>
                  <a:lnTo>
                    <a:pt x="983602" y="955602"/>
                  </a:lnTo>
                  <a:lnTo>
                    <a:pt x="990015" y="962218"/>
                  </a:lnTo>
                  <a:lnTo>
                    <a:pt x="987709" y="967193"/>
                  </a:lnTo>
                  <a:lnTo>
                    <a:pt x="995809" y="968056"/>
                  </a:lnTo>
                  <a:lnTo>
                    <a:pt x="1000872" y="977000"/>
                  </a:lnTo>
                  <a:lnTo>
                    <a:pt x="1000253" y="982262"/>
                  </a:lnTo>
                  <a:lnTo>
                    <a:pt x="988384" y="984513"/>
                  </a:lnTo>
                  <a:lnTo>
                    <a:pt x="983827" y="989436"/>
                  </a:lnTo>
                  <a:lnTo>
                    <a:pt x="954575" y="969353"/>
                  </a:lnTo>
                  <a:lnTo>
                    <a:pt x="939443" y="947658"/>
                  </a:lnTo>
                  <a:lnTo>
                    <a:pt x="929317" y="938807"/>
                  </a:lnTo>
                  <a:lnTo>
                    <a:pt x="923523" y="937054"/>
                  </a:lnTo>
                  <a:lnTo>
                    <a:pt x="922791" y="936177"/>
                  </a:lnTo>
                  <a:lnTo>
                    <a:pt x="924198" y="933983"/>
                  </a:lnTo>
                  <a:lnTo>
                    <a:pt x="912666" y="929699"/>
                  </a:lnTo>
                  <a:lnTo>
                    <a:pt x="884876" y="911806"/>
                  </a:lnTo>
                  <a:lnTo>
                    <a:pt x="884089" y="910696"/>
                  </a:lnTo>
                  <a:lnTo>
                    <a:pt x="889939" y="906697"/>
                  </a:lnTo>
                  <a:lnTo>
                    <a:pt x="893033" y="901240"/>
                  </a:lnTo>
                  <a:lnTo>
                    <a:pt x="890839" y="891966"/>
                  </a:lnTo>
                  <a:lnTo>
                    <a:pt x="893033" y="885348"/>
                  </a:lnTo>
                  <a:lnTo>
                    <a:pt x="895114" y="885235"/>
                  </a:lnTo>
                  <a:lnTo>
                    <a:pt x="898715" y="890173"/>
                  </a:lnTo>
                  <a:lnTo>
                    <a:pt x="900065" y="906697"/>
                  </a:lnTo>
                  <a:lnTo>
                    <a:pt x="902146" y="893757"/>
                  </a:lnTo>
                  <a:lnTo>
                    <a:pt x="909403" y="892749"/>
                  </a:lnTo>
                  <a:lnTo>
                    <a:pt x="901471" y="889164"/>
                  </a:lnTo>
                  <a:lnTo>
                    <a:pt x="895564" y="881749"/>
                  </a:lnTo>
                  <a:lnTo>
                    <a:pt x="892808" y="881411"/>
                  </a:lnTo>
                  <a:lnTo>
                    <a:pt x="880376" y="894652"/>
                  </a:lnTo>
                  <a:lnTo>
                    <a:pt x="864681" y="900460"/>
                  </a:lnTo>
                  <a:lnTo>
                    <a:pt x="851461" y="898117"/>
                  </a:lnTo>
                  <a:lnTo>
                    <a:pt x="833797" y="888603"/>
                  </a:lnTo>
                  <a:lnTo>
                    <a:pt x="837510" y="882199"/>
                  </a:lnTo>
                  <a:lnTo>
                    <a:pt x="836273" y="877355"/>
                  </a:lnTo>
                  <a:lnTo>
                    <a:pt x="833797" y="875098"/>
                  </a:lnTo>
                  <a:lnTo>
                    <a:pt x="832560" y="881299"/>
                  </a:lnTo>
                  <a:lnTo>
                    <a:pt x="825584" y="884336"/>
                  </a:lnTo>
                  <a:lnTo>
                    <a:pt x="798132" y="877129"/>
                  </a:lnTo>
                  <a:lnTo>
                    <a:pt x="785757" y="876453"/>
                  </a:lnTo>
                  <a:lnTo>
                    <a:pt x="748179" y="881524"/>
                  </a:lnTo>
                  <a:lnTo>
                    <a:pt x="747785" y="879610"/>
                  </a:lnTo>
                  <a:lnTo>
                    <a:pt x="750035" y="877242"/>
                  </a:lnTo>
                  <a:lnTo>
                    <a:pt x="746997" y="873065"/>
                  </a:lnTo>
                  <a:lnTo>
                    <a:pt x="732709" y="868425"/>
                  </a:lnTo>
                  <a:lnTo>
                    <a:pt x="724608" y="861390"/>
                  </a:lnTo>
                  <a:lnTo>
                    <a:pt x="727027" y="848849"/>
                  </a:lnTo>
                  <a:lnTo>
                    <a:pt x="731190" y="840254"/>
                  </a:lnTo>
                  <a:lnTo>
                    <a:pt x="713808" y="858547"/>
                  </a:lnTo>
                  <a:lnTo>
                    <a:pt x="693444" y="852391"/>
                  </a:lnTo>
                  <a:lnTo>
                    <a:pt x="700419" y="841402"/>
                  </a:lnTo>
                  <a:lnTo>
                    <a:pt x="685624" y="840829"/>
                  </a:lnTo>
                  <a:lnTo>
                    <a:pt x="684612" y="836001"/>
                  </a:lnTo>
                  <a:lnTo>
                    <a:pt x="682418" y="835195"/>
                  </a:lnTo>
                  <a:lnTo>
                    <a:pt x="674542" y="838186"/>
                  </a:lnTo>
                  <a:lnTo>
                    <a:pt x="672461" y="836461"/>
                  </a:lnTo>
                  <a:lnTo>
                    <a:pt x="678030" y="831162"/>
                  </a:lnTo>
                  <a:lnTo>
                    <a:pt x="671448" y="827352"/>
                  </a:lnTo>
                  <a:lnTo>
                    <a:pt x="670323" y="825618"/>
                  </a:lnTo>
                  <a:lnTo>
                    <a:pt x="670436" y="819479"/>
                  </a:lnTo>
                  <a:lnTo>
                    <a:pt x="671560" y="815531"/>
                  </a:lnTo>
                  <a:lnTo>
                    <a:pt x="681405" y="811808"/>
                  </a:lnTo>
                  <a:lnTo>
                    <a:pt x="678255" y="810293"/>
                  </a:lnTo>
                  <a:lnTo>
                    <a:pt x="672067" y="810759"/>
                  </a:lnTo>
                  <a:lnTo>
                    <a:pt x="659635" y="820407"/>
                  </a:lnTo>
                  <a:lnTo>
                    <a:pt x="652941" y="819246"/>
                  </a:lnTo>
                  <a:lnTo>
                    <a:pt x="647765" y="824576"/>
                  </a:lnTo>
                  <a:lnTo>
                    <a:pt x="641296" y="819362"/>
                  </a:lnTo>
                  <a:lnTo>
                    <a:pt x="638540" y="824808"/>
                  </a:lnTo>
                  <a:lnTo>
                    <a:pt x="633814" y="826427"/>
                  </a:lnTo>
                  <a:lnTo>
                    <a:pt x="631170" y="826080"/>
                  </a:lnTo>
                  <a:lnTo>
                    <a:pt x="627626" y="821102"/>
                  </a:lnTo>
                  <a:lnTo>
                    <a:pt x="635558" y="804809"/>
                  </a:lnTo>
                  <a:lnTo>
                    <a:pt x="626220" y="813670"/>
                  </a:lnTo>
                  <a:lnTo>
                    <a:pt x="617107" y="815182"/>
                  </a:lnTo>
                  <a:lnTo>
                    <a:pt x="615419" y="818550"/>
                  </a:lnTo>
                  <a:lnTo>
                    <a:pt x="621270" y="817041"/>
                  </a:lnTo>
                  <a:lnTo>
                    <a:pt x="616994" y="828391"/>
                  </a:lnTo>
                  <a:lnTo>
                    <a:pt x="610356" y="831738"/>
                  </a:lnTo>
                  <a:lnTo>
                    <a:pt x="619413" y="838301"/>
                  </a:lnTo>
                  <a:lnTo>
                    <a:pt x="618907" y="844040"/>
                  </a:lnTo>
                  <a:lnTo>
                    <a:pt x="617219" y="846561"/>
                  </a:lnTo>
                  <a:lnTo>
                    <a:pt x="611875" y="846904"/>
                  </a:lnTo>
                  <a:lnTo>
                    <a:pt x="607769" y="851706"/>
                  </a:lnTo>
                  <a:lnTo>
                    <a:pt x="624082" y="846217"/>
                  </a:lnTo>
                  <a:lnTo>
                    <a:pt x="628920" y="851934"/>
                  </a:lnTo>
                  <a:lnTo>
                    <a:pt x="622114" y="857750"/>
                  </a:lnTo>
                  <a:lnTo>
                    <a:pt x="621045" y="862186"/>
                  </a:lnTo>
                  <a:lnTo>
                    <a:pt x="621607" y="871934"/>
                  </a:lnTo>
                  <a:lnTo>
                    <a:pt x="617388" y="874872"/>
                  </a:lnTo>
                  <a:lnTo>
                    <a:pt x="614294" y="883212"/>
                  </a:lnTo>
                  <a:lnTo>
                    <a:pt x="604337" y="885797"/>
                  </a:lnTo>
                  <a:lnTo>
                    <a:pt x="592749" y="880398"/>
                  </a:lnTo>
                  <a:lnTo>
                    <a:pt x="588192" y="882649"/>
                  </a:lnTo>
                  <a:lnTo>
                    <a:pt x="584198" y="875888"/>
                  </a:lnTo>
                  <a:lnTo>
                    <a:pt x="577841" y="896776"/>
                  </a:lnTo>
                  <a:lnTo>
                    <a:pt x="574241" y="887481"/>
                  </a:lnTo>
                  <a:lnTo>
                    <a:pt x="571710" y="891518"/>
                  </a:lnTo>
                  <a:lnTo>
                    <a:pt x="572103" y="898005"/>
                  </a:lnTo>
                  <a:lnTo>
                    <a:pt x="565128" y="895882"/>
                  </a:lnTo>
                  <a:lnTo>
                    <a:pt x="566309" y="901798"/>
                  </a:lnTo>
                  <a:lnTo>
                    <a:pt x="559109" y="909364"/>
                  </a:lnTo>
                  <a:lnTo>
                    <a:pt x="554721" y="908475"/>
                  </a:lnTo>
                  <a:lnTo>
                    <a:pt x="550108" y="911362"/>
                  </a:lnTo>
                  <a:lnTo>
                    <a:pt x="546283" y="909586"/>
                  </a:lnTo>
                  <a:lnTo>
                    <a:pt x="545833" y="914798"/>
                  </a:lnTo>
                  <a:lnTo>
                    <a:pt x="536045" y="928929"/>
                  </a:lnTo>
                  <a:lnTo>
                    <a:pt x="528338" y="925736"/>
                  </a:lnTo>
                  <a:lnTo>
                    <a:pt x="528675" y="929699"/>
                  </a:lnTo>
                  <a:lnTo>
                    <a:pt x="510955" y="932556"/>
                  </a:lnTo>
                  <a:lnTo>
                    <a:pt x="504374" y="927938"/>
                  </a:lnTo>
                  <a:lnTo>
                    <a:pt x="506399" y="920551"/>
                  </a:lnTo>
                  <a:lnTo>
                    <a:pt x="521531" y="912471"/>
                  </a:lnTo>
                  <a:lnTo>
                    <a:pt x="532557" y="896664"/>
                  </a:lnTo>
                  <a:lnTo>
                    <a:pt x="531207" y="895659"/>
                  </a:lnTo>
                  <a:lnTo>
                    <a:pt x="519956" y="904249"/>
                  </a:lnTo>
                  <a:lnTo>
                    <a:pt x="510168" y="901129"/>
                  </a:lnTo>
                  <a:lnTo>
                    <a:pt x="507355" y="896106"/>
                  </a:lnTo>
                  <a:lnTo>
                    <a:pt x="511068" y="883212"/>
                  </a:lnTo>
                  <a:lnTo>
                    <a:pt x="521644" y="865251"/>
                  </a:lnTo>
                  <a:lnTo>
                    <a:pt x="524232" y="853190"/>
                  </a:lnTo>
                  <a:lnTo>
                    <a:pt x="522881" y="836806"/>
                  </a:lnTo>
                  <a:lnTo>
                    <a:pt x="551514" y="817505"/>
                  </a:lnTo>
                  <a:lnTo>
                    <a:pt x="561753" y="823303"/>
                  </a:lnTo>
                  <a:lnTo>
                    <a:pt x="576772" y="822145"/>
                  </a:lnTo>
                  <a:lnTo>
                    <a:pt x="594211" y="827005"/>
                  </a:lnTo>
                  <a:lnTo>
                    <a:pt x="592074" y="823187"/>
                  </a:lnTo>
                  <a:lnTo>
                    <a:pt x="578010" y="819479"/>
                  </a:lnTo>
                  <a:lnTo>
                    <a:pt x="563609" y="807962"/>
                  </a:lnTo>
                  <a:lnTo>
                    <a:pt x="567547" y="805276"/>
                  </a:lnTo>
                  <a:lnTo>
                    <a:pt x="573510" y="795440"/>
                  </a:lnTo>
                  <a:lnTo>
                    <a:pt x="586223" y="786736"/>
                  </a:lnTo>
                  <a:lnTo>
                    <a:pt x="582960" y="786500"/>
                  </a:lnTo>
                  <a:lnTo>
                    <a:pt x="574804" y="788503"/>
                  </a:lnTo>
                  <a:lnTo>
                    <a:pt x="566028" y="800950"/>
                  </a:lnTo>
                  <a:lnTo>
                    <a:pt x="550558" y="802237"/>
                  </a:lnTo>
                  <a:lnTo>
                    <a:pt x="547577" y="799193"/>
                  </a:lnTo>
                  <a:lnTo>
                    <a:pt x="535707" y="806211"/>
                  </a:lnTo>
                  <a:lnTo>
                    <a:pt x="529351" y="813437"/>
                  </a:lnTo>
                  <a:lnTo>
                    <a:pt x="511068" y="824808"/>
                  </a:lnTo>
                  <a:lnTo>
                    <a:pt x="509493" y="829777"/>
                  </a:lnTo>
                  <a:lnTo>
                    <a:pt x="510561" y="834734"/>
                  </a:lnTo>
                  <a:lnTo>
                    <a:pt x="502911" y="839450"/>
                  </a:lnTo>
                  <a:lnTo>
                    <a:pt x="494304" y="849192"/>
                  </a:lnTo>
                  <a:lnTo>
                    <a:pt x="493235" y="853989"/>
                  </a:lnTo>
                  <a:lnTo>
                    <a:pt x="494642" y="856725"/>
                  </a:lnTo>
                  <a:lnTo>
                    <a:pt x="491266" y="861390"/>
                  </a:lnTo>
                  <a:lnTo>
                    <a:pt x="482322" y="867519"/>
                  </a:lnTo>
                  <a:lnTo>
                    <a:pt x="470734" y="863890"/>
                  </a:lnTo>
                  <a:lnTo>
                    <a:pt x="481984" y="874647"/>
                  </a:lnTo>
                  <a:lnTo>
                    <a:pt x="483053" y="877242"/>
                  </a:lnTo>
                  <a:lnTo>
                    <a:pt x="482153" y="882649"/>
                  </a:lnTo>
                  <a:lnTo>
                    <a:pt x="479059" y="887481"/>
                  </a:lnTo>
                  <a:lnTo>
                    <a:pt x="464939" y="892301"/>
                  </a:lnTo>
                  <a:lnTo>
                    <a:pt x="470734" y="895323"/>
                  </a:lnTo>
                  <a:lnTo>
                    <a:pt x="468596" y="900571"/>
                  </a:lnTo>
                  <a:lnTo>
                    <a:pt x="460158" y="903692"/>
                  </a:lnTo>
                  <a:lnTo>
                    <a:pt x="460046" y="899344"/>
                  </a:lnTo>
                  <a:lnTo>
                    <a:pt x="458583" y="898675"/>
                  </a:lnTo>
                  <a:lnTo>
                    <a:pt x="451101" y="904471"/>
                  </a:lnTo>
                  <a:lnTo>
                    <a:pt x="452451" y="906474"/>
                  </a:lnTo>
                  <a:lnTo>
                    <a:pt x="448007" y="912915"/>
                  </a:lnTo>
                  <a:lnTo>
                    <a:pt x="437488" y="921876"/>
                  </a:lnTo>
                  <a:lnTo>
                    <a:pt x="438162" y="923531"/>
                  </a:lnTo>
                  <a:lnTo>
                    <a:pt x="434675" y="934642"/>
                  </a:lnTo>
                  <a:lnTo>
                    <a:pt x="458470" y="946458"/>
                  </a:lnTo>
                  <a:lnTo>
                    <a:pt x="461283" y="951035"/>
                  </a:lnTo>
                  <a:lnTo>
                    <a:pt x="457851" y="958859"/>
                  </a:lnTo>
                  <a:lnTo>
                    <a:pt x="452226" y="964923"/>
                  </a:lnTo>
                  <a:lnTo>
                    <a:pt x="444576" y="968921"/>
                  </a:lnTo>
                  <a:lnTo>
                    <a:pt x="439625" y="974634"/>
                  </a:lnTo>
                  <a:lnTo>
                    <a:pt x="437600" y="982262"/>
                  </a:lnTo>
                  <a:lnTo>
                    <a:pt x="431243" y="985905"/>
                  </a:lnTo>
                  <a:lnTo>
                    <a:pt x="433775" y="986762"/>
                  </a:lnTo>
                  <a:lnTo>
                    <a:pt x="432537" y="994453"/>
                  </a:lnTo>
                  <a:lnTo>
                    <a:pt x="422411" y="996904"/>
                  </a:lnTo>
                  <a:lnTo>
                    <a:pt x="421961" y="1000629"/>
                  </a:lnTo>
                  <a:lnTo>
                    <a:pt x="408798" y="1002967"/>
                  </a:lnTo>
                  <a:lnTo>
                    <a:pt x="404410" y="1010811"/>
                  </a:lnTo>
                  <a:lnTo>
                    <a:pt x="390571" y="1019575"/>
                  </a:lnTo>
                  <a:lnTo>
                    <a:pt x="384721" y="1029247"/>
                  </a:lnTo>
                  <a:lnTo>
                    <a:pt x="377746" y="1030610"/>
                  </a:lnTo>
                  <a:lnTo>
                    <a:pt x="376058" y="1036263"/>
                  </a:lnTo>
                  <a:lnTo>
                    <a:pt x="370208" y="1036159"/>
                  </a:lnTo>
                  <a:lnTo>
                    <a:pt x="364132" y="1041276"/>
                  </a:lnTo>
                  <a:lnTo>
                    <a:pt x="362951" y="1044194"/>
                  </a:lnTo>
                  <a:lnTo>
                    <a:pt x="365257" y="1050331"/>
                  </a:lnTo>
                  <a:lnTo>
                    <a:pt x="358113" y="1061517"/>
                  </a:lnTo>
                  <a:lnTo>
                    <a:pt x="353388" y="1061724"/>
                  </a:lnTo>
                  <a:lnTo>
                    <a:pt x="342137" y="1072030"/>
                  </a:lnTo>
                  <a:lnTo>
                    <a:pt x="332742" y="1074085"/>
                  </a:lnTo>
                  <a:lnTo>
                    <a:pt x="328411" y="1082899"/>
                  </a:lnTo>
                  <a:lnTo>
                    <a:pt x="319354" y="1082286"/>
                  </a:lnTo>
                  <a:lnTo>
                    <a:pt x="314404" y="1085353"/>
                  </a:lnTo>
                  <a:lnTo>
                    <a:pt x="312829" y="1087600"/>
                  </a:lnTo>
                  <a:lnTo>
                    <a:pt x="317441" y="1089436"/>
                  </a:lnTo>
                  <a:lnTo>
                    <a:pt x="302309" y="1094223"/>
                  </a:lnTo>
                  <a:lnTo>
                    <a:pt x="297977" y="1101131"/>
                  </a:lnTo>
                  <a:lnTo>
                    <a:pt x="303209" y="1101740"/>
                  </a:lnTo>
                  <a:lnTo>
                    <a:pt x="306641" y="1107713"/>
                  </a:lnTo>
                  <a:lnTo>
                    <a:pt x="300396" y="1114477"/>
                  </a:lnTo>
                  <a:lnTo>
                    <a:pt x="298877" y="1114679"/>
                  </a:lnTo>
                  <a:lnTo>
                    <a:pt x="298315" y="1109331"/>
                  </a:lnTo>
                  <a:lnTo>
                    <a:pt x="296796" y="1108320"/>
                  </a:lnTo>
                  <a:lnTo>
                    <a:pt x="290552" y="1119411"/>
                  </a:lnTo>
                  <a:lnTo>
                    <a:pt x="267656" y="1129244"/>
                  </a:lnTo>
                  <a:lnTo>
                    <a:pt x="266250" y="1135641"/>
                  </a:lnTo>
                  <a:lnTo>
                    <a:pt x="263381" y="1139530"/>
                  </a:lnTo>
                  <a:lnTo>
                    <a:pt x="262819" y="1128443"/>
                  </a:lnTo>
                  <a:lnTo>
                    <a:pt x="259893" y="1127541"/>
                  </a:lnTo>
                  <a:lnTo>
                    <a:pt x="241105" y="1139032"/>
                  </a:lnTo>
                  <a:lnTo>
                    <a:pt x="237167" y="1144407"/>
                  </a:lnTo>
                  <a:lnTo>
                    <a:pt x="231429" y="1144208"/>
                  </a:lnTo>
                  <a:lnTo>
                    <a:pt x="228672" y="1147387"/>
                  </a:lnTo>
                  <a:lnTo>
                    <a:pt x="224735" y="1145699"/>
                  </a:lnTo>
                  <a:lnTo>
                    <a:pt x="215959" y="1152543"/>
                  </a:lnTo>
                  <a:lnTo>
                    <a:pt x="207014" y="1152940"/>
                  </a:lnTo>
                  <a:lnTo>
                    <a:pt x="206621" y="1148380"/>
                  </a:lnTo>
                  <a:lnTo>
                    <a:pt x="208590" y="1144507"/>
                  </a:lnTo>
                  <a:lnTo>
                    <a:pt x="215171" y="1144009"/>
                  </a:lnTo>
                  <a:lnTo>
                    <a:pt x="210334" y="1140228"/>
                  </a:lnTo>
                  <a:lnTo>
                    <a:pt x="205327" y="1139929"/>
                  </a:lnTo>
                  <a:lnTo>
                    <a:pt x="201052" y="1142915"/>
                  </a:lnTo>
                  <a:lnTo>
                    <a:pt x="198351" y="1152444"/>
                  </a:lnTo>
                  <a:lnTo>
                    <a:pt x="187945" y="1166267"/>
                  </a:lnTo>
                  <a:lnTo>
                    <a:pt x="185019" y="1166070"/>
                  </a:lnTo>
                  <a:lnTo>
                    <a:pt x="178156" y="1170986"/>
                  </a:lnTo>
                  <a:lnTo>
                    <a:pt x="175962" y="1169610"/>
                  </a:lnTo>
                  <a:lnTo>
                    <a:pt x="177369" y="1168038"/>
                  </a:lnTo>
                  <a:lnTo>
                    <a:pt x="174781" y="1162524"/>
                  </a:lnTo>
                  <a:lnTo>
                    <a:pt x="170562" y="1160353"/>
                  </a:lnTo>
                  <a:lnTo>
                    <a:pt x="170900" y="1171771"/>
                  </a:lnTo>
                  <a:lnTo>
                    <a:pt x="169156" y="1174028"/>
                  </a:lnTo>
                  <a:lnTo>
                    <a:pt x="163193" y="1176381"/>
                  </a:lnTo>
                  <a:lnTo>
                    <a:pt x="159143" y="1171379"/>
                  </a:lnTo>
                  <a:lnTo>
                    <a:pt x="155261" y="1170396"/>
                  </a:lnTo>
                  <a:lnTo>
                    <a:pt x="154923" y="1178437"/>
                  </a:lnTo>
                  <a:lnTo>
                    <a:pt x="148510" y="1182641"/>
                  </a:lnTo>
                  <a:lnTo>
                    <a:pt x="150311" y="1167251"/>
                  </a:lnTo>
                  <a:lnTo>
                    <a:pt x="155430" y="1163312"/>
                  </a:lnTo>
                  <a:lnTo>
                    <a:pt x="161899" y="1163214"/>
                  </a:lnTo>
                  <a:lnTo>
                    <a:pt x="185357" y="1134343"/>
                  </a:lnTo>
                  <a:lnTo>
                    <a:pt x="199702" y="1123831"/>
                  </a:lnTo>
                  <a:lnTo>
                    <a:pt x="214778" y="1117499"/>
                  </a:lnTo>
                  <a:lnTo>
                    <a:pt x="215903" y="1117902"/>
                  </a:lnTo>
                  <a:lnTo>
                    <a:pt x="214553" y="1119913"/>
                  </a:lnTo>
                  <a:lnTo>
                    <a:pt x="215509" y="1121220"/>
                  </a:lnTo>
                  <a:lnTo>
                    <a:pt x="224678" y="1119008"/>
                  </a:lnTo>
                  <a:lnTo>
                    <a:pt x="224566" y="1121923"/>
                  </a:lnTo>
                  <a:lnTo>
                    <a:pt x="221359" y="1125035"/>
                  </a:lnTo>
                  <a:lnTo>
                    <a:pt x="227660" y="1132345"/>
                  </a:lnTo>
                  <a:lnTo>
                    <a:pt x="229460" y="1131445"/>
                  </a:lnTo>
                  <a:lnTo>
                    <a:pt x="229066" y="1126840"/>
                  </a:lnTo>
                  <a:lnTo>
                    <a:pt x="230697" y="1125938"/>
                  </a:lnTo>
                  <a:lnTo>
                    <a:pt x="243636" y="1129544"/>
                  </a:lnTo>
                  <a:lnTo>
                    <a:pt x="244311" y="1128042"/>
                  </a:lnTo>
                  <a:lnTo>
                    <a:pt x="243130" y="1126238"/>
                  </a:lnTo>
                  <a:lnTo>
                    <a:pt x="237785" y="1122325"/>
                  </a:lnTo>
                  <a:lnTo>
                    <a:pt x="235929" y="1118304"/>
                  </a:lnTo>
                  <a:lnTo>
                    <a:pt x="243298" y="1101030"/>
                  </a:lnTo>
                  <a:lnTo>
                    <a:pt x="259500" y="1087089"/>
                  </a:lnTo>
                  <a:lnTo>
                    <a:pt x="275138" y="1079829"/>
                  </a:lnTo>
                  <a:lnTo>
                    <a:pt x="286558" y="1068840"/>
                  </a:lnTo>
                  <a:lnTo>
                    <a:pt x="287289" y="1072544"/>
                  </a:lnTo>
                  <a:lnTo>
                    <a:pt x="294152" y="1073776"/>
                  </a:lnTo>
                  <a:lnTo>
                    <a:pt x="294602" y="1059760"/>
                  </a:lnTo>
                  <a:lnTo>
                    <a:pt x="305234" y="1044923"/>
                  </a:lnTo>
                  <a:lnTo>
                    <a:pt x="320085" y="1031553"/>
                  </a:lnTo>
                  <a:lnTo>
                    <a:pt x="323460" y="1030401"/>
                  </a:lnTo>
                  <a:lnTo>
                    <a:pt x="329761" y="1034171"/>
                  </a:lnTo>
                  <a:lnTo>
                    <a:pt x="332067" y="1032811"/>
                  </a:lnTo>
                  <a:lnTo>
                    <a:pt x="328636" y="1030820"/>
                  </a:lnTo>
                  <a:lnTo>
                    <a:pt x="324698" y="1022734"/>
                  </a:lnTo>
                  <a:lnTo>
                    <a:pt x="327398" y="1000947"/>
                  </a:lnTo>
                  <a:lnTo>
                    <a:pt x="329142" y="995626"/>
                  </a:lnTo>
                  <a:lnTo>
                    <a:pt x="340449" y="992426"/>
                  </a:lnTo>
                  <a:lnTo>
                    <a:pt x="331224" y="988901"/>
                  </a:lnTo>
                  <a:lnTo>
                    <a:pt x="330155" y="978934"/>
                  </a:lnTo>
                  <a:lnTo>
                    <a:pt x="332124" y="973987"/>
                  </a:lnTo>
                  <a:lnTo>
                    <a:pt x="339380" y="965788"/>
                  </a:lnTo>
                  <a:lnTo>
                    <a:pt x="347312" y="960051"/>
                  </a:lnTo>
                  <a:lnTo>
                    <a:pt x="345231" y="957882"/>
                  </a:lnTo>
                  <a:lnTo>
                    <a:pt x="352488" y="935958"/>
                  </a:lnTo>
                  <a:lnTo>
                    <a:pt x="342081" y="951471"/>
                  </a:lnTo>
                  <a:lnTo>
                    <a:pt x="309285" y="967409"/>
                  </a:lnTo>
                  <a:lnTo>
                    <a:pt x="305797" y="965680"/>
                  </a:lnTo>
                  <a:lnTo>
                    <a:pt x="299553" y="953103"/>
                  </a:lnTo>
                  <a:lnTo>
                    <a:pt x="301971" y="944166"/>
                  </a:lnTo>
                  <a:lnTo>
                    <a:pt x="312716" y="945476"/>
                  </a:lnTo>
                  <a:lnTo>
                    <a:pt x="302028" y="938588"/>
                  </a:lnTo>
                  <a:lnTo>
                    <a:pt x="299159" y="939683"/>
                  </a:lnTo>
                  <a:lnTo>
                    <a:pt x="294040" y="948312"/>
                  </a:lnTo>
                  <a:lnTo>
                    <a:pt x="289989" y="945694"/>
                  </a:lnTo>
                  <a:lnTo>
                    <a:pt x="291002" y="949946"/>
                  </a:lnTo>
                  <a:lnTo>
                    <a:pt x="288358" y="961027"/>
                  </a:lnTo>
                  <a:lnTo>
                    <a:pt x="291114" y="973018"/>
                  </a:lnTo>
                  <a:lnTo>
                    <a:pt x="290608" y="977753"/>
                  </a:lnTo>
                  <a:lnTo>
                    <a:pt x="285545" y="979901"/>
                  </a:lnTo>
                  <a:lnTo>
                    <a:pt x="281439" y="976032"/>
                  </a:lnTo>
                  <a:lnTo>
                    <a:pt x="269794" y="956580"/>
                  </a:lnTo>
                  <a:lnTo>
                    <a:pt x="263044" y="949511"/>
                  </a:lnTo>
                  <a:lnTo>
                    <a:pt x="255224" y="954950"/>
                  </a:lnTo>
                  <a:lnTo>
                    <a:pt x="247968" y="949729"/>
                  </a:lnTo>
                  <a:lnTo>
                    <a:pt x="241386" y="940996"/>
                  </a:lnTo>
                  <a:lnTo>
                    <a:pt x="227210" y="951906"/>
                  </a:lnTo>
                  <a:lnTo>
                    <a:pt x="213765" y="956254"/>
                  </a:lnTo>
                  <a:lnTo>
                    <a:pt x="210221" y="964058"/>
                  </a:lnTo>
                  <a:lnTo>
                    <a:pt x="197901" y="967517"/>
                  </a:lnTo>
                  <a:lnTo>
                    <a:pt x="185694" y="965572"/>
                  </a:lnTo>
                  <a:lnTo>
                    <a:pt x="194751" y="961135"/>
                  </a:lnTo>
                  <a:lnTo>
                    <a:pt x="198858" y="956580"/>
                  </a:lnTo>
                  <a:lnTo>
                    <a:pt x="196832" y="943073"/>
                  </a:lnTo>
                  <a:lnTo>
                    <a:pt x="201389" y="937383"/>
                  </a:lnTo>
                  <a:lnTo>
                    <a:pt x="193682" y="939464"/>
                  </a:lnTo>
                  <a:lnTo>
                    <a:pt x="190870" y="935191"/>
                  </a:lnTo>
                  <a:lnTo>
                    <a:pt x="189520" y="926727"/>
                  </a:lnTo>
                  <a:lnTo>
                    <a:pt x="194245" y="917898"/>
                  </a:lnTo>
                  <a:lnTo>
                    <a:pt x="195595" y="908031"/>
                  </a:lnTo>
                  <a:lnTo>
                    <a:pt x="185919" y="883774"/>
                  </a:lnTo>
                  <a:lnTo>
                    <a:pt x="182657" y="871369"/>
                  </a:lnTo>
                  <a:lnTo>
                    <a:pt x="177088" y="864684"/>
                  </a:lnTo>
                  <a:lnTo>
                    <a:pt x="185919" y="843697"/>
                  </a:lnTo>
                  <a:lnTo>
                    <a:pt x="191939" y="839220"/>
                  </a:lnTo>
                  <a:lnTo>
                    <a:pt x="185919" y="839220"/>
                  </a:lnTo>
                  <a:lnTo>
                    <a:pt x="175625" y="857636"/>
                  </a:lnTo>
                  <a:lnTo>
                    <a:pt x="168818" y="865591"/>
                  </a:lnTo>
                  <a:lnTo>
                    <a:pt x="173768" y="870011"/>
                  </a:lnTo>
                  <a:lnTo>
                    <a:pt x="174612" y="874533"/>
                  </a:lnTo>
                  <a:lnTo>
                    <a:pt x="172418" y="883099"/>
                  </a:lnTo>
                  <a:lnTo>
                    <a:pt x="167356" y="882874"/>
                  </a:lnTo>
                  <a:lnTo>
                    <a:pt x="152167" y="892078"/>
                  </a:lnTo>
                  <a:lnTo>
                    <a:pt x="130678" y="894540"/>
                  </a:lnTo>
                  <a:lnTo>
                    <a:pt x="123309" y="888940"/>
                  </a:lnTo>
                  <a:lnTo>
                    <a:pt x="123646" y="882874"/>
                  </a:lnTo>
                  <a:lnTo>
                    <a:pt x="113014" y="873178"/>
                  </a:lnTo>
                  <a:lnTo>
                    <a:pt x="107051" y="863435"/>
                  </a:lnTo>
                  <a:lnTo>
                    <a:pt x="102720" y="863208"/>
                  </a:lnTo>
                  <a:lnTo>
                    <a:pt x="94563" y="856497"/>
                  </a:lnTo>
                  <a:lnTo>
                    <a:pt x="95688" y="851021"/>
                  </a:lnTo>
                  <a:lnTo>
                    <a:pt x="85450" y="848392"/>
                  </a:lnTo>
                  <a:lnTo>
                    <a:pt x="95969" y="835771"/>
                  </a:lnTo>
                  <a:lnTo>
                    <a:pt x="99626" y="827236"/>
                  </a:lnTo>
                  <a:lnTo>
                    <a:pt x="102607" y="825965"/>
                  </a:lnTo>
                  <a:lnTo>
                    <a:pt x="117796" y="833698"/>
                  </a:lnTo>
                  <a:lnTo>
                    <a:pt x="119427" y="836691"/>
                  </a:lnTo>
                  <a:lnTo>
                    <a:pt x="116108" y="845186"/>
                  </a:lnTo>
                  <a:lnTo>
                    <a:pt x="127753" y="834044"/>
                  </a:lnTo>
                  <a:lnTo>
                    <a:pt x="131015" y="835425"/>
                  </a:lnTo>
                  <a:lnTo>
                    <a:pt x="136191" y="845301"/>
                  </a:lnTo>
                  <a:lnTo>
                    <a:pt x="142491" y="840484"/>
                  </a:lnTo>
                  <a:lnTo>
                    <a:pt x="145866" y="834620"/>
                  </a:lnTo>
                  <a:lnTo>
                    <a:pt x="130678" y="828391"/>
                  </a:lnTo>
                  <a:lnTo>
                    <a:pt x="140635" y="825271"/>
                  </a:lnTo>
                  <a:lnTo>
                    <a:pt x="135572" y="820986"/>
                  </a:lnTo>
                  <a:lnTo>
                    <a:pt x="127922" y="827698"/>
                  </a:lnTo>
                  <a:lnTo>
                    <a:pt x="92931" y="823303"/>
                  </a:lnTo>
                  <a:lnTo>
                    <a:pt x="91019" y="821218"/>
                  </a:lnTo>
                  <a:lnTo>
                    <a:pt x="100582" y="811808"/>
                  </a:lnTo>
                  <a:lnTo>
                    <a:pt x="94057" y="812972"/>
                  </a:lnTo>
                  <a:lnTo>
                    <a:pt x="92200" y="810643"/>
                  </a:lnTo>
                  <a:lnTo>
                    <a:pt x="92482" y="806561"/>
                  </a:lnTo>
                  <a:lnTo>
                    <a:pt x="90118" y="809128"/>
                  </a:lnTo>
                  <a:lnTo>
                    <a:pt x="87756" y="808078"/>
                  </a:lnTo>
                  <a:lnTo>
                    <a:pt x="85731" y="806211"/>
                  </a:lnTo>
                  <a:lnTo>
                    <a:pt x="88881" y="801652"/>
                  </a:lnTo>
                  <a:lnTo>
                    <a:pt x="87925" y="801184"/>
                  </a:lnTo>
                  <a:lnTo>
                    <a:pt x="84268" y="805276"/>
                  </a:lnTo>
                  <a:lnTo>
                    <a:pt x="84606" y="812157"/>
                  </a:lnTo>
                  <a:lnTo>
                    <a:pt x="78811" y="812390"/>
                  </a:lnTo>
                  <a:lnTo>
                    <a:pt x="74874" y="799544"/>
                  </a:lnTo>
                  <a:lnTo>
                    <a:pt x="69474" y="797317"/>
                  </a:lnTo>
                  <a:lnTo>
                    <a:pt x="68179" y="792856"/>
                  </a:lnTo>
                  <a:lnTo>
                    <a:pt x="71555" y="787089"/>
                  </a:lnTo>
                  <a:lnTo>
                    <a:pt x="70092" y="784141"/>
                  </a:lnTo>
                  <a:lnTo>
                    <a:pt x="66436" y="783196"/>
                  </a:lnTo>
                  <a:lnTo>
                    <a:pt x="62329" y="786146"/>
                  </a:lnTo>
                  <a:lnTo>
                    <a:pt x="60473" y="783550"/>
                  </a:lnTo>
                  <a:lnTo>
                    <a:pt x="59966" y="776691"/>
                  </a:lnTo>
                  <a:lnTo>
                    <a:pt x="71217" y="773608"/>
                  </a:lnTo>
                  <a:lnTo>
                    <a:pt x="64636" y="770165"/>
                  </a:lnTo>
                  <a:lnTo>
                    <a:pt x="62779" y="766596"/>
                  </a:lnTo>
                  <a:lnTo>
                    <a:pt x="77349" y="762186"/>
                  </a:lnTo>
                  <a:lnTo>
                    <a:pt x="73805" y="756212"/>
                  </a:lnTo>
                  <a:lnTo>
                    <a:pt x="74367" y="746856"/>
                  </a:lnTo>
                  <a:lnTo>
                    <a:pt x="90400" y="721695"/>
                  </a:lnTo>
                  <a:lnTo>
                    <a:pt x="96475" y="717674"/>
                  </a:lnTo>
                  <a:lnTo>
                    <a:pt x="104070" y="720234"/>
                  </a:lnTo>
                  <a:lnTo>
                    <a:pt x="101369" y="714501"/>
                  </a:lnTo>
                  <a:lnTo>
                    <a:pt x="106264" y="712667"/>
                  </a:lnTo>
                  <a:lnTo>
                    <a:pt x="109301" y="705686"/>
                  </a:lnTo>
                  <a:lnTo>
                    <a:pt x="103001" y="711567"/>
                  </a:lnTo>
                  <a:lnTo>
                    <a:pt x="101313" y="699542"/>
                  </a:lnTo>
                  <a:lnTo>
                    <a:pt x="102776" y="691526"/>
                  </a:lnTo>
                  <a:lnTo>
                    <a:pt x="106601" y="684471"/>
                  </a:lnTo>
                  <a:lnTo>
                    <a:pt x="115714" y="683727"/>
                  </a:lnTo>
                  <a:lnTo>
                    <a:pt x="111326" y="677018"/>
                  </a:lnTo>
                  <a:lnTo>
                    <a:pt x="114983" y="671035"/>
                  </a:lnTo>
                  <a:lnTo>
                    <a:pt x="129553" y="668787"/>
                  </a:lnTo>
                  <a:lnTo>
                    <a:pt x="139735" y="677142"/>
                  </a:lnTo>
                  <a:lnTo>
                    <a:pt x="135966" y="684719"/>
                  </a:lnTo>
                  <a:lnTo>
                    <a:pt x="143223" y="678511"/>
                  </a:lnTo>
                  <a:lnTo>
                    <a:pt x="150029" y="682610"/>
                  </a:lnTo>
                  <a:lnTo>
                    <a:pt x="160605" y="677889"/>
                  </a:lnTo>
                  <a:lnTo>
                    <a:pt x="170843" y="667412"/>
                  </a:lnTo>
                  <a:lnTo>
                    <a:pt x="181419" y="649071"/>
                  </a:lnTo>
                  <a:lnTo>
                    <a:pt x="186707" y="648691"/>
                  </a:lnTo>
                  <a:lnTo>
                    <a:pt x="191038" y="654364"/>
                  </a:lnTo>
                  <a:lnTo>
                    <a:pt x="205721" y="653356"/>
                  </a:lnTo>
                  <a:lnTo>
                    <a:pt x="213202" y="651341"/>
                  </a:lnTo>
                  <a:lnTo>
                    <a:pt x="223778" y="639836"/>
                  </a:lnTo>
                  <a:lnTo>
                    <a:pt x="228447" y="628648"/>
                  </a:lnTo>
                  <a:lnTo>
                    <a:pt x="221866" y="597810"/>
                  </a:lnTo>
                  <a:lnTo>
                    <a:pt x="214609" y="587294"/>
                  </a:lnTo>
                  <a:lnTo>
                    <a:pt x="206171" y="584558"/>
                  </a:lnTo>
                  <a:lnTo>
                    <a:pt x="208533" y="577899"/>
                  </a:lnTo>
                  <a:lnTo>
                    <a:pt x="215453" y="578683"/>
                  </a:lnTo>
                  <a:lnTo>
                    <a:pt x="223610" y="574102"/>
                  </a:lnTo>
                  <a:lnTo>
                    <a:pt x="226647" y="566619"/>
                  </a:lnTo>
                  <a:lnTo>
                    <a:pt x="225016" y="558182"/>
                  </a:lnTo>
                  <a:lnTo>
                    <a:pt x="217422" y="548648"/>
                  </a:lnTo>
                  <a:lnTo>
                    <a:pt x="206902" y="558314"/>
                  </a:lnTo>
                  <a:lnTo>
                    <a:pt x="197789" y="556728"/>
                  </a:lnTo>
                  <a:lnTo>
                    <a:pt x="194357" y="562141"/>
                  </a:lnTo>
                  <a:lnTo>
                    <a:pt x="179788" y="571611"/>
                  </a:lnTo>
                  <a:lnTo>
                    <a:pt x="168030" y="588725"/>
                  </a:lnTo>
                  <a:lnTo>
                    <a:pt x="165049" y="588985"/>
                  </a:lnTo>
                  <a:lnTo>
                    <a:pt x="162855" y="578683"/>
                  </a:lnTo>
                  <a:lnTo>
                    <a:pt x="152617" y="568722"/>
                  </a:lnTo>
                  <a:lnTo>
                    <a:pt x="149523" y="572136"/>
                  </a:lnTo>
                  <a:lnTo>
                    <a:pt x="157398" y="578422"/>
                  </a:lnTo>
                  <a:lnTo>
                    <a:pt x="154473" y="585340"/>
                  </a:lnTo>
                  <a:lnTo>
                    <a:pt x="136697" y="573447"/>
                  </a:lnTo>
                  <a:lnTo>
                    <a:pt x="118246" y="573709"/>
                  </a:lnTo>
                  <a:lnTo>
                    <a:pt x="106151" y="579337"/>
                  </a:lnTo>
                  <a:lnTo>
                    <a:pt x="103845" y="577637"/>
                  </a:lnTo>
                  <a:lnTo>
                    <a:pt x="97151" y="583124"/>
                  </a:lnTo>
                  <a:lnTo>
                    <a:pt x="60754" y="573840"/>
                  </a:lnTo>
                  <a:lnTo>
                    <a:pt x="55073" y="570692"/>
                  </a:lnTo>
                  <a:lnTo>
                    <a:pt x="50178" y="563196"/>
                  </a:lnTo>
                  <a:lnTo>
                    <a:pt x="50291" y="558050"/>
                  </a:lnTo>
                  <a:lnTo>
                    <a:pt x="52485" y="555935"/>
                  </a:lnTo>
                  <a:lnTo>
                    <a:pt x="52260" y="548648"/>
                  </a:lnTo>
                  <a:lnTo>
                    <a:pt x="48041" y="546655"/>
                  </a:lnTo>
                  <a:lnTo>
                    <a:pt x="36227" y="531583"/>
                  </a:lnTo>
                  <a:lnTo>
                    <a:pt x="48659" y="531717"/>
                  </a:lnTo>
                  <a:lnTo>
                    <a:pt x="51134" y="524743"/>
                  </a:lnTo>
                  <a:lnTo>
                    <a:pt x="61429" y="523802"/>
                  </a:lnTo>
                  <a:lnTo>
                    <a:pt x="60360" y="521919"/>
                  </a:lnTo>
                  <a:lnTo>
                    <a:pt x="21376" y="511667"/>
                  </a:lnTo>
                  <a:lnTo>
                    <a:pt x="3150" y="500681"/>
                  </a:lnTo>
                  <a:lnTo>
                    <a:pt x="0" y="493868"/>
                  </a:lnTo>
                  <a:lnTo>
                    <a:pt x="4894" y="487033"/>
                  </a:lnTo>
                  <a:lnTo>
                    <a:pt x="5400" y="492093"/>
                  </a:lnTo>
                  <a:lnTo>
                    <a:pt x="15863" y="486348"/>
                  </a:lnTo>
                  <a:lnTo>
                    <a:pt x="21320" y="478523"/>
                  </a:lnTo>
                  <a:lnTo>
                    <a:pt x="31671" y="477284"/>
                  </a:lnTo>
                  <a:lnTo>
                    <a:pt x="41853" y="463888"/>
                  </a:lnTo>
                  <a:lnTo>
                    <a:pt x="52766" y="456668"/>
                  </a:lnTo>
                  <a:lnTo>
                    <a:pt x="58560" y="454720"/>
                  </a:lnTo>
                  <a:lnTo>
                    <a:pt x="64973" y="458476"/>
                  </a:lnTo>
                  <a:lnTo>
                    <a:pt x="76786" y="457641"/>
                  </a:lnTo>
                  <a:lnTo>
                    <a:pt x="78980" y="454999"/>
                  </a:lnTo>
                  <a:lnTo>
                    <a:pt x="70261" y="448863"/>
                  </a:lnTo>
                  <a:lnTo>
                    <a:pt x="72230" y="443129"/>
                  </a:lnTo>
                  <a:lnTo>
                    <a:pt x="113352" y="422006"/>
                  </a:lnTo>
                  <a:lnTo>
                    <a:pt x="136247" y="419881"/>
                  </a:lnTo>
                  <a:lnTo>
                    <a:pt x="139060" y="423139"/>
                  </a:lnTo>
                  <a:lnTo>
                    <a:pt x="131072" y="422997"/>
                  </a:lnTo>
                  <a:lnTo>
                    <a:pt x="134784" y="426532"/>
                  </a:lnTo>
                  <a:lnTo>
                    <a:pt x="130790" y="438502"/>
                  </a:lnTo>
                  <a:lnTo>
                    <a:pt x="131072" y="445649"/>
                  </a:lnTo>
                  <a:lnTo>
                    <a:pt x="126684" y="451236"/>
                  </a:lnTo>
                  <a:lnTo>
                    <a:pt x="137259" y="461392"/>
                  </a:lnTo>
                  <a:lnTo>
                    <a:pt x="162574" y="460143"/>
                  </a:lnTo>
                  <a:lnTo>
                    <a:pt x="171912" y="463888"/>
                  </a:lnTo>
                  <a:lnTo>
                    <a:pt x="192332" y="464581"/>
                  </a:lnTo>
                  <a:lnTo>
                    <a:pt x="195989" y="463749"/>
                  </a:lnTo>
                  <a:lnTo>
                    <a:pt x="204089" y="448444"/>
                  </a:lnTo>
                  <a:lnTo>
                    <a:pt x="207296" y="446068"/>
                  </a:lnTo>
                  <a:lnTo>
                    <a:pt x="215228" y="450817"/>
                  </a:lnTo>
                  <a:lnTo>
                    <a:pt x="218097" y="449282"/>
                  </a:lnTo>
                  <a:lnTo>
                    <a:pt x="220459" y="453188"/>
                  </a:lnTo>
                  <a:lnTo>
                    <a:pt x="217759" y="442009"/>
                  </a:lnTo>
                  <a:lnTo>
                    <a:pt x="204483" y="436254"/>
                  </a:lnTo>
                  <a:lnTo>
                    <a:pt x="195595" y="439063"/>
                  </a:lnTo>
                  <a:lnTo>
                    <a:pt x="192839" y="435973"/>
                  </a:lnTo>
                  <a:lnTo>
                    <a:pt x="193739" y="429496"/>
                  </a:lnTo>
                  <a:lnTo>
                    <a:pt x="184288" y="413777"/>
                  </a:lnTo>
                  <a:lnTo>
                    <a:pt x="175625" y="410504"/>
                  </a:lnTo>
                  <a:lnTo>
                    <a:pt x="173262" y="404942"/>
                  </a:lnTo>
                  <a:lnTo>
                    <a:pt x="171293" y="397787"/>
                  </a:lnTo>
                  <a:lnTo>
                    <a:pt x="178944" y="393626"/>
                  </a:lnTo>
                  <a:lnTo>
                    <a:pt x="182319" y="395923"/>
                  </a:lnTo>
                  <a:lnTo>
                    <a:pt x="186144" y="405228"/>
                  </a:lnTo>
                  <a:lnTo>
                    <a:pt x="189688" y="406655"/>
                  </a:lnTo>
                  <a:lnTo>
                    <a:pt x="188676" y="415909"/>
                  </a:lnTo>
                  <a:lnTo>
                    <a:pt x="193064" y="424270"/>
                  </a:lnTo>
                  <a:lnTo>
                    <a:pt x="203020" y="432174"/>
                  </a:lnTo>
                  <a:lnTo>
                    <a:pt x="216634" y="429355"/>
                  </a:lnTo>
                  <a:lnTo>
                    <a:pt x="232442" y="438923"/>
                  </a:lnTo>
                  <a:lnTo>
                    <a:pt x="245492" y="435270"/>
                  </a:lnTo>
                  <a:lnTo>
                    <a:pt x="244536" y="423280"/>
                  </a:lnTo>
                  <a:lnTo>
                    <a:pt x="241498" y="420165"/>
                  </a:lnTo>
                  <a:lnTo>
                    <a:pt x="232610" y="420732"/>
                  </a:lnTo>
                  <a:lnTo>
                    <a:pt x="225747" y="415625"/>
                  </a:lnTo>
                  <a:lnTo>
                    <a:pt x="209040" y="424977"/>
                  </a:lnTo>
                  <a:lnTo>
                    <a:pt x="194751" y="413208"/>
                  </a:lnTo>
                  <a:lnTo>
                    <a:pt x="194020" y="405085"/>
                  </a:lnTo>
                  <a:lnTo>
                    <a:pt x="202064" y="391038"/>
                  </a:lnTo>
                  <a:lnTo>
                    <a:pt x="199027" y="387727"/>
                  </a:lnTo>
                  <a:lnTo>
                    <a:pt x="191320" y="385420"/>
                  </a:lnTo>
                  <a:lnTo>
                    <a:pt x="177988" y="387871"/>
                  </a:lnTo>
                  <a:lnTo>
                    <a:pt x="177481" y="381087"/>
                  </a:lnTo>
                  <a:lnTo>
                    <a:pt x="172025" y="387871"/>
                  </a:lnTo>
                  <a:lnTo>
                    <a:pt x="158917" y="387294"/>
                  </a:lnTo>
                  <a:lnTo>
                    <a:pt x="142379" y="381231"/>
                  </a:lnTo>
                  <a:lnTo>
                    <a:pt x="136472" y="373699"/>
                  </a:lnTo>
                  <a:lnTo>
                    <a:pt x="129553" y="350777"/>
                  </a:lnTo>
                  <a:lnTo>
                    <a:pt x="123815" y="340321"/>
                  </a:lnTo>
                  <a:lnTo>
                    <a:pt x="84437" y="303953"/>
                  </a:lnTo>
                  <a:lnTo>
                    <a:pt x="66492" y="294752"/>
                  </a:lnTo>
                  <a:lnTo>
                    <a:pt x="57885" y="284445"/>
                  </a:lnTo>
                  <a:lnTo>
                    <a:pt x="40671" y="277440"/>
                  </a:lnTo>
                  <a:lnTo>
                    <a:pt x="48209" y="271941"/>
                  </a:lnTo>
                  <a:lnTo>
                    <a:pt x="45003" y="276372"/>
                  </a:lnTo>
                  <a:lnTo>
                    <a:pt x="47422" y="277440"/>
                  </a:lnTo>
                  <a:lnTo>
                    <a:pt x="53328" y="271941"/>
                  </a:lnTo>
                  <a:lnTo>
                    <a:pt x="59573" y="240010"/>
                  </a:lnTo>
                  <a:lnTo>
                    <a:pt x="58729" y="232373"/>
                  </a:lnTo>
                  <a:lnTo>
                    <a:pt x="80555" y="233934"/>
                  </a:lnTo>
                  <a:lnTo>
                    <a:pt x="118302" y="227995"/>
                  </a:lnTo>
                  <a:lnTo>
                    <a:pt x="131859" y="219210"/>
                  </a:lnTo>
                  <a:lnTo>
                    <a:pt x="142266" y="207539"/>
                  </a:lnTo>
                  <a:lnTo>
                    <a:pt x="153967" y="188301"/>
                  </a:lnTo>
                  <a:lnTo>
                    <a:pt x="156049" y="168382"/>
                  </a:lnTo>
                  <a:lnTo>
                    <a:pt x="160492" y="155095"/>
                  </a:lnTo>
                  <a:lnTo>
                    <a:pt x="193964" y="102675"/>
                  </a:lnTo>
                  <a:lnTo>
                    <a:pt x="197733" y="109515"/>
                  </a:lnTo>
                  <a:lnTo>
                    <a:pt x="187945" y="118321"/>
                  </a:lnTo>
                  <a:lnTo>
                    <a:pt x="221641" y="105180"/>
                  </a:lnTo>
                  <a:lnTo>
                    <a:pt x="249092" y="78454"/>
                  </a:lnTo>
                  <a:lnTo>
                    <a:pt x="253931" y="80484"/>
                  </a:lnTo>
                  <a:lnTo>
                    <a:pt x="249430" y="89594"/>
                  </a:lnTo>
                  <a:lnTo>
                    <a:pt x="252580" y="91780"/>
                  </a:lnTo>
                  <a:lnTo>
                    <a:pt x="249768" y="102508"/>
                  </a:lnTo>
                  <a:lnTo>
                    <a:pt x="255618" y="102675"/>
                  </a:lnTo>
                  <a:lnTo>
                    <a:pt x="256968" y="107516"/>
                  </a:lnTo>
                  <a:lnTo>
                    <a:pt x="258543" y="87236"/>
                  </a:lnTo>
                  <a:lnTo>
                    <a:pt x="262650" y="89089"/>
                  </a:lnTo>
                  <a:lnTo>
                    <a:pt x="271932" y="84707"/>
                  </a:lnTo>
                  <a:lnTo>
                    <a:pt x="260681" y="84032"/>
                  </a:lnTo>
                  <a:lnTo>
                    <a:pt x="253931" y="74387"/>
                  </a:lnTo>
                  <a:lnTo>
                    <a:pt x="250218" y="74217"/>
                  </a:lnTo>
                  <a:lnTo>
                    <a:pt x="262706" y="59912"/>
                  </a:lnTo>
                  <a:lnTo>
                    <a:pt x="274182" y="51174"/>
                  </a:lnTo>
                  <a:lnTo>
                    <a:pt x="278007" y="53062"/>
                  </a:lnTo>
                  <a:lnTo>
                    <a:pt x="278288" y="55634"/>
                  </a:lnTo>
                  <a:lnTo>
                    <a:pt x="273394" y="60425"/>
                  </a:lnTo>
                  <a:lnTo>
                    <a:pt x="276151" y="63499"/>
                  </a:lnTo>
                  <a:lnTo>
                    <a:pt x="284139" y="58544"/>
                  </a:lnTo>
                  <a:lnTo>
                    <a:pt x="318116" y="52891"/>
                  </a:lnTo>
                  <a:lnTo>
                    <a:pt x="336343" y="35828"/>
                  </a:lnTo>
                  <a:lnTo>
                    <a:pt x="353275" y="8626"/>
                  </a:lnTo>
                  <a:lnTo>
                    <a:pt x="363063" y="0"/>
                  </a:lnTo>
                  <a:lnTo>
                    <a:pt x="365426" y="1058"/>
                  </a:lnTo>
                  <a:lnTo>
                    <a:pt x="360026" y="6517"/>
                  </a:lnTo>
                  <a:lnTo>
                    <a:pt x="363063" y="11434"/>
                  </a:lnTo>
                  <a:lnTo>
                    <a:pt x="388828" y="21927"/>
                  </a:lnTo>
                  <a:lnTo>
                    <a:pt x="390909" y="27848"/>
                  </a:lnTo>
                  <a:lnTo>
                    <a:pt x="383877" y="39979"/>
                  </a:lnTo>
                  <a:lnTo>
                    <a:pt x="373189" y="46532"/>
                  </a:lnTo>
                  <a:lnTo>
                    <a:pt x="378590" y="54606"/>
                  </a:lnTo>
                  <a:lnTo>
                    <a:pt x="390909" y="49628"/>
                  </a:lnTo>
                  <a:lnTo>
                    <a:pt x="403791" y="29933"/>
                  </a:lnTo>
                  <a:lnTo>
                    <a:pt x="410767" y="31495"/>
                  </a:lnTo>
                  <a:lnTo>
                    <a:pt x="419205" y="40842"/>
                  </a:lnTo>
                  <a:lnTo>
                    <a:pt x="415717" y="49628"/>
                  </a:lnTo>
                  <a:lnTo>
                    <a:pt x="434168" y="58544"/>
                  </a:lnTo>
                  <a:lnTo>
                    <a:pt x="442832" y="51346"/>
                  </a:lnTo>
                  <a:lnTo>
                    <a:pt x="464265" y="46015"/>
                  </a:lnTo>
                  <a:lnTo>
                    <a:pt x="493404" y="54263"/>
                  </a:lnTo>
                  <a:lnTo>
                    <a:pt x="495486" y="57689"/>
                  </a:lnTo>
                  <a:lnTo>
                    <a:pt x="489129" y="65034"/>
                  </a:lnTo>
                  <a:lnTo>
                    <a:pt x="488060" y="72520"/>
                  </a:lnTo>
                  <a:lnTo>
                    <a:pt x="497342" y="81668"/>
                  </a:lnTo>
                  <a:lnTo>
                    <a:pt x="509999" y="81330"/>
                  </a:lnTo>
                  <a:lnTo>
                    <a:pt x="504486" y="91444"/>
                  </a:lnTo>
                  <a:lnTo>
                    <a:pt x="526988" y="94468"/>
                  </a:lnTo>
                  <a:lnTo>
                    <a:pt x="544595" y="86056"/>
                  </a:lnTo>
                  <a:lnTo>
                    <a:pt x="556746" y="93124"/>
                  </a:lnTo>
                  <a:lnTo>
                    <a:pt x="569347" y="86056"/>
                  </a:lnTo>
                  <a:lnTo>
                    <a:pt x="588136" y="86899"/>
                  </a:lnTo>
                  <a:lnTo>
                    <a:pt x="606250" y="94804"/>
                  </a:lnTo>
                  <a:lnTo>
                    <a:pt x="612832" y="103845"/>
                  </a:lnTo>
                  <a:lnTo>
                    <a:pt x="623295" y="100501"/>
                  </a:lnTo>
                  <a:lnTo>
                    <a:pt x="631845" y="105347"/>
                  </a:lnTo>
                  <a:lnTo>
                    <a:pt x="636965" y="113176"/>
                  </a:lnTo>
                  <a:lnTo>
                    <a:pt x="657047" y="117492"/>
                  </a:lnTo>
                  <a:lnTo>
                    <a:pt x="695806" y="118487"/>
                  </a:lnTo>
                  <a:lnTo>
                    <a:pt x="715383" y="132359"/>
                  </a:lnTo>
                  <a:lnTo>
                    <a:pt x="733440" y="134826"/>
                  </a:lnTo>
                  <a:lnTo>
                    <a:pt x="739740" y="129560"/>
                  </a:lnTo>
                  <a:lnTo>
                    <a:pt x="777206" y="122626"/>
                  </a:lnTo>
                  <a:lnTo>
                    <a:pt x="793182" y="130055"/>
                  </a:lnTo>
                  <a:lnTo>
                    <a:pt x="806008" y="144988"/>
                  </a:lnTo>
                  <a:lnTo>
                    <a:pt x="824684" y="154120"/>
                  </a:lnTo>
                  <a:lnTo>
                    <a:pt x="833797" y="164665"/>
                  </a:lnTo>
                  <a:lnTo>
                    <a:pt x="846454" y="164827"/>
                  </a:lnTo>
                  <a:lnTo>
                    <a:pt x="846454" y="863662"/>
                  </a:lnTo>
                  <a:lnTo>
                    <a:pt x="861362" y="868765"/>
                  </a:lnTo>
                  <a:lnTo>
                    <a:pt x="863668" y="863662"/>
                  </a:lnTo>
                  <a:lnTo>
                    <a:pt x="878632" y="871029"/>
                  </a:lnTo>
                  <a:lnTo>
                    <a:pt x="887914" y="861845"/>
                  </a:lnTo>
                  <a:lnTo>
                    <a:pt x="906590" y="860936"/>
                  </a:lnTo>
                  <a:lnTo>
                    <a:pt x="903271" y="877242"/>
                  </a:lnTo>
                  <a:lnTo>
                    <a:pt x="907715" y="882874"/>
                  </a:lnTo>
                  <a:lnTo>
                    <a:pt x="918235" y="888603"/>
                  </a:lnTo>
                  <a:lnTo>
                    <a:pt x="920541" y="896329"/>
                  </a:lnTo>
                  <a:lnTo>
                    <a:pt x="953000" y="930359"/>
                  </a:lnTo>
                  <a:lnTo>
                    <a:pt x="956431" y="944602"/>
                  </a:lnTo>
                  <a:lnTo>
                    <a:pt x="955306" y="949184"/>
                  </a:lnTo>
                  <a:lnTo>
                    <a:pt x="957838" y="949946"/>
                  </a:lnTo>
                  <a:lnTo>
                    <a:pt x="977414" y="934971"/>
                  </a:lnTo>
                  <a:lnTo>
                    <a:pt x="984727" y="934862"/>
                  </a:lnTo>
                  <a:lnTo>
                    <a:pt x="988215" y="927057"/>
                  </a:lnTo>
                  <a:lnTo>
                    <a:pt x="988215" y="916017"/>
                  </a:lnTo>
                  <a:lnTo>
                    <a:pt x="991928" y="916238"/>
                  </a:lnTo>
                  <a:lnTo>
                    <a:pt x="995078" y="911473"/>
                  </a:lnTo>
                  <a:lnTo>
                    <a:pt x="992772" y="907030"/>
                  </a:lnTo>
                  <a:lnTo>
                    <a:pt x="1004866" y="903469"/>
                  </a:lnTo>
                  <a:lnTo>
                    <a:pt x="1019211" y="895435"/>
                  </a:lnTo>
                  <a:lnTo>
                    <a:pt x="1032487" y="908697"/>
                  </a:lnTo>
                  <a:lnTo>
                    <a:pt x="1031812" y="917123"/>
                  </a:lnTo>
                  <a:lnTo>
                    <a:pt x="1035806" y="926507"/>
                  </a:lnTo>
                  <a:lnTo>
                    <a:pt x="1051557" y="938917"/>
                  </a:lnTo>
                  <a:lnTo>
                    <a:pt x="1056057" y="950273"/>
                  </a:lnTo>
                  <a:lnTo>
                    <a:pt x="1070908" y="961893"/>
                  </a:lnTo>
                  <a:lnTo>
                    <a:pt x="1084016" y="979579"/>
                  </a:lnTo>
                  <a:lnTo>
                    <a:pt x="1083340" y="983977"/>
                  </a:lnTo>
                  <a:lnTo>
                    <a:pt x="1120580" y="1050642"/>
                  </a:lnTo>
                  <a:lnTo>
                    <a:pt x="1117262" y="1057484"/>
                  </a:lnTo>
                  <a:lnTo>
                    <a:pt x="1126825" y="1060588"/>
                  </a:lnTo>
                  <a:lnTo>
                    <a:pt x="1124575" y="1070281"/>
                  </a:lnTo>
                  <a:lnTo>
                    <a:pt x="1132000" y="1073879"/>
                  </a:lnTo>
                  <a:lnTo>
                    <a:pt x="1131381" y="1076856"/>
                  </a:lnTo>
                  <a:lnTo>
                    <a:pt x="1133013" y="1080034"/>
                  </a:lnTo>
                  <a:lnTo>
                    <a:pt x="1133294" y="1085455"/>
                  </a:lnTo>
                  <a:lnTo>
                    <a:pt x="1141113" y="1084944"/>
                  </a:lnTo>
                  <a:lnTo>
                    <a:pt x="1156471" y="1095953"/>
                  </a:lnTo>
                  <a:lnTo>
                    <a:pt x="1167159" y="1099609"/>
                  </a:lnTo>
                  <a:lnTo>
                    <a:pt x="1170028" y="1103868"/>
                  </a:lnTo>
                  <a:lnTo>
                    <a:pt x="1175428" y="1105791"/>
                  </a:lnTo>
                  <a:lnTo>
                    <a:pt x="1177397" y="1111855"/>
                  </a:lnTo>
                  <a:lnTo>
                    <a:pt x="1183642" y="1114074"/>
                  </a:lnTo>
                  <a:lnTo>
                    <a:pt x="1187242" y="1112561"/>
                  </a:lnTo>
                  <a:lnTo>
                    <a:pt x="1189885" y="112142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oPE_MapPart_USA_3_121" descr="Vereinigte Staaten">
              <a:extLst>
                <a:ext uri="{FF2B5EF4-FFF2-40B4-BE49-F238E27FC236}">
                  <a16:creationId xmlns:a16="http://schemas.microsoft.com/office/drawing/2014/main" id="{1A17A6AD-FAB4-4838-216A-53FDCB76C5B1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4124548" y="3889804"/>
              <a:ext cx="77801" cy="68647"/>
            </a:xfrm>
            <a:custGeom>
              <a:avLst/>
              <a:gdLst/>
              <a:ahLst/>
              <a:cxnLst/>
              <a:rect l="0" t="0" r="0" b="0"/>
              <a:pathLst>
                <a:path w="77801" h="68647">
                  <a:moveTo>
                    <a:pt x="56536" y="7937"/>
                  </a:moveTo>
                  <a:lnTo>
                    <a:pt x="56761" y="11104"/>
                  </a:lnTo>
                  <a:lnTo>
                    <a:pt x="65311" y="6457"/>
                  </a:lnTo>
                  <a:lnTo>
                    <a:pt x="71162" y="7831"/>
                  </a:lnTo>
                  <a:lnTo>
                    <a:pt x="71499" y="10365"/>
                  </a:lnTo>
                  <a:lnTo>
                    <a:pt x="69474" y="15003"/>
                  </a:lnTo>
                  <a:lnTo>
                    <a:pt x="77800" y="22360"/>
                  </a:lnTo>
                  <a:lnTo>
                    <a:pt x="71724" y="29482"/>
                  </a:lnTo>
                  <a:lnTo>
                    <a:pt x="55186" y="26971"/>
                  </a:lnTo>
                  <a:lnTo>
                    <a:pt x="53385" y="28646"/>
                  </a:lnTo>
                  <a:lnTo>
                    <a:pt x="60136" y="29482"/>
                  </a:lnTo>
                  <a:lnTo>
                    <a:pt x="63342" y="35851"/>
                  </a:lnTo>
                  <a:lnTo>
                    <a:pt x="57098" y="37206"/>
                  </a:lnTo>
                  <a:lnTo>
                    <a:pt x="51698" y="41993"/>
                  </a:lnTo>
                  <a:lnTo>
                    <a:pt x="44779" y="42721"/>
                  </a:lnTo>
                  <a:lnTo>
                    <a:pt x="34934" y="51225"/>
                  </a:lnTo>
                  <a:lnTo>
                    <a:pt x="30434" y="52673"/>
                  </a:lnTo>
                  <a:lnTo>
                    <a:pt x="33134" y="54018"/>
                  </a:lnTo>
                  <a:lnTo>
                    <a:pt x="33247" y="57942"/>
                  </a:lnTo>
                  <a:lnTo>
                    <a:pt x="29646" y="63815"/>
                  </a:lnTo>
                  <a:lnTo>
                    <a:pt x="22952" y="68646"/>
                  </a:lnTo>
                  <a:lnTo>
                    <a:pt x="19858" y="65975"/>
                  </a:lnTo>
                  <a:lnTo>
                    <a:pt x="28521" y="56291"/>
                  </a:lnTo>
                  <a:lnTo>
                    <a:pt x="22108" y="52880"/>
                  </a:lnTo>
                  <a:lnTo>
                    <a:pt x="18846" y="54535"/>
                  </a:lnTo>
                  <a:lnTo>
                    <a:pt x="20983" y="48739"/>
                  </a:lnTo>
                  <a:lnTo>
                    <a:pt x="14457" y="47496"/>
                  </a:lnTo>
                  <a:lnTo>
                    <a:pt x="10182" y="50190"/>
                  </a:lnTo>
                  <a:lnTo>
                    <a:pt x="14626" y="50707"/>
                  </a:lnTo>
                  <a:lnTo>
                    <a:pt x="16314" y="55361"/>
                  </a:lnTo>
                  <a:lnTo>
                    <a:pt x="13895" y="60726"/>
                  </a:lnTo>
                  <a:lnTo>
                    <a:pt x="11476" y="60211"/>
                  </a:lnTo>
                  <a:lnTo>
                    <a:pt x="6470" y="53604"/>
                  </a:lnTo>
                  <a:lnTo>
                    <a:pt x="4276" y="43864"/>
                  </a:lnTo>
                  <a:lnTo>
                    <a:pt x="0" y="36372"/>
                  </a:lnTo>
                  <a:lnTo>
                    <a:pt x="1013" y="30005"/>
                  </a:lnTo>
                  <a:lnTo>
                    <a:pt x="5344" y="23408"/>
                  </a:lnTo>
                  <a:lnTo>
                    <a:pt x="18452" y="18054"/>
                  </a:lnTo>
                  <a:lnTo>
                    <a:pt x="21152" y="19210"/>
                  </a:lnTo>
                  <a:lnTo>
                    <a:pt x="21827" y="23513"/>
                  </a:lnTo>
                  <a:lnTo>
                    <a:pt x="28184" y="35017"/>
                  </a:lnTo>
                  <a:lnTo>
                    <a:pt x="31840" y="38144"/>
                  </a:lnTo>
                  <a:lnTo>
                    <a:pt x="28409" y="30109"/>
                  </a:lnTo>
                  <a:lnTo>
                    <a:pt x="27115" y="18895"/>
                  </a:lnTo>
                  <a:lnTo>
                    <a:pt x="31672" y="17318"/>
                  </a:lnTo>
                  <a:lnTo>
                    <a:pt x="25821" y="11842"/>
                  </a:lnTo>
                  <a:lnTo>
                    <a:pt x="25090" y="8148"/>
                  </a:lnTo>
                  <a:lnTo>
                    <a:pt x="28127" y="4871"/>
                  </a:lnTo>
                  <a:lnTo>
                    <a:pt x="31615" y="5083"/>
                  </a:lnTo>
                  <a:lnTo>
                    <a:pt x="38084" y="13317"/>
                  </a:lnTo>
                  <a:lnTo>
                    <a:pt x="41122" y="9415"/>
                  </a:lnTo>
                  <a:lnTo>
                    <a:pt x="46523" y="9521"/>
                  </a:lnTo>
                  <a:lnTo>
                    <a:pt x="48041" y="2755"/>
                  </a:lnTo>
                  <a:lnTo>
                    <a:pt x="46241" y="0"/>
                  </a:lnTo>
                  <a:lnTo>
                    <a:pt x="57998" y="360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" name="oPE_MapPart_USA_4_122" descr="Vereinigte Staaten">
              <a:extLst>
                <a:ext uri="{FF2B5EF4-FFF2-40B4-BE49-F238E27FC236}">
                  <a16:creationId xmlns:a16="http://schemas.microsoft.com/office/drawing/2014/main" id="{7DD59A79-14D6-7CC7-DE39-C5D723F97C8A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4779345" y="3983050"/>
              <a:ext cx="55581" cy="89081"/>
            </a:xfrm>
            <a:custGeom>
              <a:avLst/>
              <a:gdLst/>
              <a:ahLst/>
              <a:cxnLst/>
              <a:rect l="0" t="0" r="0" b="0"/>
              <a:pathLst>
                <a:path w="55581" h="89081">
                  <a:moveTo>
                    <a:pt x="5907" y="0"/>
                  </a:moveTo>
                  <a:lnTo>
                    <a:pt x="17215" y="1116"/>
                  </a:lnTo>
                  <a:lnTo>
                    <a:pt x="21040" y="8206"/>
                  </a:lnTo>
                  <a:lnTo>
                    <a:pt x="20533" y="14062"/>
                  </a:lnTo>
                  <a:lnTo>
                    <a:pt x="31166" y="19399"/>
                  </a:lnTo>
                  <a:lnTo>
                    <a:pt x="36172" y="24924"/>
                  </a:lnTo>
                  <a:lnTo>
                    <a:pt x="41404" y="36531"/>
                  </a:lnTo>
                  <a:lnTo>
                    <a:pt x="49448" y="47878"/>
                  </a:lnTo>
                  <a:lnTo>
                    <a:pt x="38873" y="41614"/>
                  </a:lnTo>
                  <a:lnTo>
                    <a:pt x="35103" y="48374"/>
                  </a:lnTo>
                  <a:lnTo>
                    <a:pt x="41798" y="47778"/>
                  </a:lnTo>
                  <a:lnTo>
                    <a:pt x="49842" y="56596"/>
                  </a:lnTo>
                  <a:lnTo>
                    <a:pt x="48379" y="62027"/>
                  </a:lnTo>
                  <a:lnTo>
                    <a:pt x="55580" y="62915"/>
                  </a:lnTo>
                  <a:lnTo>
                    <a:pt x="55411" y="84887"/>
                  </a:lnTo>
                  <a:lnTo>
                    <a:pt x="54173" y="89080"/>
                  </a:lnTo>
                  <a:lnTo>
                    <a:pt x="48942" y="88691"/>
                  </a:lnTo>
                  <a:lnTo>
                    <a:pt x="44160" y="79317"/>
                  </a:lnTo>
                  <a:lnTo>
                    <a:pt x="37635" y="76870"/>
                  </a:lnTo>
                  <a:lnTo>
                    <a:pt x="35384" y="66855"/>
                  </a:lnTo>
                  <a:lnTo>
                    <a:pt x="32909" y="67150"/>
                  </a:lnTo>
                  <a:lnTo>
                    <a:pt x="32797" y="72653"/>
                  </a:lnTo>
                  <a:lnTo>
                    <a:pt x="30378" y="71671"/>
                  </a:lnTo>
                  <a:lnTo>
                    <a:pt x="19858" y="56300"/>
                  </a:lnTo>
                  <a:lnTo>
                    <a:pt x="24865" y="52637"/>
                  </a:lnTo>
                  <a:lnTo>
                    <a:pt x="20984" y="46587"/>
                  </a:lnTo>
                  <a:lnTo>
                    <a:pt x="22559" y="41913"/>
                  </a:lnTo>
                  <a:lnTo>
                    <a:pt x="14233" y="40918"/>
                  </a:lnTo>
                  <a:lnTo>
                    <a:pt x="12039" y="36431"/>
                  </a:lnTo>
                  <a:lnTo>
                    <a:pt x="6301" y="36232"/>
                  </a:lnTo>
                  <a:lnTo>
                    <a:pt x="2307" y="31036"/>
                  </a:lnTo>
                  <a:lnTo>
                    <a:pt x="5345" y="28233"/>
                  </a:lnTo>
                  <a:lnTo>
                    <a:pt x="10689" y="30335"/>
                  </a:lnTo>
                  <a:lnTo>
                    <a:pt x="16033" y="23519"/>
                  </a:lnTo>
                  <a:lnTo>
                    <a:pt x="14514" y="17991"/>
                  </a:lnTo>
                  <a:lnTo>
                    <a:pt x="11983" y="17085"/>
                  </a:lnTo>
                  <a:lnTo>
                    <a:pt x="2195" y="22314"/>
                  </a:lnTo>
                  <a:lnTo>
                    <a:pt x="394" y="21008"/>
                  </a:lnTo>
                  <a:lnTo>
                    <a:pt x="0" y="19098"/>
                  </a:lnTo>
                  <a:lnTo>
                    <a:pt x="6976" y="10933"/>
                  </a:lnTo>
                  <a:lnTo>
                    <a:pt x="5007" y="6992"/>
                  </a:lnTo>
                  <a:lnTo>
                    <a:pt x="4895" y="131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" name="oPE_MapPart_USA_5_123" descr="Vereinigte Staaten">
              <a:extLst>
                <a:ext uri="{FF2B5EF4-FFF2-40B4-BE49-F238E27FC236}">
                  <a16:creationId xmlns:a16="http://schemas.microsoft.com/office/drawing/2014/main" id="{B39E0333-B2E9-F591-0A74-BBBBED1D338D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4082583" y="5476815"/>
              <a:ext cx="38928" cy="43361"/>
            </a:xfrm>
            <a:custGeom>
              <a:avLst/>
              <a:gdLst/>
              <a:ahLst/>
              <a:cxnLst/>
              <a:rect l="0" t="0" r="0" b="0"/>
              <a:pathLst>
                <a:path w="38928" h="43361">
                  <a:moveTo>
                    <a:pt x="14626" y="41932"/>
                  </a:moveTo>
                  <a:lnTo>
                    <a:pt x="11532" y="43360"/>
                  </a:lnTo>
                  <a:lnTo>
                    <a:pt x="5231" y="39968"/>
                  </a:lnTo>
                  <a:lnTo>
                    <a:pt x="4500" y="38182"/>
                  </a:lnTo>
                  <a:lnTo>
                    <a:pt x="4950" y="29661"/>
                  </a:lnTo>
                  <a:lnTo>
                    <a:pt x="0" y="17481"/>
                  </a:lnTo>
                  <a:lnTo>
                    <a:pt x="7144" y="8688"/>
                  </a:lnTo>
                  <a:lnTo>
                    <a:pt x="4894" y="3597"/>
                  </a:lnTo>
                  <a:lnTo>
                    <a:pt x="5457" y="540"/>
                  </a:lnTo>
                  <a:lnTo>
                    <a:pt x="6807" y="0"/>
                  </a:lnTo>
                  <a:lnTo>
                    <a:pt x="26552" y="9347"/>
                  </a:lnTo>
                  <a:lnTo>
                    <a:pt x="30096" y="13296"/>
                  </a:lnTo>
                  <a:lnTo>
                    <a:pt x="30715" y="17542"/>
                  </a:lnTo>
                  <a:lnTo>
                    <a:pt x="33134" y="18079"/>
                  </a:lnTo>
                  <a:lnTo>
                    <a:pt x="34259" y="20947"/>
                  </a:lnTo>
                  <a:lnTo>
                    <a:pt x="38927" y="24948"/>
                  </a:lnTo>
                  <a:lnTo>
                    <a:pt x="31109" y="31747"/>
                  </a:lnTo>
                  <a:lnTo>
                    <a:pt x="23120" y="33715"/>
                  </a:lnTo>
                  <a:lnTo>
                    <a:pt x="16089" y="387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oPE_MapPart_USA_6_124" descr="Vereinigte Staaten">
              <a:extLst>
                <a:ext uri="{FF2B5EF4-FFF2-40B4-BE49-F238E27FC236}">
                  <a16:creationId xmlns:a16="http://schemas.microsoft.com/office/drawing/2014/main" id="{9863FC63-EB79-4A0E-3728-DE5D2C2BEF16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3589741" y="3518581"/>
              <a:ext cx="96983" cy="53667"/>
            </a:xfrm>
            <a:custGeom>
              <a:avLst/>
              <a:gdLst/>
              <a:ahLst/>
              <a:cxnLst/>
              <a:rect l="0" t="0" r="0" b="0"/>
              <a:pathLst>
                <a:path w="96983" h="53667">
                  <a:moveTo>
                    <a:pt x="11138" y="6090"/>
                  </a:moveTo>
                  <a:lnTo>
                    <a:pt x="24527" y="10014"/>
                  </a:lnTo>
                  <a:lnTo>
                    <a:pt x="43372" y="2032"/>
                  </a:lnTo>
                  <a:lnTo>
                    <a:pt x="53048" y="7737"/>
                  </a:lnTo>
                  <a:lnTo>
                    <a:pt x="56310" y="16579"/>
                  </a:lnTo>
                  <a:lnTo>
                    <a:pt x="68574" y="20860"/>
                  </a:lnTo>
                  <a:lnTo>
                    <a:pt x="70768" y="24880"/>
                  </a:lnTo>
                  <a:lnTo>
                    <a:pt x="96982" y="29143"/>
                  </a:lnTo>
                  <a:lnTo>
                    <a:pt x="95576" y="35895"/>
                  </a:lnTo>
                  <a:lnTo>
                    <a:pt x="92707" y="38889"/>
                  </a:lnTo>
                  <a:lnTo>
                    <a:pt x="76731" y="38889"/>
                  </a:lnTo>
                  <a:lnTo>
                    <a:pt x="70599" y="46725"/>
                  </a:lnTo>
                  <a:lnTo>
                    <a:pt x="70261" y="50942"/>
                  </a:lnTo>
                  <a:lnTo>
                    <a:pt x="66942" y="53666"/>
                  </a:lnTo>
                  <a:lnTo>
                    <a:pt x="62498" y="42251"/>
                  </a:lnTo>
                  <a:lnTo>
                    <a:pt x="50910" y="37143"/>
                  </a:lnTo>
                  <a:lnTo>
                    <a:pt x="48322" y="31021"/>
                  </a:lnTo>
                  <a:lnTo>
                    <a:pt x="40391" y="24378"/>
                  </a:lnTo>
                  <a:lnTo>
                    <a:pt x="27058" y="19224"/>
                  </a:lnTo>
                  <a:lnTo>
                    <a:pt x="13051" y="27263"/>
                  </a:lnTo>
                  <a:lnTo>
                    <a:pt x="5850" y="26386"/>
                  </a:lnTo>
                  <a:lnTo>
                    <a:pt x="900" y="21237"/>
                  </a:lnTo>
                  <a:lnTo>
                    <a:pt x="0" y="17587"/>
                  </a:lnTo>
                  <a:lnTo>
                    <a:pt x="2250" y="1651"/>
                  </a:lnTo>
                  <a:lnTo>
                    <a:pt x="54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5" name="oPE_MapPart_USA_7_125" descr="Vereinigte Staaten">
              <a:extLst>
                <a:ext uri="{FF2B5EF4-FFF2-40B4-BE49-F238E27FC236}">
                  <a16:creationId xmlns:a16="http://schemas.microsoft.com/office/drawing/2014/main" id="{80CD717F-395A-14EF-552B-D3685D6C0938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4691421" y="3871487"/>
              <a:ext cx="52992" cy="49786"/>
            </a:xfrm>
            <a:custGeom>
              <a:avLst/>
              <a:gdLst/>
              <a:ahLst/>
              <a:cxnLst/>
              <a:rect l="0" t="0" r="0" b="0"/>
              <a:pathLst>
                <a:path w="52992" h="49786">
                  <a:moveTo>
                    <a:pt x="26158" y="1390"/>
                  </a:moveTo>
                  <a:lnTo>
                    <a:pt x="30658" y="7154"/>
                  </a:lnTo>
                  <a:lnTo>
                    <a:pt x="29758" y="12477"/>
                  </a:lnTo>
                  <a:lnTo>
                    <a:pt x="27339" y="13539"/>
                  </a:lnTo>
                  <a:lnTo>
                    <a:pt x="29814" y="16301"/>
                  </a:lnTo>
                  <a:lnTo>
                    <a:pt x="37296" y="8645"/>
                  </a:lnTo>
                  <a:lnTo>
                    <a:pt x="48941" y="12795"/>
                  </a:lnTo>
                  <a:lnTo>
                    <a:pt x="51247" y="18634"/>
                  </a:lnTo>
                  <a:lnTo>
                    <a:pt x="49897" y="26571"/>
                  </a:lnTo>
                  <a:lnTo>
                    <a:pt x="41796" y="26677"/>
                  </a:lnTo>
                  <a:lnTo>
                    <a:pt x="38421" y="29421"/>
                  </a:lnTo>
                  <a:lnTo>
                    <a:pt x="49672" y="32056"/>
                  </a:lnTo>
                  <a:lnTo>
                    <a:pt x="52991" y="39942"/>
                  </a:lnTo>
                  <a:lnTo>
                    <a:pt x="51134" y="46230"/>
                  </a:lnTo>
                  <a:lnTo>
                    <a:pt x="31389" y="35424"/>
                  </a:lnTo>
                  <a:lnTo>
                    <a:pt x="29983" y="36371"/>
                  </a:lnTo>
                  <a:lnTo>
                    <a:pt x="29702" y="46230"/>
                  </a:lnTo>
                  <a:lnTo>
                    <a:pt x="27395" y="49785"/>
                  </a:lnTo>
                  <a:lnTo>
                    <a:pt x="20532" y="48217"/>
                  </a:lnTo>
                  <a:lnTo>
                    <a:pt x="15357" y="35003"/>
                  </a:lnTo>
                  <a:lnTo>
                    <a:pt x="3375" y="23294"/>
                  </a:lnTo>
                  <a:lnTo>
                    <a:pt x="0" y="17468"/>
                  </a:lnTo>
                  <a:lnTo>
                    <a:pt x="1744" y="10136"/>
                  </a:lnTo>
                  <a:lnTo>
                    <a:pt x="6188" y="7367"/>
                  </a:lnTo>
                  <a:lnTo>
                    <a:pt x="7707" y="2886"/>
                  </a:lnTo>
                  <a:lnTo>
                    <a:pt x="13276" y="10030"/>
                  </a:lnTo>
                  <a:lnTo>
                    <a:pt x="14794" y="4167"/>
                  </a:lnTo>
                  <a:lnTo>
                    <a:pt x="2441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6" name="oPE_MapPart_USA_8_126" descr="Vereinigte Staaten">
              <a:extLst>
                <a:ext uri="{FF2B5EF4-FFF2-40B4-BE49-F238E27FC236}">
                  <a16:creationId xmlns:a16="http://schemas.microsoft.com/office/drawing/2014/main" id="{53F3A23C-76EA-DE37-AB2D-D5A8E5268CC2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3726720" y="3740963"/>
              <a:ext cx="57661" cy="39702"/>
            </a:xfrm>
            <a:custGeom>
              <a:avLst/>
              <a:gdLst/>
              <a:ahLst/>
              <a:cxnLst/>
              <a:rect l="0" t="0" r="0" b="0"/>
              <a:pathLst>
                <a:path w="57661" h="39702">
                  <a:moveTo>
                    <a:pt x="40671" y="911"/>
                  </a:moveTo>
                  <a:lnTo>
                    <a:pt x="43540" y="3982"/>
                  </a:lnTo>
                  <a:lnTo>
                    <a:pt x="53328" y="5232"/>
                  </a:lnTo>
                  <a:lnTo>
                    <a:pt x="54566" y="10903"/>
                  </a:lnTo>
                  <a:lnTo>
                    <a:pt x="53891" y="20623"/>
                  </a:lnTo>
                  <a:lnTo>
                    <a:pt x="56422" y="23214"/>
                  </a:lnTo>
                  <a:lnTo>
                    <a:pt x="57660" y="30408"/>
                  </a:lnTo>
                  <a:lnTo>
                    <a:pt x="41740" y="34332"/>
                  </a:lnTo>
                  <a:lnTo>
                    <a:pt x="40784" y="36235"/>
                  </a:lnTo>
                  <a:lnTo>
                    <a:pt x="41571" y="38919"/>
                  </a:lnTo>
                  <a:lnTo>
                    <a:pt x="40221" y="39701"/>
                  </a:lnTo>
                  <a:lnTo>
                    <a:pt x="9281" y="24452"/>
                  </a:lnTo>
                  <a:lnTo>
                    <a:pt x="0" y="12036"/>
                  </a:lnTo>
                  <a:lnTo>
                    <a:pt x="18732" y="11357"/>
                  </a:lnTo>
                  <a:lnTo>
                    <a:pt x="22051" y="5118"/>
                  </a:lnTo>
                  <a:lnTo>
                    <a:pt x="30039" y="911"/>
                  </a:lnTo>
                  <a:lnTo>
                    <a:pt x="3909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" name="oPE_MapPart_USA_9_127" descr="Vereinigte Staaten">
              <a:extLst>
                <a:ext uri="{FF2B5EF4-FFF2-40B4-BE49-F238E27FC236}">
                  <a16:creationId xmlns:a16="http://schemas.microsoft.com/office/drawing/2014/main" id="{3042C768-9984-ABF8-3687-BC81EBF8E5C1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4714710" y="3914680"/>
              <a:ext cx="37860" cy="74756"/>
            </a:xfrm>
            <a:custGeom>
              <a:avLst/>
              <a:gdLst/>
              <a:ahLst/>
              <a:cxnLst/>
              <a:rect l="0" t="0" r="0" b="0"/>
              <a:pathLst>
                <a:path w="37860" h="74756">
                  <a:moveTo>
                    <a:pt x="26664" y="10558"/>
                  </a:moveTo>
                  <a:lnTo>
                    <a:pt x="31221" y="21790"/>
                  </a:lnTo>
                  <a:lnTo>
                    <a:pt x="37577" y="46950"/>
                  </a:lnTo>
                  <a:lnTo>
                    <a:pt x="37859" y="53501"/>
                  </a:lnTo>
                  <a:lnTo>
                    <a:pt x="36452" y="57993"/>
                  </a:lnTo>
                  <a:lnTo>
                    <a:pt x="37296" y="70501"/>
                  </a:lnTo>
                  <a:lnTo>
                    <a:pt x="36509" y="74755"/>
                  </a:lnTo>
                  <a:lnTo>
                    <a:pt x="33527" y="73945"/>
                  </a:lnTo>
                  <a:lnTo>
                    <a:pt x="26327" y="58299"/>
                  </a:lnTo>
                  <a:lnTo>
                    <a:pt x="26777" y="53910"/>
                  </a:lnTo>
                  <a:lnTo>
                    <a:pt x="29590" y="49614"/>
                  </a:lnTo>
                  <a:lnTo>
                    <a:pt x="25145" y="50228"/>
                  </a:lnTo>
                  <a:lnTo>
                    <a:pt x="20758" y="46540"/>
                  </a:lnTo>
                  <a:lnTo>
                    <a:pt x="20589" y="40893"/>
                  </a:lnTo>
                  <a:lnTo>
                    <a:pt x="15357" y="40996"/>
                  </a:lnTo>
                  <a:lnTo>
                    <a:pt x="15863" y="34716"/>
                  </a:lnTo>
                  <a:lnTo>
                    <a:pt x="19464" y="29245"/>
                  </a:lnTo>
                  <a:lnTo>
                    <a:pt x="15020" y="26142"/>
                  </a:lnTo>
                  <a:lnTo>
                    <a:pt x="14007" y="20026"/>
                  </a:lnTo>
                  <a:lnTo>
                    <a:pt x="11476" y="16493"/>
                  </a:lnTo>
                  <a:lnTo>
                    <a:pt x="10013" y="16806"/>
                  </a:lnTo>
                  <a:lnTo>
                    <a:pt x="5007" y="28935"/>
                  </a:lnTo>
                  <a:lnTo>
                    <a:pt x="337" y="30278"/>
                  </a:lnTo>
                  <a:lnTo>
                    <a:pt x="1687" y="25107"/>
                  </a:lnTo>
                  <a:lnTo>
                    <a:pt x="0" y="14725"/>
                  </a:lnTo>
                  <a:lnTo>
                    <a:pt x="6188" y="10349"/>
                  </a:lnTo>
                  <a:lnTo>
                    <a:pt x="10463" y="943"/>
                  </a:lnTo>
                  <a:lnTo>
                    <a:pt x="14907" y="0"/>
                  </a:lnTo>
                  <a:lnTo>
                    <a:pt x="23683" y="68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8" name="oPE_MapPart_USA_10_128" descr="Vereinigte Staaten">
              <a:extLst>
                <a:ext uri="{FF2B5EF4-FFF2-40B4-BE49-F238E27FC236}">
                  <a16:creationId xmlns:a16="http://schemas.microsoft.com/office/drawing/2014/main" id="{108903CE-E00B-9069-EB5E-EEFDDEBED88C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4742499" y="3867847"/>
              <a:ext cx="34710" cy="75252"/>
            </a:xfrm>
            <a:custGeom>
              <a:avLst/>
              <a:gdLst/>
              <a:ahLst/>
              <a:cxnLst/>
              <a:rect l="0" t="0" r="0" b="0"/>
              <a:pathLst>
                <a:path w="34710" h="75252">
                  <a:moveTo>
                    <a:pt x="7932" y="9941"/>
                  </a:moveTo>
                  <a:lnTo>
                    <a:pt x="21658" y="11007"/>
                  </a:lnTo>
                  <a:lnTo>
                    <a:pt x="30265" y="26934"/>
                  </a:lnTo>
                  <a:lnTo>
                    <a:pt x="34709" y="41272"/>
                  </a:lnTo>
                  <a:lnTo>
                    <a:pt x="31503" y="38854"/>
                  </a:lnTo>
                  <a:lnTo>
                    <a:pt x="23514" y="18879"/>
                  </a:lnTo>
                  <a:lnTo>
                    <a:pt x="20027" y="16861"/>
                  </a:lnTo>
                  <a:lnTo>
                    <a:pt x="20814" y="26299"/>
                  </a:lnTo>
                  <a:lnTo>
                    <a:pt x="31165" y="44002"/>
                  </a:lnTo>
                  <a:lnTo>
                    <a:pt x="31671" y="49242"/>
                  </a:lnTo>
                  <a:lnTo>
                    <a:pt x="29984" y="51648"/>
                  </a:lnTo>
                  <a:lnTo>
                    <a:pt x="31953" y="57287"/>
                  </a:lnTo>
                  <a:lnTo>
                    <a:pt x="26046" y="60412"/>
                  </a:lnTo>
                  <a:lnTo>
                    <a:pt x="21039" y="69245"/>
                  </a:lnTo>
                  <a:lnTo>
                    <a:pt x="15583" y="74424"/>
                  </a:lnTo>
                  <a:lnTo>
                    <a:pt x="13051" y="75251"/>
                  </a:lnTo>
                  <a:lnTo>
                    <a:pt x="10688" y="72354"/>
                  </a:lnTo>
                  <a:lnTo>
                    <a:pt x="9788" y="66444"/>
                  </a:lnTo>
                  <a:lnTo>
                    <a:pt x="13951" y="49870"/>
                  </a:lnTo>
                  <a:lnTo>
                    <a:pt x="8551" y="40746"/>
                  </a:lnTo>
                  <a:lnTo>
                    <a:pt x="4726" y="14947"/>
                  </a:lnTo>
                  <a:lnTo>
                    <a:pt x="0" y="0"/>
                  </a:lnTo>
                  <a:lnTo>
                    <a:pt x="3038" y="535"/>
                  </a:lnTo>
                  <a:lnTo>
                    <a:pt x="6244" y="620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9" name="oPE_MapPart_USA_11_129" descr="Vereinigte Staaten">
              <a:extLst>
                <a:ext uri="{FF2B5EF4-FFF2-40B4-BE49-F238E27FC236}">
                  <a16:creationId xmlns:a16="http://schemas.microsoft.com/office/drawing/2014/main" id="{42E7AD92-35C4-37C8-C1A4-541ED0E6BA8A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3806375" y="4054623"/>
              <a:ext cx="56368" cy="34780"/>
            </a:xfrm>
            <a:custGeom>
              <a:avLst/>
              <a:gdLst/>
              <a:ahLst/>
              <a:cxnLst/>
              <a:rect l="0" t="0" r="0" b="0"/>
              <a:pathLst>
                <a:path w="56368" h="34780">
                  <a:moveTo>
                    <a:pt x="44104" y="3729"/>
                  </a:moveTo>
                  <a:lnTo>
                    <a:pt x="47141" y="12729"/>
                  </a:lnTo>
                  <a:lnTo>
                    <a:pt x="56367" y="20622"/>
                  </a:lnTo>
                  <a:lnTo>
                    <a:pt x="47760" y="17020"/>
                  </a:lnTo>
                  <a:lnTo>
                    <a:pt x="40785" y="22956"/>
                  </a:lnTo>
                  <a:lnTo>
                    <a:pt x="22389" y="24219"/>
                  </a:lnTo>
                  <a:lnTo>
                    <a:pt x="13220" y="33715"/>
                  </a:lnTo>
                  <a:lnTo>
                    <a:pt x="4501" y="34779"/>
                  </a:lnTo>
                  <a:lnTo>
                    <a:pt x="676" y="31877"/>
                  </a:lnTo>
                  <a:lnTo>
                    <a:pt x="0" y="23927"/>
                  </a:lnTo>
                  <a:lnTo>
                    <a:pt x="5682" y="19455"/>
                  </a:lnTo>
                  <a:lnTo>
                    <a:pt x="12770" y="7744"/>
                  </a:lnTo>
                  <a:lnTo>
                    <a:pt x="19183" y="8135"/>
                  </a:lnTo>
                  <a:lnTo>
                    <a:pt x="33753" y="0"/>
                  </a:lnTo>
                  <a:lnTo>
                    <a:pt x="43035" y="186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0" name="oPE_MapPart_USA_12_130" descr="Vereinigte Staaten">
              <a:extLst>
                <a:ext uri="{FF2B5EF4-FFF2-40B4-BE49-F238E27FC236}">
                  <a16:creationId xmlns:a16="http://schemas.microsoft.com/office/drawing/2014/main" id="{D2289999-E633-6247-C2DA-2E9BF5254278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4838975" y="4004661"/>
              <a:ext cx="27565" cy="43571"/>
            </a:xfrm>
            <a:custGeom>
              <a:avLst/>
              <a:gdLst/>
              <a:ahLst/>
              <a:cxnLst/>
              <a:rect l="0" t="0" r="0" b="0"/>
              <a:pathLst>
                <a:path w="27565" h="43571">
                  <a:moveTo>
                    <a:pt x="27114" y="25869"/>
                  </a:moveTo>
                  <a:lnTo>
                    <a:pt x="23852" y="38048"/>
                  </a:lnTo>
                  <a:lnTo>
                    <a:pt x="20589" y="41402"/>
                  </a:lnTo>
                  <a:lnTo>
                    <a:pt x="13276" y="37554"/>
                  </a:lnTo>
                  <a:lnTo>
                    <a:pt x="12489" y="30234"/>
                  </a:lnTo>
                  <a:lnTo>
                    <a:pt x="6413" y="36270"/>
                  </a:lnTo>
                  <a:lnTo>
                    <a:pt x="2644" y="43570"/>
                  </a:lnTo>
                  <a:lnTo>
                    <a:pt x="1125" y="40515"/>
                  </a:lnTo>
                  <a:lnTo>
                    <a:pt x="0" y="29837"/>
                  </a:lnTo>
                  <a:lnTo>
                    <a:pt x="6188" y="20501"/>
                  </a:lnTo>
                  <a:lnTo>
                    <a:pt x="6919" y="6822"/>
                  </a:lnTo>
                  <a:lnTo>
                    <a:pt x="18058" y="0"/>
                  </a:lnTo>
                  <a:lnTo>
                    <a:pt x="26495" y="12624"/>
                  </a:lnTo>
                  <a:lnTo>
                    <a:pt x="27564" y="214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" name="oPE_MapPart_USA_13_131" descr="Vereinigte Staaten">
              <a:extLst>
                <a:ext uri="{FF2B5EF4-FFF2-40B4-BE49-F238E27FC236}">
                  <a16:creationId xmlns:a16="http://schemas.microsoft.com/office/drawing/2014/main" id="{5A463F2E-8E75-E875-B9E0-6EDDB37574B3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6646362" y="4710571"/>
              <a:ext cx="65987" cy="24101"/>
            </a:xfrm>
            <a:custGeom>
              <a:avLst/>
              <a:gdLst/>
              <a:ahLst/>
              <a:cxnLst/>
              <a:rect l="0" t="0" r="0" b="0"/>
              <a:pathLst>
                <a:path w="65987" h="24101">
                  <a:moveTo>
                    <a:pt x="47029" y="6939"/>
                  </a:moveTo>
                  <a:lnTo>
                    <a:pt x="44778" y="9621"/>
                  </a:lnTo>
                  <a:lnTo>
                    <a:pt x="46803" y="9918"/>
                  </a:lnTo>
                  <a:lnTo>
                    <a:pt x="53948" y="5374"/>
                  </a:lnTo>
                  <a:lnTo>
                    <a:pt x="65986" y="3882"/>
                  </a:lnTo>
                  <a:lnTo>
                    <a:pt x="45566" y="13564"/>
                  </a:lnTo>
                  <a:lnTo>
                    <a:pt x="25652" y="20618"/>
                  </a:lnTo>
                  <a:lnTo>
                    <a:pt x="3600" y="24100"/>
                  </a:lnTo>
                  <a:lnTo>
                    <a:pt x="6638" y="21952"/>
                  </a:lnTo>
                  <a:lnTo>
                    <a:pt x="5963" y="20543"/>
                  </a:lnTo>
                  <a:lnTo>
                    <a:pt x="0" y="23656"/>
                  </a:lnTo>
                  <a:lnTo>
                    <a:pt x="338" y="19430"/>
                  </a:lnTo>
                  <a:lnTo>
                    <a:pt x="4219" y="14976"/>
                  </a:lnTo>
                  <a:lnTo>
                    <a:pt x="9957" y="11705"/>
                  </a:lnTo>
                  <a:lnTo>
                    <a:pt x="11307" y="13044"/>
                  </a:lnTo>
                  <a:lnTo>
                    <a:pt x="13782" y="9695"/>
                  </a:lnTo>
                  <a:lnTo>
                    <a:pt x="43428" y="6716"/>
                  </a:lnTo>
                  <a:lnTo>
                    <a:pt x="54398" y="0"/>
                  </a:lnTo>
                  <a:lnTo>
                    <a:pt x="49616" y="477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" name="oPE_MapPart_USA_14_132" descr="Vereinigte Staaten">
              <a:extLst>
                <a:ext uri="{FF2B5EF4-FFF2-40B4-BE49-F238E27FC236}">
                  <a16:creationId xmlns:a16="http://schemas.microsoft.com/office/drawing/2014/main" id="{F523016B-1C9B-4F20-8C09-89FD7BB692A5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4772314" y="3941546"/>
              <a:ext cx="32066" cy="34491"/>
            </a:xfrm>
            <a:custGeom>
              <a:avLst/>
              <a:gdLst/>
              <a:ahLst/>
              <a:cxnLst/>
              <a:rect l="0" t="0" r="0" b="0"/>
              <a:pathLst>
                <a:path w="32066" h="34491">
                  <a:moveTo>
                    <a:pt x="19183" y="3722"/>
                  </a:moveTo>
                  <a:lnTo>
                    <a:pt x="21264" y="5581"/>
                  </a:lnTo>
                  <a:lnTo>
                    <a:pt x="24470" y="3722"/>
                  </a:lnTo>
                  <a:lnTo>
                    <a:pt x="30715" y="7954"/>
                  </a:lnTo>
                  <a:lnTo>
                    <a:pt x="32065" y="10838"/>
                  </a:lnTo>
                  <a:lnTo>
                    <a:pt x="31896" y="22441"/>
                  </a:lnTo>
                  <a:lnTo>
                    <a:pt x="29533" y="25613"/>
                  </a:lnTo>
                  <a:lnTo>
                    <a:pt x="20307" y="13719"/>
                  </a:lnTo>
                  <a:lnTo>
                    <a:pt x="25708" y="26124"/>
                  </a:lnTo>
                  <a:lnTo>
                    <a:pt x="25652" y="32758"/>
                  </a:lnTo>
                  <a:lnTo>
                    <a:pt x="11757" y="34490"/>
                  </a:lnTo>
                  <a:lnTo>
                    <a:pt x="10294" y="31535"/>
                  </a:lnTo>
                  <a:lnTo>
                    <a:pt x="9338" y="15569"/>
                  </a:lnTo>
                  <a:lnTo>
                    <a:pt x="0" y="3412"/>
                  </a:lnTo>
                  <a:lnTo>
                    <a:pt x="3544" y="0"/>
                  </a:lnTo>
                  <a:lnTo>
                    <a:pt x="8494" y="3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3" name="oPE_MapPart_USA_15_133" descr="Vereinigte Staaten">
              <a:extLst>
                <a:ext uri="{FF2B5EF4-FFF2-40B4-BE49-F238E27FC236}">
                  <a16:creationId xmlns:a16="http://schemas.microsoft.com/office/drawing/2014/main" id="{4F40EB05-2D40-3FA5-F55E-99E5CFE05509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3715075" y="4111234"/>
              <a:ext cx="49336" cy="38895"/>
            </a:xfrm>
            <a:custGeom>
              <a:avLst/>
              <a:gdLst/>
              <a:ahLst/>
              <a:cxnLst/>
              <a:rect l="0" t="0" r="0" b="0"/>
              <a:pathLst>
                <a:path w="49336" h="38895">
                  <a:moveTo>
                    <a:pt x="37296" y="5161"/>
                  </a:moveTo>
                  <a:lnTo>
                    <a:pt x="38647" y="7642"/>
                  </a:lnTo>
                  <a:lnTo>
                    <a:pt x="40953" y="6116"/>
                  </a:lnTo>
                  <a:lnTo>
                    <a:pt x="44891" y="0"/>
                  </a:lnTo>
                  <a:lnTo>
                    <a:pt x="49335" y="3442"/>
                  </a:lnTo>
                  <a:lnTo>
                    <a:pt x="39490" y="14403"/>
                  </a:lnTo>
                  <a:lnTo>
                    <a:pt x="45960" y="14878"/>
                  </a:lnTo>
                  <a:lnTo>
                    <a:pt x="46860" y="15924"/>
                  </a:lnTo>
                  <a:lnTo>
                    <a:pt x="45453" y="17159"/>
                  </a:lnTo>
                  <a:lnTo>
                    <a:pt x="32459" y="27581"/>
                  </a:lnTo>
                  <a:lnTo>
                    <a:pt x="20476" y="31169"/>
                  </a:lnTo>
                  <a:lnTo>
                    <a:pt x="8945" y="38048"/>
                  </a:lnTo>
                  <a:lnTo>
                    <a:pt x="4332" y="38894"/>
                  </a:lnTo>
                  <a:lnTo>
                    <a:pt x="0" y="35600"/>
                  </a:lnTo>
                  <a:lnTo>
                    <a:pt x="18901" y="26635"/>
                  </a:lnTo>
                  <a:lnTo>
                    <a:pt x="21039" y="24932"/>
                  </a:lnTo>
                  <a:lnTo>
                    <a:pt x="22389" y="19153"/>
                  </a:lnTo>
                  <a:lnTo>
                    <a:pt x="24752" y="15924"/>
                  </a:lnTo>
                  <a:lnTo>
                    <a:pt x="28577" y="15924"/>
                  </a:lnTo>
                  <a:lnTo>
                    <a:pt x="31221" y="18678"/>
                  </a:lnTo>
                  <a:lnTo>
                    <a:pt x="33359" y="15069"/>
                  </a:lnTo>
                  <a:lnTo>
                    <a:pt x="23064" y="11359"/>
                  </a:lnTo>
                  <a:lnTo>
                    <a:pt x="21602" y="6688"/>
                  </a:lnTo>
                  <a:lnTo>
                    <a:pt x="25933" y="1913"/>
                  </a:lnTo>
                  <a:lnTo>
                    <a:pt x="36903" y="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4" name="oPE_MapPart_USA_16_134" descr="Vereinigte Staaten">
              <a:extLst>
                <a:ext uri="{FF2B5EF4-FFF2-40B4-BE49-F238E27FC236}">
                  <a16:creationId xmlns:a16="http://schemas.microsoft.com/office/drawing/2014/main" id="{417F733B-7A7E-9AF0-20FD-D344C21B30D4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4759657" y="3949396"/>
              <a:ext cx="20196" cy="48422"/>
            </a:xfrm>
            <a:custGeom>
              <a:avLst/>
              <a:gdLst/>
              <a:ahLst/>
              <a:cxnLst/>
              <a:rect l="0" t="0" r="0" b="0"/>
              <a:pathLst>
                <a:path w="20196" h="48422">
                  <a:moveTo>
                    <a:pt x="12320" y="4943"/>
                  </a:moveTo>
                  <a:lnTo>
                    <a:pt x="14345" y="8951"/>
                  </a:lnTo>
                  <a:lnTo>
                    <a:pt x="17326" y="8643"/>
                  </a:lnTo>
                  <a:lnTo>
                    <a:pt x="20195" y="16126"/>
                  </a:lnTo>
                  <a:lnTo>
                    <a:pt x="19295" y="18989"/>
                  </a:lnTo>
                  <a:lnTo>
                    <a:pt x="16538" y="19909"/>
                  </a:lnTo>
                  <a:lnTo>
                    <a:pt x="15638" y="36393"/>
                  </a:lnTo>
                  <a:lnTo>
                    <a:pt x="13557" y="45597"/>
                  </a:lnTo>
                  <a:lnTo>
                    <a:pt x="12207" y="47111"/>
                  </a:lnTo>
                  <a:lnTo>
                    <a:pt x="9901" y="45294"/>
                  </a:lnTo>
                  <a:lnTo>
                    <a:pt x="8213" y="48421"/>
                  </a:lnTo>
                  <a:lnTo>
                    <a:pt x="6075" y="48421"/>
                  </a:lnTo>
                  <a:lnTo>
                    <a:pt x="4331" y="41354"/>
                  </a:lnTo>
                  <a:lnTo>
                    <a:pt x="5906" y="29489"/>
                  </a:lnTo>
                  <a:lnTo>
                    <a:pt x="9394" y="27047"/>
                  </a:lnTo>
                  <a:lnTo>
                    <a:pt x="2925" y="20113"/>
                  </a:lnTo>
                  <a:lnTo>
                    <a:pt x="3319" y="17967"/>
                  </a:lnTo>
                  <a:lnTo>
                    <a:pt x="0" y="11927"/>
                  </a:lnTo>
                  <a:lnTo>
                    <a:pt x="337" y="5355"/>
                  </a:lnTo>
                  <a:lnTo>
                    <a:pt x="3431" y="825"/>
                  </a:lnTo>
                  <a:lnTo>
                    <a:pt x="7538" y="0"/>
                  </a:lnTo>
                  <a:lnTo>
                    <a:pt x="11982" y="360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90112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oPE_Map_CONTINENT_SOUTH_AMERICA_66" descr="South America – Countries and Territories">
            <a:extLst>
              <a:ext uri="{FF2B5EF4-FFF2-40B4-BE49-F238E27FC236}">
                <a16:creationId xmlns:a16="http://schemas.microsoft.com/office/drawing/2014/main" id="{43BDE828-1AC4-6EBF-663E-2A1BF213D73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337566" y="960120"/>
            <a:ext cx="3516869" cy="4937761"/>
            <a:chOff x="4337566" y="960120"/>
            <a:chExt cx="3516869" cy="4937761"/>
          </a:xfrm>
        </p:grpSpPr>
        <p:sp>
          <p:nvSpPr>
            <p:cNvPr id="2" name="oPE_MapPart_ARG_1_2" descr="Argentinien">
              <a:extLst>
                <a:ext uri="{FF2B5EF4-FFF2-40B4-BE49-F238E27FC236}">
                  <a16:creationId xmlns:a16="http://schemas.microsoft.com/office/drawing/2014/main" id="{546B397F-7BAF-7658-9C76-FC5F074A283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455583" y="3118223"/>
              <a:ext cx="1231611" cy="2432670"/>
            </a:xfrm>
            <a:custGeom>
              <a:avLst/>
              <a:gdLst/>
              <a:ahLst/>
              <a:cxnLst/>
              <a:rect l="0" t="0" r="0" b="0"/>
              <a:pathLst>
                <a:path w="1231611" h="2432670">
                  <a:moveTo>
                    <a:pt x="987939" y="577901"/>
                  </a:moveTo>
                  <a:lnTo>
                    <a:pt x="971679" y="606821"/>
                  </a:lnTo>
                  <a:lnTo>
                    <a:pt x="975466" y="626124"/>
                  </a:lnTo>
                  <a:lnTo>
                    <a:pt x="970788" y="631705"/>
                  </a:lnTo>
                  <a:lnTo>
                    <a:pt x="970343" y="650428"/>
                  </a:lnTo>
                  <a:lnTo>
                    <a:pt x="960431" y="672074"/>
                  </a:lnTo>
                  <a:lnTo>
                    <a:pt x="964440" y="681222"/>
                  </a:lnTo>
                  <a:lnTo>
                    <a:pt x="961099" y="692086"/>
                  </a:lnTo>
                  <a:lnTo>
                    <a:pt x="952079" y="703361"/>
                  </a:lnTo>
                  <a:lnTo>
                    <a:pt x="953527" y="722283"/>
                  </a:lnTo>
                  <a:lnTo>
                    <a:pt x="956311" y="727021"/>
                  </a:lnTo>
                  <a:lnTo>
                    <a:pt x="950185" y="750106"/>
                  </a:lnTo>
                  <a:lnTo>
                    <a:pt x="953192" y="779241"/>
                  </a:lnTo>
                  <a:lnTo>
                    <a:pt x="948292" y="788008"/>
                  </a:lnTo>
                  <a:lnTo>
                    <a:pt x="940496" y="787476"/>
                  </a:lnTo>
                  <a:lnTo>
                    <a:pt x="937490" y="790400"/>
                  </a:lnTo>
                  <a:lnTo>
                    <a:pt x="929916" y="831348"/>
                  </a:lnTo>
                  <a:lnTo>
                    <a:pt x="939494" y="870809"/>
                  </a:lnTo>
                  <a:lnTo>
                    <a:pt x="931253" y="878488"/>
                  </a:lnTo>
                  <a:lnTo>
                    <a:pt x="934928" y="890632"/>
                  </a:lnTo>
                  <a:lnTo>
                    <a:pt x="946176" y="907673"/>
                  </a:lnTo>
                  <a:lnTo>
                    <a:pt x="991725" y="932915"/>
                  </a:lnTo>
                  <a:lnTo>
                    <a:pt x="1006871" y="945711"/>
                  </a:lnTo>
                  <a:lnTo>
                    <a:pt x="1015113" y="958944"/>
                  </a:lnTo>
                  <a:lnTo>
                    <a:pt x="1015781" y="969878"/>
                  </a:lnTo>
                  <a:lnTo>
                    <a:pt x="1003753" y="986180"/>
                  </a:lnTo>
                  <a:lnTo>
                    <a:pt x="1002417" y="999913"/>
                  </a:lnTo>
                  <a:lnTo>
                    <a:pt x="1009210" y="1018502"/>
                  </a:lnTo>
                  <a:lnTo>
                    <a:pt x="1020903" y="1030236"/>
                  </a:lnTo>
                  <a:lnTo>
                    <a:pt x="1029479" y="1034521"/>
                  </a:lnTo>
                  <a:lnTo>
                    <a:pt x="1041172" y="1033968"/>
                  </a:lnTo>
                  <a:lnTo>
                    <a:pt x="1043066" y="1037287"/>
                  </a:lnTo>
                  <a:lnTo>
                    <a:pt x="1046184" y="1063909"/>
                  </a:lnTo>
                  <a:lnTo>
                    <a:pt x="1042509" y="1081165"/>
                  </a:lnTo>
                  <a:lnTo>
                    <a:pt x="1020235" y="1119197"/>
                  </a:lnTo>
                  <a:lnTo>
                    <a:pt x="1001080" y="1142387"/>
                  </a:lnTo>
                  <a:lnTo>
                    <a:pt x="994287" y="1155360"/>
                  </a:lnTo>
                  <a:lnTo>
                    <a:pt x="991725" y="1169209"/>
                  </a:lnTo>
                  <a:lnTo>
                    <a:pt x="952635" y="1196725"/>
                  </a:lnTo>
                  <a:lnTo>
                    <a:pt x="901406" y="1215523"/>
                  </a:lnTo>
                  <a:lnTo>
                    <a:pt x="850623" y="1228662"/>
                  </a:lnTo>
                  <a:lnTo>
                    <a:pt x="771218" y="1240971"/>
                  </a:lnTo>
                  <a:lnTo>
                    <a:pt x="740815" y="1241401"/>
                  </a:lnTo>
                  <a:lnTo>
                    <a:pt x="725669" y="1238392"/>
                  </a:lnTo>
                  <a:lnTo>
                    <a:pt x="712082" y="1235099"/>
                  </a:lnTo>
                  <a:lnTo>
                    <a:pt x="704509" y="1226661"/>
                  </a:lnTo>
                  <a:lnTo>
                    <a:pt x="695600" y="1225660"/>
                  </a:lnTo>
                  <a:lnTo>
                    <a:pt x="693149" y="1229805"/>
                  </a:lnTo>
                  <a:lnTo>
                    <a:pt x="697493" y="1240541"/>
                  </a:lnTo>
                  <a:lnTo>
                    <a:pt x="695377" y="1253451"/>
                  </a:lnTo>
                  <a:lnTo>
                    <a:pt x="698050" y="1260924"/>
                  </a:lnTo>
                  <a:lnTo>
                    <a:pt x="712973" y="1271287"/>
                  </a:lnTo>
                  <a:lnTo>
                    <a:pt x="705177" y="1271863"/>
                  </a:lnTo>
                  <a:lnTo>
                    <a:pt x="711525" y="1278350"/>
                  </a:lnTo>
                  <a:lnTo>
                    <a:pt x="708073" y="1307566"/>
                  </a:lnTo>
                  <a:lnTo>
                    <a:pt x="698495" y="1313224"/>
                  </a:lnTo>
                  <a:lnTo>
                    <a:pt x="691368" y="1337518"/>
                  </a:lnTo>
                  <a:lnTo>
                    <a:pt x="689809" y="1350510"/>
                  </a:lnTo>
                  <a:lnTo>
                    <a:pt x="701057" y="1376439"/>
                  </a:lnTo>
                  <a:lnTo>
                    <a:pt x="697604" y="1387904"/>
                  </a:lnTo>
                  <a:lnTo>
                    <a:pt x="691813" y="1394088"/>
                  </a:lnTo>
                  <a:lnTo>
                    <a:pt x="656956" y="1412091"/>
                  </a:lnTo>
                  <a:lnTo>
                    <a:pt x="615972" y="1416231"/>
                  </a:lnTo>
                  <a:lnTo>
                    <a:pt x="606618" y="1415344"/>
                  </a:lnTo>
                  <a:lnTo>
                    <a:pt x="568752" y="1396740"/>
                  </a:lnTo>
                  <a:lnTo>
                    <a:pt x="539797" y="1387757"/>
                  </a:lnTo>
                  <a:lnTo>
                    <a:pt x="542804" y="1383198"/>
                  </a:lnTo>
                  <a:lnTo>
                    <a:pt x="538683" y="1381433"/>
                  </a:lnTo>
                  <a:lnTo>
                    <a:pt x="526322" y="1387169"/>
                  </a:lnTo>
                  <a:lnTo>
                    <a:pt x="522423" y="1393204"/>
                  </a:lnTo>
                  <a:lnTo>
                    <a:pt x="521087" y="1411648"/>
                  </a:lnTo>
                  <a:lnTo>
                    <a:pt x="529551" y="1449766"/>
                  </a:lnTo>
                  <a:lnTo>
                    <a:pt x="530219" y="1464524"/>
                  </a:lnTo>
                  <a:lnTo>
                    <a:pt x="526989" y="1483214"/>
                  </a:lnTo>
                  <a:lnTo>
                    <a:pt x="531444" y="1494160"/>
                  </a:lnTo>
                  <a:lnTo>
                    <a:pt x="554052" y="1507385"/>
                  </a:lnTo>
                  <a:lnTo>
                    <a:pt x="560845" y="1508138"/>
                  </a:lnTo>
                  <a:lnTo>
                    <a:pt x="557170" y="1520343"/>
                  </a:lnTo>
                  <a:lnTo>
                    <a:pt x="566525" y="1521851"/>
                  </a:lnTo>
                  <a:lnTo>
                    <a:pt x="586237" y="1518683"/>
                  </a:lnTo>
                  <a:lnTo>
                    <a:pt x="588687" y="1507837"/>
                  </a:lnTo>
                  <a:lnTo>
                    <a:pt x="576882" y="1506633"/>
                  </a:lnTo>
                  <a:lnTo>
                    <a:pt x="578330" y="1503926"/>
                  </a:lnTo>
                  <a:lnTo>
                    <a:pt x="605170" y="1495211"/>
                  </a:lnTo>
                  <a:lnTo>
                    <a:pt x="612074" y="1501370"/>
                  </a:lnTo>
                  <a:lnTo>
                    <a:pt x="615415" y="1509191"/>
                  </a:lnTo>
                  <a:lnTo>
                    <a:pt x="617531" y="1519588"/>
                  </a:lnTo>
                  <a:lnTo>
                    <a:pt x="616194" y="1543927"/>
                  </a:lnTo>
                  <a:lnTo>
                    <a:pt x="611517" y="1553179"/>
                  </a:lnTo>
                  <a:lnTo>
                    <a:pt x="590358" y="1559558"/>
                  </a:lnTo>
                  <a:lnTo>
                    <a:pt x="584455" y="1557887"/>
                  </a:lnTo>
                  <a:lnTo>
                    <a:pt x="572427" y="1533483"/>
                  </a:lnTo>
                  <a:lnTo>
                    <a:pt x="562293" y="1528645"/>
                  </a:lnTo>
                  <a:lnTo>
                    <a:pt x="552270" y="1530157"/>
                  </a:lnTo>
                  <a:lnTo>
                    <a:pt x="542247" y="1538627"/>
                  </a:lnTo>
                  <a:lnTo>
                    <a:pt x="532447" y="1541503"/>
                  </a:lnTo>
                  <a:lnTo>
                    <a:pt x="528994" y="1549234"/>
                  </a:lnTo>
                  <a:lnTo>
                    <a:pt x="553606" y="1561839"/>
                  </a:lnTo>
                  <a:lnTo>
                    <a:pt x="572761" y="1567011"/>
                  </a:lnTo>
                  <a:lnTo>
                    <a:pt x="565746" y="1574626"/>
                  </a:lnTo>
                  <a:lnTo>
                    <a:pt x="540577" y="1585612"/>
                  </a:lnTo>
                  <a:lnTo>
                    <a:pt x="515073" y="1618251"/>
                  </a:lnTo>
                  <a:lnTo>
                    <a:pt x="511843" y="1636575"/>
                  </a:lnTo>
                  <a:lnTo>
                    <a:pt x="515853" y="1659148"/>
                  </a:lnTo>
                  <a:lnTo>
                    <a:pt x="511621" y="1668453"/>
                  </a:lnTo>
                  <a:lnTo>
                    <a:pt x="514182" y="1679020"/>
                  </a:lnTo>
                  <a:lnTo>
                    <a:pt x="508280" y="1696160"/>
                  </a:lnTo>
                  <a:lnTo>
                    <a:pt x="490572" y="1712105"/>
                  </a:lnTo>
                  <a:lnTo>
                    <a:pt x="487454" y="1723862"/>
                  </a:lnTo>
                  <a:lnTo>
                    <a:pt x="493579" y="1730772"/>
                  </a:lnTo>
                  <a:lnTo>
                    <a:pt x="491129" y="1742258"/>
                  </a:lnTo>
                  <a:lnTo>
                    <a:pt x="457051" y="1738479"/>
                  </a:lnTo>
                  <a:lnTo>
                    <a:pt x="432550" y="1757718"/>
                  </a:lnTo>
                  <a:lnTo>
                    <a:pt x="410499" y="1764201"/>
                  </a:lnTo>
                  <a:lnTo>
                    <a:pt x="391010" y="1792442"/>
                  </a:lnTo>
                  <a:lnTo>
                    <a:pt x="369850" y="1834626"/>
                  </a:lnTo>
                  <a:lnTo>
                    <a:pt x="370630" y="1853921"/>
                  </a:lnTo>
                  <a:lnTo>
                    <a:pt x="375530" y="1869573"/>
                  </a:lnTo>
                  <a:lnTo>
                    <a:pt x="420745" y="1920261"/>
                  </a:lnTo>
                  <a:lnTo>
                    <a:pt x="468856" y="1928270"/>
                  </a:lnTo>
                  <a:lnTo>
                    <a:pt x="477877" y="1933999"/>
                  </a:lnTo>
                  <a:lnTo>
                    <a:pt x="485004" y="1951226"/>
                  </a:lnTo>
                  <a:lnTo>
                    <a:pt x="482665" y="1971649"/>
                  </a:lnTo>
                  <a:lnTo>
                    <a:pt x="475761" y="1983880"/>
                  </a:lnTo>
                  <a:lnTo>
                    <a:pt x="454824" y="1995311"/>
                  </a:lnTo>
                  <a:lnTo>
                    <a:pt x="458165" y="1998298"/>
                  </a:lnTo>
                  <a:lnTo>
                    <a:pt x="472865" y="1995311"/>
                  </a:lnTo>
                  <a:lnTo>
                    <a:pt x="477208" y="1997800"/>
                  </a:lnTo>
                  <a:lnTo>
                    <a:pt x="480549" y="2005939"/>
                  </a:lnTo>
                  <a:lnTo>
                    <a:pt x="474202" y="2009266"/>
                  </a:lnTo>
                  <a:lnTo>
                    <a:pt x="444467" y="2043157"/>
                  </a:lnTo>
                  <a:lnTo>
                    <a:pt x="404820" y="2069705"/>
                  </a:lnTo>
                  <a:lnTo>
                    <a:pt x="378092" y="2100131"/>
                  </a:lnTo>
                  <a:lnTo>
                    <a:pt x="364505" y="2128027"/>
                  </a:lnTo>
                  <a:lnTo>
                    <a:pt x="365952" y="2137076"/>
                  </a:lnTo>
                  <a:lnTo>
                    <a:pt x="358491" y="2186393"/>
                  </a:lnTo>
                  <a:lnTo>
                    <a:pt x="350361" y="2198501"/>
                  </a:lnTo>
                  <a:lnTo>
                    <a:pt x="329090" y="2210120"/>
                  </a:lnTo>
                  <a:lnTo>
                    <a:pt x="314835" y="2197981"/>
                  </a:lnTo>
                  <a:lnTo>
                    <a:pt x="303698" y="2176212"/>
                  </a:lnTo>
                  <a:lnTo>
                    <a:pt x="304144" y="2193826"/>
                  </a:lnTo>
                  <a:lnTo>
                    <a:pt x="284432" y="2200233"/>
                  </a:lnTo>
                  <a:lnTo>
                    <a:pt x="308042" y="2200927"/>
                  </a:lnTo>
                  <a:lnTo>
                    <a:pt x="318956" y="2215332"/>
                  </a:lnTo>
                  <a:lnTo>
                    <a:pt x="286882" y="2236938"/>
                  </a:lnTo>
                  <a:lnTo>
                    <a:pt x="277638" y="2256540"/>
                  </a:lnTo>
                  <a:lnTo>
                    <a:pt x="273629" y="2283984"/>
                  </a:lnTo>
                  <a:lnTo>
                    <a:pt x="260933" y="2300069"/>
                  </a:lnTo>
                  <a:lnTo>
                    <a:pt x="270733" y="2296705"/>
                  </a:lnTo>
                  <a:lnTo>
                    <a:pt x="279086" y="2327242"/>
                  </a:lnTo>
                  <a:lnTo>
                    <a:pt x="281313" y="2341336"/>
                  </a:lnTo>
                  <a:lnTo>
                    <a:pt x="279531" y="2351353"/>
                  </a:lnTo>
                  <a:lnTo>
                    <a:pt x="254362" y="2355116"/>
                  </a:lnTo>
                  <a:lnTo>
                    <a:pt x="272070" y="2362829"/>
                  </a:lnTo>
                  <a:lnTo>
                    <a:pt x="281202" y="2360316"/>
                  </a:lnTo>
                  <a:lnTo>
                    <a:pt x="285322" y="2364445"/>
                  </a:lnTo>
                  <a:lnTo>
                    <a:pt x="320626" y="2427566"/>
                  </a:lnTo>
                  <a:lnTo>
                    <a:pt x="317619" y="2432669"/>
                  </a:lnTo>
                  <a:lnTo>
                    <a:pt x="316505" y="2425928"/>
                  </a:lnTo>
                  <a:lnTo>
                    <a:pt x="270399" y="2410478"/>
                  </a:lnTo>
                  <a:lnTo>
                    <a:pt x="252915" y="2410478"/>
                  </a:lnTo>
                  <a:lnTo>
                    <a:pt x="223736" y="2397433"/>
                  </a:lnTo>
                  <a:lnTo>
                    <a:pt x="99339" y="2393093"/>
                  </a:lnTo>
                  <a:lnTo>
                    <a:pt x="100453" y="2384605"/>
                  </a:lnTo>
                  <a:lnTo>
                    <a:pt x="80964" y="2365703"/>
                  </a:lnTo>
                  <a:lnTo>
                    <a:pt x="72388" y="2350816"/>
                  </a:lnTo>
                  <a:lnTo>
                    <a:pt x="78847" y="2326707"/>
                  </a:lnTo>
                  <a:lnTo>
                    <a:pt x="74281" y="2306625"/>
                  </a:lnTo>
                  <a:lnTo>
                    <a:pt x="78513" y="2300600"/>
                  </a:lnTo>
                  <a:lnTo>
                    <a:pt x="80407" y="2288397"/>
                  </a:lnTo>
                  <a:lnTo>
                    <a:pt x="76509" y="2266196"/>
                  </a:lnTo>
                  <a:lnTo>
                    <a:pt x="66040" y="2258820"/>
                  </a:lnTo>
                  <a:lnTo>
                    <a:pt x="43990" y="2263386"/>
                  </a:lnTo>
                  <a:lnTo>
                    <a:pt x="30626" y="2273761"/>
                  </a:lnTo>
                  <a:lnTo>
                    <a:pt x="26171" y="2271649"/>
                  </a:lnTo>
                  <a:lnTo>
                    <a:pt x="11805" y="2222291"/>
                  </a:lnTo>
                  <a:lnTo>
                    <a:pt x="4677" y="2212030"/>
                  </a:lnTo>
                  <a:lnTo>
                    <a:pt x="3006" y="2191405"/>
                  </a:lnTo>
                  <a:lnTo>
                    <a:pt x="6570" y="2180350"/>
                  </a:lnTo>
                  <a:lnTo>
                    <a:pt x="0" y="2160037"/>
                  </a:lnTo>
                  <a:lnTo>
                    <a:pt x="7127" y="2134514"/>
                  </a:lnTo>
                  <a:lnTo>
                    <a:pt x="27285" y="2133147"/>
                  </a:lnTo>
                  <a:lnTo>
                    <a:pt x="26505" y="2122570"/>
                  </a:lnTo>
                  <a:lnTo>
                    <a:pt x="33632" y="2106071"/>
                  </a:lnTo>
                  <a:lnTo>
                    <a:pt x="52454" y="2095047"/>
                  </a:lnTo>
                  <a:lnTo>
                    <a:pt x="59581" y="2085231"/>
                  </a:lnTo>
                  <a:lnTo>
                    <a:pt x="59915" y="2059606"/>
                  </a:lnTo>
                  <a:lnTo>
                    <a:pt x="66709" y="2050200"/>
                  </a:lnTo>
                  <a:lnTo>
                    <a:pt x="75618" y="2045336"/>
                  </a:lnTo>
                  <a:lnTo>
                    <a:pt x="79404" y="2032614"/>
                  </a:lnTo>
                  <a:lnTo>
                    <a:pt x="77289" y="2021593"/>
                  </a:lnTo>
                  <a:lnTo>
                    <a:pt x="66040" y="2008933"/>
                  </a:lnTo>
                  <a:lnTo>
                    <a:pt x="65483" y="1999958"/>
                  </a:lnTo>
                  <a:lnTo>
                    <a:pt x="76398" y="1971980"/>
                  </a:lnTo>
                  <a:lnTo>
                    <a:pt x="76175" y="1964723"/>
                  </a:lnTo>
                  <a:lnTo>
                    <a:pt x="91209" y="1951061"/>
                  </a:lnTo>
                  <a:lnTo>
                    <a:pt x="94996" y="1941702"/>
                  </a:lnTo>
                  <a:lnTo>
                    <a:pt x="103460" y="1938095"/>
                  </a:lnTo>
                  <a:lnTo>
                    <a:pt x="99896" y="1921241"/>
                  </a:lnTo>
                  <a:lnTo>
                    <a:pt x="101232" y="1904446"/>
                  </a:lnTo>
                  <a:lnTo>
                    <a:pt x="116156" y="1888195"/>
                  </a:lnTo>
                  <a:lnTo>
                    <a:pt x="112258" y="1858434"/>
                  </a:lnTo>
                  <a:lnTo>
                    <a:pt x="105242" y="1844264"/>
                  </a:lnTo>
                  <a:lnTo>
                    <a:pt x="117047" y="1833663"/>
                  </a:lnTo>
                  <a:lnTo>
                    <a:pt x="120388" y="1825808"/>
                  </a:lnTo>
                  <a:lnTo>
                    <a:pt x="113038" y="1815567"/>
                  </a:lnTo>
                  <a:lnTo>
                    <a:pt x="113260" y="1792601"/>
                  </a:lnTo>
                  <a:lnTo>
                    <a:pt x="116490" y="1788625"/>
                  </a:lnTo>
                  <a:lnTo>
                    <a:pt x="127961" y="1786717"/>
                  </a:lnTo>
                  <a:lnTo>
                    <a:pt x="129074" y="1780047"/>
                  </a:lnTo>
                  <a:lnTo>
                    <a:pt x="137761" y="1770692"/>
                  </a:lnTo>
                  <a:lnTo>
                    <a:pt x="137538" y="1761828"/>
                  </a:lnTo>
                  <a:lnTo>
                    <a:pt x="122504" y="1739738"/>
                  </a:lnTo>
                  <a:lnTo>
                    <a:pt x="94996" y="1733287"/>
                  </a:lnTo>
                  <a:lnTo>
                    <a:pt x="93660" y="1721665"/>
                  </a:lnTo>
                  <a:lnTo>
                    <a:pt x="131302" y="1719783"/>
                  </a:lnTo>
                  <a:lnTo>
                    <a:pt x="137315" y="1722920"/>
                  </a:lnTo>
                  <a:lnTo>
                    <a:pt x="143218" y="1720882"/>
                  </a:lnTo>
                  <a:lnTo>
                    <a:pt x="149566" y="1703345"/>
                  </a:lnTo>
                  <a:lnTo>
                    <a:pt x="150123" y="1697564"/>
                  </a:lnTo>
                  <a:lnTo>
                    <a:pt x="146225" y="1693039"/>
                  </a:lnTo>
                  <a:lnTo>
                    <a:pt x="108694" y="1687894"/>
                  </a:lnTo>
                  <a:lnTo>
                    <a:pt x="109139" y="1663953"/>
                  </a:lnTo>
                  <a:lnTo>
                    <a:pt x="117381" y="1648777"/>
                  </a:lnTo>
                  <a:lnTo>
                    <a:pt x="110253" y="1633645"/>
                  </a:lnTo>
                  <a:lnTo>
                    <a:pt x="113817" y="1629484"/>
                  </a:lnTo>
                  <a:lnTo>
                    <a:pt x="113038" y="1619788"/>
                  </a:lnTo>
                  <a:lnTo>
                    <a:pt x="103460" y="1606888"/>
                  </a:lnTo>
                  <a:lnTo>
                    <a:pt x="103460" y="1599072"/>
                  </a:lnTo>
                  <a:lnTo>
                    <a:pt x="112146" y="1594632"/>
                  </a:lnTo>
                  <a:lnTo>
                    <a:pt x="113038" y="1589738"/>
                  </a:lnTo>
                  <a:lnTo>
                    <a:pt x="111033" y="1583780"/>
                  </a:lnTo>
                  <a:lnTo>
                    <a:pt x="91209" y="1575084"/>
                  </a:lnTo>
                  <a:lnTo>
                    <a:pt x="88537" y="1568685"/>
                  </a:lnTo>
                  <a:lnTo>
                    <a:pt x="90541" y="1550751"/>
                  </a:lnTo>
                  <a:lnTo>
                    <a:pt x="88648" y="1533936"/>
                  </a:lnTo>
                  <a:lnTo>
                    <a:pt x="94216" y="1525172"/>
                  </a:lnTo>
                  <a:lnTo>
                    <a:pt x="90875" y="1506633"/>
                  </a:lnTo>
                  <a:lnTo>
                    <a:pt x="95887" y="1498064"/>
                  </a:lnTo>
                  <a:lnTo>
                    <a:pt x="106133" y="1497914"/>
                  </a:lnTo>
                  <a:lnTo>
                    <a:pt x="112369" y="1494160"/>
                  </a:lnTo>
                  <a:lnTo>
                    <a:pt x="113038" y="1489509"/>
                  </a:lnTo>
                  <a:lnTo>
                    <a:pt x="103014" y="1456618"/>
                  </a:lnTo>
                  <a:lnTo>
                    <a:pt x="105576" y="1449171"/>
                  </a:lnTo>
                  <a:lnTo>
                    <a:pt x="105464" y="1394236"/>
                  </a:lnTo>
                  <a:lnTo>
                    <a:pt x="101232" y="1385845"/>
                  </a:lnTo>
                  <a:lnTo>
                    <a:pt x="101789" y="1377761"/>
                  </a:lnTo>
                  <a:lnTo>
                    <a:pt x="109696" y="1357236"/>
                  </a:lnTo>
                  <a:lnTo>
                    <a:pt x="116378" y="1348756"/>
                  </a:lnTo>
                  <a:lnTo>
                    <a:pt x="109919" y="1341456"/>
                  </a:lnTo>
                  <a:lnTo>
                    <a:pt x="108805" y="1335914"/>
                  </a:lnTo>
                  <a:lnTo>
                    <a:pt x="118606" y="1323393"/>
                  </a:lnTo>
                  <a:lnTo>
                    <a:pt x="119942" y="1312498"/>
                  </a:lnTo>
                  <a:lnTo>
                    <a:pt x="114930" y="1292360"/>
                  </a:lnTo>
                  <a:lnTo>
                    <a:pt x="118940" y="1289035"/>
                  </a:lnTo>
                  <a:lnTo>
                    <a:pt x="126067" y="1289613"/>
                  </a:lnTo>
                  <a:lnTo>
                    <a:pt x="133418" y="1264376"/>
                  </a:lnTo>
                  <a:lnTo>
                    <a:pt x="134531" y="1236388"/>
                  </a:lnTo>
                  <a:lnTo>
                    <a:pt x="154020" y="1222231"/>
                  </a:lnTo>
                  <a:lnTo>
                    <a:pt x="162373" y="1220660"/>
                  </a:lnTo>
                  <a:lnTo>
                    <a:pt x="168832" y="1205119"/>
                  </a:lnTo>
                  <a:lnTo>
                    <a:pt x="161371" y="1197578"/>
                  </a:lnTo>
                  <a:lnTo>
                    <a:pt x="157696" y="1165673"/>
                  </a:lnTo>
                  <a:lnTo>
                    <a:pt x="149009" y="1143797"/>
                  </a:lnTo>
                  <a:lnTo>
                    <a:pt x="147895" y="1133522"/>
                  </a:lnTo>
                  <a:lnTo>
                    <a:pt x="151125" y="1119056"/>
                  </a:lnTo>
                  <a:lnTo>
                    <a:pt x="147004" y="1107705"/>
                  </a:lnTo>
                  <a:lnTo>
                    <a:pt x="152127" y="1093302"/>
                  </a:lnTo>
                  <a:lnTo>
                    <a:pt x="147561" y="1072391"/>
                  </a:lnTo>
                  <a:lnTo>
                    <a:pt x="155357" y="1056964"/>
                  </a:lnTo>
                  <a:lnTo>
                    <a:pt x="156025" y="1047672"/>
                  </a:lnTo>
                  <a:lnTo>
                    <a:pt x="165268" y="1039639"/>
                  </a:lnTo>
                  <a:lnTo>
                    <a:pt x="174957" y="1037564"/>
                  </a:lnTo>
                  <a:lnTo>
                    <a:pt x="176628" y="1029130"/>
                  </a:lnTo>
                  <a:lnTo>
                    <a:pt x="186428" y="1018640"/>
                  </a:lnTo>
                  <a:lnTo>
                    <a:pt x="192999" y="1017675"/>
                  </a:lnTo>
                  <a:lnTo>
                    <a:pt x="196229" y="1012161"/>
                  </a:lnTo>
                  <a:lnTo>
                    <a:pt x="197788" y="990022"/>
                  </a:lnTo>
                  <a:lnTo>
                    <a:pt x="195560" y="971110"/>
                  </a:lnTo>
                  <a:lnTo>
                    <a:pt x="192220" y="956213"/>
                  </a:lnTo>
                  <a:lnTo>
                    <a:pt x="188321" y="954848"/>
                  </a:lnTo>
                  <a:lnTo>
                    <a:pt x="186985" y="950209"/>
                  </a:lnTo>
                  <a:lnTo>
                    <a:pt x="197008" y="942578"/>
                  </a:lnTo>
                  <a:lnTo>
                    <a:pt x="203356" y="911331"/>
                  </a:lnTo>
                  <a:lnTo>
                    <a:pt x="218057" y="878892"/>
                  </a:lnTo>
                  <a:lnTo>
                    <a:pt x="230418" y="873233"/>
                  </a:lnTo>
                  <a:lnTo>
                    <a:pt x="227857" y="836434"/>
                  </a:lnTo>
                  <a:lnTo>
                    <a:pt x="233760" y="811708"/>
                  </a:lnTo>
                  <a:lnTo>
                    <a:pt x="232423" y="803176"/>
                  </a:lnTo>
                  <a:lnTo>
                    <a:pt x="227746" y="800779"/>
                  </a:lnTo>
                  <a:lnTo>
                    <a:pt x="220061" y="802244"/>
                  </a:lnTo>
                  <a:lnTo>
                    <a:pt x="216052" y="797051"/>
                  </a:lnTo>
                  <a:lnTo>
                    <a:pt x="215495" y="784154"/>
                  </a:lnTo>
                  <a:lnTo>
                    <a:pt x="219950" y="773669"/>
                  </a:lnTo>
                  <a:lnTo>
                    <a:pt x="214159" y="767969"/>
                  </a:lnTo>
                  <a:lnTo>
                    <a:pt x="210372" y="754732"/>
                  </a:lnTo>
                  <a:lnTo>
                    <a:pt x="210818" y="743370"/>
                  </a:lnTo>
                  <a:lnTo>
                    <a:pt x="207031" y="740335"/>
                  </a:lnTo>
                  <a:lnTo>
                    <a:pt x="200015" y="721756"/>
                  </a:lnTo>
                  <a:lnTo>
                    <a:pt x="199347" y="711895"/>
                  </a:lnTo>
                  <a:lnTo>
                    <a:pt x="203245" y="711107"/>
                  </a:lnTo>
                  <a:lnTo>
                    <a:pt x="205583" y="705723"/>
                  </a:lnTo>
                  <a:lnTo>
                    <a:pt x="193445" y="697328"/>
                  </a:lnTo>
                  <a:lnTo>
                    <a:pt x="185092" y="677562"/>
                  </a:lnTo>
                  <a:lnTo>
                    <a:pt x="186985" y="659286"/>
                  </a:lnTo>
                  <a:lnTo>
                    <a:pt x="189101" y="647043"/>
                  </a:lnTo>
                  <a:lnTo>
                    <a:pt x="197231" y="644961"/>
                  </a:lnTo>
                  <a:lnTo>
                    <a:pt x="202131" y="637940"/>
                  </a:lnTo>
                  <a:lnTo>
                    <a:pt x="199792" y="629239"/>
                  </a:lnTo>
                  <a:lnTo>
                    <a:pt x="210818" y="592088"/>
                  </a:lnTo>
                  <a:lnTo>
                    <a:pt x="223959" y="590152"/>
                  </a:lnTo>
                  <a:lnTo>
                    <a:pt x="230975" y="577000"/>
                  </a:lnTo>
                  <a:lnTo>
                    <a:pt x="229750" y="573135"/>
                  </a:lnTo>
                  <a:lnTo>
                    <a:pt x="223736" y="570046"/>
                  </a:lnTo>
                  <a:lnTo>
                    <a:pt x="225741" y="547945"/>
                  </a:lnTo>
                  <a:lnTo>
                    <a:pt x="219616" y="516325"/>
                  </a:lnTo>
                  <a:lnTo>
                    <a:pt x="231978" y="500631"/>
                  </a:lnTo>
                  <a:lnTo>
                    <a:pt x="242558" y="451976"/>
                  </a:lnTo>
                  <a:lnTo>
                    <a:pt x="252915" y="437050"/>
                  </a:lnTo>
                  <a:lnTo>
                    <a:pt x="256144" y="436544"/>
                  </a:lnTo>
                  <a:lnTo>
                    <a:pt x="272404" y="417740"/>
                  </a:lnTo>
                  <a:lnTo>
                    <a:pt x="292673" y="363858"/>
                  </a:lnTo>
                  <a:lnTo>
                    <a:pt x="301137" y="360479"/>
                  </a:lnTo>
                  <a:lnTo>
                    <a:pt x="308376" y="362982"/>
                  </a:lnTo>
                  <a:lnTo>
                    <a:pt x="311828" y="359104"/>
                  </a:lnTo>
                  <a:lnTo>
                    <a:pt x="323633" y="355227"/>
                  </a:lnTo>
                  <a:lnTo>
                    <a:pt x="325303" y="351352"/>
                  </a:lnTo>
                  <a:lnTo>
                    <a:pt x="325303" y="344732"/>
                  </a:lnTo>
                  <a:lnTo>
                    <a:pt x="308487" y="316565"/>
                  </a:lnTo>
                  <a:lnTo>
                    <a:pt x="309378" y="308358"/>
                  </a:lnTo>
                  <a:lnTo>
                    <a:pt x="319401" y="294699"/>
                  </a:lnTo>
                  <a:lnTo>
                    <a:pt x="308376" y="244235"/>
                  </a:lnTo>
                  <a:lnTo>
                    <a:pt x="314278" y="226621"/>
                  </a:lnTo>
                  <a:lnTo>
                    <a:pt x="321294" y="221824"/>
                  </a:lnTo>
                  <a:lnTo>
                    <a:pt x="316171" y="210396"/>
                  </a:lnTo>
                  <a:lnTo>
                    <a:pt x="310269" y="204503"/>
                  </a:lnTo>
                  <a:lnTo>
                    <a:pt x="310269" y="198369"/>
                  </a:lnTo>
                  <a:lnTo>
                    <a:pt x="313610" y="190280"/>
                  </a:lnTo>
                  <a:lnTo>
                    <a:pt x="329535" y="174123"/>
                  </a:lnTo>
                  <a:lnTo>
                    <a:pt x="384885" y="149823"/>
                  </a:lnTo>
                  <a:lnTo>
                    <a:pt x="406379" y="80228"/>
                  </a:lnTo>
                  <a:lnTo>
                    <a:pt x="394908" y="68137"/>
                  </a:lnTo>
                  <a:lnTo>
                    <a:pt x="403483" y="56666"/>
                  </a:lnTo>
                  <a:lnTo>
                    <a:pt x="404820" y="50031"/>
                  </a:lnTo>
                  <a:lnTo>
                    <a:pt x="419298" y="40509"/>
                  </a:lnTo>
                  <a:lnTo>
                    <a:pt x="424754" y="27508"/>
                  </a:lnTo>
                  <a:lnTo>
                    <a:pt x="446137" y="20654"/>
                  </a:lnTo>
                  <a:lnTo>
                    <a:pt x="455158" y="0"/>
                  </a:lnTo>
                  <a:lnTo>
                    <a:pt x="462731" y="2159"/>
                  </a:lnTo>
                  <a:lnTo>
                    <a:pt x="482999" y="19812"/>
                  </a:lnTo>
                  <a:lnTo>
                    <a:pt x="527101" y="19932"/>
                  </a:lnTo>
                  <a:lnTo>
                    <a:pt x="555054" y="28350"/>
                  </a:lnTo>
                  <a:lnTo>
                    <a:pt x="572427" y="68499"/>
                  </a:lnTo>
                  <a:lnTo>
                    <a:pt x="575991" y="53408"/>
                  </a:lnTo>
                  <a:lnTo>
                    <a:pt x="597374" y="15006"/>
                  </a:lnTo>
                  <a:lnTo>
                    <a:pt x="664640" y="13084"/>
                  </a:lnTo>
                  <a:lnTo>
                    <a:pt x="677558" y="32562"/>
                  </a:lnTo>
                  <a:lnTo>
                    <a:pt x="693261" y="42437"/>
                  </a:lnTo>
                  <a:lnTo>
                    <a:pt x="703061" y="54011"/>
                  </a:lnTo>
                  <a:lnTo>
                    <a:pt x="720769" y="84100"/>
                  </a:lnTo>
                  <a:lnTo>
                    <a:pt x="746828" y="106520"/>
                  </a:lnTo>
                  <a:lnTo>
                    <a:pt x="765204" y="117569"/>
                  </a:lnTo>
                  <a:lnTo>
                    <a:pt x="772889" y="124254"/>
                  </a:lnTo>
                  <a:lnTo>
                    <a:pt x="776118" y="131065"/>
                  </a:lnTo>
                  <a:lnTo>
                    <a:pt x="808749" y="145069"/>
                  </a:lnTo>
                  <a:lnTo>
                    <a:pt x="833138" y="148116"/>
                  </a:lnTo>
                  <a:lnTo>
                    <a:pt x="846614" y="153848"/>
                  </a:lnTo>
                  <a:lnTo>
                    <a:pt x="890270" y="185747"/>
                  </a:lnTo>
                  <a:lnTo>
                    <a:pt x="931587" y="204871"/>
                  </a:lnTo>
                  <a:lnTo>
                    <a:pt x="941165" y="212729"/>
                  </a:lnTo>
                  <a:lnTo>
                    <a:pt x="955308" y="213957"/>
                  </a:lnTo>
                  <a:lnTo>
                    <a:pt x="966222" y="218873"/>
                  </a:lnTo>
                  <a:lnTo>
                    <a:pt x="985823" y="237949"/>
                  </a:lnTo>
                  <a:lnTo>
                    <a:pt x="989275" y="243249"/>
                  </a:lnTo>
                  <a:lnTo>
                    <a:pt x="990277" y="252130"/>
                  </a:lnTo>
                  <a:lnTo>
                    <a:pt x="978918" y="263246"/>
                  </a:lnTo>
                  <a:lnTo>
                    <a:pt x="970565" y="284531"/>
                  </a:lnTo>
                  <a:lnTo>
                    <a:pt x="956867" y="296560"/>
                  </a:lnTo>
                  <a:lnTo>
                    <a:pt x="951188" y="310347"/>
                  </a:lnTo>
                  <a:lnTo>
                    <a:pt x="951856" y="327521"/>
                  </a:lnTo>
                  <a:lnTo>
                    <a:pt x="944060" y="339115"/>
                  </a:lnTo>
                  <a:lnTo>
                    <a:pt x="943837" y="343358"/>
                  </a:lnTo>
                  <a:lnTo>
                    <a:pt x="936710" y="347854"/>
                  </a:lnTo>
                  <a:lnTo>
                    <a:pt x="925462" y="362356"/>
                  </a:lnTo>
                  <a:lnTo>
                    <a:pt x="924014" y="366862"/>
                  </a:lnTo>
                  <a:lnTo>
                    <a:pt x="926353" y="375130"/>
                  </a:lnTo>
                  <a:lnTo>
                    <a:pt x="953304" y="372248"/>
                  </a:lnTo>
                  <a:lnTo>
                    <a:pt x="1018676" y="385917"/>
                  </a:lnTo>
                  <a:lnTo>
                    <a:pt x="1027252" y="383533"/>
                  </a:lnTo>
                  <a:lnTo>
                    <a:pt x="1043177" y="387550"/>
                  </a:lnTo>
                  <a:lnTo>
                    <a:pt x="1050194" y="385792"/>
                  </a:lnTo>
                  <a:lnTo>
                    <a:pt x="1060439" y="391819"/>
                  </a:lnTo>
                  <a:lnTo>
                    <a:pt x="1064559" y="390689"/>
                  </a:lnTo>
                  <a:lnTo>
                    <a:pt x="1077367" y="375632"/>
                  </a:lnTo>
                  <a:lnTo>
                    <a:pt x="1090508" y="375882"/>
                  </a:lnTo>
                  <a:lnTo>
                    <a:pt x="1100532" y="382153"/>
                  </a:lnTo>
                  <a:lnTo>
                    <a:pt x="1105097" y="382028"/>
                  </a:lnTo>
                  <a:lnTo>
                    <a:pt x="1110220" y="378014"/>
                  </a:lnTo>
                  <a:lnTo>
                    <a:pt x="1114452" y="363608"/>
                  </a:lnTo>
                  <a:lnTo>
                    <a:pt x="1122916" y="353851"/>
                  </a:lnTo>
                  <a:lnTo>
                    <a:pt x="1140957" y="348478"/>
                  </a:lnTo>
                  <a:lnTo>
                    <a:pt x="1153431" y="332630"/>
                  </a:lnTo>
                  <a:lnTo>
                    <a:pt x="1160112" y="329140"/>
                  </a:lnTo>
                  <a:lnTo>
                    <a:pt x="1164567" y="320921"/>
                  </a:lnTo>
                  <a:lnTo>
                    <a:pt x="1172140" y="284531"/>
                  </a:lnTo>
                  <a:lnTo>
                    <a:pt x="1173143" y="254970"/>
                  </a:lnTo>
                  <a:lnTo>
                    <a:pt x="1183723" y="258304"/>
                  </a:lnTo>
                  <a:lnTo>
                    <a:pt x="1201653" y="251267"/>
                  </a:lnTo>
                  <a:lnTo>
                    <a:pt x="1217912" y="261269"/>
                  </a:lnTo>
                  <a:lnTo>
                    <a:pt x="1222144" y="281310"/>
                  </a:lnTo>
                  <a:lnTo>
                    <a:pt x="1231610" y="299539"/>
                  </a:lnTo>
                  <a:lnTo>
                    <a:pt x="1226487" y="335747"/>
                  </a:lnTo>
                  <a:lnTo>
                    <a:pt x="1228715" y="345106"/>
                  </a:lnTo>
                  <a:lnTo>
                    <a:pt x="1221253" y="361605"/>
                  </a:lnTo>
                  <a:lnTo>
                    <a:pt x="1204214" y="372373"/>
                  </a:lnTo>
                  <a:lnTo>
                    <a:pt x="1201541" y="370870"/>
                  </a:lnTo>
                  <a:lnTo>
                    <a:pt x="1190962" y="382655"/>
                  </a:lnTo>
                  <a:lnTo>
                    <a:pt x="1159890" y="391568"/>
                  </a:lnTo>
                  <a:lnTo>
                    <a:pt x="1154879" y="402630"/>
                  </a:lnTo>
                  <a:lnTo>
                    <a:pt x="1146860" y="406782"/>
                  </a:lnTo>
                  <a:lnTo>
                    <a:pt x="1143073" y="413708"/>
                  </a:lnTo>
                  <a:lnTo>
                    <a:pt x="1134275" y="415850"/>
                  </a:lnTo>
                  <a:lnTo>
                    <a:pt x="1119909" y="429219"/>
                  </a:lnTo>
                  <a:lnTo>
                    <a:pt x="1104429" y="437302"/>
                  </a:lnTo>
                  <a:lnTo>
                    <a:pt x="1103204" y="440842"/>
                  </a:lnTo>
                  <a:lnTo>
                    <a:pt x="1107770" y="447166"/>
                  </a:lnTo>
                  <a:lnTo>
                    <a:pt x="1106879" y="449824"/>
                  </a:lnTo>
                  <a:lnTo>
                    <a:pt x="1094295" y="448938"/>
                  </a:lnTo>
                  <a:lnTo>
                    <a:pt x="1093403" y="454129"/>
                  </a:lnTo>
                  <a:lnTo>
                    <a:pt x="1073580" y="474803"/>
                  </a:lnTo>
                  <a:lnTo>
                    <a:pt x="1063112" y="493242"/>
                  </a:lnTo>
                  <a:lnTo>
                    <a:pt x="1048188" y="507772"/>
                  </a:lnTo>
                  <a:lnTo>
                    <a:pt x="1029368" y="535639"/>
                  </a:lnTo>
                  <a:lnTo>
                    <a:pt x="1011771" y="548971"/>
                  </a:lnTo>
                  <a:lnTo>
                    <a:pt x="1000523" y="566830"/>
                  </a:lnTo>
                  <a:lnTo>
                    <a:pt x="990723" y="5744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oPE_MapPart_ARG_2_3" descr="Argentinien">
              <a:extLst>
                <a:ext uri="{FF2B5EF4-FFF2-40B4-BE49-F238E27FC236}">
                  <a16:creationId xmlns:a16="http://schemas.microsoft.com/office/drawing/2014/main" id="{746E9A89-1A11-848B-9828-68C31EBC7F9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760172" y="5580897"/>
              <a:ext cx="214940" cy="249616"/>
            </a:xfrm>
            <a:custGeom>
              <a:avLst/>
              <a:gdLst/>
              <a:ahLst/>
              <a:cxnLst/>
              <a:rect l="0" t="0" r="0" b="0"/>
              <a:pathLst>
                <a:path w="214940" h="249616">
                  <a:moveTo>
                    <a:pt x="0" y="230421"/>
                  </a:moveTo>
                  <a:lnTo>
                    <a:pt x="1448" y="0"/>
                  </a:lnTo>
                  <a:lnTo>
                    <a:pt x="19489" y="25406"/>
                  </a:lnTo>
                  <a:lnTo>
                    <a:pt x="25614" y="44093"/>
                  </a:lnTo>
                  <a:lnTo>
                    <a:pt x="19823" y="37608"/>
                  </a:lnTo>
                  <a:lnTo>
                    <a:pt x="13810" y="41313"/>
                  </a:lnTo>
                  <a:lnTo>
                    <a:pt x="8241" y="53930"/>
                  </a:lnTo>
                  <a:lnTo>
                    <a:pt x="10246" y="62486"/>
                  </a:lnTo>
                  <a:lnTo>
                    <a:pt x="30515" y="67329"/>
                  </a:lnTo>
                  <a:lnTo>
                    <a:pt x="39981" y="94062"/>
                  </a:lnTo>
                  <a:lnTo>
                    <a:pt x="84082" y="144985"/>
                  </a:lnTo>
                  <a:lnTo>
                    <a:pt x="149567" y="196122"/>
                  </a:lnTo>
                  <a:lnTo>
                    <a:pt x="179858" y="209001"/>
                  </a:lnTo>
                  <a:lnTo>
                    <a:pt x="203245" y="206691"/>
                  </a:lnTo>
                  <a:lnTo>
                    <a:pt x="214939" y="211696"/>
                  </a:lnTo>
                  <a:lnTo>
                    <a:pt x="204693" y="233130"/>
                  </a:lnTo>
                  <a:lnTo>
                    <a:pt x="196897" y="237004"/>
                  </a:lnTo>
                  <a:lnTo>
                    <a:pt x="167051" y="237584"/>
                  </a:lnTo>
                  <a:lnTo>
                    <a:pt x="132527" y="249615"/>
                  </a:lnTo>
                  <a:lnTo>
                    <a:pt x="94440" y="235841"/>
                  </a:lnTo>
                  <a:lnTo>
                    <a:pt x="26840" y="226554"/>
                  </a:lnTo>
                  <a:lnTo>
                    <a:pt x="2227" y="2282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oPE_MapPart_ARG_3_4" descr="Argentinien">
              <a:extLst>
                <a:ext uri="{FF2B5EF4-FFF2-40B4-BE49-F238E27FC236}">
                  <a16:creationId xmlns:a16="http://schemas.microsoft.com/office/drawing/2014/main" id="{751D3D85-DBC0-DB3E-F3B5-230BFEBD05D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001283" y="5796640"/>
              <a:ext cx="58245" cy="19905"/>
            </a:xfrm>
            <a:custGeom>
              <a:avLst/>
              <a:gdLst/>
              <a:ahLst/>
              <a:cxnLst/>
              <a:rect l="0" t="0" r="0" b="0"/>
              <a:pathLst>
                <a:path w="58245" h="19905">
                  <a:moveTo>
                    <a:pt x="12806" y="0"/>
                  </a:moveTo>
                  <a:lnTo>
                    <a:pt x="58244" y="964"/>
                  </a:lnTo>
                  <a:lnTo>
                    <a:pt x="57131" y="5595"/>
                  </a:lnTo>
                  <a:lnTo>
                    <a:pt x="48555" y="10037"/>
                  </a:lnTo>
                  <a:lnTo>
                    <a:pt x="26839" y="8492"/>
                  </a:lnTo>
                  <a:lnTo>
                    <a:pt x="7349" y="19904"/>
                  </a:lnTo>
                  <a:lnTo>
                    <a:pt x="0" y="11777"/>
                  </a:lnTo>
                  <a:lnTo>
                    <a:pt x="10802" y="385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oPE_MapPart_ARG_4_5" descr="Argentinien">
              <a:extLst>
                <a:ext uri="{FF2B5EF4-FFF2-40B4-BE49-F238E27FC236}">
                  <a16:creationId xmlns:a16="http://schemas.microsoft.com/office/drawing/2014/main" id="{841F0ED7-3986-C13A-C358-BA8E0F9B8887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166106" y="4366650"/>
              <a:ext cx="14033" cy="11779"/>
            </a:xfrm>
            <a:custGeom>
              <a:avLst/>
              <a:gdLst/>
              <a:ahLst/>
              <a:cxnLst/>
              <a:rect l="0" t="0" r="0" b="0"/>
              <a:pathLst>
                <a:path w="14033" h="11779">
                  <a:moveTo>
                    <a:pt x="13475" y="6747"/>
                  </a:moveTo>
                  <a:lnTo>
                    <a:pt x="14032" y="11778"/>
                  </a:lnTo>
                  <a:lnTo>
                    <a:pt x="3118" y="6316"/>
                  </a:lnTo>
                  <a:lnTo>
                    <a:pt x="0" y="0"/>
                  </a:lnTo>
                  <a:lnTo>
                    <a:pt x="11471" y="38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PE_MapPart_BOL_1_6" descr="Bolivien">
              <a:extLst>
                <a:ext uri="{FF2B5EF4-FFF2-40B4-BE49-F238E27FC236}">
                  <a16:creationId xmlns:a16="http://schemas.microsoft.com/office/drawing/2014/main" id="{D44B599B-C7E0-DDC4-76CB-693C6B110A5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698809" y="2339279"/>
              <a:ext cx="751730" cy="851554"/>
            </a:xfrm>
            <a:custGeom>
              <a:avLst/>
              <a:gdLst/>
              <a:ahLst/>
              <a:cxnLst/>
              <a:rect l="0" t="0" r="0" b="0"/>
              <a:pathLst>
                <a:path w="751730" h="851554">
                  <a:moveTo>
                    <a:pt x="8352" y="496580"/>
                  </a:moveTo>
                  <a:lnTo>
                    <a:pt x="7684" y="488992"/>
                  </a:lnTo>
                  <a:lnTo>
                    <a:pt x="0" y="479893"/>
                  </a:lnTo>
                  <a:lnTo>
                    <a:pt x="1336" y="476745"/>
                  </a:lnTo>
                  <a:lnTo>
                    <a:pt x="12807" y="469519"/>
                  </a:lnTo>
                  <a:lnTo>
                    <a:pt x="27619" y="448798"/>
                  </a:lnTo>
                  <a:lnTo>
                    <a:pt x="38644" y="440658"/>
                  </a:lnTo>
                  <a:lnTo>
                    <a:pt x="37865" y="429853"/>
                  </a:lnTo>
                  <a:lnTo>
                    <a:pt x="49670" y="421030"/>
                  </a:lnTo>
                  <a:lnTo>
                    <a:pt x="45326" y="416040"/>
                  </a:lnTo>
                  <a:lnTo>
                    <a:pt x="31628" y="413489"/>
                  </a:lnTo>
                  <a:lnTo>
                    <a:pt x="26505" y="408850"/>
                  </a:lnTo>
                  <a:lnTo>
                    <a:pt x="13921" y="376080"/>
                  </a:lnTo>
                  <a:lnTo>
                    <a:pt x="29289" y="350200"/>
                  </a:lnTo>
                  <a:lnTo>
                    <a:pt x="16705" y="332666"/>
                  </a:lnTo>
                  <a:lnTo>
                    <a:pt x="17707" y="321950"/>
                  </a:lnTo>
                  <a:lnTo>
                    <a:pt x="22830" y="318725"/>
                  </a:lnTo>
                  <a:lnTo>
                    <a:pt x="25391" y="309170"/>
                  </a:lnTo>
                  <a:lnTo>
                    <a:pt x="39090" y="295137"/>
                  </a:lnTo>
                  <a:lnTo>
                    <a:pt x="39647" y="288011"/>
                  </a:lnTo>
                  <a:lnTo>
                    <a:pt x="47888" y="281922"/>
                  </a:lnTo>
                  <a:lnTo>
                    <a:pt x="35303" y="250942"/>
                  </a:lnTo>
                  <a:lnTo>
                    <a:pt x="40983" y="239026"/>
                  </a:lnTo>
                  <a:lnTo>
                    <a:pt x="41317" y="199907"/>
                  </a:lnTo>
                  <a:lnTo>
                    <a:pt x="54904" y="187573"/>
                  </a:lnTo>
                  <a:lnTo>
                    <a:pt x="54570" y="182551"/>
                  </a:lnTo>
                  <a:lnTo>
                    <a:pt x="59470" y="175934"/>
                  </a:lnTo>
                  <a:lnTo>
                    <a:pt x="4120" y="77885"/>
                  </a:lnTo>
                  <a:lnTo>
                    <a:pt x="49335" y="81629"/>
                  </a:lnTo>
                  <a:lnTo>
                    <a:pt x="56797" y="88665"/>
                  </a:lnTo>
                  <a:lnTo>
                    <a:pt x="63256" y="87870"/>
                  </a:lnTo>
                  <a:lnTo>
                    <a:pt x="82523" y="79360"/>
                  </a:lnTo>
                  <a:lnTo>
                    <a:pt x="97335" y="62238"/>
                  </a:lnTo>
                  <a:lnTo>
                    <a:pt x="119051" y="60992"/>
                  </a:lnTo>
                  <a:lnTo>
                    <a:pt x="127627" y="49888"/>
                  </a:lnTo>
                  <a:lnTo>
                    <a:pt x="137872" y="42527"/>
                  </a:lnTo>
                  <a:lnTo>
                    <a:pt x="156805" y="34943"/>
                  </a:lnTo>
                  <a:lnTo>
                    <a:pt x="189992" y="11754"/>
                  </a:lnTo>
                  <a:lnTo>
                    <a:pt x="230196" y="4520"/>
                  </a:lnTo>
                  <a:lnTo>
                    <a:pt x="252915" y="5311"/>
                  </a:lnTo>
                  <a:lnTo>
                    <a:pt x="262938" y="0"/>
                  </a:lnTo>
                  <a:lnTo>
                    <a:pt x="268283" y="10058"/>
                  </a:lnTo>
                  <a:lnTo>
                    <a:pt x="268952" y="27248"/>
                  </a:lnTo>
                  <a:lnTo>
                    <a:pt x="268061" y="33924"/>
                  </a:lnTo>
                  <a:lnTo>
                    <a:pt x="259708" y="49888"/>
                  </a:lnTo>
                  <a:lnTo>
                    <a:pt x="267393" y="82537"/>
                  </a:lnTo>
                  <a:lnTo>
                    <a:pt x="263272" y="96498"/>
                  </a:lnTo>
                  <a:lnTo>
                    <a:pt x="267504" y="108651"/>
                  </a:lnTo>
                  <a:lnTo>
                    <a:pt x="276525" y="121723"/>
                  </a:lnTo>
                  <a:lnTo>
                    <a:pt x="275968" y="128319"/>
                  </a:lnTo>
                  <a:lnTo>
                    <a:pt x="281870" y="127751"/>
                  </a:lnTo>
                  <a:lnTo>
                    <a:pt x="287884" y="142544"/>
                  </a:lnTo>
                  <a:lnTo>
                    <a:pt x="297907" y="145960"/>
                  </a:lnTo>
                  <a:lnTo>
                    <a:pt x="317508" y="159971"/>
                  </a:lnTo>
                  <a:lnTo>
                    <a:pt x="323299" y="171942"/>
                  </a:lnTo>
                  <a:lnTo>
                    <a:pt x="353146" y="177645"/>
                  </a:lnTo>
                  <a:lnTo>
                    <a:pt x="362389" y="173766"/>
                  </a:lnTo>
                  <a:lnTo>
                    <a:pt x="368514" y="174337"/>
                  </a:lnTo>
                  <a:lnTo>
                    <a:pt x="389674" y="187117"/>
                  </a:lnTo>
                  <a:lnTo>
                    <a:pt x="395688" y="188943"/>
                  </a:lnTo>
                  <a:lnTo>
                    <a:pt x="407047" y="186432"/>
                  </a:lnTo>
                  <a:lnTo>
                    <a:pt x="410277" y="195109"/>
                  </a:lnTo>
                  <a:lnTo>
                    <a:pt x="425645" y="207334"/>
                  </a:lnTo>
                  <a:lnTo>
                    <a:pt x="430546" y="207105"/>
                  </a:lnTo>
                  <a:lnTo>
                    <a:pt x="451260" y="215908"/>
                  </a:lnTo>
                  <a:lnTo>
                    <a:pt x="465738" y="217624"/>
                  </a:lnTo>
                  <a:lnTo>
                    <a:pt x="467185" y="222886"/>
                  </a:lnTo>
                  <a:lnTo>
                    <a:pt x="486007" y="240859"/>
                  </a:lnTo>
                  <a:lnTo>
                    <a:pt x="503268" y="241890"/>
                  </a:lnTo>
                  <a:lnTo>
                    <a:pt x="530108" y="238568"/>
                  </a:lnTo>
                  <a:lnTo>
                    <a:pt x="565411" y="257706"/>
                  </a:lnTo>
                  <a:lnTo>
                    <a:pt x="571759" y="272277"/>
                  </a:lnTo>
                  <a:lnTo>
                    <a:pt x="567416" y="282841"/>
                  </a:lnTo>
                  <a:lnTo>
                    <a:pt x="578330" y="310551"/>
                  </a:lnTo>
                  <a:lnTo>
                    <a:pt x="579889" y="340738"/>
                  </a:lnTo>
                  <a:lnTo>
                    <a:pt x="560734" y="341315"/>
                  </a:lnTo>
                  <a:lnTo>
                    <a:pt x="581782" y="365791"/>
                  </a:lnTo>
                  <a:lnTo>
                    <a:pt x="585903" y="416621"/>
                  </a:lnTo>
                  <a:lnTo>
                    <a:pt x="687247" y="420334"/>
                  </a:lnTo>
                  <a:lnTo>
                    <a:pt x="699164" y="417549"/>
                  </a:lnTo>
                  <a:lnTo>
                    <a:pt x="698830" y="430898"/>
                  </a:lnTo>
                  <a:lnTo>
                    <a:pt x="690922" y="444378"/>
                  </a:lnTo>
                  <a:lnTo>
                    <a:pt x="696045" y="478960"/>
                  </a:lnTo>
                  <a:lnTo>
                    <a:pt x="721103" y="496930"/>
                  </a:lnTo>
                  <a:lnTo>
                    <a:pt x="730903" y="496930"/>
                  </a:lnTo>
                  <a:lnTo>
                    <a:pt x="746160" y="536586"/>
                  </a:lnTo>
                  <a:lnTo>
                    <a:pt x="751729" y="542564"/>
                  </a:lnTo>
                  <a:lnTo>
                    <a:pt x="746829" y="546785"/>
                  </a:lnTo>
                  <a:lnTo>
                    <a:pt x="733910" y="588264"/>
                  </a:lnTo>
                  <a:lnTo>
                    <a:pt x="737140" y="588499"/>
                  </a:lnTo>
                  <a:lnTo>
                    <a:pt x="738031" y="596743"/>
                  </a:lnTo>
                  <a:lnTo>
                    <a:pt x="732908" y="599218"/>
                  </a:lnTo>
                  <a:lnTo>
                    <a:pt x="712416" y="642672"/>
                  </a:lnTo>
                  <a:lnTo>
                    <a:pt x="729122" y="658184"/>
                  </a:lnTo>
                  <a:lnTo>
                    <a:pt x="719210" y="663162"/>
                  </a:lnTo>
                  <a:lnTo>
                    <a:pt x="714755" y="669447"/>
                  </a:lnTo>
                  <a:lnTo>
                    <a:pt x="710635" y="670396"/>
                  </a:lnTo>
                  <a:lnTo>
                    <a:pt x="711859" y="659369"/>
                  </a:lnTo>
                  <a:lnTo>
                    <a:pt x="709409" y="647524"/>
                  </a:lnTo>
                  <a:lnTo>
                    <a:pt x="653058" y="612660"/>
                  </a:lnTo>
                  <a:lnTo>
                    <a:pt x="596371" y="613368"/>
                  </a:lnTo>
                  <a:lnTo>
                    <a:pt x="488123" y="636166"/>
                  </a:lnTo>
                  <a:lnTo>
                    <a:pt x="478211" y="663162"/>
                  </a:lnTo>
                  <a:lnTo>
                    <a:pt x="455937" y="696649"/>
                  </a:lnTo>
                  <a:lnTo>
                    <a:pt x="455937" y="729890"/>
                  </a:lnTo>
                  <a:lnTo>
                    <a:pt x="432773" y="807655"/>
                  </a:lnTo>
                  <a:lnTo>
                    <a:pt x="420857" y="791907"/>
                  </a:lnTo>
                  <a:lnTo>
                    <a:pt x="354148" y="793950"/>
                  </a:lnTo>
                  <a:lnTo>
                    <a:pt x="332765" y="832352"/>
                  </a:lnTo>
                  <a:lnTo>
                    <a:pt x="329201" y="847443"/>
                  </a:lnTo>
                  <a:lnTo>
                    <a:pt x="311828" y="807294"/>
                  </a:lnTo>
                  <a:lnTo>
                    <a:pt x="283875" y="798876"/>
                  </a:lnTo>
                  <a:lnTo>
                    <a:pt x="239773" y="798756"/>
                  </a:lnTo>
                  <a:lnTo>
                    <a:pt x="219505" y="781103"/>
                  </a:lnTo>
                  <a:lnTo>
                    <a:pt x="211932" y="778944"/>
                  </a:lnTo>
                  <a:lnTo>
                    <a:pt x="202911" y="799598"/>
                  </a:lnTo>
                  <a:lnTo>
                    <a:pt x="181528" y="806452"/>
                  </a:lnTo>
                  <a:lnTo>
                    <a:pt x="176072" y="819453"/>
                  </a:lnTo>
                  <a:lnTo>
                    <a:pt x="161594" y="828975"/>
                  </a:lnTo>
                  <a:lnTo>
                    <a:pt x="160257" y="835610"/>
                  </a:lnTo>
                  <a:lnTo>
                    <a:pt x="151682" y="847081"/>
                  </a:lnTo>
                  <a:lnTo>
                    <a:pt x="119942" y="851553"/>
                  </a:lnTo>
                  <a:lnTo>
                    <a:pt x="109251" y="847081"/>
                  </a:lnTo>
                  <a:lnTo>
                    <a:pt x="109140" y="824996"/>
                  </a:lnTo>
                  <a:lnTo>
                    <a:pt x="104908" y="814395"/>
                  </a:lnTo>
                  <a:lnTo>
                    <a:pt x="102569" y="795872"/>
                  </a:lnTo>
                  <a:lnTo>
                    <a:pt x="97112" y="790946"/>
                  </a:lnTo>
                  <a:lnTo>
                    <a:pt x="94885" y="775586"/>
                  </a:lnTo>
                  <a:lnTo>
                    <a:pt x="90319" y="766598"/>
                  </a:lnTo>
                  <a:lnTo>
                    <a:pt x="89650" y="745417"/>
                  </a:lnTo>
                  <a:lnTo>
                    <a:pt x="74839" y="722136"/>
                  </a:lnTo>
                  <a:lnTo>
                    <a:pt x="67265" y="719036"/>
                  </a:lnTo>
                  <a:lnTo>
                    <a:pt x="66931" y="707003"/>
                  </a:lnTo>
                  <a:lnTo>
                    <a:pt x="71832" y="700932"/>
                  </a:lnTo>
                  <a:lnTo>
                    <a:pt x="54793" y="686900"/>
                  </a:lnTo>
                  <a:lnTo>
                    <a:pt x="59247" y="679892"/>
                  </a:lnTo>
                  <a:lnTo>
                    <a:pt x="55015" y="665533"/>
                  </a:lnTo>
                  <a:lnTo>
                    <a:pt x="64704" y="662451"/>
                  </a:lnTo>
                  <a:lnTo>
                    <a:pt x="67154" y="657354"/>
                  </a:lnTo>
                  <a:lnTo>
                    <a:pt x="66041" y="650010"/>
                  </a:lnTo>
                  <a:lnTo>
                    <a:pt x="58579" y="641134"/>
                  </a:lnTo>
                  <a:lnTo>
                    <a:pt x="72722" y="620686"/>
                  </a:lnTo>
                  <a:lnTo>
                    <a:pt x="41874" y="591796"/>
                  </a:lnTo>
                  <a:lnTo>
                    <a:pt x="30960" y="537992"/>
                  </a:lnTo>
                  <a:lnTo>
                    <a:pt x="34078" y="531900"/>
                  </a:lnTo>
                  <a:lnTo>
                    <a:pt x="20603" y="524874"/>
                  </a:lnTo>
                  <a:lnTo>
                    <a:pt x="17818" y="513759"/>
                  </a:lnTo>
                  <a:lnTo>
                    <a:pt x="9355" y="5039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PE_MapPart_BRA_1_7" descr="Brasilien">
              <a:extLst>
                <a:ext uri="{FF2B5EF4-FFF2-40B4-BE49-F238E27FC236}">
                  <a16:creationId xmlns:a16="http://schemas.microsoft.com/office/drawing/2014/main" id="{41D7734F-73C4-5F2F-5AB1-A64AEA8AB54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429300" y="1409681"/>
              <a:ext cx="2425135" cy="2545781"/>
            </a:xfrm>
            <a:custGeom>
              <a:avLst/>
              <a:gdLst/>
              <a:ahLst/>
              <a:cxnLst/>
              <a:rect l="0" t="0" r="0" b="0"/>
              <a:pathLst>
                <a:path w="2425135" h="2545781">
                  <a:moveTo>
                    <a:pt x="440903" y="250137"/>
                  </a:moveTo>
                  <a:lnTo>
                    <a:pt x="473533" y="278317"/>
                  </a:lnTo>
                  <a:lnTo>
                    <a:pt x="491353" y="277204"/>
                  </a:lnTo>
                  <a:lnTo>
                    <a:pt x="514740" y="264952"/>
                  </a:lnTo>
                  <a:lnTo>
                    <a:pt x="521867" y="268516"/>
                  </a:lnTo>
                  <a:lnTo>
                    <a:pt x="524540" y="273528"/>
                  </a:lnTo>
                  <a:lnTo>
                    <a:pt x="522535" y="283218"/>
                  </a:lnTo>
                  <a:lnTo>
                    <a:pt x="527658" y="282995"/>
                  </a:lnTo>
                  <a:lnTo>
                    <a:pt x="534563" y="271969"/>
                  </a:lnTo>
                  <a:lnTo>
                    <a:pt x="550488" y="257155"/>
                  </a:lnTo>
                  <a:lnTo>
                    <a:pt x="568196" y="248021"/>
                  </a:lnTo>
                  <a:lnTo>
                    <a:pt x="573541" y="248243"/>
                  </a:lnTo>
                  <a:lnTo>
                    <a:pt x="588687" y="235878"/>
                  </a:lnTo>
                  <a:lnTo>
                    <a:pt x="599935" y="235767"/>
                  </a:lnTo>
                  <a:lnTo>
                    <a:pt x="606172" y="231088"/>
                  </a:lnTo>
                  <a:lnTo>
                    <a:pt x="611741" y="225517"/>
                  </a:lnTo>
                  <a:lnTo>
                    <a:pt x="618311" y="206241"/>
                  </a:lnTo>
                  <a:lnTo>
                    <a:pt x="653948" y="192312"/>
                  </a:lnTo>
                  <a:lnTo>
                    <a:pt x="656622" y="176485"/>
                  </a:lnTo>
                  <a:lnTo>
                    <a:pt x="623545" y="174033"/>
                  </a:lnTo>
                  <a:lnTo>
                    <a:pt x="615972" y="170911"/>
                  </a:lnTo>
                  <a:lnTo>
                    <a:pt x="618200" y="160432"/>
                  </a:lnTo>
                  <a:lnTo>
                    <a:pt x="605281" y="127424"/>
                  </a:lnTo>
                  <a:lnTo>
                    <a:pt x="605170" y="103661"/>
                  </a:lnTo>
                  <a:lnTo>
                    <a:pt x="577440" y="77320"/>
                  </a:lnTo>
                  <a:lnTo>
                    <a:pt x="568196" y="63698"/>
                  </a:lnTo>
                  <a:lnTo>
                    <a:pt x="569978" y="60906"/>
                  </a:lnTo>
                  <a:lnTo>
                    <a:pt x="574098" y="61018"/>
                  </a:lnTo>
                  <a:lnTo>
                    <a:pt x="583119" y="69393"/>
                  </a:lnTo>
                  <a:lnTo>
                    <a:pt x="606952" y="70175"/>
                  </a:lnTo>
                  <a:lnTo>
                    <a:pt x="617532" y="82456"/>
                  </a:lnTo>
                  <a:lnTo>
                    <a:pt x="640250" y="81786"/>
                  </a:lnTo>
                  <a:lnTo>
                    <a:pt x="648046" y="84688"/>
                  </a:lnTo>
                  <a:lnTo>
                    <a:pt x="659740" y="81563"/>
                  </a:lnTo>
                  <a:lnTo>
                    <a:pt x="682570" y="103215"/>
                  </a:lnTo>
                  <a:lnTo>
                    <a:pt x="689475" y="103326"/>
                  </a:lnTo>
                  <a:lnTo>
                    <a:pt x="695266" y="98305"/>
                  </a:lnTo>
                  <a:lnTo>
                    <a:pt x="698496" y="76985"/>
                  </a:lnTo>
                  <a:lnTo>
                    <a:pt x="717094" y="68388"/>
                  </a:lnTo>
                  <a:lnTo>
                    <a:pt x="733019" y="71961"/>
                  </a:lnTo>
                  <a:lnTo>
                    <a:pt x="753623" y="65820"/>
                  </a:lnTo>
                  <a:lnTo>
                    <a:pt x="770105" y="60236"/>
                  </a:lnTo>
                  <a:lnTo>
                    <a:pt x="774782" y="53088"/>
                  </a:lnTo>
                  <a:lnTo>
                    <a:pt x="781687" y="51189"/>
                  </a:lnTo>
                  <a:lnTo>
                    <a:pt x="787144" y="46051"/>
                  </a:lnTo>
                  <a:lnTo>
                    <a:pt x="804295" y="44822"/>
                  </a:lnTo>
                  <a:lnTo>
                    <a:pt x="810197" y="35437"/>
                  </a:lnTo>
                  <a:lnTo>
                    <a:pt x="820443" y="30073"/>
                  </a:lnTo>
                  <a:lnTo>
                    <a:pt x="827459" y="22696"/>
                  </a:lnTo>
                  <a:lnTo>
                    <a:pt x="828907" y="16325"/>
                  </a:lnTo>
                  <a:lnTo>
                    <a:pt x="827013" y="10958"/>
                  </a:lnTo>
                  <a:lnTo>
                    <a:pt x="824675" y="5815"/>
                  </a:lnTo>
                  <a:lnTo>
                    <a:pt x="820331" y="3467"/>
                  </a:lnTo>
                  <a:lnTo>
                    <a:pt x="826011" y="2237"/>
                  </a:lnTo>
                  <a:lnTo>
                    <a:pt x="837816" y="4361"/>
                  </a:lnTo>
                  <a:lnTo>
                    <a:pt x="851291" y="0"/>
                  </a:lnTo>
                  <a:lnTo>
                    <a:pt x="857528" y="1230"/>
                  </a:lnTo>
                  <a:lnTo>
                    <a:pt x="866883" y="10847"/>
                  </a:lnTo>
                  <a:lnTo>
                    <a:pt x="864321" y="32084"/>
                  </a:lnTo>
                  <a:lnTo>
                    <a:pt x="857083" y="45045"/>
                  </a:lnTo>
                  <a:lnTo>
                    <a:pt x="876572" y="48508"/>
                  </a:lnTo>
                  <a:lnTo>
                    <a:pt x="884701" y="54429"/>
                  </a:lnTo>
                  <a:lnTo>
                    <a:pt x="882474" y="64033"/>
                  </a:lnTo>
                  <a:lnTo>
                    <a:pt x="894057" y="82232"/>
                  </a:lnTo>
                  <a:lnTo>
                    <a:pt x="886149" y="96742"/>
                  </a:lnTo>
                  <a:lnTo>
                    <a:pt x="875347" y="103661"/>
                  </a:lnTo>
                  <a:lnTo>
                    <a:pt x="876683" y="118389"/>
                  </a:lnTo>
                  <a:lnTo>
                    <a:pt x="867997" y="140696"/>
                  </a:lnTo>
                  <a:lnTo>
                    <a:pt x="866660" y="159317"/>
                  </a:lnTo>
                  <a:lnTo>
                    <a:pt x="873119" y="179494"/>
                  </a:lnTo>
                  <a:lnTo>
                    <a:pt x="881472" y="185067"/>
                  </a:lnTo>
                  <a:lnTo>
                    <a:pt x="881361" y="208136"/>
                  </a:lnTo>
                  <a:lnTo>
                    <a:pt x="886818" y="211701"/>
                  </a:lnTo>
                  <a:lnTo>
                    <a:pt x="886929" y="217718"/>
                  </a:lnTo>
                  <a:lnTo>
                    <a:pt x="895059" y="220615"/>
                  </a:lnTo>
                  <a:lnTo>
                    <a:pt x="913880" y="240668"/>
                  </a:lnTo>
                  <a:lnTo>
                    <a:pt x="930140" y="245013"/>
                  </a:lnTo>
                  <a:lnTo>
                    <a:pt x="936710" y="251251"/>
                  </a:lnTo>
                  <a:lnTo>
                    <a:pt x="947624" y="246461"/>
                  </a:lnTo>
                  <a:lnTo>
                    <a:pt x="958316" y="246238"/>
                  </a:lnTo>
                  <a:lnTo>
                    <a:pt x="958761" y="236769"/>
                  </a:lnTo>
                  <a:lnTo>
                    <a:pt x="965554" y="234096"/>
                  </a:lnTo>
                  <a:lnTo>
                    <a:pt x="969007" y="227523"/>
                  </a:lnTo>
                  <a:lnTo>
                    <a:pt x="987939" y="231645"/>
                  </a:lnTo>
                  <a:lnTo>
                    <a:pt x="991058" y="223735"/>
                  </a:lnTo>
                  <a:lnTo>
                    <a:pt x="1015113" y="220281"/>
                  </a:lnTo>
                  <a:lnTo>
                    <a:pt x="1029256" y="205684"/>
                  </a:lnTo>
                  <a:lnTo>
                    <a:pt x="1044513" y="201116"/>
                  </a:lnTo>
                  <a:lnTo>
                    <a:pt x="1051307" y="206910"/>
                  </a:lnTo>
                  <a:lnTo>
                    <a:pt x="1061998" y="209361"/>
                  </a:lnTo>
                  <a:lnTo>
                    <a:pt x="1083938" y="205573"/>
                  </a:lnTo>
                  <a:lnTo>
                    <a:pt x="1116011" y="210810"/>
                  </a:lnTo>
                  <a:lnTo>
                    <a:pt x="1119018" y="199555"/>
                  </a:lnTo>
                  <a:lnTo>
                    <a:pt x="1109218" y="187296"/>
                  </a:lnTo>
                  <a:lnTo>
                    <a:pt x="1105209" y="185959"/>
                  </a:lnTo>
                  <a:lnTo>
                    <a:pt x="1116457" y="169797"/>
                  </a:lnTo>
                  <a:lnTo>
                    <a:pt x="1130490" y="176819"/>
                  </a:lnTo>
                  <a:lnTo>
                    <a:pt x="1151760" y="174701"/>
                  </a:lnTo>
                  <a:lnTo>
                    <a:pt x="1154322" y="171692"/>
                  </a:lnTo>
                  <a:lnTo>
                    <a:pt x="1176929" y="165003"/>
                  </a:lnTo>
                  <a:lnTo>
                    <a:pt x="1183278" y="174144"/>
                  </a:lnTo>
                  <a:lnTo>
                    <a:pt x="1192855" y="174701"/>
                  </a:lnTo>
                  <a:lnTo>
                    <a:pt x="1196530" y="181724"/>
                  </a:lnTo>
                  <a:lnTo>
                    <a:pt x="1210674" y="189191"/>
                  </a:lnTo>
                  <a:lnTo>
                    <a:pt x="1229495" y="194541"/>
                  </a:lnTo>
                  <a:lnTo>
                    <a:pt x="1251880" y="180052"/>
                  </a:lnTo>
                  <a:lnTo>
                    <a:pt x="1253884" y="182838"/>
                  </a:lnTo>
                  <a:lnTo>
                    <a:pt x="1267916" y="186293"/>
                  </a:lnTo>
                  <a:lnTo>
                    <a:pt x="1278719" y="180943"/>
                  </a:lnTo>
                  <a:lnTo>
                    <a:pt x="1285179" y="189303"/>
                  </a:lnTo>
                  <a:lnTo>
                    <a:pt x="1301550" y="190640"/>
                  </a:lnTo>
                  <a:lnTo>
                    <a:pt x="1320816" y="175593"/>
                  </a:lnTo>
                  <a:lnTo>
                    <a:pt x="1335405" y="146049"/>
                  </a:lnTo>
                  <a:lnTo>
                    <a:pt x="1340974" y="128762"/>
                  </a:lnTo>
                  <a:lnTo>
                    <a:pt x="1351219" y="117496"/>
                  </a:lnTo>
                  <a:lnTo>
                    <a:pt x="1361799" y="96519"/>
                  </a:lnTo>
                  <a:lnTo>
                    <a:pt x="1375720" y="78548"/>
                  </a:lnTo>
                  <a:lnTo>
                    <a:pt x="1382736" y="74306"/>
                  </a:lnTo>
                  <a:lnTo>
                    <a:pt x="1389307" y="58784"/>
                  </a:lnTo>
                  <a:lnTo>
                    <a:pt x="1394541" y="58561"/>
                  </a:lnTo>
                  <a:lnTo>
                    <a:pt x="1409464" y="72296"/>
                  </a:lnTo>
                  <a:lnTo>
                    <a:pt x="1418373" y="98416"/>
                  </a:lnTo>
                  <a:lnTo>
                    <a:pt x="1419933" y="122628"/>
                  </a:lnTo>
                  <a:lnTo>
                    <a:pt x="1423496" y="135231"/>
                  </a:lnTo>
                  <a:lnTo>
                    <a:pt x="1442986" y="188968"/>
                  </a:lnTo>
                  <a:lnTo>
                    <a:pt x="1440758" y="193649"/>
                  </a:lnTo>
                  <a:lnTo>
                    <a:pt x="1447329" y="195543"/>
                  </a:lnTo>
                  <a:lnTo>
                    <a:pt x="1456573" y="212593"/>
                  </a:lnTo>
                  <a:lnTo>
                    <a:pt x="1473389" y="215267"/>
                  </a:lnTo>
                  <a:lnTo>
                    <a:pt x="1487644" y="223066"/>
                  </a:lnTo>
                  <a:lnTo>
                    <a:pt x="1492322" y="237883"/>
                  </a:lnTo>
                  <a:lnTo>
                    <a:pt x="1491208" y="253813"/>
                  </a:lnTo>
                  <a:lnTo>
                    <a:pt x="1466819" y="274085"/>
                  </a:lnTo>
                  <a:lnTo>
                    <a:pt x="1438309" y="311952"/>
                  </a:lnTo>
                  <a:lnTo>
                    <a:pt x="1425167" y="317743"/>
                  </a:lnTo>
                  <a:lnTo>
                    <a:pt x="1416815" y="327654"/>
                  </a:lnTo>
                  <a:lnTo>
                    <a:pt x="1405567" y="330996"/>
                  </a:lnTo>
                  <a:lnTo>
                    <a:pt x="1398105" y="350039"/>
                  </a:lnTo>
                  <a:lnTo>
                    <a:pt x="1379618" y="372982"/>
                  </a:lnTo>
                  <a:lnTo>
                    <a:pt x="1378505" y="388798"/>
                  </a:lnTo>
                  <a:lnTo>
                    <a:pt x="1366143" y="398823"/>
                  </a:lnTo>
                  <a:lnTo>
                    <a:pt x="1365363" y="407512"/>
                  </a:lnTo>
                  <a:lnTo>
                    <a:pt x="1362467" y="410408"/>
                  </a:lnTo>
                  <a:lnTo>
                    <a:pt x="1360017" y="412302"/>
                  </a:lnTo>
                  <a:lnTo>
                    <a:pt x="1347099" y="410074"/>
                  </a:lnTo>
                  <a:lnTo>
                    <a:pt x="1320148" y="421772"/>
                  </a:lnTo>
                  <a:lnTo>
                    <a:pt x="1342087" y="422217"/>
                  </a:lnTo>
                  <a:lnTo>
                    <a:pt x="1349103" y="427231"/>
                  </a:lnTo>
                  <a:lnTo>
                    <a:pt x="1364472" y="424000"/>
                  </a:lnTo>
                  <a:lnTo>
                    <a:pt x="1404675" y="401497"/>
                  </a:lnTo>
                  <a:lnTo>
                    <a:pt x="1429622" y="383786"/>
                  </a:lnTo>
                  <a:lnTo>
                    <a:pt x="1433186" y="390023"/>
                  </a:lnTo>
                  <a:lnTo>
                    <a:pt x="1428174" y="394813"/>
                  </a:lnTo>
                  <a:lnTo>
                    <a:pt x="1432740" y="401608"/>
                  </a:lnTo>
                  <a:lnTo>
                    <a:pt x="1436304" y="417984"/>
                  </a:lnTo>
                  <a:lnTo>
                    <a:pt x="1442986" y="427453"/>
                  </a:lnTo>
                  <a:lnTo>
                    <a:pt x="1442318" y="434807"/>
                  </a:lnTo>
                  <a:lnTo>
                    <a:pt x="1460025" y="450518"/>
                  </a:lnTo>
                  <a:lnTo>
                    <a:pt x="1485083" y="439152"/>
                  </a:lnTo>
                  <a:lnTo>
                    <a:pt x="1502345" y="444947"/>
                  </a:lnTo>
                  <a:lnTo>
                    <a:pt x="1527514" y="432913"/>
                  </a:lnTo>
                  <a:lnTo>
                    <a:pt x="1512590" y="481726"/>
                  </a:lnTo>
                  <a:lnTo>
                    <a:pt x="1507467" y="490198"/>
                  </a:lnTo>
                  <a:lnTo>
                    <a:pt x="1514484" y="486519"/>
                  </a:lnTo>
                  <a:lnTo>
                    <a:pt x="1518605" y="480722"/>
                  </a:lnTo>
                  <a:lnTo>
                    <a:pt x="1533862" y="444390"/>
                  </a:lnTo>
                  <a:lnTo>
                    <a:pt x="1547449" y="439041"/>
                  </a:lnTo>
                  <a:lnTo>
                    <a:pt x="1564822" y="417761"/>
                  </a:lnTo>
                  <a:lnTo>
                    <a:pt x="1571615" y="417872"/>
                  </a:lnTo>
                  <a:lnTo>
                    <a:pt x="1580079" y="425671"/>
                  </a:lnTo>
                  <a:lnTo>
                    <a:pt x="1581193" y="419878"/>
                  </a:lnTo>
                  <a:lnTo>
                    <a:pt x="1587095" y="417427"/>
                  </a:lnTo>
                  <a:lnTo>
                    <a:pt x="1579745" y="411968"/>
                  </a:lnTo>
                  <a:lnTo>
                    <a:pt x="1579188" y="407624"/>
                  </a:lnTo>
                  <a:lnTo>
                    <a:pt x="1583420" y="401831"/>
                  </a:lnTo>
                  <a:lnTo>
                    <a:pt x="1580858" y="396596"/>
                  </a:lnTo>
                  <a:lnTo>
                    <a:pt x="1589768" y="390135"/>
                  </a:lnTo>
                  <a:lnTo>
                    <a:pt x="1589100" y="385234"/>
                  </a:lnTo>
                  <a:lnTo>
                    <a:pt x="1600793" y="374987"/>
                  </a:lnTo>
                  <a:lnTo>
                    <a:pt x="1601573" y="371423"/>
                  </a:lnTo>
                  <a:lnTo>
                    <a:pt x="1606696" y="369418"/>
                  </a:lnTo>
                  <a:lnTo>
                    <a:pt x="1611151" y="373428"/>
                  </a:lnTo>
                  <a:lnTo>
                    <a:pt x="1620617" y="366857"/>
                  </a:lnTo>
                  <a:lnTo>
                    <a:pt x="1628079" y="370643"/>
                  </a:lnTo>
                  <a:lnTo>
                    <a:pt x="1636097" y="367191"/>
                  </a:lnTo>
                  <a:lnTo>
                    <a:pt x="1644672" y="373205"/>
                  </a:lnTo>
                  <a:lnTo>
                    <a:pt x="1643447" y="365854"/>
                  </a:lnTo>
                  <a:lnTo>
                    <a:pt x="1654027" y="365743"/>
                  </a:lnTo>
                  <a:lnTo>
                    <a:pt x="1662714" y="371869"/>
                  </a:lnTo>
                  <a:lnTo>
                    <a:pt x="1682314" y="373985"/>
                  </a:lnTo>
                  <a:lnTo>
                    <a:pt x="1694342" y="385791"/>
                  </a:lnTo>
                  <a:lnTo>
                    <a:pt x="1706370" y="389467"/>
                  </a:lnTo>
                  <a:lnTo>
                    <a:pt x="1718954" y="389578"/>
                  </a:lnTo>
                  <a:lnTo>
                    <a:pt x="1719177" y="393811"/>
                  </a:lnTo>
                  <a:lnTo>
                    <a:pt x="1729757" y="394034"/>
                  </a:lnTo>
                  <a:lnTo>
                    <a:pt x="1734212" y="399269"/>
                  </a:lnTo>
                  <a:lnTo>
                    <a:pt x="1746127" y="403168"/>
                  </a:lnTo>
                  <a:lnTo>
                    <a:pt x="1754480" y="409183"/>
                  </a:lnTo>
                  <a:lnTo>
                    <a:pt x="1765951" y="409628"/>
                  </a:lnTo>
                  <a:lnTo>
                    <a:pt x="1772522" y="422774"/>
                  </a:lnTo>
                  <a:lnTo>
                    <a:pt x="1773970" y="432022"/>
                  </a:lnTo>
                  <a:lnTo>
                    <a:pt x="1783102" y="418986"/>
                  </a:lnTo>
                  <a:lnTo>
                    <a:pt x="1789672" y="416535"/>
                  </a:lnTo>
                  <a:lnTo>
                    <a:pt x="1807380" y="432467"/>
                  </a:lnTo>
                  <a:lnTo>
                    <a:pt x="1811612" y="433024"/>
                  </a:lnTo>
                  <a:lnTo>
                    <a:pt x="1808048" y="437035"/>
                  </a:lnTo>
                  <a:lnTo>
                    <a:pt x="1815955" y="433804"/>
                  </a:lnTo>
                  <a:lnTo>
                    <a:pt x="1822414" y="446172"/>
                  </a:lnTo>
                  <a:lnTo>
                    <a:pt x="1822971" y="452747"/>
                  </a:lnTo>
                  <a:lnTo>
                    <a:pt x="1815509" y="463669"/>
                  </a:lnTo>
                  <a:lnTo>
                    <a:pt x="1809385" y="466009"/>
                  </a:lnTo>
                  <a:lnTo>
                    <a:pt x="1815286" y="472585"/>
                  </a:lnTo>
                  <a:lnTo>
                    <a:pt x="1820409" y="463780"/>
                  </a:lnTo>
                  <a:lnTo>
                    <a:pt x="1829319" y="459879"/>
                  </a:lnTo>
                  <a:lnTo>
                    <a:pt x="1832549" y="472139"/>
                  </a:lnTo>
                  <a:lnTo>
                    <a:pt x="1824084" y="474592"/>
                  </a:lnTo>
                  <a:lnTo>
                    <a:pt x="1823974" y="479273"/>
                  </a:lnTo>
                  <a:lnTo>
                    <a:pt x="1819741" y="485070"/>
                  </a:lnTo>
                  <a:lnTo>
                    <a:pt x="1811500" y="524098"/>
                  </a:lnTo>
                  <a:lnTo>
                    <a:pt x="1829096" y="508038"/>
                  </a:lnTo>
                  <a:lnTo>
                    <a:pt x="1837115" y="482617"/>
                  </a:lnTo>
                  <a:lnTo>
                    <a:pt x="1842127" y="478716"/>
                  </a:lnTo>
                  <a:lnTo>
                    <a:pt x="1849699" y="480054"/>
                  </a:lnTo>
                  <a:lnTo>
                    <a:pt x="1849253" y="486631"/>
                  </a:lnTo>
                  <a:lnTo>
                    <a:pt x="1842238" y="496330"/>
                  </a:lnTo>
                  <a:lnTo>
                    <a:pt x="1844354" y="499675"/>
                  </a:lnTo>
                  <a:lnTo>
                    <a:pt x="1860391" y="485627"/>
                  </a:lnTo>
                  <a:lnTo>
                    <a:pt x="1864622" y="486408"/>
                  </a:lnTo>
                  <a:lnTo>
                    <a:pt x="1872975" y="481614"/>
                  </a:lnTo>
                  <a:lnTo>
                    <a:pt x="1889903" y="480611"/>
                  </a:lnTo>
                  <a:lnTo>
                    <a:pt x="1894580" y="472808"/>
                  </a:lnTo>
                  <a:lnTo>
                    <a:pt x="1921977" y="478270"/>
                  </a:lnTo>
                  <a:lnTo>
                    <a:pt x="1943248" y="490421"/>
                  </a:lnTo>
                  <a:lnTo>
                    <a:pt x="1964519" y="498560"/>
                  </a:lnTo>
                  <a:lnTo>
                    <a:pt x="1979999" y="499452"/>
                  </a:lnTo>
                  <a:lnTo>
                    <a:pt x="1987572" y="495773"/>
                  </a:lnTo>
                  <a:lnTo>
                    <a:pt x="2002273" y="503912"/>
                  </a:lnTo>
                  <a:lnTo>
                    <a:pt x="2012184" y="506254"/>
                  </a:lnTo>
                  <a:lnTo>
                    <a:pt x="2022096" y="507481"/>
                  </a:lnTo>
                  <a:lnTo>
                    <a:pt x="2029780" y="504358"/>
                  </a:lnTo>
                  <a:lnTo>
                    <a:pt x="2074327" y="498783"/>
                  </a:lnTo>
                  <a:lnTo>
                    <a:pt x="2105844" y="502909"/>
                  </a:lnTo>
                  <a:lnTo>
                    <a:pt x="2164646" y="535588"/>
                  </a:lnTo>
                  <a:lnTo>
                    <a:pt x="2185026" y="551990"/>
                  </a:lnTo>
                  <a:lnTo>
                    <a:pt x="2198056" y="555896"/>
                  </a:lnTo>
                  <a:lnTo>
                    <a:pt x="2224450" y="586819"/>
                  </a:lnTo>
                  <a:lnTo>
                    <a:pt x="2250510" y="610164"/>
                  </a:lnTo>
                  <a:lnTo>
                    <a:pt x="2270667" y="617650"/>
                  </a:lnTo>
                  <a:lnTo>
                    <a:pt x="2278464" y="630056"/>
                  </a:lnTo>
                  <a:lnTo>
                    <a:pt x="2297952" y="633409"/>
                  </a:lnTo>
                  <a:lnTo>
                    <a:pt x="2314658" y="641570"/>
                  </a:lnTo>
                  <a:lnTo>
                    <a:pt x="2352411" y="638887"/>
                  </a:lnTo>
                  <a:lnTo>
                    <a:pt x="2379028" y="643583"/>
                  </a:lnTo>
                  <a:lnTo>
                    <a:pt x="2388717" y="651075"/>
                  </a:lnTo>
                  <a:lnTo>
                    <a:pt x="2398517" y="670764"/>
                  </a:lnTo>
                  <a:lnTo>
                    <a:pt x="2407204" y="709164"/>
                  </a:lnTo>
                  <a:lnTo>
                    <a:pt x="2413775" y="722161"/>
                  </a:lnTo>
                  <a:lnTo>
                    <a:pt x="2425134" y="777908"/>
                  </a:lnTo>
                  <a:lnTo>
                    <a:pt x="2420568" y="806553"/>
                  </a:lnTo>
                  <a:lnTo>
                    <a:pt x="2423241" y="820606"/>
                  </a:lnTo>
                  <a:lnTo>
                    <a:pt x="2415111" y="847835"/>
                  </a:lnTo>
                  <a:lnTo>
                    <a:pt x="2403306" y="880505"/>
                  </a:lnTo>
                  <a:lnTo>
                    <a:pt x="2376132" y="918754"/>
                  </a:lnTo>
                  <a:lnTo>
                    <a:pt x="2365775" y="928920"/>
                  </a:lnTo>
                  <a:lnTo>
                    <a:pt x="2357980" y="928016"/>
                  </a:lnTo>
                  <a:lnTo>
                    <a:pt x="2360652" y="933327"/>
                  </a:lnTo>
                  <a:lnTo>
                    <a:pt x="2358313" y="938074"/>
                  </a:lnTo>
                  <a:lnTo>
                    <a:pt x="2326574" y="978014"/>
                  </a:lnTo>
                  <a:lnTo>
                    <a:pt x="2303633" y="989910"/>
                  </a:lnTo>
                  <a:lnTo>
                    <a:pt x="2293164" y="999205"/>
                  </a:lnTo>
                  <a:lnTo>
                    <a:pt x="2283586" y="1014064"/>
                  </a:lnTo>
                  <a:lnTo>
                    <a:pt x="2278018" y="1014858"/>
                  </a:lnTo>
                  <a:lnTo>
                    <a:pt x="2278130" y="1022349"/>
                  </a:lnTo>
                  <a:lnTo>
                    <a:pt x="2269777" y="1034273"/>
                  </a:lnTo>
                  <a:lnTo>
                    <a:pt x="2267326" y="1036091"/>
                  </a:lnTo>
                  <a:lnTo>
                    <a:pt x="2269442" y="1024165"/>
                  </a:lnTo>
                  <a:lnTo>
                    <a:pt x="2267104" y="1026436"/>
                  </a:lnTo>
                  <a:lnTo>
                    <a:pt x="2262204" y="1035409"/>
                  </a:lnTo>
                  <a:lnTo>
                    <a:pt x="2263874" y="1041886"/>
                  </a:lnTo>
                  <a:lnTo>
                    <a:pt x="2260310" y="1051776"/>
                  </a:lnTo>
                  <a:lnTo>
                    <a:pt x="2246724" y="1079999"/>
                  </a:lnTo>
                  <a:lnTo>
                    <a:pt x="2212646" y="1127220"/>
                  </a:lnTo>
                  <a:lnTo>
                    <a:pt x="2202623" y="1134875"/>
                  </a:lnTo>
                  <a:lnTo>
                    <a:pt x="2196608" y="1134303"/>
                  </a:lnTo>
                  <a:lnTo>
                    <a:pt x="2194938" y="1121966"/>
                  </a:lnTo>
                  <a:lnTo>
                    <a:pt x="2184693" y="1113176"/>
                  </a:lnTo>
                  <a:lnTo>
                    <a:pt x="2181463" y="1121167"/>
                  </a:lnTo>
                  <a:lnTo>
                    <a:pt x="2174780" y="1123793"/>
                  </a:lnTo>
                  <a:lnTo>
                    <a:pt x="2180237" y="1131219"/>
                  </a:lnTo>
                  <a:lnTo>
                    <a:pt x="2175894" y="1139218"/>
                  </a:lnTo>
                  <a:lnTo>
                    <a:pt x="2175783" y="1146422"/>
                  </a:lnTo>
                  <a:lnTo>
                    <a:pt x="2163644" y="1160266"/>
                  </a:lnTo>
                  <a:lnTo>
                    <a:pt x="2160080" y="1174466"/>
                  </a:lnTo>
                  <a:lnTo>
                    <a:pt x="2163421" y="1172633"/>
                  </a:lnTo>
                  <a:lnTo>
                    <a:pt x="2166317" y="1176185"/>
                  </a:lnTo>
                  <a:lnTo>
                    <a:pt x="2162976" y="1185240"/>
                  </a:lnTo>
                  <a:lnTo>
                    <a:pt x="2162641" y="1203482"/>
                  </a:lnTo>
                  <a:lnTo>
                    <a:pt x="2165091" y="1207156"/>
                  </a:lnTo>
                  <a:lnTo>
                    <a:pt x="2167653" y="1200957"/>
                  </a:lnTo>
                  <a:lnTo>
                    <a:pt x="2169101" y="1202678"/>
                  </a:lnTo>
                  <a:lnTo>
                    <a:pt x="2161861" y="1242566"/>
                  </a:lnTo>
                  <a:lnTo>
                    <a:pt x="2172999" y="1320026"/>
                  </a:lnTo>
                  <a:lnTo>
                    <a:pt x="2153064" y="1404827"/>
                  </a:lnTo>
                  <a:lnTo>
                    <a:pt x="2156071" y="1439031"/>
                  </a:lnTo>
                  <a:lnTo>
                    <a:pt x="2148386" y="1448387"/>
                  </a:lnTo>
                  <a:lnTo>
                    <a:pt x="2135468" y="1457633"/>
                  </a:lnTo>
                  <a:lnTo>
                    <a:pt x="2125333" y="1474624"/>
                  </a:lnTo>
                  <a:lnTo>
                    <a:pt x="2119765" y="1499865"/>
                  </a:lnTo>
                  <a:lnTo>
                    <a:pt x="2122327" y="1541668"/>
                  </a:lnTo>
                  <a:lnTo>
                    <a:pt x="2117092" y="1560917"/>
                  </a:lnTo>
                  <a:lnTo>
                    <a:pt x="2103617" y="1572152"/>
                  </a:lnTo>
                  <a:lnTo>
                    <a:pt x="2094930" y="1586952"/>
                  </a:lnTo>
                  <a:lnTo>
                    <a:pt x="2091143" y="1602723"/>
                  </a:lnTo>
                  <a:lnTo>
                    <a:pt x="2085241" y="1608421"/>
                  </a:lnTo>
                  <a:lnTo>
                    <a:pt x="2079227" y="1626604"/>
                  </a:lnTo>
                  <a:lnTo>
                    <a:pt x="2066754" y="1640888"/>
                  </a:lnTo>
                  <a:lnTo>
                    <a:pt x="2054838" y="1648873"/>
                  </a:lnTo>
                  <a:lnTo>
                    <a:pt x="2044592" y="1670952"/>
                  </a:lnTo>
                  <a:lnTo>
                    <a:pt x="2038912" y="1688771"/>
                  </a:lnTo>
                  <a:lnTo>
                    <a:pt x="2041808" y="1721626"/>
                  </a:lnTo>
                  <a:lnTo>
                    <a:pt x="2034235" y="1727272"/>
                  </a:lnTo>
                  <a:lnTo>
                    <a:pt x="1998152" y="1742308"/>
                  </a:lnTo>
                  <a:lnTo>
                    <a:pt x="1981224" y="1760502"/>
                  </a:lnTo>
                  <a:lnTo>
                    <a:pt x="1980779" y="1770881"/>
                  </a:lnTo>
                  <a:lnTo>
                    <a:pt x="1983563" y="1774384"/>
                  </a:lnTo>
                  <a:lnTo>
                    <a:pt x="1977326" y="1785020"/>
                  </a:lnTo>
                  <a:lnTo>
                    <a:pt x="1920641" y="1786350"/>
                  </a:lnTo>
                  <a:lnTo>
                    <a:pt x="1913067" y="1782118"/>
                  </a:lnTo>
                  <a:lnTo>
                    <a:pt x="1914070" y="1773175"/>
                  </a:lnTo>
                  <a:lnTo>
                    <a:pt x="1912733" y="1770036"/>
                  </a:lnTo>
                  <a:lnTo>
                    <a:pt x="1908501" y="1770156"/>
                  </a:lnTo>
                  <a:lnTo>
                    <a:pt x="1903935" y="1771726"/>
                  </a:lnTo>
                  <a:lnTo>
                    <a:pt x="1903156" y="1774867"/>
                  </a:lnTo>
                  <a:lnTo>
                    <a:pt x="1906162" y="1784536"/>
                  </a:lnTo>
                  <a:lnTo>
                    <a:pt x="1904269" y="1788044"/>
                  </a:lnTo>
                  <a:lnTo>
                    <a:pt x="1862506" y="1795426"/>
                  </a:lnTo>
                  <a:lnTo>
                    <a:pt x="1857829" y="1792521"/>
                  </a:lnTo>
                  <a:lnTo>
                    <a:pt x="1876316" y="1789253"/>
                  </a:lnTo>
                  <a:lnTo>
                    <a:pt x="1864511" y="1782601"/>
                  </a:lnTo>
                  <a:lnTo>
                    <a:pt x="1853263" y="1784899"/>
                  </a:lnTo>
                  <a:lnTo>
                    <a:pt x="1847026" y="1789375"/>
                  </a:lnTo>
                  <a:lnTo>
                    <a:pt x="1816846" y="1792400"/>
                  </a:lnTo>
                  <a:lnTo>
                    <a:pt x="1814062" y="1795790"/>
                  </a:lnTo>
                  <a:lnTo>
                    <a:pt x="1814507" y="1802573"/>
                  </a:lnTo>
                  <a:lnTo>
                    <a:pt x="1820966" y="1807057"/>
                  </a:lnTo>
                  <a:lnTo>
                    <a:pt x="1814952" y="1811180"/>
                  </a:lnTo>
                  <a:lnTo>
                    <a:pt x="1797357" y="1814334"/>
                  </a:lnTo>
                  <a:lnTo>
                    <a:pt x="1780985" y="1827447"/>
                  </a:lnTo>
                  <a:lnTo>
                    <a:pt x="1774192" y="1829027"/>
                  </a:lnTo>
                  <a:lnTo>
                    <a:pt x="1768179" y="1834863"/>
                  </a:lnTo>
                  <a:lnTo>
                    <a:pt x="1765617" y="1842771"/>
                  </a:lnTo>
                  <a:lnTo>
                    <a:pt x="1753255" y="1840215"/>
                  </a:lnTo>
                  <a:lnTo>
                    <a:pt x="1734212" y="1842284"/>
                  </a:lnTo>
                  <a:lnTo>
                    <a:pt x="1678861" y="1872155"/>
                  </a:lnTo>
                  <a:lnTo>
                    <a:pt x="1662157" y="1889515"/>
                  </a:lnTo>
                  <a:lnTo>
                    <a:pt x="1616385" y="1923851"/>
                  </a:lnTo>
                  <a:lnTo>
                    <a:pt x="1609369" y="1926555"/>
                  </a:lnTo>
                  <a:lnTo>
                    <a:pt x="1614380" y="1928768"/>
                  </a:lnTo>
                  <a:lnTo>
                    <a:pt x="1613155" y="1935533"/>
                  </a:lnTo>
                  <a:lnTo>
                    <a:pt x="1596227" y="1952531"/>
                  </a:lnTo>
                  <a:lnTo>
                    <a:pt x="1593777" y="1951667"/>
                  </a:lnTo>
                  <a:lnTo>
                    <a:pt x="1597229" y="1945259"/>
                  </a:lnTo>
                  <a:lnTo>
                    <a:pt x="1583866" y="1942673"/>
                  </a:lnTo>
                  <a:lnTo>
                    <a:pt x="1580413" y="1945382"/>
                  </a:lnTo>
                  <a:lnTo>
                    <a:pt x="1582306" y="1951667"/>
                  </a:lnTo>
                  <a:lnTo>
                    <a:pt x="1579299" y="1954380"/>
                  </a:lnTo>
                  <a:lnTo>
                    <a:pt x="1568943" y="1953887"/>
                  </a:lnTo>
                  <a:lnTo>
                    <a:pt x="1563486" y="1949326"/>
                  </a:lnTo>
                  <a:lnTo>
                    <a:pt x="1565935" y="1957711"/>
                  </a:lnTo>
                  <a:lnTo>
                    <a:pt x="1577406" y="1959685"/>
                  </a:lnTo>
                  <a:lnTo>
                    <a:pt x="1583866" y="1964994"/>
                  </a:lnTo>
                  <a:lnTo>
                    <a:pt x="1574956" y="1979949"/>
                  </a:lnTo>
                  <a:lnTo>
                    <a:pt x="1567495" y="1981929"/>
                  </a:lnTo>
                  <a:lnTo>
                    <a:pt x="1566715" y="1984033"/>
                  </a:lnTo>
                  <a:lnTo>
                    <a:pt x="1570836" y="1984033"/>
                  </a:lnTo>
                  <a:lnTo>
                    <a:pt x="1573063" y="1988242"/>
                  </a:lnTo>
                  <a:lnTo>
                    <a:pt x="1570391" y="2004978"/>
                  </a:lnTo>
                  <a:lnTo>
                    <a:pt x="1562483" y="2011185"/>
                  </a:lnTo>
                  <a:lnTo>
                    <a:pt x="1568385" y="2020629"/>
                  </a:lnTo>
                  <a:lnTo>
                    <a:pt x="1566826" y="2041172"/>
                  </a:lnTo>
                  <a:lnTo>
                    <a:pt x="1574400" y="2075404"/>
                  </a:lnTo>
                  <a:lnTo>
                    <a:pt x="1568943" y="2100612"/>
                  </a:lnTo>
                  <a:lnTo>
                    <a:pt x="1570279" y="2136877"/>
                  </a:lnTo>
                  <a:lnTo>
                    <a:pt x="1565824" y="2153304"/>
                  </a:lnTo>
                  <a:lnTo>
                    <a:pt x="1559365" y="2162544"/>
                  </a:lnTo>
                  <a:lnTo>
                    <a:pt x="1559253" y="2171922"/>
                  </a:lnTo>
                  <a:lnTo>
                    <a:pt x="1530075" y="2192876"/>
                  </a:lnTo>
                  <a:lnTo>
                    <a:pt x="1500674" y="2227678"/>
                  </a:lnTo>
                  <a:lnTo>
                    <a:pt x="1482966" y="2258797"/>
                  </a:lnTo>
                  <a:lnTo>
                    <a:pt x="1466485" y="2303471"/>
                  </a:lnTo>
                  <a:lnTo>
                    <a:pt x="1427951" y="2363527"/>
                  </a:lnTo>
                  <a:lnTo>
                    <a:pt x="1413696" y="2379571"/>
                  </a:lnTo>
                  <a:lnTo>
                    <a:pt x="1373716" y="2410066"/>
                  </a:lnTo>
                  <a:lnTo>
                    <a:pt x="1358792" y="2425826"/>
                  </a:lnTo>
                  <a:lnTo>
                    <a:pt x="1357345" y="2405083"/>
                  </a:lnTo>
                  <a:lnTo>
                    <a:pt x="1361576" y="2403904"/>
                  </a:lnTo>
                  <a:lnTo>
                    <a:pt x="1367813" y="2407705"/>
                  </a:lnTo>
                  <a:lnTo>
                    <a:pt x="1373381" y="2402593"/>
                  </a:lnTo>
                  <a:lnTo>
                    <a:pt x="1381066" y="2401021"/>
                  </a:lnTo>
                  <a:lnTo>
                    <a:pt x="1395544" y="2385188"/>
                  </a:lnTo>
                  <a:lnTo>
                    <a:pt x="1406235" y="2379309"/>
                  </a:lnTo>
                  <a:lnTo>
                    <a:pt x="1412360" y="2369393"/>
                  </a:lnTo>
                  <a:lnTo>
                    <a:pt x="1413140" y="2353373"/>
                  </a:lnTo>
                  <a:lnTo>
                    <a:pt x="1416592" y="2350642"/>
                  </a:lnTo>
                  <a:lnTo>
                    <a:pt x="1424388" y="2351682"/>
                  </a:lnTo>
                  <a:lnTo>
                    <a:pt x="1426838" y="2337910"/>
                  </a:lnTo>
                  <a:lnTo>
                    <a:pt x="1437306" y="2331424"/>
                  </a:lnTo>
                  <a:lnTo>
                    <a:pt x="1442318" y="2323518"/>
                  </a:lnTo>
                  <a:lnTo>
                    <a:pt x="1440647" y="2303471"/>
                  </a:lnTo>
                  <a:lnTo>
                    <a:pt x="1449000" y="2304375"/>
                  </a:lnTo>
                  <a:lnTo>
                    <a:pt x="1450113" y="2291212"/>
                  </a:lnTo>
                  <a:lnTo>
                    <a:pt x="1444990" y="2289923"/>
                  </a:lnTo>
                  <a:lnTo>
                    <a:pt x="1427395" y="2299855"/>
                  </a:lnTo>
                  <a:lnTo>
                    <a:pt x="1421604" y="2299339"/>
                  </a:lnTo>
                  <a:lnTo>
                    <a:pt x="1420601" y="2291599"/>
                  </a:lnTo>
                  <a:lnTo>
                    <a:pt x="1412026" y="2288118"/>
                  </a:lnTo>
                  <a:lnTo>
                    <a:pt x="1404675" y="2275500"/>
                  </a:lnTo>
                  <a:lnTo>
                    <a:pt x="1405678" y="2290438"/>
                  </a:lnTo>
                  <a:lnTo>
                    <a:pt x="1413362" y="2299081"/>
                  </a:lnTo>
                  <a:lnTo>
                    <a:pt x="1405343" y="2315363"/>
                  </a:lnTo>
                  <a:lnTo>
                    <a:pt x="1405567" y="2326887"/>
                  </a:lnTo>
                  <a:lnTo>
                    <a:pt x="1400889" y="2321317"/>
                  </a:lnTo>
                  <a:lnTo>
                    <a:pt x="1399886" y="2333758"/>
                  </a:lnTo>
                  <a:lnTo>
                    <a:pt x="1394764" y="2338559"/>
                  </a:lnTo>
                  <a:lnTo>
                    <a:pt x="1394430" y="2348562"/>
                  </a:lnTo>
                  <a:lnTo>
                    <a:pt x="1391757" y="2352333"/>
                  </a:lnTo>
                  <a:lnTo>
                    <a:pt x="1362913" y="2372523"/>
                  </a:lnTo>
                  <a:lnTo>
                    <a:pt x="1359572" y="2388195"/>
                  </a:lnTo>
                  <a:lnTo>
                    <a:pt x="1353892" y="2395129"/>
                  </a:lnTo>
                  <a:lnTo>
                    <a:pt x="1349326" y="2409017"/>
                  </a:lnTo>
                  <a:lnTo>
                    <a:pt x="1353336" y="2429640"/>
                  </a:lnTo>
                  <a:lnTo>
                    <a:pt x="1340082" y="2449537"/>
                  </a:lnTo>
                  <a:lnTo>
                    <a:pt x="1320928" y="2500937"/>
                  </a:lnTo>
                  <a:lnTo>
                    <a:pt x="1304334" y="2520517"/>
                  </a:lnTo>
                  <a:lnTo>
                    <a:pt x="1276492" y="2545780"/>
                  </a:lnTo>
                  <a:lnTo>
                    <a:pt x="1266469" y="2539221"/>
                  </a:lnTo>
                  <a:lnTo>
                    <a:pt x="1266469" y="2503331"/>
                  </a:lnTo>
                  <a:lnTo>
                    <a:pt x="1269476" y="2495752"/>
                  </a:lnTo>
                  <a:lnTo>
                    <a:pt x="1291638" y="2471346"/>
                  </a:lnTo>
                  <a:lnTo>
                    <a:pt x="1285067" y="2463142"/>
                  </a:lnTo>
                  <a:lnTo>
                    <a:pt x="1276937" y="2459970"/>
                  </a:lnTo>
                  <a:lnTo>
                    <a:pt x="1262126" y="2446898"/>
                  </a:lnTo>
                  <a:lnTo>
                    <a:pt x="1252214" y="2421489"/>
                  </a:lnTo>
                  <a:lnTo>
                    <a:pt x="1242414" y="2413872"/>
                  </a:lnTo>
                  <a:lnTo>
                    <a:pt x="1223815" y="2406788"/>
                  </a:lnTo>
                  <a:lnTo>
                    <a:pt x="1214572" y="2398794"/>
                  </a:lnTo>
                  <a:lnTo>
                    <a:pt x="1201208" y="2379962"/>
                  </a:lnTo>
                  <a:lnTo>
                    <a:pt x="1182052" y="2373175"/>
                  </a:lnTo>
                  <a:lnTo>
                    <a:pt x="1173366" y="2364961"/>
                  </a:lnTo>
                  <a:lnTo>
                    <a:pt x="1170024" y="2367568"/>
                  </a:lnTo>
                  <a:lnTo>
                    <a:pt x="1164902" y="2365091"/>
                  </a:lnTo>
                  <a:lnTo>
                    <a:pt x="1147863" y="2342195"/>
                  </a:lnTo>
                  <a:lnTo>
                    <a:pt x="1138285" y="2334018"/>
                  </a:lnTo>
                  <a:lnTo>
                    <a:pt x="1125701" y="2347522"/>
                  </a:lnTo>
                  <a:lnTo>
                    <a:pt x="1113450" y="2350512"/>
                  </a:lnTo>
                  <a:lnTo>
                    <a:pt x="1113784" y="2333110"/>
                  </a:lnTo>
                  <a:lnTo>
                    <a:pt x="1111000" y="2328831"/>
                  </a:lnTo>
                  <a:lnTo>
                    <a:pt x="1102870" y="2318081"/>
                  </a:lnTo>
                  <a:lnTo>
                    <a:pt x="1062221" y="2280648"/>
                  </a:lnTo>
                  <a:lnTo>
                    <a:pt x="1044403" y="2283352"/>
                  </a:lnTo>
                  <a:lnTo>
                    <a:pt x="1038611" y="2293275"/>
                  </a:lnTo>
                  <a:lnTo>
                    <a:pt x="1017786" y="2291728"/>
                  </a:lnTo>
                  <a:lnTo>
                    <a:pt x="1014222" y="2286443"/>
                  </a:lnTo>
                  <a:lnTo>
                    <a:pt x="1026806" y="2275372"/>
                  </a:lnTo>
                  <a:lnTo>
                    <a:pt x="1038054" y="2257513"/>
                  </a:lnTo>
                  <a:lnTo>
                    <a:pt x="1055651" y="2244181"/>
                  </a:lnTo>
                  <a:lnTo>
                    <a:pt x="1074471" y="2216314"/>
                  </a:lnTo>
                  <a:lnTo>
                    <a:pt x="1089395" y="2201784"/>
                  </a:lnTo>
                  <a:lnTo>
                    <a:pt x="1099863" y="2183345"/>
                  </a:lnTo>
                  <a:lnTo>
                    <a:pt x="1119686" y="2162671"/>
                  </a:lnTo>
                  <a:lnTo>
                    <a:pt x="1120578" y="2157480"/>
                  </a:lnTo>
                  <a:lnTo>
                    <a:pt x="1133162" y="2158366"/>
                  </a:lnTo>
                  <a:lnTo>
                    <a:pt x="1134053" y="2155708"/>
                  </a:lnTo>
                  <a:lnTo>
                    <a:pt x="1129487" y="2149384"/>
                  </a:lnTo>
                  <a:lnTo>
                    <a:pt x="1130712" y="2145844"/>
                  </a:lnTo>
                  <a:lnTo>
                    <a:pt x="1146192" y="2137761"/>
                  </a:lnTo>
                  <a:lnTo>
                    <a:pt x="1160558" y="2124392"/>
                  </a:lnTo>
                  <a:lnTo>
                    <a:pt x="1169356" y="2122250"/>
                  </a:lnTo>
                  <a:lnTo>
                    <a:pt x="1173143" y="2115324"/>
                  </a:lnTo>
                  <a:lnTo>
                    <a:pt x="1181162" y="2111172"/>
                  </a:lnTo>
                  <a:lnTo>
                    <a:pt x="1186173" y="2100110"/>
                  </a:lnTo>
                  <a:lnTo>
                    <a:pt x="1217245" y="2091197"/>
                  </a:lnTo>
                  <a:lnTo>
                    <a:pt x="1227824" y="2079412"/>
                  </a:lnTo>
                  <a:lnTo>
                    <a:pt x="1230497" y="2080915"/>
                  </a:lnTo>
                  <a:lnTo>
                    <a:pt x="1247536" y="2070147"/>
                  </a:lnTo>
                  <a:lnTo>
                    <a:pt x="1254998" y="2053648"/>
                  </a:lnTo>
                  <a:lnTo>
                    <a:pt x="1252770" y="2044289"/>
                  </a:lnTo>
                  <a:lnTo>
                    <a:pt x="1257893" y="2008081"/>
                  </a:lnTo>
                  <a:lnTo>
                    <a:pt x="1248427" y="1989852"/>
                  </a:lnTo>
                  <a:lnTo>
                    <a:pt x="1244195" y="1969811"/>
                  </a:lnTo>
                  <a:lnTo>
                    <a:pt x="1236733" y="1963635"/>
                  </a:lnTo>
                  <a:lnTo>
                    <a:pt x="1227936" y="1959809"/>
                  </a:lnTo>
                  <a:lnTo>
                    <a:pt x="1210006" y="1966846"/>
                  </a:lnTo>
                  <a:lnTo>
                    <a:pt x="1199426" y="1963512"/>
                  </a:lnTo>
                  <a:lnTo>
                    <a:pt x="1199760" y="1953640"/>
                  </a:lnTo>
                  <a:lnTo>
                    <a:pt x="1210562" y="1932334"/>
                  </a:lnTo>
                  <a:lnTo>
                    <a:pt x="1209448" y="1928521"/>
                  </a:lnTo>
                  <a:lnTo>
                    <a:pt x="1220140" y="1876797"/>
                  </a:lnTo>
                  <a:lnTo>
                    <a:pt x="1217801" y="1864830"/>
                  </a:lnTo>
                  <a:lnTo>
                    <a:pt x="1222590" y="1859341"/>
                  </a:lnTo>
                  <a:lnTo>
                    <a:pt x="1198869" y="1843379"/>
                  </a:lnTo>
                  <a:lnTo>
                    <a:pt x="1170582" y="1855927"/>
                  </a:lnTo>
                  <a:lnTo>
                    <a:pt x="1157886" y="1856414"/>
                  </a:lnTo>
                  <a:lnTo>
                    <a:pt x="1149867" y="1852758"/>
                  </a:lnTo>
                  <a:lnTo>
                    <a:pt x="1147306" y="1834863"/>
                  </a:lnTo>
                  <a:lnTo>
                    <a:pt x="1142294" y="1827812"/>
                  </a:lnTo>
                  <a:lnTo>
                    <a:pt x="1143519" y="1816640"/>
                  </a:lnTo>
                  <a:lnTo>
                    <a:pt x="1140958" y="1798938"/>
                  </a:lnTo>
                  <a:lnTo>
                    <a:pt x="1135389" y="1781030"/>
                  </a:lnTo>
                  <a:lnTo>
                    <a:pt x="1137394" y="1766535"/>
                  </a:lnTo>
                  <a:lnTo>
                    <a:pt x="1132160" y="1761226"/>
                  </a:lnTo>
                  <a:lnTo>
                    <a:pt x="1129042" y="1749051"/>
                  </a:lnTo>
                  <a:lnTo>
                    <a:pt x="1123139" y="1742187"/>
                  </a:lnTo>
                  <a:lnTo>
                    <a:pt x="1098526" y="1739299"/>
                  </a:lnTo>
                  <a:lnTo>
                    <a:pt x="1086053" y="1726792"/>
                  </a:lnTo>
                  <a:lnTo>
                    <a:pt x="1081376" y="1728474"/>
                  </a:lnTo>
                  <a:lnTo>
                    <a:pt x="1074583" y="1737373"/>
                  </a:lnTo>
                  <a:lnTo>
                    <a:pt x="1055762" y="1739780"/>
                  </a:lnTo>
                  <a:lnTo>
                    <a:pt x="1037163" y="1734727"/>
                  </a:lnTo>
                  <a:lnTo>
                    <a:pt x="1016672" y="1733765"/>
                  </a:lnTo>
                  <a:lnTo>
                    <a:pt x="1007317" y="1728234"/>
                  </a:lnTo>
                  <a:lnTo>
                    <a:pt x="1001192" y="1731119"/>
                  </a:lnTo>
                  <a:lnTo>
                    <a:pt x="992728" y="1728955"/>
                  </a:lnTo>
                  <a:lnTo>
                    <a:pt x="990946" y="1724749"/>
                  </a:lnTo>
                  <a:lnTo>
                    <a:pt x="995178" y="1701588"/>
                  </a:lnTo>
                  <a:lnTo>
                    <a:pt x="993396" y="1687933"/>
                  </a:lnTo>
                  <a:lnTo>
                    <a:pt x="997851" y="1678722"/>
                  </a:lnTo>
                  <a:lnTo>
                    <a:pt x="1000524" y="1655074"/>
                  </a:lnTo>
                  <a:lnTo>
                    <a:pt x="996180" y="1646727"/>
                  </a:lnTo>
                  <a:lnTo>
                    <a:pt x="995289" y="1634696"/>
                  </a:lnTo>
                  <a:lnTo>
                    <a:pt x="991280" y="1632434"/>
                  </a:lnTo>
                  <a:lnTo>
                    <a:pt x="989944" y="1619827"/>
                  </a:lnTo>
                  <a:lnTo>
                    <a:pt x="982371" y="1608421"/>
                  </a:lnTo>
                  <a:lnTo>
                    <a:pt x="980144" y="1599994"/>
                  </a:lnTo>
                  <a:lnTo>
                    <a:pt x="998631" y="1587782"/>
                  </a:lnTo>
                  <a:lnTo>
                    <a:pt x="981925" y="1572270"/>
                  </a:lnTo>
                  <a:lnTo>
                    <a:pt x="1002417" y="1528816"/>
                  </a:lnTo>
                  <a:lnTo>
                    <a:pt x="1007540" y="1526341"/>
                  </a:lnTo>
                  <a:lnTo>
                    <a:pt x="1006649" y="1518097"/>
                  </a:lnTo>
                  <a:lnTo>
                    <a:pt x="1003419" y="1517862"/>
                  </a:lnTo>
                  <a:lnTo>
                    <a:pt x="1016338" y="1476383"/>
                  </a:lnTo>
                  <a:lnTo>
                    <a:pt x="1021238" y="1472162"/>
                  </a:lnTo>
                  <a:lnTo>
                    <a:pt x="1015669" y="1466184"/>
                  </a:lnTo>
                  <a:lnTo>
                    <a:pt x="1000412" y="1426528"/>
                  </a:lnTo>
                  <a:lnTo>
                    <a:pt x="990612" y="1426528"/>
                  </a:lnTo>
                  <a:lnTo>
                    <a:pt x="965554" y="1408558"/>
                  </a:lnTo>
                  <a:lnTo>
                    <a:pt x="960431" y="1373976"/>
                  </a:lnTo>
                  <a:lnTo>
                    <a:pt x="968339" y="1360496"/>
                  </a:lnTo>
                  <a:lnTo>
                    <a:pt x="968673" y="1347147"/>
                  </a:lnTo>
                  <a:lnTo>
                    <a:pt x="956756" y="1349932"/>
                  </a:lnTo>
                  <a:lnTo>
                    <a:pt x="855412" y="1346219"/>
                  </a:lnTo>
                  <a:lnTo>
                    <a:pt x="851291" y="1295389"/>
                  </a:lnTo>
                  <a:lnTo>
                    <a:pt x="830243" y="1270913"/>
                  </a:lnTo>
                  <a:lnTo>
                    <a:pt x="849398" y="1270336"/>
                  </a:lnTo>
                  <a:lnTo>
                    <a:pt x="847839" y="1240149"/>
                  </a:lnTo>
                  <a:lnTo>
                    <a:pt x="836925" y="1212439"/>
                  </a:lnTo>
                  <a:lnTo>
                    <a:pt x="841268" y="1201875"/>
                  </a:lnTo>
                  <a:lnTo>
                    <a:pt x="834920" y="1187304"/>
                  </a:lnTo>
                  <a:lnTo>
                    <a:pt x="799617" y="1168166"/>
                  </a:lnTo>
                  <a:lnTo>
                    <a:pt x="772777" y="1171488"/>
                  </a:lnTo>
                  <a:lnTo>
                    <a:pt x="755516" y="1170457"/>
                  </a:lnTo>
                  <a:lnTo>
                    <a:pt x="736694" y="1152484"/>
                  </a:lnTo>
                  <a:lnTo>
                    <a:pt x="735247" y="1147222"/>
                  </a:lnTo>
                  <a:lnTo>
                    <a:pt x="720769" y="1145506"/>
                  </a:lnTo>
                  <a:lnTo>
                    <a:pt x="700055" y="1136703"/>
                  </a:lnTo>
                  <a:lnTo>
                    <a:pt x="695154" y="1136932"/>
                  </a:lnTo>
                  <a:lnTo>
                    <a:pt x="679786" y="1124707"/>
                  </a:lnTo>
                  <a:lnTo>
                    <a:pt x="676556" y="1116030"/>
                  </a:lnTo>
                  <a:lnTo>
                    <a:pt x="665197" y="1118541"/>
                  </a:lnTo>
                  <a:lnTo>
                    <a:pt x="659183" y="1116715"/>
                  </a:lnTo>
                  <a:lnTo>
                    <a:pt x="638023" y="1103935"/>
                  </a:lnTo>
                  <a:lnTo>
                    <a:pt x="631898" y="1103364"/>
                  </a:lnTo>
                  <a:lnTo>
                    <a:pt x="622655" y="1107243"/>
                  </a:lnTo>
                  <a:lnTo>
                    <a:pt x="592808" y="1101540"/>
                  </a:lnTo>
                  <a:lnTo>
                    <a:pt x="587017" y="1089569"/>
                  </a:lnTo>
                  <a:lnTo>
                    <a:pt x="567416" y="1075558"/>
                  </a:lnTo>
                  <a:lnTo>
                    <a:pt x="557393" y="1072142"/>
                  </a:lnTo>
                  <a:lnTo>
                    <a:pt x="551379" y="1057349"/>
                  </a:lnTo>
                  <a:lnTo>
                    <a:pt x="545477" y="1057917"/>
                  </a:lnTo>
                  <a:lnTo>
                    <a:pt x="546034" y="1051321"/>
                  </a:lnTo>
                  <a:lnTo>
                    <a:pt x="537013" y="1038249"/>
                  </a:lnTo>
                  <a:lnTo>
                    <a:pt x="532781" y="1026096"/>
                  </a:lnTo>
                  <a:lnTo>
                    <a:pt x="536902" y="1012135"/>
                  </a:lnTo>
                  <a:lnTo>
                    <a:pt x="529217" y="979486"/>
                  </a:lnTo>
                  <a:lnTo>
                    <a:pt x="537570" y="963522"/>
                  </a:lnTo>
                  <a:lnTo>
                    <a:pt x="538461" y="956846"/>
                  </a:lnTo>
                  <a:lnTo>
                    <a:pt x="537792" y="939656"/>
                  </a:lnTo>
                  <a:lnTo>
                    <a:pt x="532447" y="929598"/>
                  </a:lnTo>
                  <a:lnTo>
                    <a:pt x="522424" y="934909"/>
                  </a:lnTo>
                  <a:lnTo>
                    <a:pt x="499705" y="934118"/>
                  </a:lnTo>
                  <a:lnTo>
                    <a:pt x="459501" y="941352"/>
                  </a:lnTo>
                  <a:lnTo>
                    <a:pt x="426314" y="964541"/>
                  </a:lnTo>
                  <a:lnTo>
                    <a:pt x="407381" y="972125"/>
                  </a:lnTo>
                  <a:lnTo>
                    <a:pt x="397136" y="979486"/>
                  </a:lnTo>
                  <a:lnTo>
                    <a:pt x="388560" y="990590"/>
                  </a:lnTo>
                  <a:lnTo>
                    <a:pt x="366844" y="991836"/>
                  </a:lnTo>
                  <a:lnTo>
                    <a:pt x="352032" y="1008958"/>
                  </a:lnTo>
                  <a:lnTo>
                    <a:pt x="332765" y="1017468"/>
                  </a:lnTo>
                  <a:lnTo>
                    <a:pt x="326306" y="1018263"/>
                  </a:lnTo>
                  <a:lnTo>
                    <a:pt x="318844" y="1011227"/>
                  </a:lnTo>
                  <a:lnTo>
                    <a:pt x="295346" y="1007710"/>
                  </a:lnTo>
                  <a:lnTo>
                    <a:pt x="250019" y="1006122"/>
                  </a:lnTo>
                  <a:lnTo>
                    <a:pt x="229639" y="1014631"/>
                  </a:lnTo>
                  <a:lnTo>
                    <a:pt x="223291" y="1014291"/>
                  </a:lnTo>
                  <a:lnTo>
                    <a:pt x="214604" y="1007256"/>
                  </a:lnTo>
                  <a:lnTo>
                    <a:pt x="207811" y="1011227"/>
                  </a:lnTo>
                  <a:lnTo>
                    <a:pt x="208145" y="936604"/>
                  </a:lnTo>
                  <a:lnTo>
                    <a:pt x="212489" y="929033"/>
                  </a:lnTo>
                  <a:lnTo>
                    <a:pt x="210929" y="918980"/>
                  </a:lnTo>
                  <a:lnTo>
                    <a:pt x="214048" y="912318"/>
                  </a:lnTo>
                  <a:lnTo>
                    <a:pt x="170949" y="945535"/>
                  </a:lnTo>
                  <a:lnTo>
                    <a:pt x="112592" y="947910"/>
                  </a:lnTo>
                  <a:lnTo>
                    <a:pt x="113149" y="937848"/>
                  </a:lnTo>
                  <a:lnTo>
                    <a:pt x="107803" y="933440"/>
                  </a:lnTo>
                  <a:lnTo>
                    <a:pt x="104128" y="919771"/>
                  </a:lnTo>
                  <a:lnTo>
                    <a:pt x="100342" y="916835"/>
                  </a:lnTo>
                  <a:lnTo>
                    <a:pt x="73502" y="910625"/>
                  </a:lnTo>
                  <a:lnTo>
                    <a:pt x="49001" y="910738"/>
                  </a:lnTo>
                  <a:lnTo>
                    <a:pt x="63813" y="892458"/>
                  </a:lnTo>
                  <a:lnTo>
                    <a:pt x="63591" y="884451"/>
                  </a:lnTo>
                  <a:lnTo>
                    <a:pt x="49447" y="867319"/>
                  </a:lnTo>
                  <a:lnTo>
                    <a:pt x="43210" y="863263"/>
                  </a:lnTo>
                  <a:lnTo>
                    <a:pt x="39647" y="852338"/>
                  </a:lnTo>
                  <a:lnTo>
                    <a:pt x="27953" y="844008"/>
                  </a:lnTo>
                  <a:lnTo>
                    <a:pt x="22051" y="826905"/>
                  </a:lnTo>
                  <a:lnTo>
                    <a:pt x="14032" y="818357"/>
                  </a:lnTo>
                  <a:lnTo>
                    <a:pt x="17373" y="808801"/>
                  </a:lnTo>
                  <a:lnTo>
                    <a:pt x="11137" y="805991"/>
                  </a:lnTo>
                  <a:lnTo>
                    <a:pt x="0" y="794642"/>
                  </a:lnTo>
                  <a:lnTo>
                    <a:pt x="2673" y="791497"/>
                  </a:lnTo>
                  <a:lnTo>
                    <a:pt x="2339" y="783523"/>
                  </a:lnTo>
                  <a:lnTo>
                    <a:pt x="17373" y="779256"/>
                  </a:lnTo>
                  <a:lnTo>
                    <a:pt x="12139" y="764887"/>
                  </a:lnTo>
                  <a:lnTo>
                    <a:pt x="15034" y="754116"/>
                  </a:lnTo>
                  <a:lnTo>
                    <a:pt x="31071" y="739985"/>
                  </a:lnTo>
                  <a:lnTo>
                    <a:pt x="47108" y="732809"/>
                  </a:lnTo>
                  <a:lnTo>
                    <a:pt x="53456" y="726644"/>
                  </a:lnTo>
                  <a:lnTo>
                    <a:pt x="53568" y="719136"/>
                  </a:lnTo>
                  <a:lnTo>
                    <a:pt x="47442" y="703788"/>
                  </a:lnTo>
                  <a:lnTo>
                    <a:pt x="63257" y="674904"/>
                  </a:lnTo>
                  <a:lnTo>
                    <a:pt x="68936" y="643136"/>
                  </a:lnTo>
                  <a:lnTo>
                    <a:pt x="80630" y="639669"/>
                  </a:lnTo>
                  <a:lnTo>
                    <a:pt x="102012" y="622232"/>
                  </a:lnTo>
                  <a:lnTo>
                    <a:pt x="133418" y="604689"/>
                  </a:lnTo>
                  <a:lnTo>
                    <a:pt x="187320" y="595195"/>
                  </a:lnTo>
                  <a:lnTo>
                    <a:pt x="198122" y="584251"/>
                  </a:lnTo>
                  <a:lnTo>
                    <a:pt x="222512" y="582799"/>
                  </a:lnTo>
                  <a:lnTo>
                    <a:pt x="232757" y="592179"/>
                  </a:lnTo>
                  <a:lnTo>
                    <a:pt x="239662" y="591174"/>
                  </a:lnTo>
                  <a:lnTo>
                    <a:pt x="244228" y="594078"/>
                  </a:lnTo>
                  <a:lnTo>
                    <a:pt x="249351" y="592179"/>
                  </a:lnTo>
                  <a:lnTo>
                    <a:pt x="284655" y="399714"/>
                  </a:lnTo>
                  <a:lnTo>
                    <a:pt x="281648" y="387573"/>
                  </a:lnTo>
                  <a:lnTo>
                    <a:pt x="275856" y="382561"/>
                  </a:lnTo>
                  <a:lnTo>
                    <a:pt x="271625" y="372982"/>
                  </a:lnTo>
                  <a:lnTo>
                    <a:pt x="272850" y="365297"/>
                  </a:lnTo>
                  <a:lnTo>
                    <a:pt x="270177" y="357279"/>
                  </a:lnTo>
                  <a:lnTo>
                    <a:pt x="252358" y="345362"/>
                  </a:lnTo>
                  <a:lnTo>
                    <a:pt x="243226" y="334336"/>
                  </a:lnTo>
                  <a:lnTo>
                    <a:pt x="244228" y="290012"/>
                  </a:lnTo>
                  <a:lnTo>
                    <a:pt x="259486" y="288230"/>
                  </a:lnTo>
                  <a:lnTo>
                    <a:pt x="280200" y="280545"/>
                  </a:lnTo>
                  <a:lnTo>
                    <a:pt x="291893" y="287005"/>
                  </a:lnTo>
                  <a:lnTo>
                    <a:pt x="299912" y="285000"/>
                  </a:lnTo>
                  <a:lnTo>
                    <a:pt x="299355" y="272303"/>
                  </a:lnTo>
                  <a:lnTo>
                    <a:pt x="290112" y="260719"/>
                  </a:lnTo>
                  <a:lnTo>
                    <a:pt x="256701" y="260162"/>
                  </a:lnTo>
                  <a:lnTo>
                    <a:pt x="256924" y="220058"/>
                  </a:lnTo>
                  <a:lnTo>
                    <a:pt x="275856" y="216047"/>
                  </a:lnTo>
                  <a:lnTo>
                    <a:pt x="289666" y="219278"/>
                  </a:lnTo>
                  <a:lnTo>
                    <a:pt x="360385" y="219390"/>
                  </a:lnTo>
                  <a:lnTo>
                    <a:pt x="355484" y="211590"/>
                  </a:lnTo>
                  <a:lnTo>
                    <a:pt x="359382" y="202787"/>
                  </a:lnTo>
                  <a:lnTo>
                    <a:pt x="363280" y="204681"/>
                  </a:lnTo>
                  <a:lnTo>
                    <a:pt x="369294" y="215155"/>
                  </a:lnTo>
                  <a:lnTo>
                    <a:pt x="375308" y="217607"/>
                  </a:lnTo>
                  <a:lnTo>
                    <a:pt x="382769" y="215044"/>
                  </a:lnTo>
                  <a:lnTo>
                    <a:pt x="398806" y="197438"/>
                  </a:lnTo>
                  <a:lnTo>
                    <a:pt x="408384" y="194764"/>
                  </a:lnTo>
                  <a:lnTo>
                    <a:pt x="425868" y="220392"/>
                  </a:lnTo>
                  <a:lnTo>
                    <a:pt x="429209" y="2528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PE_MapPart_BRA_2_8" descr="Brasilien">
              <a:extLst>
                <a:ext uri="{FF2B5EF4-FFF2-40B4-BE49-F238E27FC236}">
                  <a16:creationId xmlns:a16="http://schemas.microsoft.com/office/drawing/2014/main" id="{E0D284BF-CF50-7AB7-E7C1-FD4016C83B3E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865827" y="1742681"/>
              <a:ext cx="148676" cy="104148"/>
            </a:xfrm>
            <a:custGeom>
              <a:avLst/>
              <a:gdLst/>
              <a:ahLst/>
              <a:cxnLst/>
              <a:rect l="0" t="0" r="0" b="0"/>
              <a:pathLst>
                <a:path w="148676" h="104148">
                  <a:moveTo>
                    <a:pt x="71498" y="6905"/>
                  </a:moveTo>
                  <a:lnTo>
                    <a:pt x="103126" y="2896"/>
                  </a:lnTo>
                  <a:lnTo>
                    <a:pt x="135867" y="7128"/>
                  </a:lnTo>
                  <a:lnTo>
                    <a:pt x="147895" y="11137"/>
                  </a:lnTo>
                  <a:lnTo>
                    <a:pt x="148675" y="14589"/>
                  </a:lnTo>
                  <a:lnTo>
                    <a:pt x="141436" y="33857"/>
                  </a:lnTo>
                  <a:lnTo>
                    <a:pt x="137204" y="35082"/>
                  </a:lnTo>
                  <a:lnTo>
                    <a:pt x="138875" y="42321"/>
                  </a:lnTo>
                  <a:lnTo>
                    <a:pt x="136870" y="48002"/>
                  </a:lnTo>
                  <a:lnTo>
                    <a:pt x="128629" y="61256"/>
                  </a:lnTo>
                  <a:lnTo>
                    <a:pt x="120276" y="68608"/>
                  </a:lnTo>
                  <a:lnTo>
                    <a:pt x="122504" y="74846"/>
                  </a:lnTo>
                  <a:lnTo>
                    <a:pt x="114708" y="84538"/>
                  </a:lnTo>
                  <a:lnTo>
                    <a:pt x="105019" y="85875"/>
                  </a:lnTo>
                  <a:lnTo>
                    <a:pt x="99673" y="80193"/>
                  </a:lnTo>
                  <a:lnTo>
                    <a:pt x="95887" y="91780"/>
                  </a:lnTo>
                  <a:lnTo>
                    <a:pt x="88982" y="91445"/>
                  </a:lnTo>
                  <a:lnTo>
                    <a:pt x="78959" y="86321"/>
                  </a:lnTo>
                  <a:lnTo>
                    <a:pt x="77845" y="93674"/>
                  </a:lnTo>
                  <a:lnTo>
                    <a:pt x="73948" y="98687"/>
                  </a:lnTo>
                  <a:lnTo>
                    <a:pt x="60472" y="103590"/>
                  </a:lnTo>
                  <a:lnTo>
                    <a:pt x="44435" y="98242"/>
                  </a:lnTo>
                  <a:lnTo>
                    <a:pt x="41762" y="100916"/>
                  </a:lnTo>
                  <a:lnTo>
                    <a:pt x="21048" y="104147"/>
                  </a:lnTo>
                  <a:lnTo>
                    <a:pt x="11248" y="97796"/>
                  </a:lnTo>
                  <a:lnTo>
                    <a:pt x="3675" y="77631"/>
                  </a:lnTo>
                  <a:lnTo>
                    <a:pt x="1447" y="69499"/>
                  </a:lnTo>
                  <a:lnTo>
                    <a:pt x="3341" y="62482"/>
                  </a:lnTo>
                  <a:lnTo>
                    <a:pt x="11582" y="63707"/>
                  </a:lnTo>
                  <a:lnTo>
                    <a:pt x="12807" y="61034"/>
                  </a:lnTo>
                  <a:lnTo>
                    <a:pt x="11804" y="59140"/>
                  </a:lnTo>
                  <a:lnTo>
                    <a:pt x="4566" y="59474"/>
                  </a:lnTo>
                  <a:lnTo>
                    <a:pt x="0" y="55241"/>
                  </a:lnTo>
                  <a:lnTo>
                    <a:pt x="111" y="35416"/>
                  </a:lnTo>
                  <a:lnTo>
                    <a:pt x="8575" y="9689"/>
                  </a:lnTo>
                  <a:lnTo>
                    <a:pt x="19934" y="2450"/>
                  </a:lnTo>
                  <a:lnTo>
                    <a:pt x="3307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PE_MapPart_BRA_3_9" descr="Brasilien">
              <a:extLst>
                <a:ext uri="{FF2B5EF4-FFF2-40B4-BE49-F238E27FC236}">
                  <a16:creationId xmlns:a16="http://schemas.microsoft.com/office/drawing/2014/main" id="{A8AF7F39-C601-D55C-37AE-C2833C0DE513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794329" y="1768964"/>
              <a:ext cx="48112" cy="56362"/>
            </a:xfrm>
            <a:custGeom>
              <a:avLst/>
              <a:gdLst/>
              <a:ahLst/>
              <a:cxnLst/>
              <a:rect l="0" t="0" r="0" b="0"/>
              <a:pathLst>
                <a:path w="48112" h="56362">
                  <a:moveTo>
                    <a:pt x="6571" y="55247"/>
                  </a:moveTo>
                  <a:lnTo>
                    <a:pt x="0" y="56361"/>
                  </a:lnTo>
                  <a:lnTo>
                    <a:pt x="8464" y="40877"/>
                  </a:lnTo>
                  <a:lnTo>
                    <a:pt x="16037" y="33637"/>
                  </a:lnTo>
                  <a:lnTo>
                    <a:pt x="16148" y="19380"/>
                  </a:lnTo>
                  <a:lnTo>
                    <a:pt x="24278" y="6683"/>
                  </a:lnTo>
                  <a:lnTo>
                    <a:pt x="31851" y="1448"/>
                  </a:lnTo>
                  <a:lnTo>
                    <a:pt x="42430" y="0"/>
                  </a:lnTo>
                  <a:lnTo>
                    <a:pt x="48111" y="7685"/>
                  </a:lnTo>
                  <a:lnTo>
                    <a:pt x="40982" y="29738"/>
                  </a:lnTo>
                  <a:lnTo>
                    <a:pt x="18598" y="494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oPE_MapPart_BRA_4_10" descr="Brasilien">
              <a:extLst>
                <a:ext uri="{FF2B5EF4-FFF2-40B4-BE49-F238E27FC236}">
                  <a16:creationId xmlns:a16="http://schemas.microsoft.com/office/drawing/2014/main" id="{AEC11635-DDD1-7B6B-F867-667BA9C66F2F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892889" y="1716621"/>
              <a:ext cx="40093" cy="20604"/>
            </a:xfrm>
            <a:custGeom>
              <a:avLst/>
              <a:gdLst/>
              <a:ahLst/>
              <a:cxnLst/>
              <a:rect l="0" t="0" r="0" b="0"/>
              <a:pathLst>
                <a:path w="40093" h="20604">
                  <a:moveTo>
                    <a:pt x="37642" y="2227"/>
                  </a:moveTo>
                  <a:lnTo>
                    <a:pt x="40092" y="5457"/>
                  </a:lnTo>
                  <a:lnTo>
                    <a:pt x="31405" y="18376"/>
                  </a:lnTo>
                  <a:lnTo>
                    <a:pt x="21271" y="20603"/>
                  </a:lnTo>
                  <a:lnTo>
                    <a:pt x="14366" y="16817"/>
                  </a:lnTo>
                  <a:lnTo>
                    <a:pt x="3786" y="17039"/>
                  </a:lnTo>
                  <a:lnTo>
                    <a:pt x="445" y="16148"/>
                  </a:lnTo>
                  <a:lnTo>
                    <a:pt x="0" y="10469"/>
                  </a:lnTo>
                  <a:lnTo>
                    <a:pt x="4566" y="4455"/>
                  </a:lnTo>
                  <a:lnTo>
                    <a:pt x="13475" y="4789"/>
                  </a:lnTo>
                  <a:lnTo>
                    <a:pt x="2884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oPE_MapPart_BRA_5_11" descr="Brasilien">
              <a:extLst>
                <a:ext uri="{FF2B5EF4-FFF2-40B4-BE49-F238E27FC236}">
                  <a16:creationId xmlns:a16="http://schemas.microsoft.com/office/drawing/2014/main" id="{3E13D83E-A05B-526D-4713-DA2A3A525844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875738" y="1699470"/>
              <a:ext cx="18043" cy="36419"/>
            </a:xfrm>
            <a:custGeom>
              <a:avLst/>
              <a:gdLst/>
              <a:ahLst/>
              <a:cxnLst/>
              <a:rect l="0" t="0" r="0" b="0"/>
              <a:pathLst>
                <a:path w="18043" h="36419">
                  <a:moveTo>
                    <a:pt x="12139" y="27397"/>
                  </a:moveTo>
                  <a:lnTo>
                    <a:pt x="11137" y="36418"/>
                  </a:lnTo>
                  <a:lnTo>
                    <a:pt x="0" y="32631"/>
                  </a:lnTo>
                  <a:lnTo>
                    <a:pt x="780" y="23276"/>
                  </a:lnTo>
                  <a:lnTo>
                    <a:pt x="10580" y="15703"/>
                  </a:lnTo>
                  <a:lnTo>
                    <a:pt x="12251" y="1448"/>
                  </a:lnTo>
                  <a:lnTo>
                    <a:pt x="16816" y="0"/>
                  </a:lnTo>
                  <a:lnTo>
                    <a:pt x="18042" y="199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oPE_MapPart_BRA_6_12" descr="Brasilien">
              <a:extLst>
                <a:ext uri="{FF2B5EF4-FFF2-40B4-BE49-F238E27FC236}">
                  <a16:creationId xmlns:a16="http://schemas.microsoft.com/office/drawing/2014/main" id="{DC39D991-9638-DE01-DF72-24E4E85ECD3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850124" y="1738561"/>
              <a:ext cx="23945" cy="17151"/>
            </a:xfrm>
            <a:custGeom>
              <a:avLst/>
              <a:gdLst/>
              <a:ahLst/>
              <a:cxnLst/>
              <a:rect l="0" t="0" r="0" b="0"/>
              <a:pathLst>
                <a:path w="23945" h="17151">
                  <a:moveTo>
                    <a:pt x="23832" y="5011"/>
                  </a:moveTo>
                  <a:lnTo>
                    <a:pt x="6905" y="17150"/>
                  </a:lnTo>
                  <a:lnTo>
                    <a:pt x="0" y="10802"/>
                  </a:lnTo>
                  <a:lnTo>
                    <a:pt x="2562" y="3340"/>
                  </a:lnTo>
                  <a:lnTo>
                    <a:pt x="12028" y="0"/>
                  </a:lnTo>
                  <a:lnTo>
                    <a:pt x="22942" y="445"/>
                  </a:lnTo>
                  <a:lnTo>
                    <a:pt x="23944" y="345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oPE_MapPart_BRA_7_13" descr="Brasilien">
              <a:extLst>
                <a:ext uri="{FF2B5EF4-FFF2-40B4-BE49-F238E27FC236}">
                  <a16:creationId xmlns:a16="http://schemas.microsoft.com/office/drawing/2014/main" id="{6BC2EDF6-E502-EE3C-D473-DDD3B4E6A2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924851" y="1730319"/>
              <a:ext cx="27732" cy="14034"/>
            </a:xfrm>
            <a:custGeom>
              <a:avLst/>
              <a:gdLst/>
              <a:ahLst/>
              <a:cxnLst/>
              <a:rect l="0" t="0" r="0" b="0"/>
              <a:pathLst>
                <a:path w="27732" h="14034">
                  <a:moveTo>
                    <a:pt x="23833" y="12028"/>
                  </a:moveTo>
                  <a:lnTo>
                    <a:pt x="7462" y="14033"/>
                  </a:lnTo>
                  <a:lnTo>
                    <a:pt x="0" y="10914"/>
                  </a:lnTo>
                  <a:lnTo>
                    <a:pt x="1670" y="8353"/>
                  </a:lnTo>
                  <a:lnTo>
                    <a:pt x="20158" y="0"/>
                  </a:lnTo>
                  <a:lnTo>
                    <a:pt x="26505" y="1559"/>
                  </a:lnTo>
                  <a:lnTo>
                    <a:pt x="27731" y="857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oPE_MapPart_BRA_8_14" descr="Brasilien">
              <a:extLst>
                <a:ext uri="{FF2B5EF4-FFF2-40B4-BE49-F238E27FC236}">
                  <a16:creationId xmlns:a16="http://schemas.microsoft.com/office/drawing/2014/main" id="{D7BAA8C8-427E-504D-9465-6DF25B6A65E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896898" y="1696017"/>
              <a:ext cx="14925" cy="17152"/>
            </a:xfrm>
            <a:custGeom>
              <a:avLst/>
              <a:gdLst/>
              <a:ahLst/>
              <a:cxnLst/>
              <a:rect l="0" t="0" r="0" b="0"/>
              <a:pathLst>
                <a:path w="14925" h="17152">
                  <a:moveTo>
                    <a:pt x="7907" y="15147"/>
                  </a:moveTo>
                  <a:lnTo>
                    <a:pt x="1225" y="17151"/>
                  </a:lnTo>
                  <a:lnTo>
                    <a:pt x="0" y="15258"/>
                  </a:lnTo>
                  <a:lnTo>
                    <a:pt x="1893" y="3230"/>
                  </a:lnTo>
                  <a:lnTo>
                    <a:pt x="13810" y="0"/>
                  </a:lnTo>
                  <a:lnTo>
                    <a:pt x="14924" y="71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oPE_MapPart_BRA_9_15" descr="Brasilien">
              <a:extLst>
                <a:ext uri="{FF2B5EF4-FFF2-40B4-BE49-F238E27FC236}">
                  <a16:creationId xmlns:a16="http://schemas.microsoft.com/office/drawing/2014/main" id="{7CAB9B2A-6053-9A55-0C8A-29C8702ACD6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882754" y="1602104"/>
              <a:ext cx="13477" cy="15157"/>
            </a:xfrm>
            <a:custGeom>
              <a:avLst/>
              <a:gdLst/>
              <a:ahLst/>
              <a:cxnLst/>
              <a:rect l="0" t="0" r="0" b="0"/>
              <a:pathLst>
                <a:path w="13477" h="15157">
                  <a:moveTo>
                    <a:pt x="13031" y="13373"/>
                  </a:moveTo>
                  <a:lnTo>
                    <a:pt x="3341" y="15156"/>
                  </a:lnTo>
                  <a:lnTo>
                    <a:pt x="0" y="7690"/>
                  </a:lnTo>
                  <a:lnTo>
                    <a:pt x="1114" y="1560"/>
                  </a:lnTo>
                  <a:lnTo>
                    <a:pt x="9132" y="0"/>
                  </a:lnTo>
                  <a:lnTo>
                    <a:pt x="13476" y="108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oPE_MapPart_BRA_10_16" descr="Brasilien">
              <a:extLst>
                <a:ext uri="{FF2B5EF4-FFF2-40B4-BE49-F238E27FC236}">
                  <a16:creationId xmlns:a16="http://schemas.microsoft.com/office/drawing/2014/main" id="{4A50B37D-0CD7-BF0E-1321-CBDC241C14A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7003700" y="3499247"/>
              <a:ext cx="10915" cy="28781"/>
            </a:xfrm>
            <a:custGeom>
              <a:avLst/>
              <a:gdLst/>
              <a:ahLst/>
              <a:cxnLst/>
              <a:rect l="0" t="0" r="0" b="0"/>
              <a:pathLst>
                <a:path w="10915" h="28781">
                  <a:moveTo>
                    <a:pt x="4231" y="25632"/>
                  </a:moveTo>
                  <a:lnTo>
                    <a:pt x="0" y="28780"/>
                  </a:lnTo>
                  <a:lnTo>
                    <a:pt x="779" y="12177"/>
                  </a:lnTo>
                  <a:lnTo>
                    <a:pt x="5568" y="2509"/>
                  </a:lnTo>
                  <a:lnTo>
                    <a:pt x="8686" y="0"/>
                  </a:lnTo>
                  <a:lnTo>
                    <a:pt x="10914" y="3638"/>
                  </a:lnTo>
                  <a:lnTo>
                    <a:pt x="3563" y="214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oPE_MapPart_BRA_11_17" descr="Brasilien">
              <a:extLst>
                <a:ext uri="{FF2B5EF4-FFF2-40B4-BE49-F238E27FC236}">
                  <a16:creationId xmlns:a16="http://schemas.microsoft.com/office/drawing/2014/main" id="{8F53E0EF-909E-E8E4-D9D5-A60C3BD24B0B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195696" y="3247341"/>
              <a:ext cx="12586" cy="14490"/>
            </a:xfrm>
            <a:custGeom>
              <a:avLst/>
              <a:gdLst/>
              <a:ahLst/>
              <a:cxnLst/>
              <a:rect l="0" t="0" r="0" b="0"/>
              <a:pathLst>
                <a:path w="12586" h="14490">
                  <a:moveTo>
                    <a:pt x="11805" y="10955"/>
                  </a:moveTo>
                  <a:lnTo>
                    <a:pt x="11805" y="14489"/>
                  </a:lnTo>
                  <a:lnTo>
                    <a:pt x="2451" y="14001"/>
                  </a:lnTo>
                  <a:lnTo>
                    <a:pt x="0" y="11321"/>
                  </a:lnTo>
                  <a:lnTo>
                    <a:pt x="9244" y="0"/>
                  </a:lnTo>
                  <a:lnTo>
                    <a:pt x="12585" y="3772"/>
                  </a:lnTo>
                  <a:lnTo>
                    <a:pt x="12473" y="85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oPE_MapPart_BRA_12_18" descr="Brasilien">
              <a:extLst>
                <a:ext uri="{FF2B5EF4-FFF2-40B4-BE49-F238E27FC236}">
                  <a16:creationId xmlns:a16="http://schemas.microsoft.com/office/drawing/2014/main" id="{D80FDDA6-CAAE-74F7-C8D0-6FA988509AEF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7248485" y="1903670"/>
              <a:ext cx="7240" cy="19849"/>
            </a:xfrm>
            <a:custGeom>
              <a:avLst/>
              <a:gdLst/>
              <a:ahLst/>
              <a:cxnLst/>
              <a:rect l="0" t="0" r="0" b="0"/>
              <a:pathLst>
                <a:path w="7240" h="19849">
                  <a:moveTo>
                    <a:pt x="6125" y="13715"/>
                  </a:moveTo>
                  <a:lnTo>
                    <a:pt x="0" y="19848"/>
                  </a:lnTo>
                  <a:lnTo>
                    <a:pt x="1002" y="7916"/>
                  </a:lnTo>
                  <a:lnTo>
                    <a:pt x="1781" y="4125"/>
                  </a:lnTo>
                  <a:lnTo>
                    <a:pt x="7239" y="0"/>
                  </a:lnTo>
                  <a:lnTo>
                    <a:pt x="7127" y="57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oPE_MapPart_BRA_13_19" descr="Brasilien">
              <a:extLst>
                <a:ext uri="{FF2B5EF4-FFF2-40B4-BE49-F238E27FC236}">
                  <a16:creationId xmlns:a16="http://schemas.microsoft.com/office/drawing/2014/main" id="{54BD0172-FDC4-98FA-7E44-608894C66E51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6996795" y="3414039"/>
              <a:ext cx="10469" cy="16024"/>
            </a:xfrm>
            <a:custGeom>
              <a:avLst/>
              <a:gdLst/>
              <a:ahLst/>
              <a:cxnLst/>
              <a:rect l="0" t="0" r="0" b="0"/>
              <a:pathLst>
                <a:path w="10469" h="16024">
                  <a:moveTo>
                    <a:pt x="5123" y="16023"/>
                  </a:moveTo>
                  <a:lnTo>
                    <a:pt x="0" y="8193"/>
                  </a:lnTo>
                  <a:lnTo>
                    <a:pt x="7795" y="0"/>
                  </a:lnTo>
                  <a:lnTo>
                    <a:pt x="10468" y="3350"/>
                  </a:lnTo>
                  <a:lnTo>
                    <a:pt x="6125" y="144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oPE_MapPart_BRA_14_20" descr="Brasilien">
              <a:extLst>
                <a:ext uri="{FF2B5EF4-FFF2-40B4-BE49-F238E27FC236}">
                  <a16:creationId xmlns:a16="http://schemas.microsoft.com/office/drawing/2014/main" id="{951B9AD4-A9A6-5329-B239-9533112F4A08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263185" y="3203291"/>
              <a:ext cx="16261" cy="9327"/>
            </a:xfrm>
            <a:custGeom>
              <a:avLst/>
              <a:gdLst/>
              <a:ahLst/>
              <a:cxnLst/>
              <a:rect l="0" t="0" r="0" b="0"/>
              <a:pathLst>
                <a:path w="16261" h="9327">
                  <a:moveTo>
                    <a:pt x="14367" y="4601"/>
                  </a:moveTo>
                  <a:lnTo>
                    <a:pt x="16260" y="6418"/>
                  </a:lnTo>
                  <a:lnTo>
                    <a:pt x="2561" y="9326"/>
                  </a:lnTo>
                  <a:lnTo>
                    <a:pt x="0" y="6539"/>
                  </a:lnTo>
                  <a:lnTo>
                    <a:pt x="7350" y="0"/>
                  </a:lnTo>
                  <a:lnTo>
                    <a:pt x="10469" y="26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oPE_MapPart_BRA_15_21" descr="Brasilien">
              <a:extLst>
                <a:ext uri="{FF2B5EF4-FFF2-40B4-BE49-F238E27FC236}">
                  <a16:creationId xmlns:a16="http://schemas.microsoft.com/office/drawing/2014/main" id="{57641411-9DB4-720A-DD1F-1C0705D36EB8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608089" y="2539186"/>
              <a:ext cx="11472" cy="15088"/>
            </a:xfrm>
            <a:custGeom>
              <a:avLst/>
              <a:gdLst/>
              <a:ahLst/>
              <a:cxnLst/>
              <a:rect l="0" t="0" r="0" b="0"/>
              <a:pathLst>
                <a:path w="11472" h="15088">
                  <a:moveTo>
                    <a:pt x="2674" y="13715"/>
                  </a:moveTo>
                  <a:lnTo>
                    <a:pt x="223" y="15087"/>
                  </a:lnTo>
                  <a:lnTo>
                    <a:pt x="0" y="11085"/>
                  </a:lnTo>
                  <a:lnTo>
                    <a:pt x="6237" y="5941"/>
                  </a:lnTo>
                  <a:lnTo>
                    <a:pt x="7351" y="0"/>
                  </a:lnTo>
                  <a:lnTo>
                    <a:pt x="11471" y="708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oPE_MapPart_BRA_16_22" descr="Brasilien">
              <a:extLst>
                <a:ext uri="{FF2B5EF4-FFF2-40B4-BE49-F238E27FC236}">
                  <a16:creationId xmlns:a16="http://schemas.microsoft.com/office/drawing/2014/main" id="{87C5ED7C-7DA9-2169-E3E2-AA4E550D16D3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593501" y="2572122"/>
              <a:ext cx="7351" cy="8475"/>
            </a:xfrm>
            <a:custGeom>
              <a:avLst/>
              <a:gdLst/>
              <a:ahLst/>
              <a:cxnLst/>
              <a:rect l="0" t="0" r="0" b="0"/>
              <a:pathLst>
                <a:path w="7351" h="8475">
                  <a:moveTo>
                    <a:pt x="7350" y="4694"/>
                  </a:moveTo>
                  <a:lnTo>
                    <a:pt x="5234" y="8474"/>
                  </a:lnTo>
                  <a:lnTo>
                    <a:pt x="2783" y="7901"/>
                  </a:lnTo>
                  <a:lnTo>
                    <a:pt x="0" y="2977"/>
                  </a:lnTo>
                  <a:lnTo>
                    <a:pt x="2561" y="0"/>
                  </a:lnTo>
                  <a:lnTo>
                    <a:pt x="7127" y="11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oPE_MapPart_CHL_1_23" descr="Chile">
              <a:extLst>
                <a:ext uri="{FF2B5EF4-FFF2-40B4-BE49-F238E27FC236}">
                  <a16:creationId xmlns:a16="http://schemas.microsoft.com/office/drawing/2014/main" id="{EB8B594A-835F-55BA-6E56-2B670DBB710F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5323724" y="2835859"/>
              <a:ext cx="538239" cy="2872417"/>
            </a:xfrm>
            <a:custGeom>
              <a:avLst/>
              <a:gdLst/>
              <a:ahLst/>
              <a:cxnLst/>
              <a:rect l="0" t="0" r="0" b="0"/>
              <a:pathLst>
                <a:path w="538239" h="2872417">
                  <a:moveTo>
                    <a:pt x="327308" y="54546"/>
                  </a:moveTo>
                  <a:lnTo>
                    <a:pt x="341786" y="53255"/>
                  </a:lnTo>
                  <a:lnTo>
                    <a:pt x="357711" y="45398"/>
                  </a:lnTo>
                  <a:lnTo>
                    <a:pt x="365396" y="31455"/>
                  </a:lnTo>
                  <a:lnTo>
                    <a:pt x="362277" y="12736"/>
                  </a:lnTo>
                  <a:lnTo>
                    <a:pt x="372635" y="9229"/>
                  </a:lnTo>
                  <a:lnTo>
                    <a:pt x="383437" y="0"/>
                  </a:lnTo>
                  <a:lnTo>
                    <a:pt x="384440" y="7359"/>
                  </a:lnTo>
                  <a:lnTo>
                    <a:pt x="392903" y="17179"/>
                  </a:lnTo>
                  <a:lnTo>
                    <a:pt x="395688" y="28294"/>
                  </a:lnTo>
                  <a:lnTo>
                    <a:pt x="409163" y="35320"/>
                  </a:lnTo>
                  <a:lnTo>
                    <a:pt x="406045" y="41412"/>
                  </a:lnTo>
                  <a:lnTo>
                    <a:pt x="416959" y="95216"/>
                  </a:lnTo>
                  <a:lnTo>
                    <a:pt x="448253" y="125642"/>
                  </a:lnTo>
                  <a:lnTo>
                    <a:pt x="433664" y="144554"/>
                  </a:lnTo>
                  <a:lnTo>
                    <a:pt x="441126" y="153430"/>
                  </a:lnTo>
                  <a:lnTo>
                    <a:pt x="442239" y="160774"/>
                  </a:lnTo>
                  <a:lnTo>
                    <a:pt x="439789" y="165871"/>
                  </a:lnTo>
                  <a:lnTo>
                    <a:pt x="430100" y="168953"/>
                  </a:lnTo>
                  <a:lnTo>
                    <a:pt x="434332" y="183312"/>
                  </a:lnTo>
                  <a:lnTo>
                    <a:pt x="429878" y="190320"/>
                  </a:lnTo>
                  <a:lnTo>
                    <a:pt x="446917" y="204352"/>
                  </a:lnTo>
                  <a:lnTo>
                    <a:pt x="442016" y="210423"/>
                  </a:lnTo>
                  <a:lnTo>
                    <a:pt x="442350" y="222456"/>
                  </a:lnTo>
                  <a:lnTo>
                    <a:pt x="449924" y="225556"/>
                  </a:lnTo>
                  <a:lnTo>
                    <a:pt x="464735" y="248837"/>
                  </a:lnTo>
                  <a:lnTo>
                    <a:pt x="465404" y="270018"/>
                  </a:lnTo>
                  <a:lnTo>
                    <a:pt x="469970" y="279006"/>
                  </a:lnTo>
                  <a:lnTo>
                    <a:pt x="472197" y="294366"/>
                  </a:lnTo>
                  <a:lnTo>
                    <a:pt x="477654" y="299292"/>
                  </a:lnTo>
                  <a:lnTo>
                    <a:pt x="479993" y="317815"/>
                  </a:lnTo>
                  <a:lnTo>
                    <a:pt x="484225" y="328416"/>
                  </a:lnTo>
                  <a:lnTo>
                    <a:pt x="484336" y="350501"/>
                  </a:lnTo>
                  <a:lnTo>
                    <a:pt x="489570" y="354368"/>
                  </a:lnTo>
                  <a:lnTo>
                    <a:pt x="502934" y="355214"/>
                  </a:lnTo>
                  <a:lnTo>
                    <a:pt x="526767" y="350501"/>
                  </a:lnTo>
                  <a:lnTo>
                    <a:pt x="538238" y="362592"/>
                  </a:lnTo>
                  <a:lnTo>
                    <a:pt x="516744" y="432187"/>
                  </a:lnTo>
                  <a:lnTo>
                    <a:pt x="461394" y="456487"/>
                  </a:lnTo>
                  <a:lnTo>
                    <a:pt x="445469" y="472644"/>
                  </a:lnTo>
                  <a:lnTo>
                    <a:pt x="442128" y="480733"/>
                  </a:lnTo>
                  <a:lnTo>
                    <a:pt x="442128" y="486867"/>
                  </a:lnTo>
                  <a:lnTo>
                    <a:pt x="448030" y="492760"/>
                  </a:lnTo>
                  <a:lnTo>
                    <a:pt x="453153" y="504188"/>
                  </a:lnTo>
                  <a:lnTo>
                    <a:pt x="446137" y="508985"/>
                  </a:lnTo>
                  <a:lnTo>
                    <a:pt x="440235" y="526599"/>
                  </a:lnTo>
                  <a:lnTo>
                    <a:pt x="451260" y="577063"/>
                  </a:lnTo>
                  <a:lnTo>
                    <a:pt x="441237" y="590722"/>
                  </a:lnTo>
                  <a:lnTo>
                    <a:pt x="440346" y="598929"/>
                  </a:lnTo>
                  <a:lnTo>
                    <a:pt x="457162" y="627096"/>
                  </a:lnTo>
                  <a:lnTo>
                    <a:pt x="457162" y="633716"/>
                  </a:lnTo>
                  <a:lnTo>
                    <a:pt x="455492" y="637591"/>
                  </a:lnTo>
                  <a:lnTo>
                    <a:pt x="443687" y="641468"/>
                  </a:lnTo>
                  <a:lnTo>
                    <a:pt x="440235" y="645346"/>
                  </a:lnTo>
                  <a:lnTo>
                    <a:pt x="432996" y="642843"/>
                  </a:lnTo>
                  <a:lnTo>
                    <a:pt x="424532" y="646222"/>
                  </a:lnTo>
                  <a:lnTo>
                    <a:pt x="404263" y="700104"/>
                  </a:lnTo>
                  <a:lnTo>
                    <a:pt x="388003" y="718908"/>
                  </a:lnTo>
                  <a:lnTo>
                    <a:pt x="384774" y="719414"/>
                  </a:lnTo>
                  <a:lnTo>
                    <a:pt x="374417" y="734340"/>
                  </a:lnTo>
                  <a:lnTo>
                    <a:pt x="363837" y="782995"/>
                  </a:lnTo>
                  <a:lnTo>
                    <a:pt x="351475" y="798689"/>
                  </a:lnTo>
                  <a:lnTo>
                    <a:pt x="357600" y="830309"/>
                  </a:lnTo>
                  <a:lnTo>
                    <a:pt x="355595" y="852410"/>
                  </a:lnTo>
                  <a:lnTo>
                    <a:pt x="361609" y="855499"/>
                  </a:lnTo>
                  <a:lnTo>
                    <a:pt x="362834" y="859364"/>
                  </a:lnTo>
                  <a:lnTo>
                    <a:pt x="355818" y="872516"/>
                  </a:lnTo>
                  <a:lnTo>
                    <a:pt x="346797" y="874581"/>
                  </a:lnTo>
                  <a:lnTo>
                    <a:pt x="343679" y="872645"/>
                  </a:lnTo>
                  <a:lnTo>
                    <a:pt x="331651" y="911603"/>
                  </a:lnTo>
                  <a:lnTo>
                    <a:pt x="333990" y="920304"/>
                  </a:lnTo>
                  <a:lnTo>
                    <a:pt x="329090" y="927325"/>
                  </a:lnTo>
                  <a:lnTo>
                    <a:pt x="320960" y="929407"/>
                  </a:lnTo>
                  <a:lnTo>
                    <a:pt x="316951" y="959926"/>
                  </a:lnTo>
                  <a:lnTo>
                    <a:pt x="325304" y="979692"/>
                  </a:lnTo>
                  <a:lnTo>
                    <a:pt x="337442" y="988087"/>
                  </a:lnTo>
                  <a:lnTo>
                    <a:pt x="330649" y="997282"/>
                  </a:lnTo>
                  <a:lnTo>
                    <a:pt x="333322" y="1010702"/>
                  </a:lnTo>
                  <a:lnTo>
                    <a:pt x="342677" y="1025734"/>
                  </a:lnTo>
                  <a:lnTo>
                    <a:pt x="342231" y="1037096"/>
                  </a:lnTo>
                  <a:lnTo>
                    <a:pt x="346018" y="1050333"/>
                  </a:lnTo>
                  <a:lnTo>
                    <a:pt x="351809" y="1056033"/>
                  </a:lnTo>
                  <a:lnTo>
                    <a:pt x="347354" y="1066518"/>
                  </a:lnTo>
                  <a:lnTo>
                    <a:pt x="347911" y="1079415"/>
                  </a:lnTo>
                  <a:lnTo>
                    <a:pt x="351920" y="1084608"/>
                  </a:lnTo>
                  <a:lnTo>
                    <a:pt x="359605" y="1083143"/>
                  </a:lnTo>
                  <a:lnTo>
                    <a:pt x="364282" y="1085540"/>
                  </a:lnTo>
                  <a:lnTo>
                    <a:pt x="365619" y="1094072"/>
                  </a:lnTo>
                  <a:lnTo>
                    <a:pt x="359716" y="1118798"/>
                  </a:lnTo>
                  <a:lnTo>
                    <a:pt x="362277" y="1155597"/>
                  </a:lnTo>
                  <a:lnTo>
                    <a:pt x="349916" y="1161256"/>
                  </a:lnTo>
                  <a:lnTo>
                    <a:pt x="335215" y="1193695"/>
                  </a:lnTo>
                  <a:lnTo>
                    <a:pt x="328867" y="1224942"/>
                  </a:lnTo>
                  <a:lnTo>
                    <a:pt x="318844" y="1232573"/>
                  </a:lnTo>
                  <a:lnTo>
                    <a:pt x="320180" y="1237212"/>
                  </a:lnTo>
                  <a:lnTo>
                    <a:pt x="324079" y="1238577"/>
                  </a:lnTo>
                  <a:lnTo>
                    <a:pt x="327419" y="1253474"/>
                  </a:lnTo>
                  <a:lnTo>
                    <a:pt x="329647" y="1272386"/>
                  </a:lnTo>
                  <a:lnTo>
                    <a:pt x="328088" y="1294525"/>
                  </a:lnTo>
                  <a:lnTo>
                    <a:pt x="324858" y="1300039"/>
                  </a:lnTo>
                  <a:lnTo>
                    <a:pt x="318287" y="1301004"/>
                  </a:lnTo>
                  <a:lnTo>
                    <a:pt x="308487" y="1311494"/>
                  </a:lnTo>
                  <a:lnTo>
                    <a:pt x="306816" y="1319928"/>
                  </a:lnTo>
                  <a:lnTo>
                    <a:pt x="297127" y="1322003"/>
                  </a:lnTo>
                  <a:lnTo>
                    <a:pt x="287884" y="1330036"/>
                  </a:lnTo>
                  <a:lnTo>
                    <a:pt x="287216" y="1339328"/>
                  </a:lnTo>
                  <a:lnTo>
                    <a:pt x="279420" y="1354755"/>
                  </a:lnTo>
                  <a:lnTo>
                    <a:pt x="283986" y="1375666"/>
                  </a:lnTo>
                  <a:lnTo>
                    <a:pt x="278863" y="1390069"/>
                  </a:lnTo>
                  <a:lnTo>
                    <a:pt x="282984" y="1401420"/>
                  </a:lnTo>
                  <a:lnTo>
                    <a:pt x="279754" y="1415886"/>
                  </a:lnTo>
                  <a:lnTo>
                    <a:pt x="280868" y="1426161"/>
                  </a:lnTo>
                  <a:lnTo>
                    <a:pt x="289555" y="1448037"/>
                  </a:lnTo>
                  <a:lnTo>
                    <a:pt x="293230" y="1479942"/>
                  </a:lnTo>
                  <a:lnTo>
                    <a:pt x="300691" y="1487483"/>
                  </a:lnTo>
                  <a:lnTo>
                    <a:pt x="294232" y="1503024"/>
                  </a:lnTo>
                  <a:lnTo>
                    <a:pt x="285879" y="1504595"/>
                  </a:lnTo>
                  <a:lnTo>
                    <a:pt x="266390" y="1518752"/>
                  </a:lnTo>
                  <a:lnTo>
                    <a:pt x="265277" y="1546740"/>
                  </a:lnTo>
                  <a:lnTo>
                    <a:pt x="257926" y="1571977"/>
                  </a:lnTo>
                  <a:lnTo>
                    <a:pt x="250799" y="1571399"/>
                  </a:lnTo>
                  <a:lnTo>
                    <a:pt x="246789" y="1574724"/>
                  </a:lnTo>
                  <a:lnTo>
                    <a:pt x="251801" y="1594862"/>
                  </a:lnTo>
                  <a:lnTo>
                    <a:pt x="250465" y="1605757"/>
                  </a:lnTo>
                  <a:lnTo>
                    <a:pt x="240664" y="1618278"/>
                  </a:lnTo>
                  <a:lnTo>
                    <a:pt x="241778" y="1623820"/>
                  </a:lnTo>
                  <a:lnTo>
                    <a:pt x="248237" y="1631120"/>
                  </a:lnTo>
                  <a:lnTo>
                    <a:pt x="241555" y="1639600"/>
                  </a:lnTo>
                  <a:lnTo>
                    <a:pt x="233648" y="1660125"/>
                  </a:lnTo>
                  <a:lnTo>
                    <a:pt x="233091" y="1668209"/>
                  </a:lnTo>
                  <a:lnTo>
                    <a:pt x="237323" y="1676600"/>
                  </a:lnTo>
                  <a:lnTo>
                    <a:pt x="237435" y="1731535"/>
                  </a:lnTo>
                  <a:lnTo>
                    <a:pt x="234873" y="1738982"/>
                  </a:lnTo>
                  <a:lnTo>
                    <a:pt x="244897" y="1771873"/>
                  </a:lnTo>
                  <a:lnTo>
                    <a:pt x="244228" y="1776524"/>
                  </a:lnTo>
                  <a:lnTo>
                    <a:pt x="237992" y="1780278"/>
                  </a:lnTo>
                  <a:lnTo>
                    <a:pt x="227746" y="1780428"/>
                  </a:lnTo>
                  <a:lnTo>
                    <a:pt x="222734" y="1788997"/>
                  </a:lnTo>
                  <a:lnTo>
                    <a:pt x="226075" y="1807536"/>
                  </a:lnTo>
                  <a:lnTo>
                    <a:pt x="220507" y="1816300"/>
                  </a:lnTo>
                  <a:lnTo>
                    <a:pt x="222400" y="1833115"/>
                  </a:lnTo>
                  <a:lnTo>
                    <a:pt x="220396" y="1851049"/>
                  </a:lnTo>
                  <a:lnTo>
                    <a:pt x="223068" y="1857448"/>
                  </a:lnTo>
                  <a:lnTo>
                    <a:pt x="242892" y="1866144"/>
                  </a:lnTo>
                  <a:lnTo>
                    <a:pt x="244897" y="1872102"/>
                  </a:lnTo>
                  <a:lnTo>
                    <a:pt x="244005" y="1876996"/>
                  </a:lnTo>
                  <a:lnTo>
                    <a:pt x="235319" y="1881436"/>
                  </a:lnTo>
                  <a:lnTo>
                    <a:pt x="235319" y="1889252"/>
                  </a:lnTo>
                  <a:lnTo>
                    <a:pt x="244897" y="1902152"/>
                  </a:lnTo>
                  <a:lnTo>
                    <a:pt x="245676" y="1911848"/>
                  </a:lnTo>
                  <a:lnTo>
                    <a:pt x="242112" y="1916009"/>
                  </a:lnTo>
                  <a:lnTo>
                    <a:pt x="249240" y="1931141"/>
                  </a:lnTo>
                  <a:lnTo>
                    <a:pt x="240998" y="1946317"/>
                  </a:lnTo>
                  <a:lnTo>
                    <a:pt x="240553" y="1970258"/>
                  </a:lnTo>
                  <a:lnTo>
                    <a:pt x="278084" y="1975403"/>
                  </a:lnTo>
                  <a:lnTo>
                    <a:pt x="281982" y="1979928"/>
                  </a:lnTo>
                  <a:lnTo>
                    <a:pt x="281425" y="1985709"/>
                  </a:lnTo>
                  <a:lnTo>
                    <a:pt x="275077" y="2003246"/>
                  </a:lnTo>
                  <a:lnTo>
                    <a:pt x="269174" y="2005284"/>
                  </a:lnTo>
                  <a:lnTo>
                    <a:pt x="263161" y="2002147"/>
                  </a:lnTo>
                  <a:lnTo>
                    <a:pt x="225519" y="2004029"/>
                  </a:lnTo>
                  <a:lnTo>
                    <a:pt x="226855" y="2015651"/>
                  </a:lnTo>
                  <a:lnTo>
                    <a:pt x="254363" y="2022102"/>
                  </a:lnTo>
                  <a:lnTo>
                    <a:pt x="269397" y="2044192"/>
                  </a:lnTo>
                  <a:lnTo>
                    <a:pt x="269620" y="2053056"/>
                  </a:lnTo>
                  <a:lnTo>
                    <a:pt x="260933" y="2062411"/>
                  </a:lnTo>
                  <a:lnTo>
                    <a:pt x="259820" y="2069081"/>
                  </a:lnTo>
                  <a:lnTo>
                    <a:pt x="248349" y="2070989"/>
                  </a:lnTo>
                  <a:lnTo>
                    <a:pt x="245119" y="2074965"/>
                  </a:lnTo>
                  <a:lnTo>
                    <a:pt x="244897" y="2097931"/>
                  </a:lnTo>
                  <a:lnTo>
                    <a:pt x="252247" y="2108172"/>
                  </a:lnTo>
                  <a:lnTo>
                    <a:pt x="248906" y="2116027"/>
                  </a:lnTo>
                  <a:lnTo>
                    <a:pt x="237101" y="2126628"/>
                  </a:lnTo>
                  <a:lnTo>
                    <a:pt x="244117" y="2140798"/>
                  </a:lnTo>
                  <a:lnTo>
                    <a:pt x="248015" y="2170559"/>
                  </a:lnTo>
                  <a:lnTo>
                    <a:pt x="233091" y="2186810"/>
                  </a:lnTo>
                  <a:lnTo>
                    <a:pt x="231755" y="2203605"/>
                  </a:lnTo>
                  <a:lnTo>
                    <a:pt x="235319" y="2220459"/>
                  </a:lnTo>
                  <a:lnTo>
                    <a:pt x="226855" y="2224066"/>
                  </a:lnTo>
                  <a:lnTo>
                    <a:pt x="223068" y="2233425"/>
                  </a:lnTo>
                  <a:lnTo>
                    <a:pt x="208034" y="2247087"/>
                  </a:lnTo>
                  <a:lnTo>
                    <a:pt x="208257" y="2254344"/>
                  </a:lnTo>
                  <a:lnTo>
                    <a:pt x="197342" y="2282322"/>
                  </a:lnTo>
                  <a:lnTo>
                    <a:pt x="197899" y="2291297"/>
                  </a:lnTo>
                  <a:lnTo>
                    <a:pt x="209148" y="2303957"/>
                  </a:lnTo>
                  <a:lnTo>
                    <a:pt x="211263" y="2314978"/>
                  </a:lnTo>
                  <a:lnTo>
                    <a:pt x="207477" y="2327700"/>
                  </a:lnTo>
                  <a:lnTo>
                    <a:pt x="198568" y="2332564"/>
                  </a:lnTo>
                  <a:lnTo>
                    <a:pt x="191774" y="2341970"/>
                  </a:lnTo>
                  <a:lnTo>
                    <a:pt x="191440" y="2367595"/>
                  </a:lnTo>
                  <a:lnTo>
                    <a:pt x="184313" y="2377411"/>
                  </a:lnTo>
                  <a:lnTo>
                    <a:pt x="165491" y="2388435"/>
                  </a:lnTo>
                  <a:lnTo>
                    <a:pt x="158364" y="2404934"/>
                  </a:lnTo>
                  <a:lnTo>
                    <a:pt x="159144" y="2415511"/>
                  </a:lnTo>
                  <a:lnTo>
                    <a:pt x="138986" y="2416878"/>
                  </a:lnTo>
                  <a:lnTo>
                    <a:pt x="131859" y="2442401"/>
                  </a:lnTo>
                  <a:lnTo>
                    <a:pt x="138429" y="2462714"/>
                  </a:lnTo>
                  <a:lnTo>
                    <a:pt x="134865" y="2473769"/>
                  </a:lnTo>
                  <a:lnTo>
                    <a:pt x="136536" y="2494394"/>
                  </a:lnTo>
                  <a:lnTo>
                    <a:pt x="143664" y="2504655"/>
                  </a:lnTo>
                  <a:lnTo>
                    <a:pt x="158030" y="2554013"/>
                  </a:lnTo>
                  <a:lnTo>
                    <a:pt x="162485" y="2556125"/>
                  </a:lnTo>
                  <a:lnTo>
                    <a:pt x="175849" y="2545750"/>
                  </a:lnTo>
                  <a:lnTo>
                    <a:pt x="197899" y="2541184"/>
                  </a:lnTo>
                  <a:lnTo>
                    <a:pt x="208368" y="2548560"/>
                  </a:lnTo>
                  <a:lnTo>
                    <a:pt x="212266" y="2570761"/>
                  </a:lnTo>
                  <a:lnTo>
                    <a:pt x="210372" y="2582964"/>
                  </a:lnTo>
                  <a:lnTo>
                    <a:pt x="206140" y="2588989"/>
                  </a:lnTo>
                  <a:lnTo>
                    <a:pt x="210706" y="2609071"/>
                  </a:lnTo>
                  <a:lnTo>
                    <a:pt x="204247" y="2633180"/>
                  </a:lnTo>
                  <a:lnTo>
                    <a:pt x="212823" y="2648067"/>
                  </a:lnTo>
                  <a:lnTo>
                    <a:pt x="232312" y="2666969"/>
                  </a:lnTo>
                  <a:lnTo>
                    <a:pt x="231198" y="2675457"/>
                  </a:lnTo>
                  <a:lnTo>
                    <a:pt x="355595" y="2679797"/>
                  </a:lnTo>
                  <a:lnTo>
                    <a:pt x="384774" y="2692842"/>
                  </a:lnTo>
                  <a:lnTo>
                    <a:pt x="402258" y="2692842"/>
                  </a:lnTo>
                  <a:lnTo>
                    <a:pt x="448364" y="2708292"/>
                  </a:lnTo>
                  <a:lnTo>
                    <a:pt x="449478" y="2715033"/>
                  </a:lnTo>
                  <a:lnTo>
                    <a:pt x="400142" y="2699743"/>
                  </a:lnTo>
                  <a:lnTo>
                    <a:pt x="387335" y="2706289"/>
                  </a:lnTo>
                  <a:lnTo>
                    <a:pt x="376644" y="2725988"/>
                  </a:lnTo>
                  <a:lnTo>
                    <a:pt x="318287" y="2747242"/>
                  </a:lnTo>
                  <a:lnTo>
                    <a:pt x="303921" y="2756986"/>
                  </a:lnTo>
                  <a:lnTo>
                    <a:pt x="301248" y="2769337"/>
                  </a:lnTo>
                  <a:lnTo>
                    <a:pt x="302362" y="2776911"/>
                  </a:lnTo>
                  <a:lnTo>
                    <a:pt x="292227" y="2819269"/>
                  </a:lnTo>
                  <a:lnTo>
                    <a:pt x="294566" y="2839663"/>
                  </a:lnTo>
                  <a:lnTo>
                    <a:pt x="291559" y="2861471"/>
                  </a:lnTo>
                  <a:lnTo>
                    <a:pt x="272850" y="2872416"/>
                  </a:lnTo>
                  <a:lnTo>
                    <a:pt x="248349" y="2864110"/>
                  </a:lnTo>
                  <a:lnTo>
                    <a:pt x="218614" y="2846231"/>
                  </a:lnTo>
                  <a:lnTo>
                    <a:pt x="206140" y="2829360"/>
                  </a:lnTo>
                  <a:lnTo>
                    <a:pt x="203913" y="2816842"/>
                  </a:lnTo>
                  <a:lnTo>
                    <a:pt x="210484" y="2806780"/>
                  </a:lnTo>
                  <a:lnTo>
                    <a:pt x="232980" y="2804732"/>
                  </a:lnTo>
                  <a:lnTo>
                    <a:pt x="238549" y="2810131"/>
                  </a:lnTo>
                  <a:lnTo>
                    <a:pt x="239996" y="2821882"/>
                  </a:lnTo>
                  <a:lnTo>
                    <a:pt x="236098" y="2834789"/>
                  </a:lnTo>
                  <a:lnTo>
                    <a:pt x="242335" y="2830857"/>
                  </a:lnTo>
                  <a:lnTo>
                    <a:pt x="245453" y="2804732"/>
                  </a:lnTo>
                  <a:lnTo>
                    <a:pt x="273406" y="2784127"/>
                  </a:lnTo>
                  <a:lnTo>
                    <a:pt x="281202" y="2769152"/>
                  </a:lnTo>
                  <a:lnTo>
                    <a:pt x="281647" y="2764909"/>
                  </a:lnTo>
                  <a:lnTo>
                    <a:pt x="277193" y="2761223"/>
                  </a:lnTo>
                  <a:lnTo>
                    <a:pt x="267281" y="2756435"/>
                  </a:lnTo>
                  <a:lnTo>
                    <a:pt x="212266" y="2794325"/>
                  </a:lnTo>
                  <a:lnTo>
                    <a:pt x="198902" y="2810690"/>
                  </a:lnTo>
                  <a:lnTo>
                    <a:pt x="195449" y="2828238"/>
                  </a:lnTo>
                  <a:lnTo>
                    <a:pt x="184424" y="2824125"/>
                  </a:lnTo>
                  <a:lnTo>
                    <a:pt x="164267" y="2805849"/>
                  </a:lnTo>
                  <a:lnTo>
                    <a:pt x="172730" y="2793211"/>
                  </a:lnTo>
                  <a:lnTo>
                    <a:pt x="174401" y="2767491"/>
                  </a:lnTo>
                  <a:lnTo>
                    <a:pt x="184424" y="2756251"/>
                  </a:lnTo>
                  <a:lnTo>
                    <a:pt x="187542" y="2754963"/>
                  </a:lnTo>
                  <a:lnTo>
                    <a:pt x="190660" y="2761959"/>
                  </a:lnTo>
                  <a:lnTo>
                    <a:pt x="201352" y="2761591"/>
                  </a:lnTo>
                  <a:lnTo>
                    <a:pt x="222177" y="2744855"/>
                  </a:lnTo>
                  <a:lnTo>
                    <a:pt x="242001" y="2748160"/>
                  </a:lnTo>
                  <a:lnTo>
                    <a:pt x="254697" y="2745956"/>
                  </a:lnTo>
                  <a:lnTo>
                    <a:pt x="259708" y="2740268"/>
                  </a:lnTo>
                  <a:lnTo>
                    <a:pt x="240998" y="2733305"/>
                  </a:lnTo>
                  <a:lnTo>
                    <a:pt x="215495" y="2731658"/>
                  </a:lnTo>
                  <a:lnTo>
                    <a:pt x="202354" y="2742469"/>
                  </a:lnTo>
                  <a:lnTo>
                    <a:pt x="198234" y="2735685"/>
                  </a:lnTo>
                  <a:lnTo>
                    <a:pt x="185315" y="2733122"/>
                  </a:lnTo>
                  <a:lnTo>
                    <a:pt x="181417" y="2737518"/>
                  </a:lnTo>
                  <a:lnTo>
                    <a:pt x="179746" y="2751284"/>
                  </a:lnTo>
                  <a:lnTo>
                    <a:pt x="171728" y="2758276"/>
                  </a:lnTo>
                  <a:lnTo>
                    <a:pt x="166271" y="2769521"/>
                  </a:lnTo>
                  <a:lnTo>
                    <a:pt x="166160" y="2783017"/>
                  </a:lnTo>
                  <a:lnTo>
                    <a:pt x="159923" y="2788389"/>
                  </a:lnTo>
                  <a:lnTo>
                    <a:pt x="146670" y="2786351"/>
                  </a:lnTo>
                  <a:lnTo>
                    <a:pt x="127627" y="2763987"/>
                  </a:lnTo>
                  <a:lnTo>
                    <a:pt x="152684" y="2750733"/>
                  </a:lnTo>
                  <a:lnTo>
                    <a:pt x="163041" y="2733122"/>
                  </a:lnTo>
                  <a:lnTo>
                    <a:pt x="159923" y="2728364"/>
                  </a:lnTo>
                  <a:lnTo>
                    <a:pt x="156136" y="2728364"/>
                  </a:lnTo>
                  <a:lnTo>
                    <a:pt x="156471" y="2735869"/>
                  </a:lnTo>
                  <a:lnTo>
                    <a:pt x="152462" y="2742286"/>
                  </a:lnTo>
                  <a:lnTo>
                    <a:pt x="143886" y="2739351"/>
                  </a:lnTo>
                  <a:lnTo>
                    <a:pt x="131302" y="2748527"/>
                  </a:lnTo>
                  <a:lnTo>
                    <a:pt x="110921" y="2748712"/>
                  </a:lnTo>
                  <a:lnTo>
                    <a:pt x="104796" y="2743754"/>
                  </a:lnTo>
                  <a:lnTo>
                    <a:pt x="103349" y="2719777"/>
                  </a:lnTo>
                  <a:lnTo>
                    <a:pt x="96332" y="2717587"/>
                  </a:lnTo>
                  <a:lnTo>
                    <a:pt x="87423" y="2690846"/>
                  </a:lnTo>
                  <a:lnTo>
                    <a:pt x="89316" y="2689577"/>
                  </a:lnTo>
                  <a:lnTo>
                    <a:pt x="115933" y="2702651"/>
                  </a:lnTo>
                  <a:lnTo>
                    <a:pt x="124063" y="2699016"/>
                  </a:lnTo>
                  <a:lnTo>
                    <a:pt x="125176" y="2686858"/>
                  </a:lnTo>
                  <a:lnTo>
                    <a:pt x="134643" y="2694476"/>
                  </a:lnTo>
                  <a:lnTo>
                    <a:pt x="151459" y="2695020"/>
                  </a:lnTo>
                  <a:lnTo>
                    <a:pt x="171060" y="2683779"/>
                  </a:lnTo>
                  <a:lnTo>
                    <a:pt x="180192" y="2674011"/>
                  </a:lnTo>
                  <a:lnTo>
                    <a:pt x="186428" y="2677626"/>
                  </a:lnTo>
                  <a:lnTo>
                    <a:pt x="186428" y="2683598"/>
                  </a:lnTo>
                  <a:lnTo>
                    <a:pt x="194113" y="2699197"/>
                  </a:lnTo>
                  <a:lnTo>
                    <a:pt x="193333" y="2704652"/>
                  </a:lnTo>
                  <a:lnTo>
                    <a:pt x="185203" y="2715033"/>
                  </a:lnTo>
                  <a:lnTo>
                    <a:pt x="190326" y="2716492"/>
                  </a:lnTo>
                  <a:lnTo>
                    <a:pt x="197008" y="2704833"/>
                  </a:lnTo>
                  <a:lnTo>
                    <a:pt x="197008" y="2696291"/>
                  </a:lnTo>
                  <a:lnTo>
                    <a:pt x="190772" y="2679797"/>
                  </a:lnTo>
                  <a:lnTo>
                    <a:pt x="190772" y="2673650"/>
                  </a:lnTo>
                  <a:lnTo>
                    <a:pt x="198790" y="2663723"/>
                  </a:lnTo>
                  <a:lnTo>
                    <a:pt x="199124" y="2655438"/>
                  </a:lnTo>
                  <a:lnTo>
                    <a:pt x="195895" y="2649684"/>
                  </a:lnTo>
                  <a:lnTo>
                    <a:pt x="182308" y="2636405"/>
                  </a:lnTo>
                  <a:lnTo>
                    <a:pt x="159700" y="2623164"/>
                  </a:lnTo>
                  <a:lnTo>
                    <a:pt x="155357" y="2626918"/>
                  </a:lnTo>
                  <a:lnTo>
                    <a:pt x="180526" y="2640528"/>
                  </a:lnTo>
                  <a:lnTo>
                    <a:pt x="193333" y="2652740"/>
                  </a:lnTo>
                  <a:lnTo>
                    <a:pt x="192331" y="2658859"/>
                  </a:lnTo>
                  <a:lnTo>
                    <a:pt x="171951" y="2664986"/>
                  </a:lnTo>
                  <a:lnTo>
                    <a:pt x="143886" y="2686133"/>
                  </a:lnTo>
                  <a:lnTo>
                    <a:pt x="135533" y="2683236"/>
                  </a:lnTo>
                  <a:lnTo>
                    <a:pt x="127293" y="2664625"/>
                  </a:lnTo>
                  <a:lnTo>
                    <a:pt x="120944" y="2658499"/>
                  </a:lnTo>
                  <a:lnTo>
                    <a:pt x="112258" y="2654719"/>
                  </a:lnTo>
                  <a:lnTo>
                    <a:pt x="107358" y="2657418"/>
                  </a:lnTo>
                  <a:lnTo>
                    <a:pt x="93548" y="2646989"/>
                  </a:lnTo>
                  <a:lnTo>
                    <a:pt x="101344" y="2636942"/>
                  </a:lnTo>
                  <a:lnTo>
                    <a:pt x="110030" y="2640887"/>
                  </a:lnTo>
                  <a:lnTo>
                    <a:pt x="112147" y="2612278"/>
                  </a:lnTo>
                  <a:lnTo>
                    <a:pt x="109362" y="2605866"/>
                  </a:lnTo>
                  <a:lnTo>
                    <a:pt x="98226" y="2598930"/>
                  </a:lnTo>
                  <a:lnTo>
                    <a:pt x="85084" y="2598930"/>
                  </a:lnTo>
                  <a:lnTo>
                    <a:pt x="55238" y="2585798"/>
                  </a:lnTo>
                  <a:lnTo>
                    <a:pt x="40426" y="2558590"/>
                  </a:lnTo>
                  <a:lnTo>
                    <a:pt x="37976" y="2548385"/>
                  </a:lnTo>
                  <a:lnTo>
                    <a:pt x="63256" y="2546628"/>
                  </a:lnTo>
                  <a:lnTo>
                    <a:pt x="65483" y="2542238"/>
                  </a:lnTo>
                  <a:lnTo>
                    <a:pt x="57688" y="2527867"/>
                  </a:lnTo>
                  <a:lnTo>
                    <a:pt x="65818" y="2517207"/>
                  </a:lnTo>
                  <a:lnTo>
                    <a:pt x="83080" y="2529617"/>
                  </a:lnTo>
                  <a:lnTo>
                    <a:pt x="97001" y="2561762"/>
                  </a:lnTo>
                  <a:lnTo>
                    <a:pt x="117604" y="2573588"/>
                  </a:lnTo>
                  <a:lnTo>
                    <a:pt x="116490" y="2563525"/>
                  </a:lnTo>
                  <a:lnTo>
                    <a:pt x="121724" y="2549967"/>
                  </a:lnTo>
                  <a:lnTo>
                    <a:pt x="129297" y="2545574"/>
                  </a:lnTo>
                  <a:lnTo>
                    <a:pt x="124619" y="2537501"/>
                  </a:lnTo>
                  <a:lnTo>
                    <a:pt x="127070" y="2529968"/>
                  </a:lnTo>
                  <a:lnTo>
                    <a:pt x="121167" y="2534696"/>
                  </a:lnTo>
                  <a:lnTo>
                    <a:pt x="112369" y="2558414"/>
                  </a:lnTo>
                  <a:lnTo>
                    <a:pt x="107024" y="2562643"/>
                  </a:lnTo>
                  <a:lnTo>
                    <a:pt x="93437" y="2541535"/>
                  </a:lnTo>
                  <a:lnTo>
                    <a:pt x="94217" y="2529267"/>
                  </a:lnTo>
                  <a:lnTo>
                    <a:pt x="108694" y="2531718"/>
                  </a:lnTo>
                  <a:lnTo>
                    <a:pt x="79404" y="2516159"/>
                  </a:lnTo>
                  <a:lnTo>
                    <a:pt x="66709" y="2501174"/>
                  </a:lnTo>
                  <a:lnTo>
                    <a:pt x="84973" y="2479999"/>
                  </a:lnTo>
                  <a:lnTo>
                    <a:pt x="104462" y="2484504"/>
                  </a:lnTo>
                  <a:lnTo>
                    <a:pt x="108249" y="2481904"/>
                  </a:lnTo>
                  <a:lnTo>
                    <a:pt x="105019" y="2475499"/>
                  </a:lnTo>
                  <a:lnTo>
                    <a:pt x="101121" y="2477402"/>
                  </a:lnTo>
                  <a:lnTo>
                    <a:pt x="95107" y="2473423"/>
                  </a:lnTo>
                  <a:lnTo>
                    <a:pt x="85641" y="2461507"/>
                  </a:lnTo>
                  <a:lnTo>
                    <a:pt x="87646" y="2444463"/>
                  </a:lnTo>
                  <a:lnTo>
                    <a:pt x="99339" y="2439825"/>
                  </a:lnTo>
                  <a:lnTo>
                    <a:pt x="115821" y="2444978"/>
                  </a:lnTo>
                  <a:lnTo>
                    <a:pt x="112369" y="2436736"/>
                  </a:lnTo>
                  <a:lnTo>
                    <a:pt x="99785" y="2427824"/>
                  </a:lnTo>
                  <a:lnTo>
                    <a:pt x="104239" y="2410219"/>
                  </a:lnTo>
                  <a:lnTo>
                    <a:pt x="104685" y="2395742"/>
                  </a:lnTo>
                  <a:lnTo>
                    <a:pt x="109696" y="2389114"/>
                  </a:lnTo>
                  <a:lnTo>
                    <a:pt x="103905" y="2389624"/>
                  </a:lnTo>
                  <a:lnTo>
                    <a:pt x="91989" y="2434506"/>
                  </a:lnTo>
                  <a:lnTo>
                    <a:pt x="82968" y="2425085"/>
                  </a:lnTo>
                  <a:lnTo>
                    <a:pt x="82077" y="2367765"/>
                  </a:lnTo>
                  <a:lnTo>
                    <a:pt x="84527" y="2349205"/>
                  </a:lnTo>
                  <a:lnTo>
                    <a:pt x="94773" y="2339617"/>
                  </a:lnTo>
                  <a:lnTo>
                    <a:pt x="105130" y="2337936"/>
                  </a:lnTo>
                  <a:lnTo>
                    <a:pt x="95107" y="2333403"/>
                  </a:lnTo>
                  <a:lnTo>
                    <a:pt x="84416" y="2339448"/>
                  </a:lnTo>
                  <a:lnTo>
                    <a:pt x="76286" y="2336761"/>
                  </a:lnTo>
                  <a:lnTo>
                    <a:pt x="69938" y="2319159"/>
                  </a:lnTo>
                  <a:lnTo>
                    <a:pt x="69493" y="2293626"/>
                  </a:lnTo>
                  <a:lnTo>
                    <a:pt x="114708" y="2297622"/>
                  </a:lnTo>
                  <a:lnTo>
                    <a:pt x="134865" y="2312136"/>
                  </a:lnTo>
                  <a:lnTo>
                    <a:pt x="143775" y="2310132"/>
                  </a:lnTo>
                  <a:lnTo>
                    <a:pt x="143329" y="2307293"/>
                  </a:lnTo>
                  <a:lnTo>
                    <a:pt x="136536" y="2303623"/>
                  </a:lnTo>
                  <a:lnTo>
                    <a:pt x="129854" y="2293127"/>
                  </a:lnTo>
                  <a:lnTo>
                    <a:pt x="123283" y="2261943"/>
                  </a:lnTo>
                  <a:lnTo>
                    <a:pt x="115153" y="2281492"/>
                  </a:lnTo>
                  <a:lnTo>
                    <a:pt x="109362" y="2287140"/>
                  </a:lnTo>
                  <a:lnTo>
                    <a:pt x="91655" y="2290798"/>
                  </a:lnTo>
                  <a:lnTo>
                    <a:pt x="83971" y="2288636"/>
                  </a:lnTo>
                  <a:lnTo>
                    <a:pt x="82412" y="2278007"/>
                  </a:lnTo>
                  <a:lnTo>
                    <a:pt x="68045" y="2271377"/>
                  </a:lnTo>
                  <a:lnTo>
                    <a:pt x="65149" y="2266244"/>
                  </a:lnTo>
                  <a:lnTo>
                    <a:pt x="72611" y="2253849"/>
                  </a:lnTo>
                  <a:lnTo>
                    <a:pt x="90652" y="2264092"/>
                  </a:lnTo>
                  <a:lnTo>
                    <a:pt x="97335" y="2255995"/>
                  </a:lnTo>
                  <a:lnTo>
                    <a:pt x="75841" y="2241321"/>
                  </a:lnTo>
                  <a:lnTo>
                    <a:pt x="80741" y="2231946"/>
                  </a:lnTo>
                  <a:lnTo>
                    <a:pt x="95887" y="2218819"/>
                  </a:lnTo>
                  <a:lnTo>
                    <a:pt x="92769" y="2209652"/>
                  </a:lnTo>
                  <a:lnTo>
                    <a:pt x="96221" y="2199849"/>
                  </a:lnTo>
                  <a:lnTo>
                    <a:pt x="86309" y="2182904"/>
                  </a:lnTo>
                  <a:lnTo>
                    <a:pt x="77623" y="2181115"/>
                  </a:lnTo>
                  <a:lnTo>
                    <a:pt x="76732" y="2189903"/>
                  </a:lnTo>
                  <a:lnTo>
                    <a:pt x="73948" y="2191695"/>
                  </a:lnTo>
                  <a:lnTo>
                    <a:pt x="62922" y="2189903"/>
                  </a:lnTo>
                  <a:lnTo>
                    <a:pt x="43433" y="2178678"/>
                  </a:lnTo>
                  <a:lnTo>
                    <a:pt x="40537" y="2168450"/>
                  </a:lnTo>
                  <a:lnTo>
                    <a:pt x="44769" y="2158082"/>
                  </a:lnTo>
                  <a:lnTo>
                    <a:pt x="34746" y="2166018"/>
                  </a:lnTo>
                  <a:lnTo>
                    <a:pt x="10357" y="2174941"/>
                  </a:lnTo>
                  <a:lnTo>
                    <a:pt x="8798" y="2177540"/>
                  </a:lnTo>
                  <a:lnTo>
                    <a:pt x="16259" y="2179653"/>
                  </a:lnTo>
                  <a:lnTo>
                    <a:pt x="19934" y="2189740"/>
                  </a:lnTo>
                  <a:lnTo>
                    <a:pt x="17150" y="2196260"/>
                  </a:lnTo>
                  <a:lnTo>
                    <a:pt x="13030" y="2196749"/>
                  </a:lnTo>
                  <a:lnTo>
                    <a:pt x="4454" y="2189740"/>
                  </a:lnTo>
                  <a:lnTo>
                    <a:pt x="0" y="2181766"/>
                  </a:lnTo>
                  <a:lnTo>
                    <a:pt x="111" y="2175428"/>
                  </a:lnTo>
                  <a:lnTo>
                    <a:pt x="3118" y="2166991"/>
                  </a:lnTo>
                  <a:lnTo>
                    <a:pt x="48444" y="2126468"/>
                  </a:lnTo>
                  <a:lnTo>
                    <a:pt x="39201" y="2112659"/>
                  </a:lnTo>
                  <a:lnTo>
                    <a:pt x="39646" y="2101129"/>
                  </a:lnTo>
                  <a:lnTo>
                    <a:pt x="58468" y="2096652"/>
                  </a:lnTo>
                  <a:lnTo>
                    <a:pt x="77066" y="2098090"/>
                  </a:lnTo>
                  <a:lnTo>
                    <a:pt x="95887" y="2091541"/>
                  </a:lnTo>
                  <a:lnTo>
                    <a:pt x="100564" y="2083724"/>
                  </a:lnTo>
                  <a:lnTo>
                    <a:pt x="98114" y="2067651"/>
                  </a:lnTo>
                  <a:lnTo>
                    <a:pt x="103349" y="2060665"/>
                  </a:lnTo>
                  <a:lnTo>
                    <a:pt x="108360" y="2059555"/>
                  </a:lnTo>
                  <a:lnTo>
                    <a:pt x="116490" y="2063205"/>
                  </a:lnTo>
                  <a:lnTo>
                    <a:pt x="108137" y="2097611"/>
                  </a:lnTo>
                  <a:lnTo>
                    <a:pt x="101901" y="2107532"/>
                  </a:lnTo>
                  <a:lnTo>
                    <a:pt x="104462" y="2117312"/>
                  </a:lnTo>
                  <a:lnTo>
                    <a:pt x="100676" y="2124056"/>
                  </a:lnTo>
                  <a:lnTo>
                    <a:pt x="81409" y="2131615"/>
                  </a:lnTo>
                  <a:lnTo>
                    <a:pt x="82634" y="2134191"/>
                  </a:lnTo>
                  <a:lnTo>
                    <a:pt x="100119" y="2132097"/>
                  </a:lnTo>
                  <a:lnTo>
                    <a:pt x="107692" y="2125985"/>
                  </a:lnTo>
                  <a:lnTo>
                    <a:pt x="113149" y="2098570"/>
                  </a:lnTo>
                  <a:lnTo>
                    <a:pt x="122058" y="2095534"/>
                  </a:lnTo>
                  <a:lnTo>
                    <a:pt x="124508" y="2099849"/>
                  </a:lnTo>
                  <a:lnTo>
                    <a:pt x="123729" y="2118595"/>
                  </a:lnTo>
                  <a:lnTo>
                    <a:pt x="117381" y="2145960"/>
                  </a:lnTo>
                  <a:lnTo>
                    <a:pt x="108806" y="2160024"/>
                  </a:lnTo>
                  <a:lnTo>
                    <a:pt x="109140" y="2163426"/>
                  </a:lnTo>
                  <a:lnTo>
                    <a:pt x="115265" y="2162940"/>
                  </a:lnTo>
                  <a:lnTo>
                    <a:pt x="126624" y="2138863"/>
                  </a:lnTo>
                  <a:lnTo>
                    <a:pt x="130967" y="2103369"/>
                  </a:lnTo>
                  <a:lnTo>
                    <a:pt x="130745" y="2092498"/>
                  </a:lnTo>
                  <a:lnTo>
                    <a:pt x="120722" y="2085796"/>
                  </a:lnTo>
                  <a:lnTo>
                    <a:pt x="119274" y="2079263"/>
                  </a:lnTo>
                  <a:lnTo>
                    <a:pt x="122281" y="2066222"/>
                  </a:lnTo>
                  <a:lnTo>
                    <a:pt x="133529" y="2066539"/>
                  </a:lnTo>
                  <a:lnTo>
                    <a:pt x="151125" y="2054323"/>
                  </a:lnTo>
                  <a:lnTo>
                    <a:pt x="171617" y="2063681"/>
                  </a:lnTo>
                  <a:lnTo>
                    <a:pt x="153575" y="2046407"/>
                  </a:lnTo>
                  <a:lnTo>
                    <a:pt x="139988" y="2044824"/>
                  </a:lnTo>
                  <a:lnTo>
                    <a:pt x="145111" y="2022102"/>
                  </a:lnTo>
                  <a:lnTo>
                    <a:pt x="162707" y="2017066"/>
                  </a:lnTo>
                  <a:lnTo>
                    <a:pt x="183644" y="2000736"/>
                  </a:lnTo>
                  <a:lnTo>
                    <a:pt x="187319" y="1988522"/>
                  </a:lnTo>
                  <a:lnTo>
                    <a:pt x="188322" y="1974935"/>
                  </a:lnTo>
                  <a:lnTo>
                    <a:pt x="178187" y="1971349"/>
                  </a:lnTo>
                  <a:lnTo>
                    <a:pt x="151125" y="1951749"/>
                  </a:lnTo>
                  <a:lnTo>
                    <a:pt x="153687" y="1928513"/>
                  </a:lnTo>
                  <a:lnTo>
                    <a:pt x="163264" y="1925422"/>
                  </a:lnTo>
                  <a:lnTo>
                    <a:pt x="167719" y="1905690"/>
                  </a:lnTo>
                  <a:lnTo>
                    <a:pt x="161259" y="1890632"/>
                  </a:lnTo>
                  <a:lnTo>
                    <a:pt x="162819" y="1879445"/>
                  </a:lnTo>
                  <a:lnTo>
                    <a:pt x="171282" y="1869810"/>
                  </a:lnTo>
                  <a:lnTo>
                    <a:pt x="175069" y="1856076"/>
                  </a:lnTo>
                  <a:lnTo>
                    <a:pt x="182531" y="1855314"/>
                  </a:lnTo>
                  <a:lnTo>
                    <a:pt x="181974" y="1844203"/>
                  </a:lnTo>
                  <a:lnTo>
                    <a:pt x="177185" y="1835695"/>
                  </a:lnTo>
                  <a:lnTo>
                    <a:pt x="176962" y="1824019"/>
                  </a:lnTo>
                  <a:lnTo>
                    <a:pt x="181528" y="1810254"/>
                  </a:lnTo>
                  <a:lnTo>
                    <a:pt x="190326" y="1810557"/>
                  </a:lnTo>
                  <a:lnTo>
                    <a:pt x="180860" y="1793212"/>
                  </a:lnTo>
                  <a:lnTo>
                    <a:pt x="181528" y="1789599"/>
                  </a:lnTo>
                  <a:lnTo>
                    <a:pt x="190326" y="1784636"/>
                  </a:lnTo>
                  <a:lnTo>
                    <a:pt x="202800" y="1804215"/>
                  </a:lnTo>
                  <a:lnTo>
                    <a:pt x="203913" y="1800444"/>
                  </a:lnTo>
                  <a:lnTo>
                    <a:pt x="198568" y="1766477"/>
                  </a:lnTo>
                  <a:lnTo>
                    <a:pt x="183756" y="1767526"/>
                  </a:lnTo>
                  <a:lnTo>
                    <a:pt x="178410" y="1760488"/>
                  </a:lnTo>
                  <a:lnTo>
                    <a:pt x="188545" y="1746588"/>
                  </a:lnTo>
                  <a:lnTo>
                    <a:pt x="199347" y="1744947"/>
                  </a:lnTo>
                  <a:lnTo>
                    <a:pt x="207143" y="1738833"/>
                  </a:lnTo>
                  <a:lnTo>
                    <a:pt x="209704" y="1726477"/>
                  </a:lnTo>
                  <a:lnTo>
                    <a:pt x="202911" y="1738684"/>
                  </a:lnTo>
                  <a:lnTo>
                    <a:pt x="195895" y="1742262"/>
                  </a:lnTo>
                  <a:lnTo>
                    <a:pt x="187988" y="1739728"/>
                  </a:lnTo>
                  <a:lnTo>
                    <a:pt x="179635" y="1730196"/>
                  </a:lnTo>
                  <a:lnTo>
                    <a:pt x="170503" y="1727816"/>
                  </a:lnTo>
                  <a:lnTo>
                    <a:pt x="152573" y="1749873"/>
                  </a:lnTo>
                  <a:lnTo>
                    <a:pt x="128963" y="1749276"/>
                  </a:lnTo>
                  <a:lnTo>
                    <a:pt x="122058" y="1746588"/>
                  </a:lnTo>
                  <a:lnTo>
                    <a:pt x="128963" y="1733322"/>
                  </a:lnTo>
                  <a:lnTo>
                    <a:pt x="117381" y="1727965"/>
                  </a:lnTo>
                  <a:lnTo>
                    <a:pt x="107803" y="1695047"/>
                  </a:lnTo>
                  <a:lnTo>
                    <a:pt x="106689" y="1683381"/>
                  </a:lnTo>
                  <a:lnTo>
                    <a:pt x="119051" y="1641942"/>
                  </a:lnTo>
                  <a:lnTo>
                    <a:pt x="126179" y="1610704"/>
                  </a:lnTo>
                  <a:lnTo>
                    <a:pt x="126067" y="1601106"/>
                  </a:lnTo>
                  <a:lnTo>
                    <a:pt x="142104" y="1587030"/>
                  </a:lnTo>
                  <a:lnTo>
                    <a:pt x="152127" y="1557542"/>
                  </a:lnTo>
                  <a:lnTo>
                    <a:pt x="153575" y="1541706"/>
                  </a:lnTo>
                  <a:lnTo>
                    <a:pt x="135311" y="1484921"/>
                  </a:lnTo>
                  <a:lnTo>
                    <a:pt x="134643" y="1473689"/>
                  </a:lnTo>
                  <a:lnTo>
                    <a:pt x="138764" y="1448037"/>
                  </a:lnTo>
                  <a:lnTo>
                    <a:pt x="126624" y="1421232"/>
                  </a:lnTo>
                  <a:lnTo>
                    <a:pt x="126401" y="1412793"/>
                  </a:lnTo>
                  <a:lnTo>
                    <a:pt x="130188" y="1404086"/>
                  </a:lnTo>
                  <a:lnTo>
                    <a:pt x="126513" y="1393290"/>
                  </a:lnTo>
                  <a:lnTo>
                    <a:pt x="130299" y="1381395"/>
                  </a:lnTo>
                  <a:lnTo>
                    <a:pt x="144332" y="1384192"/>
                  </a:lnTo>
                  <a:lnTo>
                    <a:pt x="154132" y="1379718"/>
                  </a:lnTo>
                  <a:lnTo>
                    <a:pt x="160257" y="1342660"/>
                  </a:lnTo>
                  <a:lnTo>
                    <a:pt x="167162" y="1339189"/>
                  </a:lnTo>
                  <a:lnTo>
                    <a:pt x="175292" y="1319789"/>
                  </a:lnTo>
                  <a:lnTo>
                    <a:pt x="181305" y="1288192"/>
                  </a:lnTo>
                  <a:lnTo>
                    <a:pt x="193111" y="1271425"/>
                  </a:lnTo>
                  <a:lnTo>
                    <a:pt x="190772" y="1258265"/>
                  </a:lnTo>
                  <a:lnTo>
                    <a:pt x="205472" y="1232028"/>
                  </a:lnTo>
                  <a:lnTo>
                    <a:pt x="215607" y="1221129"/>
                  </a:lnTo>
                  <a:lnTo>
                    <a:pt x="225964" y="1184892"/>
                  </a:lnTo>
                  <a:lnTo>
                    <a:pt x="229194" y="1151153"/>
                  </a:lnTo>
                  <a:lnTo>
                    <a:pt x="239885" y="1125364"/>
                  </a:lnTo>
                  <a:lnTo>
                    <a:pt x="250130" y="1112909"/>
                  </a:lnTo>
                  <a:lnTo>
                    <a:pt x="251912" y="1103016"/>
                  </a:lnTo>
                  <a:lnTo>
                    <a:pt x="248237" y="1096341"/>
                  </a:lnTo>
                  <a:lnTo>
                    <a:pt x="245342" y="1071568"/>
                  </a:lnTo>
                  <a:lnTo>
                    <a:pt x="254697" y="1062269"/>
                  </a:lnTo>
                  <a:lnTo>
                    <a:pt x="263272" y="1039477"/>
                  </a:lnTo>
                  <a:lnTo>
                    <a:pt x="265277" y="1019533"/>
                  </a:lnTo>
                  <a:lnTo>
                    <a:pt x="259597" y="1006358"/>
                  </a:lnTo>
                  <a:lnTo>
                    <a:pt x="258706" y="977071"/>
                  </a:lnTo>
                  <a:lnTo>
                    <a:pt x="250353" y="930839"/>
                  </a:lnTo>
                  <a:lnTo>
                    <a:pt x="247458" y="891903"/>
                  </a:lnTo>
                  <a:lnTo>
                    <a:pt x="249908" y="870451"/>
                  </a:lnTo>
                  <a:lnTo>
                    <a:pt x="266501" y="857045"/>
                  </a:lnTo>
                  <a:lnTo>
                    <a:pt x="271736" y="821846"/>
                  </a:lnTo>
                  <a:lnTo>
                    <a:pt x="271068" y="807124"/>
                  </a:lnTo>
                  <a:lnTo>
                    <a:pt x="269397" y="800605"/>
                  </a:lnTo>
                  <a:lnTo>
                    <a:pt x="261267" y="789753"/>
                  </a:lnTo>
                  <a:lnTo>
                    <a:pt x="259152" y="770515"/>
                  </a:lnTo>
                  <a:lnTo>
                    <a:pt x="272293" y="752596"/>
                  </a:lnTo>
                  <a:lnTo>
                    <a:pt x="279754" y="731808"/>
                  </a:lnTo>
                  <a:lnTo>
                    <a:pt x="285879" y="692293"/>
                  </a:lnTo>
                  <a:lnTo>
                    <a:pt x="295903" y="676570"/>
                  </a:lnTo>
                  <a:lnTo>
                    <a:pt x="297573" y="648600"/>
                  </a:lnTo>
                  <a:lnTo>
                    <a:pt x="313164" y="589106"/>
                  </a:lnTo>
                  <a:lnTo>
                    <a:pt x="313833" y="565904"/>
                  </a:lnTo>
                  <a:lnTo>
                    <a:pt x="309044" y="551668"/>
                  </a:lnTo>
                  <a:lnTo>
                    <a:pt x="313944" y="535235"/>
                  </a:lnTo>
                  <a:lnTo>
                    <a:pt x="322853" y="523641"/>
                  </a:lnTo>
                  <a:lnTo>
                    <a:pt x="325192" y="515140"/>
                  </a:lnTo>
                  <a:lnTo>
                    <a:pt x="317619" y="473623"/>
                  </a:lnTo>
                  <a:lnTo>
                    <a:pt x="321740" y="422194"/>
                  </a:lnTo>
                  <a:lnTo>
                    <a:pt x="328867" y="400540"/>
                  </a:lnTo>
                  <a:lnTo>
                    <a:pt x="316728" y="387185"/>
                  </a:lnTo>
                  <a:lnTo>
                    <a:pt x="316394" y="379667"/>
                  </a:lnTo>
                  <a:lnTo>
                    <a:pt x="318287" y="366222"/>
                  </a:lnTo>
                  <a:lnTo>
                    <a:pt x="325304" y="364770"/>
                  </a:lnTo>
                  <a:lnTo>
                    <a:pt x="332654" y="352313"/>
                  </a:lnTo>
                  <a:lnTo>
                    <a:pt x="347688" y="261755"/>
                  </a:lnTo>
                  <a:lnTo>
                    <a:pt x="347688" y="245730"/>
                  </a:lnTo>
                  <a:lnTo>
                    <a:pt x="341006" y="210780"/>
                  </a:lnTo>
                  <a:lnTo>
                    <a:pt x="344013" y="150116"/>
                  </a:lnTo>
                  <a:lnTo>
                    <a:pt x="336106" y="114782"/>
                  </a:lnTo>
                  <a:lnTo>
                    <a:pt x="330760" y="57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oPE_MapPart_CHL_2_24" descr="Chile">
              <a:extLst>
                <a:ext uri="{FF2B5EF4-FFF2-40B4-BE49-F238E27FC236}">
                  <a16:creationId xmlns:a16="http://schemas.microsoft.com/office/drawing/2014/main" id="{6CE88E3E-E886-2C3E-9496-09ED46423226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5557595" y="5564040"/>
              <a:ext cx="204026" cy="253280"/>
            </a:xfrm>
            <a:custGeom>
              <a:avLst/>
              <a:gdLst/>
              <a:ahLst/>
              <a:cxnLst/>
              <a:rect l="0" t="0" r="0" b="0"/>
              <a:pathLst>
                <a:path w="204026" h="253280">
                  <a:moveTo>
                    <a:pt x="204025" y="16857"/>
                  </a:moveTo>
                  <a:lnTo>
                    <a:pt x="202577" y="247278"/>
                  </a:lnTo>
                  <a:lnTo>
                    <a:pt x="176072" y="253279"/>
                  </a:lnTo>
                  <a:lnTo>
                    <a:pt x="151126" y="247859"/>
                  </a:lnTo>
                  <a:lnTo>
                    <a:pt x="136425" y="232215"/>
                  </a:lnTo>
                  <a:lnTo>
                    <a:pt x="117381" y="243217"/>
                  </a:lnTo>
                  <a:lnTo>
                    <a:pt x="110699" y="243604"/>
                  </a:lnTo>
                  <a:lnTo>
                    <a:pt x="101901" y="236458"/>
                  </a:lnTo>
                  <a:lnTo>
                    <a:pt x="88537" y="242637"/>
                  </a:lnTo>
                  <a:lnTo>
                    <a:pt x="62032" y="232408"/>
                  </a:lnTo>
                  <a:lnTo>
                    <a:pt x="43210" y="230287"/>
                  </a:lnTo>
                  <a:lnTo>
                    <a:pt x="30181" y="222201"/>
                  </a:lnTo>
                  <a:lnTo>
                    <a:pt x="1670" y="220278"/>
                  </a:lnTo>
                  <a:lnTo>
                    <a:pt x="0" y="212595"/>
                  </a:lnTo>
                  <a:lnTo>
                    <a:pt x="7907" y="202435"/>
                  </a:lnTo>
                  <a:lnTo>
                    <a:pt x="19935" y="209142"/>
                  </a:lnTo>
                  <a:lnTo>
                    <a:pt x="33076" y="198798"/>
                  </a:lnTo>
                  <a:lnTo>
                    <a:pt x="52454" y="203584"/>
                  </a:lnTo>
                  <a:lnTo>
                    <a:pt x="59470" y="200903"/>
                  </a:lnTo>
                  <a:lnTo>
                    <a:pt x="63702" y="192299"/>
                  </a:lnTo>
                  <a:lnTo>
                    <a:pt x="69939" y="191153"/>
                  </a:lnTo>
                  <a:lnTo>
                    <a:pt x="76064" y="193445"/>
                  </a:lnTo>
                  <a:lnTo>
                    <a:pt x="75953" y="207991"/>
                  </a:lnTo>
                  <a:lnTo>
                    <a:pt x="100008" y="212595"/>
                  </a:lnTo>
                  <a:lnTo>
                    <a:pt x="100899" y="207991"/>
                  </a:lnTo>
                  <a:lnTo>
                    <a:pt x="85864" y="188671"/>
                  </a:lnTo>
                  <a:lnTo>
                    <a:pt x="72277" y="181996"/>
                  </a:lnTo>
                  <a:lnTo>
                    <a:pt x="65929" y="168105"/>
                  </a:lnTo>
                  <a:lnTo>
                    <a:pt x="65595" y="144424"/>
                  </a:lnTo>
                  <a:lnTo>
                    <a:pt x="79405" y="138004"/>
                  </a:lnTo>
                  <a:lnTo>
                    <a:pt x="76287" y="128016"/>
                  </a:lnTo>
                  <a:lnTo>
                    <a:pt x="86421" y="117487"/>
                  </a:lnTo>
                  <a:lnTo>
                    <a:pt x="95776" y="155207"/>
                  </a:lnTo>
                  <a:lnTo>
                    <a:pt x="80296" y="157101"/>
                  </a:lnTo>
                  <a:lnTo>
                    <a:pt x="86198" y="170956"/>
                  </a:lnTo>
                  <a:lnTo>
                    <a:pt x="95776" y="175521"/>
                  </a:lnTo>
                  <a:lnTo>
                    <a:pt x="104017" y="185809"/>
                  </a:lnTo>
                  <a:lnTo>
                    <a:pt x="104240" y="193254"/>
                  </a:lnTo>
                  <a:lnTo>
                    <a:pt x="108806" y="196694"/>
                  </a:lnTo>
                  <a:lnTo>
                    <a:pt x="127515" y="195357"/>
                  </a:lnTo>
                  <a:lnTo>
                    <a:pt x="135311" y="188862"/>
                  </a:lnTo>
                  <a:lnTo>
                    <a:pt x="155246" y="199564"/>
                  </a:lnTo>
                  <a:lnTo>
                    <a:pt x="161037" y="208183"/>
                  </a:lnTo>
                  <a:lnTo>
                    <a:pt x="161817" y="217011"/>
                  </a:lnTo>
                  <a:lnTo>
                    <a:pt x="165492" y="215667"/>
                  </a:lnTo>
                  <a:lnTo>
                    <a:pt x="178410" y="199564"/>
                  </a:lnTo>
                  <a:lnTo>
                    <a:pt x="120054" y="168105"/>
                  </a:lnTo>
                  <a:lnTo>
                    <a:pt x="109920" y="144801"/>
                  </a:lnTo>
                  <a:lnTo>
                    <a:pt x="110031" y="131405"/>
                  </a:lnTo>
                  <a:lnTo>
                    <a:pt x="113594" y="127263"/>
                  </a:lnTo>
                  <a:lnTo>
                    <a:pt x="157028" y="104174"/>
                  </a:lnTo>
                  <a:lnTo>
                    <a:pt x="159367" y="102115"/>
                  </a:lnTo>
                  <a:lnTo>
                    <a:pt x="159144" y="95570"/>
                  </a:lnTo>
                  <a:lnTo>
                    <a:pt x="156805" y="91088"/>
                  </a:lnTo>
                  <a:lnTo>
                    <a:pt x="141771" y="86983"/>
                  </a:lnTo>
                  <a:lnTo>
                    <a:pt x="127070" y="88661"/>
                  </a:lnTo>
                  <a:lnTo>
                    <a:pt x="113706" y="95756"/>
                  </a:lnTo>
                  <a:lnTo>
                    <a:pt x="98894" y="91461"/>
                  </a:lnTo>
                  <a:lnTo>
                    <a:pt x="90764" y="73761"/>
                  </a:lnTo>
                  <a:lnTo>
                    <a:pt x="91878" y="61321"/>
                  </a:lnTo>
                  <a:lnTo>
                    <a:pt x="95108" y="55206"/>
                  </a:lnTo>
                  <a:lnTo>
                    <a:pt x="111256" y="46697"/>
                  </a:lnTo>
                  <a:lnTo>
                    <a:pt x="95776" y="27150"/>
                  </a:lnTo>
                  <a:lnTo>
                    <a:pt x="107581" y="24206"/>
                  </a:lnTo>
                  <a:lnTo>
                    <a:pt x="123283" y="34147"/>
                  </a:lnTo>
                  <a:lnTo>
                    <a:pt x="133863" y="24942"/>
                  </a:lnTo>
                  <a:lnTo>
                    <a:pt x="150346" y="549"/>
                  </a:lnTo>
                  <a:lnTo>
                    <a:pt x="155580" y="0"/>
                  </a:lnTo>
                  <a:lnTo>
                    <a:pt x="170838" y="18510"/>
                  </a:lnTo>
                  <a:lnTo>
                    <a:pt x="176183" y="19245"/>
                  </a:lnTo>
                  <a:lnTo>
                    <a:pt x="194113" y="9154"/>
                  </a:lnTo>
                  <a:lnTo>
                    <a:pt x="202243" y="1483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oPE_MapPart_CHL_3_25" descr="Chile">
              <a:extLst>
                <a:ext uri="{FF2B5EF4-FFF2-40B4-BE49-F238E27FC236}">
                  <a16:creationId xmlns:a16="http://schemas.microsoft.com/office/drawing/2014/main" id="{6CD0D065-ED83-A36E-14ED-852A1B629433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5405467" y="4586927"/>
              <a:ext cx="59694" cy="131288"/>
            </a:xfrm>
            <a:custGeom>
              <a:avLst/>
              <a:gdLst/>
              <a:ahLst/>
              <a:cxnLst/>
              <a:rect l="0" t="0" r="0" b="0"/>
              <a:pathLst>
                <a:path w="59694" h="131288">
                  <a:moveTo>
                    <a:pt x="37976" y="130215"/>
                  </a:moveTo>
                  <a:lnTo>
                    <a:pt x="16817" y="131287"/>
                  </a:lnTo>
                  <a:lnTo>
                    <a:pt x="0" y="120576"/>
                  </a:lnTo>
                  <a:lnTo>
                    <a:pt x="11026" y="90702"/>
                  </a:lnTo>
                  <a:lnTo>
                    <a:pt x="14255" y="66291"/>
                  </a:lnTo>
                  <a:lnTo>
                    <a:pt x="11582" y="57223"/>
                  </a:lnTo>
                  <a:lnTo>
                    <a:pt x="13364" y="39434"/>
                  </a:lnTo>
                  <a:lnTo>
                    <a:pt x="19489" y="25757"/>
                  </a:lnTo>
                  <a:lnTo>
                    <a:pt x="22719" y="7924"/>
                  </a:lnTo>
                  <a:lnTo>
                    <a:pt x="20046" y="2242"/>
                  </a:lnTo>
                  <a:lnTo>
                    <a:pt x="21717" y="0"/>
                  </a:lnTo>
                  <a:lnTo>
                    <a:pt x="53122" y="8372"/>
                  </a:lnTo>
                  <a:lnTo>
                    <a:pt x="59693" y="32966"/>
                  </a:lnTo>
                  <a:lnTo>
                    <a:pt x="58579" y="40187"/>
                  </a:lnTo>
                  <a:lnTo>
                    <a:pt x="52788" y="43198"/>
                  </a:lnTo>
                  <a:lnTo>
                    <a:pt x="56686" y="55864"/>
                  </a:lnTo>
                  <a:lnTo>
                    <a:pt x="36974" y="65988"/>
                  </a:lnTo>
                  <a:lnTo>
                    <a:pt x="50672" y="80681"/>
                  </a:lnTo>
                  <a:lnTo>
                    <a:pt x="58802" y="95568"/>
                  </a:lnTo>
                  <a:lnTo>
                    <a:pt x="52343" y="107142"/>
                  </a:lnTo>
                  <a:lnTo>
                    <a:pt x="39424" y="114312"/>
                  </a:lnTo>
                  <a:lnTo>
                    <a:pt x="40204" y="12562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oPE_MapPart_CHL_4_26" descr="Chile">
              <a:extLst>
                <a:ext uri="{FF2B5EF4-FFF2-40B4-BE49-F238E27FC236}">
                  <a16:creationId xmlns:a16="http://schemas.microsoft.com/office/drawing/2014/main" id="{E09B64CB-3B87-9237-9085-CC56094AF392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5332299" y="5195179"/>
              <a:ext cx="68715" cy="124145"/>
            </a:xfrm>
            <a:custGeom>
              <a:avLst/>
              <a:gdLst/>
              <a:ahLst/>
              <a:cxnLst/>
              <a:rect l="0" t="0" r="0" b="0"/>
              <a:pathLst>
                <a:path w="68715" h="124145">
                  <a:moveTo>
                    <a:pt x="67600" y="41697"/>
                  </a:moveTo>
                  <a:lnTo>
                    <a:pt x="64816" y="86861"/>
                  </a:lnTo>
                  <a:lnTo>
                    <a:pt x="68714" y="93399"/>
                  </a:lnTo>
                  <a:lnTo>
                    <a:pt x="67934" y="102532"/>
                  </a:lnTo>
                  <a:lnTo>
                    <a:pt x="60249" y="123624"/>
                  </a:lnTo>
                  <a:lnTo>
                    <a:pt x="49893" y="124144"/>
                  </a:lnTo>
                  <a:lnTo>
                    <a:pt x="42654" y="96671"/>
                  </a:lnTo>
                  <a:lnTo>
                    <a:pt x="47331" y="76730"/>
                  </a:lnTo>
                  <a:lnTo>
                    <a:pt x="52342" y="67990"/>
                  </a:lnTo>
                  <a:lnTo>
                    <a:pt x="37642" y="78274"/>
                  </a:lnTo>
                  <a:lnTo>
                    <a:pt x="35638" y="99256"/>
                  </a:lnTo>
                  <a:lnTo>
                    <a:pt x="31183" y="108918"/>
                  </a:lnTo>
                  <a:lnTo>
                    <a:pt x="16705" y="108400"/>
                  </a:lnTo>
                  <a:lnTo>
                    <a:pt x="7350" y="100980"/>
                  </a:lnTo>
                  <a:lnTo>
                    <a:pt x="1225" y="103050"/>
                  </a:lnTo>
                  <a:lnTo>
                    <a:pt x="0" y="93915"/>
                  </a:lnTo>
                  <a:lnTo>
                    <a:pt x="3007" y="86861"/>
                  </a:lnTo>
                  <a:lnTo>
                    <a:pt x="14366" y="87378"/>
                  </a:lnTo>
                  <a:lnTo>
                    <a:pt x="16259" y="74672"/>
                  </a:lnTo>
                  <a:lnTo>
                    <a:pt x="6348" y="61830"/>
                  </a:lnTo>
                  <a:lnTo>
                    <a:pt x="8464" y="58241"/>
                  </a:lnTo>
                  <a:lnTo>
                    <a:pt x="15034" y="53118"/>
                  </a:lnTo>
                  <a:lnTo>
                    <a:pt x="29958" y="53288"/>
                  </a:lnTo>
                  <a:lnTo>
                    <a:pt x="29401" y="45273"/>
                  </a:lnTo>
                  <a:lnTo>
                    <a:pt x="22273" y="41697"/>
                  </a:lnTo>
                  <a:lnTo>
                    <a:pt x="23833" y="35742"/>
                  </a:lnTo>
                  <a:lnTo>
                    <a:pt x="38422" y="24023"/>
                  </a:lnTo>
                  <a:lnTo>
                    <a:pt x="37085" y="8106"/>
                  </a:lnTo>
                  <a:lnTo>
                    <a:pt x="47999" y="0"/>
                  </a:lnTo>
                  <a:lnTo>
                    <a:pt x="62031" y="4727"/>
                  </a:lnTo>
                  <a:lnTo>
                    <a:pt x="64259" y="101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oPE_MapPart_CHL_5_27" descr="Chile">
              <a:extLst>
                <a:ext uri="{FF2B5EF4-FFF2-40B4-BE49-F238E27FC236}">
                  <a16:creationId xmlns:a16="http://schemas.microsoft.com/office/drawing/2014/main" id="{AF130C02-5878-5616-8040-A9F517247F1B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5678095" y="5814415"/>
              <a:ext cx="119497" cy="83466"/>
            </a:xfrm>
            <a:custGeom>
              <a:avLst/>
              <a:gdLst/>
              <a:ahLst/>
              <a:cxnLst/>
              <a:rect l="0" t="0" r="0" b="0"/>
              <a:pathLst>
                <a:path w="119497" h="83466">
                  <a:moveTo>
                    <a:pt x="17150" y="4066"/>
                  </a:moveTo>
                  <a:lnTo>
                    <a:pt x="66820" y="14543"/>
                  </a:lnTo>
                  <a:lnTo>
                    <a:pt x="82077" y="8138"/>
                  </a:lnTo>
                  <a:lnTo>
                    <a:pt x="94216" y="8332"/>
                  </a:lnTo>
                  <a:lnTo>
                    <a:pt x="97780" y="17264"/>
                  </a:lnTo>
                  <a:lnTo>
                    <a:pt x="84639" y="29526"/>
                  </a:lnTo>
                  <a:lnTo>
                    <a:pt x="102123" y="36353"/>
                  </a:lnTo>
                  <a:lnTo>
                    <a:pt x="105019" y="40260"/>
                  </a:lnTo>
                  <a:lnTo>
                    <a:pt x="102569" y="46126"/>
                  </a:lnTo>
                  <a:lnTo>
                    <a:pt x="103682" y="51412"/>
                  </a:lnTo>
                  <a:lnTo>
                    <a:pt x="118940" y="68884"/>
                  </a:lnTo>
                  <a:lnTo>
                    <a:pt x="119496" y="82675"/>
                  </a:lnTo>
                  <a:lnTo>
                    <a:pt x="117380" y="83465"/>
                  </a:lnTo>
                  <a:lnTo>
                    <a:pt x="108360" y="78139"/>
                  </a:lnTo>
                  <a:lnTo>
                    <a:pt x="101566" y="67507"/>
                  </a:lnTo>
                  <a:lnTo>
                    <a:pt x="85752" y="61612"/>
                  </a:lnTo>
                  <a:lnTo>
                    <a:pt x="68936" y="61612"/>
                  </a:lnTo>
                  <a:lnTo>
                    <a:pt x="64927" y="52784"/>
                  </a:lnTo>
                  <a:lnTo>
                    <a:pt x="67488" y="38892"/>
                  </a:lnTo>
                  <a:lnTo>
                    <a:pt x="60138" y="40456"/>
                  </a:lnTo>
                  <a:lnTo>
                    <a:pt x="48778" y="31281"/>
                  </a:lnTo>
                  <a:lnTo>
                    <a:pt x="42319" y="30696"/>
                  </a:lnTo>
                  <a:lnTo>
                    <a:pt x="38421" y="45344"/>
                  </a:lnTo>
                  <a:lnTo>
                    <a:pt x="49446" y="64166"/>
                  </a:lnTo>
                  <a:lnTo>
                    <a:pt x="35192" y="60826"/>
                  </a:lnTo>
                  <a:lnTo>
                    <a:pt x="20714" y="47496"/>
                  </a:lnTo>
                  <a:lnTo>
                    <a:pt x="19934" y="37525"/>
                  </a:lnTo>
                  <a:lnTo>
                    <a:pt x="9688" y="38307"/>
                  </a:lnTo>
                  <a:lnTo>
                    <a:pt x="0" y="28552"/>
                  </a:lnTo>
                  <a:lnTo>
                    <a:pt x="3674" y="19402"/>
                  </a:lnTo>
                  <a:lnTo>
                    <a:pt x="590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oPE_MapPart_CHL_6_28" descr="Chile">
              <a:extLst>
                <a:ext uri="{FF2B5EF4-FFF2-40B4-BE49-F238E27FC236}">
                  <a16:creationId xmlns:a16="http://schemas.microsoft.com/office/drawing/2014/main" id="{B0C02CC6-AB2C-DF6C-AD39-7CA21A6E94D7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5391212" y="4784658"/>
              <a:ext cx="56576" cy="105050"/>
            </a:xfrm>
            <a:custGeom>
              <a:avLst/>
              <a:gdLst/>
              <a:ahLst/>
              <a:cxnLst/>
              <a:rect l="0" t="0" r="0" b="0"/>
              <a:pathLst>
                <a:path w="56576" h="105050">
                  <a:moveTo>
                    <a:pt x="54570" y="22550"/>
                  </a:moveTo>
                  <a:lnTo>
                    <a:pt x="39201" y="31129"/>
                  </a:lnTo>
                  <a:lnTo>
                    <a:pt x="38422" y="34878"/>
                  </a:lnTo>
                  <a:lnTo>
                    <a:pt x="38088" y="39568"/>
                  </a:lnTo>
                  <a:lnTo>
                    <a:pt x="45772" y="51467"/>
                  </a:lnTo>
                  <a:lnTo>
                    <a:pt x="55016" y="85598"/>
                  </a:lnTo>
                  <a:lnTo>
                    <a:pt x="53568" y="98557"/>
                  </a:lnTo>
                  <a:lnTo>
                    <a:pt x="48668" y="99981"/>
                  </a:lnTo>
                  <a:lnTo>
                    <a:pt x="47554" y="105049"/>
                  </a:lnTo>
                  <a:lnTo>
                    <a:pt x="32074" y="103782"/>
                  </a:lnTo>
                  <a:lnTo>
                    <a:pt x="32631" y="92389"/>
                  </a:lnTo>
                  <a:lnTo>
                    <a:pt x="26060" y="87809"/>
                  </a:lnTo>
                  <a:lnTo>
                    <a:pt x="16483" y="67324"/>
                  </a:lnTo>
                  <a:lnTo>
                    <a:pt x="0" y="44418"/>
                  </a:lnTo>
                  <a:lnTo>
                    <a:pt x="8464" y="38942"/>
                  </a:lnTo>
                  <a:lnTo>
                    <a:pt x="7128" y="29412"/>
                  </a:lnTo>
                  <a:lnTo>
                    <a:pt x="19601" y="22550"/>
                  </a:lnTo>
                  <a:lnTo>
                    <a:pt x="25058" y="25357"/>
                  </a:lnTo>
                  <a:lnTo>
                    <a:pt x="32185" y="22083"/>
                  </a:lnTo>
                  <a:lnTo>
                    <a:pt x="33076" y="4502"/>
                  </a:lnTo>
                  <a:lnTo>
                    <a:pt x="38533" y="466"/>
                  </a:lnTo>
                  <a:lnTo>
                    <a:pt x="44324" y="0"/>
                  </a:lnTo>
                  <a:lnTo>
                    <a:pt x="49447" y="8697"/>
                  </a:lnTo>
                  <a:lnTo>
                    <a:pt x="56575" y="12118"/>
                  </a:lnTo>
                  <a:lnTo>
                    <a:pt x="56463" y="164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oPE_MapPart_CHL_7_29" descr="Chile">
              <a:extLst>
                <a:ext uri="{FF2B5EF4-FFF2-40B4-BE49-F238E27FC236}">
                  <a16:creationId xmlns:a16="http://schemas.microsoft.com/office/drawing/2014/main" id="{CCF6F222-6470-265A-09AE-6F956721F2FA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5438989" y="5657555"/>
              <a:ext cx="101456" cy="76112"/>
            </a:xfrm>
            <a:custGeom>
              <a:avLst/>
              <a:gdLst/>
              <a:ahLst/>
              <a:cxnLst/>
              <a:rect l="0" t="0" r="0" b="0"/>
              <a:pathLst>
                <a:path w="101456" h="76112">
                  <a:moveTo>
                    <a:pt x="57020" y="8788"/>
                  </a:moveTo>
                  <a:lnTo>
                    <a:pt x="59581" y="18905"/>
                  </a:lnTo>
                  <a:lnTo>
                    <a:pt x="84305" y="19843"/>
                  </a:lnTo>
                  <a:lnTo>
                    <a:pt x="101455" y="42792"/>
                  </a:lnTo>
                  <a:lnTo>
                    <a:pt x="95219" y="48453"/>
                  </a:lnTo>
                  <a:lnTo>
                    <a:pt x="88871" y="63397"/>
                  </a:lnTo>
                  <a:lnTo>
                    <a:pt x="62143" y="76111"/>
                  </a:lnTo>
                  <a:lnTo>
                    <a:pt x="54793" y="70034"/>
                  </a:lnTo>
                  <a:lnTo>
                    <a:pt x="65818" y="58284"/>
                  </a:lnTo>
                  <a:lnTo>
                    <a:pt x="66932" y="48831"/>
                  </a:lnTo>
                  <a:lnTo>
                    <a:pt x="49892" y="45433"/>
                  </a:lnTo>
                  <a:lnTo>
                    <a:pt x="47331" y="62828"/>
                  </a:lnTo>
                  <a:lnTo>
                    <a:pt x="39201" y="61503"/>
                  </a:lnTo>
                  <a:lnTo>
                    <a:pt x="33410" y="57148"/>
                  </a:lnTo>
                  <a:lnTo>
                    <a:pt x="32853" y="34689"/>
                  </a:lnTo>
                  <a:lnTo>
                    <a:pt x="23164" y="35254"/>
                  </a:lnTo>
                  <a:lnTo>
                    <a:pt x="12584" y="17967"/>
                  </a:lnTo>
                  <a:lnTo>
                    <a:pt x="0" y="15530"/>
                  </a:lnTo>
                  <a:lnTo>
                    <a:pt x="9800" y="3176"/>
                  </a:lnTo>
                  <a:lnTo>
                    <a:pt x="24612" y="1307"/>
                  </a:lnTo>
                  <a:lnTo>
                    <a:pt x="29623" y="7664"/>
                  </a:lnTo>
                  <a:lnTo>
                    <a:pt x="46106" y="11969"/>
                  </a:lnTo>
                  <a:lnTo>
                    <a:pt x="45103" y="5233"/>
                  </a:lnTo>
                  <a:lnTo>
                    <a:pt x="47665" y="0"/>
                  </a:lnTo>
                  <a:lnTo>
                    <a:pt x="55572" y="46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oPE_MapPart_CHL_8_30" descr="Chile">
              <a:extLst>
                <a:ext uri="{FF2B5EF4-FFF2-40B4-BE49-F238E27FC236}">
                  <a16:creationId xmlns:a16="http://schemas.microsoft.com/office/drawing/2014/main" id="{5AF51879-D1CD-79BC-52C6-A4C014B95904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5540110" y="5708464"/>
              <a:ext cx="74617" cy="50934"/>
            </a:xfrm>
            <a:custGeom>
              <a:avLst/>
              <a:gdLst/>
              <a:ahLst/>
              <a:cxnLst/>
              <a:rect l="0" t="0" r="0" b="0"/>
              <a:pathLst>
                <a:path w="74617" h="50934">
                  <a:moveTo>
                    <a:pt x="50784" y="15521"/>
                  </a:moveTo>
                  <a:lnTo>
                    <a:pt x="64482" y="24062"/>
                  </a:lnTo>
                  <a:lnTo>
                    <a:pt x="73503" y="23872"/>
                  </a:lnTo>
                  <a:lnTo>
                    <a:pt x="74616" y="38143"/>
                  </a:lnTo>
                  <a:lnTo>
                    <a:pt x="67600" y="50933"/>
                  </a:lnTo>
                  <a:lnTo>
                    <a:pt x="45661" y="36428"/>
                  </a:lnTo>
                  <a:lnTo>
                    <a:pt x="27842" y="36428"/>
                  </a:lnTo>
                  <a:lnTo>
                    <a:pt x="16260" y="43866"/>
                  </a:lnTo>
                  <a:lnTo>
                    <a:pt x="14701" y="33952"/>
                  </a:lnTo>
                  <a:lnTo>
                    <a:pt x="0" y="17228"/>
                  </a:lnTo>
                  <a:lnTo>
                    <a:pt x="4010" y="5672"/>
                  </a:lnTo>
                  <a:lnTo>
                    <a:pt x="13253" y="0"/>
                  </a:lnTo>
                  <a:lnTo>
                    <a:pt x="40649" y="75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oPE_MapPart_CHL_9_31" descr="Chile">
              <a:extLst>
                <a:ext uri="{FF2B5EF4-FFF2-40B4-BE49-F238E27FC236}">
                  <a16:creationId xmlns:a16="http://schemas.microsoft.com/office/drawing/2014/main" id="{0E40FBAF-65AF-71F7-C524-8F527C264906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5352234" y="5114696"/>
              <a:ext cx="42097" cy="73233"/>
            </a:xfrm>
            <a:custGeom>
              <a:avLst/>
              <a:gdLst/>
              <a:ahLst/>
              <a:cxnLst/>
              <a:rect l="0" t="0" r="0" b="0"/>
              <a:pathLst>
                <a:path w="42097" h="73233">
                  <a:moveTo>
                    <a:pt x="42096" y="70032"/>
                  </a:moveTo>
                  <a:lnTo>
                    <a:pt x="20046" y="73232"/>
                  </a:lnTo>
                  <a:lnTo>
                    <a:pt x="14477" y="64646"/>
                  </a:lnTo>
                  <a:lnTo>
                    <a:pt x="12027" y="51210"/>
                  </a:lnTo>
                  <a:lnTo>
                    <a:pt x="2116" y="27955"/>
                  </a:lnTo>
                  <a:lnTo>
                    <a:pt x="0" y="17453"/>
                  </a:lnTo>
                  <a:lnTo>
                    <a:pt x="3007" y="12626"/>
                  </a:lnTo>
                  <a:lnTo>
                    <a:pt x="16816" y="7805"/>
                  </a:lnTo>
                  <a:lnTo>
                    <a:pt x="21716" y="0"/>
                  </a:lnTo>
                  <a:lnTo>
                    <a:pt x="25948" y="1162"/>
                  </a:lnTo>
                  <a:lnTo>
                    <a:pt x="24835" y="16787"/>
                  </a:lnTo>
                  <a:lnTo>
                    <a:pt x="32964" y="28456"/>
                  </a:lnTo>
                  <a:lnTo>
                    <a:pt x="39869" y="49198"/>
                  </a:lnTo>
                  <a:lnTo>
                    <a:pt x="38867" y="543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oPE_MapPart_CHL_10_32" descr="Chile">
              <a:extLst>
                <a:ext uri="{FF2B5EF4-FFF2-40B4-BE49-F238E27FC236}">
                  <a16:creationId xmlns:a16="http://schemas.microsoft.com/office/drawing/2014/main" id="{B01CCABA-E32C-B267-189F-E58F269A087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5782000" y="5819451"/>
              <a:ext cx="75508" cy="39330"/>
            </a:xfrm>
            <a:custGeom>
              <a:avLst/>
              <a:gdLst/>
              <a:ahLst/>
              <a:cxnLst/>
              <a:rect l="0" t="0" r="0" b="0"/>
              <a:pathLst>
                <a:path w="75508" h="39330">
                  <a:moveTo>
                    <a:pt x="75507" y="24295"/>
                  </a:moveTo>
                  <a:lnTo>
                    <a:pt x="69827" y="33856"/>
                  </a:lnTo>
                  <a:lnTo>
                    <a:pt x="59470" y="39329"/>
                  </a:lnTo>
                  <a:lnTo>
                    <a:pt x="49892" y="26830"/>
                  </a:lnTo>
                  <a:lnTo>
                    <a:pt x="32965" y="35810"/>
                  </a:lnTo>
                  <a:lnTo>
                    <a:pt x="14255" y="31513"/>
                  </a:lnTo>
                  <a:lnTo>
                    <a:pt x="7796" y="15339"/>
                  </a:lnTo>
                  <a:lnTo>
                    <a:pt x="0" y="5624"/>
                  </a:lnTo>
                  <a:lnTo>
                    <a:pt x="12028" y="0"/>
                  </a:lnTo>
                  <a:lnTo>
                    <a:pt x="65373" y="5236"/>
                  </a:lnTo>
                  <a:lnTo>
                    <a:pt x="75173" y="2020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oPE_MapPart_CHL_11_33" descr="Chile">
              <a:extLst>
                <a:ext uri="{FF2B5EF4-FFF2-40B4-BE49-F238E27FC236}">
                  <a16:creationId xmlns:a16="http://schemas.microsoft.com/office/drawing/2014/main" id="{53D4C9BF-2F6C-43C2-CE1F-4F55F7C7F475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5327287" y="5131483"/>
              <a:ext cx="30627" cy="69269"/>
            </a:xfrm>
            <a:custGeom>
              <a:avLst/>
              <a:gdLst/>
              <a:ahLst/>
              <a:cxnLst/>
              <a:rect l="0" t="0" r="0" b="0"/>
              <a:pathLst>
                <a:path w="30627" h="69269">
                  <a:moveTo>
                    <a:pt x="8687" y="69268"/>
                  </a:moveTo>
                  <a:lnTo>
                    <a:pt x="1671" y="69268"/>
                  </a:lnTo>
                  <a:lnTo>
                    <a:pt x="0" y="52571"/>
                  </a:lnTo>
                  <a:lnTo>
                    <a:pt x="8130" y="28557"/>
                  </a:lnTo>
                  <a:lnTo>
                    <a:pt x="5569" y="4664"/>
                  </a:lnTo>
                  <a:lnTo>
                    <a:pt x="16037" y="0"/>
                  </a:lnTo>
                  <a:lnTo>
                    <a:pt x="30626" y="37611"/>
                  </a:lnTo>
                  <a:lnTo>
                    <a:pt x="30404" y="56108"/>
                  </a:lnTo>
                  <a:lnTo>
                    <a:pt x="13365" y="6521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oPE_MapPart_CHL_12_34" descr="Chile">
              <a:extLst>
                <a:ext uri="{FF2B5EF4-FFF2-40B4-BE49-F238E27FC236}">
                  <a16:creationId xmlns:a16="http://schemas.microsoft.com/office/drawing/2014/main" id="{1C30C117-B127-C678-B91D-A2908D1F86BA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5463712" y="4803313"/>
              <a:ext cx="42210" cy="44269"/>
            </a:xfrm>
            <a:custGeom>
              <a:avLst/>
              <a:gdLst/>
              <a:ahLst/>
              <a:cxnLst/>
              <a:rect l="0" t="0" r="0" b="0"/>
              <a:pathLst>
                <a:path w="42210" h="44269">
                  <a:moveTo>
                    <a:pt x="28399" y="37360"/>
                  </a:moveTo>
                  <a:lnTo>
                    <a:pt x="13476" y="44268"/>
                  </a:lnTo>
                  <a:lnTo>
                    <a:pt x="5903" y="41912"/>
                  </a:lnTo>
                  <a:lnTo>
                    <a:pt x="3007" y="36889"/>
                  </a:lnTo>
                  <a:lnTo>
                    <a:pt x="0" y="25293"/>
                  </a:lnTo>
                  <a:lnTo>
                    <a:pt x="10135" y="12006"/>
                  </a:lnTo>
                  <a:lnTo>
                    <a:pt x="11471" y="0"/>
                  </a:lnTo>
                  <a:lnTo>
                    <a:pt x="25837" y="2960"/>
                  </a:lnTo>
                  <a:lnTo>
                    <a:pt x="41429" y="13724"/>
                  </a:lnTo>
                  <a:lnTo>
                    <a:pt x="42209" y="17161"/>
                  </a:lnTo>
                  <a:lnTo>
                    <a:pt x="33967" y="314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oPE_MapPart_CHL_13_35" descr="Chile">
              <a:extLst>
                <a:ext uri="{FF2B5EF4-FFF2-40B4-BE49-F238E27FC236}">
                  <a16:creationId xmlns:a16="http://schemas.microsoft.com/office/drawing/2014/main" id="{BD3AC0D4-4367-20B5-E73A-6CFDC3E119E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5361032" y="5477821"/>
              <a:ext cx="35193" cy="65238"/>
            </a:xfrm>
            <a:custGeom>
              <a:avLst/>
              <a:gdLst/>
              <a:ahLst/>
              <a:cxnLst/>
              <a:rect l="0" t="0" r="0" b="0"/>
              <a:pathLst>
                <a:path w="35193" h="65238">
                  <a:moveTo>
                    <a:pt x="17484" y="0"/>
                  </a:moveTo>
                  <a:lnTo>
                    <a:pt x="20046" y="19598"/>
                  </a:lnTo>
                  <a:lnTo>
                    <a:pt x="28287" y="23745"/>
                  </a:lnTo>
                  <a:lnTo>
                    <a:pt x="35192" y="33675"/>
                  </a:lnTo>
                  <a:lnTo>
                    <a:pt x="27173" y="53239"/>
                  </a:lnTo>
                  <a:lnTo>
                    <a:pt x="25392" y="65237"/>
                  </a:lnTo>
                  <a:lnTo>
                    <a:pt x="15703" y="64327"/>
                  </a:lnTo>
                  <a:lnTo>
                    <a:pt x="5457" y="40911"/>
                  </a:lnTo>
                  <a:lnTo>
                    <a:pt x="0" y="15996"/>
                  </a:lnTo>
                  <a:lnTo>
                    <a:pt x="6014" y="9339"/>
                  </a:lnTo>
                  <a:lnTo>
                    <a:pt x="11693" y="10778"/>
                  </a:lnTo>
                  <a:lnTo>
                    <a:pt x="12139" y="19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oPE_MapPart_CHL_14_36" descr="Chile">
              <a:extLst>
                <a:ext uri="{FF2B5EF4-FFF2-40B4-BE49-F238E27FC236}">
                  <a16:creationId xmlns:a16="http://schemas.microsoft.com/office/drawing/2014/main" id="{99C7D998-94A4-CA5A-834F-E96DF68970D4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5385421" y="5589350"/>
              <a:ext cx="97002" cy="62420"/>
            </a:xfrm>
            <a:custGeom>
              <a:avLst/>
              <a:gdLst/>
              <a:ahLst/>
              <a:cxnLst/>
              <a:rect l="0" t="0" r="0" b="0"/>
              <a:pathLst>
                <a:path w="97002" h="62420">
                  <a:moveTo>
                    <a:pt x="20158" y="19169"/>
                  </a:moveTo>
                  <a:lnTo>
                    <a:pt x="65373" y="34342"/>
                  </a:lnTo>
                  <a:lnTo>
                    <a:pt x="77957" y="42133"/>
                  </a:lnTo>
                  <a:lnTo>
                    <a:pt x="97001" y="62419"/>
                  </a:lnTo>
                  <a:lnTo>
                    <a:pt x="70718" y="58876"/>
                  </a:lnTo>
                  <a:lnTo>
                    <a:pt x="67711" y="50869"/>
                  </a:lnTo>
                  <a:lnTo>
                    <a:pt x="52232" y="37123"/>
                  </a:lnTo>
                  <a:lnTo>
                    <a:pt x="27285" y="35640"/>
                  </a:lnTo>
                  <a:lnTo>
                    <a:pt x="9466" y="19169"/>
                  </a:lnTo>
                  <a:lnTo>
                    <a:pt x="0" y="3495"/>
                  </a:lnTo>
                  <a:lnTo>
                    <a:pt x="2562" y="0"/>
                  </a:lnTo>
                  <a:lnTo>
                    <a:pt x="17819" y="128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oPE_MapPart_CHL_15_37" descr="Chile">
              <a:extLst>
                <a:ext uri="{FF2B5EF4-FFF2-40B4-BE49-F238E27FC236}">
                  <a16:creationId xmlns:a16="http://schemas.microsoft.com/office/drawing/2014/main" id="{D20696A7-7201-8419-C5D1-E57B35831C80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5386758" y="4874993"/>
              <a:ext cx="27842" cy="51610"/>
            </a:xfrm>
            <a:custGeom>
              <a:avLst/>
              <a:gdLst/>
              <a:ahLst/>
              <a:cxnLst/>
              <a:rect l="0" t="0" r="0" b="0"/>
              <a:pathLst>
                <a:path w="27842" h="51610">
                  <a:moveTo>
                    <a:pt x="23275" y="45706"/>
                  </a:moveTo>
                  <a:lnTo>
                    <a:pt x="13809" y="51609"/>
                  </a:lnTo>
                  <a:lnTo>
                    <a:pt x="668" y="49853"/>
                  </a:lnTo>
                  <a:lnTo>
                    <a:pt x="0" y="43156"/>
                  </a:lnTo>
                  <a:lnTo>
                    <a:pt x="12027" y="22324"/>
                  </a:lnTo>
                  <a:lnTo>
                    <a:pt x="11582" y="9804"/>
                  </a:lnTo>
                  <a:lnTo>
                    <a:pt x="16593" y="2687"/>
                  </a:lnTo>
                  <a:lnTo>
                    <a:pt x="23387" y="0"/>
                  </a:lnTo>
                  <a:lnTo>
                    <a:pt x="23164" y="25658"/>
                  </a:lnTo>
                  <a:lnTo>
                    <a:pt x="27841" y="35354"/>
                  </a:lnTo>
                  <a:lnTo>
                    <a:pt x="27507" y="4235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oPE_MapPart_CHL_16_38" descr="Chile">
              <a:extLst>
                <a:ext uri="{FF2B5EF4-FFF2-40B4-BE49-F238E27FC236}">
                  <a16:creationId xmlns:a16="http://schemas.microsoft.com/office/drawing/2014/main" id="{C5889BBA-68AC-814F-C279-C5008ECAD3BD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5587998" y="5809771"/>
              <a:ext cx="71388" cy="36511"/>
            </a:xfrm>
            <a:custGeom>
              <a:avLst/>
              <a:gdLst/>
              <a:ahLst/>
              <a:cxnLst/>
              <a:rect l="0" t="0" r="0" b="0"/>
              <a:pathLst>
                <a:path w="71388" h="36511">
                  <a:moveTo>
                    <a:pt x="27508" y="3095"/>
                  </a:moveTo>
                  <a:lnTo>
                    <a:pt x="31517" y="11230"/>
                  </a:lnTo>
                  <a:lnTo>
                    <a:pt x="39090" y="13946"/>
                  </a:lnTo>
                  <a:lnTo>
                    <a:pt x="63034" y="7548"/>
                  </a:lnTo>
                  <a:lnTo>
                    <a:pt x="71387" y="24435"/>
                  </a:lnTo>
                  <a:lnTo>
                    <a:pt x="70496" y="29690"/>
                  </a:lnTo>
                  <a:lnTo>
                    <a:pt x="59470" y="36510"/>
                  </a:lnTo>
                  <a:lnTo>
                    <a:pt x="55238" y="34755"/>
                  </a:lnTo>
                  <a:lnTo>
                    <a:pt x="51897" y="26186"/>
                  </a:lnTo>
                  <a:lnTo>
                    <a:pt x="44881" y="28911"/>
                  </a:lnTo>
                  <a:lnTo>
                    <a:pt x="30738" y="24046"/>
                  </a:lnTo>
                  <a:lnTo>
                    <a:pt x="27619" y="16275"/>
                  </a:lnTo>
                  <a:lnTo>
                    <a:pt x="14478" y="5805"/>
                  </a:lnTo>
                  <a:lnTo>
                    <a:pt x="1893" y="9874"/>
                  </a:lnTo>
                  <a:lnTo>
                    <a:pt x="0" y="5418"/>
                  </a:lnTo>
                  <a:lnTo>
                    <a:pt x="1559" y="0"/>
                  </a:lnTo>
                  <a:lnTo>
                    <a:pt x="21494" y="30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oPE_MapPart_COL_1_39" descr="Kolumbien">
              <a:extLst>
                <a:ext uri="{FF2B5EF4-FFF2-40B4-BE49-F238E27FC236}">
                  <a16:creationId xmlns:a16="http://schemas.microsoft.com/office/drawing/2014/main" id="{EBE52D75-4575-61F4-2B26-71CA6336D6DB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5118474" y="960120"/>
              <a:ext cx="751730" cy="1037609"/>
            </a:xfrm>
            <a:custGeom>
              <a:avLst/>
              <a:gdLst/>
              <a:ahLst/>
              <a:cxnLst/>
              <a:rect l="0" t="0" r="0" b="0"/>
              <a:pathLst>
                <a:path w="751730" h="1037609">
                  <a:moveTo>
                    <a:pt x="476763" y="36112"/>
                  </a:moveTo>
                  <a:lnTo>
                    <a:pt x="437228" y="48512"/>
                  </a:lnTo>
                  <a:lnTo>
                    <a:pt x="419298" y="78167"/>
                  </a:lnTo>
                  <a:lnTo>
                    <a:pt x="407047" y="83275"/>
                  </a:lnTo>
                  <a:lnTo>
                    <a:pt x="392013" y="100858"/>
                  </a:lnTo>
                  <a:lnTo>
                    <a:pt x="380876" y="122617"/>
                  </a:lnTo>
                  <a:lnTo>
                    <a:pt x="372412" y="166739"/>
                  </a:lnTo>
                  <a:lnTo>
                    <a:pt x="350138" y="204001"/>
                  </a:lnTo>
                  <a:lnTo>
                    <a:pt x="360830" y="204001"/>
                  </a:lnTo>
                  <a:lnTo>
                    <a:pt x="369183" y="199939"/>
                  </a:lnTo>
                  <a:lnTo>
                    <a:pt x="375308" y="207723"/>
                  </a:lnTo>
                  <a:lnTo>
                    <a:pt x="385442" y="209302"/>
                  </a:lnTo>
                  <a:lnTo>
                    <a:pt x="393460" y="239510"/>
                  </a:lnTo>
                  <a:lnTo>
                    <a:pt x="408941" y="254825"/>
                  </a:lnTo>
                  <a:lnTo>
                    <a:pt x="410499" y="260790"/>
                  </a:lnTo>
                  <a:lnTo>
                    <a:pt x="412504" y="273279"/>
                  </a:lnTo>
                  <a:lnTo>
                    <a:pt x="407047" y="280815"/>
                  </a:lnTo>
                  <a:lnTo>
                    <a:pt x="405488" y="308463"/>
                  </a:lnTo>
                  <a:lnTo>
                    <a:pt x="410277" y="315315"/>
                  </a:lnTo>
                  <a:lnTo>
                    <a:pt x="421859" y="318010"/>
                  </a:lnTo>
                  <a:lnTo>
                    <a:pt x="429432" y="335074"/>
                  </a:lnTo>
                  <a:lnTo>
                    <a:pt x="434221" y="339113"/>
                  </a:lnTo>
                  <a:lnTo>
                    <a:pt x="441348" y="341694"/>
                  </a:lnTo>
                  <a:lnTo>
                    <a:pt x="458165" y="339113"/>
                  </a:lnTo>
                  <a:lnTo>
                    <a:pt x="488568" y="341919"/>
                  </a:lnTo>
                  <a:lnTo>
                    <a:pt x="512846" y="335523"/>
                  </a:lnTo>
                  <a:lnTo>
                    <a:pt x="534451" y="342816"/>
                  </a:lnTo>
                  <a:lnTo>
                    <a:pt x="550377" y="344050"/>
                  </a:lnTo>
                  <a:lnTo>
                    <a:pt x="593810" y="395727"/>
                  </a:lnTo>
                  <a:lnTo>
                    <a:pt x="598153" y="394159"/>
                  </a:lnTo>
                  <a:lnTo>
                    <a:pt x="603722" y="397183"/>
                  </a:lnTo>
                  <a:lnTo>
                    <a:pt x="614747" y="391919"/>
                  </a:lnTo>
                  <a:lnTo>
                    <a:pt x="624213" y="391135"/>
                  </a:lnTo>
                  <a:lnTo>
                    <a:pt x="652946" y="393711"/>
                  </a:lnTo>
                  <a:lnTo>
                    <a:pt x="673326" y="391135"/>
                  </a:lnTo>
                  <a:lnTo>
                    <a:pt x="690811" y="385421"/>
                  </a:lnTo>
                  <a:lnTo>
                    <a:pt x="708852" y="388334"/>
                  </a:lnTo>
                  <a:lnTo>
                    <a:pt x="714198" y="392255"/>
                  </a:lnTo>
                  <a:lnTo>
                    <a:pt x="716871" y="401775"/>
                  </a:lnTo>
                  <a:lnTo>
                    <a:pt x="714755" y="407822"/>
                  </a:lnTo>
                  <a:lnTo>
                    <a:pt x="708407" y="413755"/>
                  </a:lnTo>
                  <a:lnTo>
                    <a:pt x="704286" y="430879"/>
                  </a:lnTo>
                  <a:lnTo>
                    <a:pt x="692927" y="448778"/>
                  </a:lnTo>
                  <a:lnTo>
                    <a:pt x="691145" y="496170"/>
                  </a:lnTo>
                  <a:lnTo>
                    <a:pt x="703061" y="536035"/>
                  </a:lnTo>
                  <a:lnTo>
                    <a:pt x="724778" y="563822"/>
                  </a:lnTo>
                  <a:lnTo>
                    <a:pt x="722105" y="569623"/>
                  </a:lnTo>
                  <a:lnTo>
                    <a:pt x="692370" y="596279"/>
                  </a:lnTo>
                  <a:lnTo>
                    <a:pt x="690923" y="602412"/>
                  </a:lnTo>
                  <a:lnTo>
                    <a:pt x="696602" y="599959"/>
                  </a:lnTo>
                  <a:lnTo>
                    <a:pt x="705734" y="602412"/>
                  </a:lnTo>
                  <a:lnTo>
                    <a:pt x="708852" y="608878"/>
                  </a:lnTo>
                  <a:lnTo>
                    <a:pt x="731015" y="627383"/>
                  </a:lnTo>
                  <a:lnTo>
                    <a:pt x="730681" y="634517"/>
                  </a:lnTo>
                  <a:lnTo>
                    <a:pt x="737028" y="648448"/>
                  </a:lnTo>
                  <a:lnTo>
                    <a:pt x="735915" y="651568"/>
                  </a:lnTo>
                  <a:lnTo>
                    <a:pt x="751172" y="691232"/>
                  </a:lnTo>
                  <a:lnTo>
                    <a:pt x="751729" y="699698"/>
                  </a:lnTo>
                  <a:lnTo>
                    <a:pt x="738922" y="701926"/>
                  </a:lnTo>
                  <a:lnTo>
                    <a:pt x="736694" y="669953"/>
                  </a:lnTo>
                  <a:lnTo>
                    <a:pt x="719210" y="644325"/>
                  </a:lnTo>
                  <a:lnTo>
                    <a:pt x="709632" y="646999"/>
                  </a:lnTo>
                  <a:lnTo>
                    <a:pt x="693595" y="664605"/>
                  </a:lnTo>
                  <a:lnTo>
                    <a:pt x="686134" y="667168"/>
                  </a:lnTo>
                  <a:lnTo>
                    <a:pt x="680120" y="664716"/>
                  </a:lnTo>
                  <a:lnTo>
                    <a:pt x="674106" y="654242"/>
                  </a:lnTo>
                  <a:lnTo>
                    <a:pt x="670208" y="652348"/>
                  </a:lnTo>
                  <a:lnTo>
                    <a:pt x="666310" y="661151"/>
                  </a:lnTo>
                  <a:lnTo>
                    <a:pt x="671211" y="668951"/>
                  </a:lnTo>
                  <a:lnTo>
                    <a:pt x="600492" y="668839"/>
                  </a:lnTo>
                  <a:lnTo>
                    <a:pt x="586682" y="665608"/>
                  </a:lnTo>
                  <a:lnTo>
                    <a:pt x="567750" y="669619"/>
                  </a:lnTo>
                  <a:lnTo>
                    <a:pt x="567527" y="709723"/>
                  </a:lnTo>
                  <a:lnTo>
                    <a:pt x="600938" y="710280"/>
                  </a:lnTo>
                  <a:lnTo>
                    <a:pt x="610181" y="721864"/>
                  </a:lnTo>
                  <a:lnTo>
                    <a:pt x="610738" y="734561"/>
                  </a:lnTo>
                  <a:lnTo>
                    <a:pt x="602719" y="736566"/>
                  </a:lnTo>
                  <a:lnTo>
                    <a:pt x="591026" y="730106"/>
                  </a:lnTo>
                  <a:lnTo>
                    <a:pt x="570312" y="737791"/>
                  </a:lnTo>
                  <a:lnTo>
                    <a:pt x="555054" y="739573"/>
                  </a:lnTo>
                  <a:lnTo>
                    <a:pt x="554052" y="783897"/>
                  </a:lnTo>
                  <a:lnTo>
                    <a:pt x="563184" y="794923"/>
                  </a:lnTo>
                  <a:lnTo>
                    <a:pt x="581003" y="806840"/>
                  </a:lnTo>
                  <a:lnTo>
                    <a:pt x="583676" y="814858"/>
                  </a:lnTo>
                  <a:lnTo>
                    <a:pt x="582451" y="822543"/>
                  </a:lnTo>
                  <a:lnTo>
                    <a:pt x="586682" y="832122"/>
                  </a:lnTo>
                  <a:lnTo>
                    <a:pt x="592474" y="837134"/>
                  </a:lnTo>
                  <a:lnTo>
                    <a:pt x="595481" y="849275"/>
                  </a:lnTo>
                  <a:lnTo>
                    <a:pt x="560511" y="1037608"/>
                  </a:lnTo>
                  <a:lnTo>
                    <a:pt x="548038" y="1026108"/>
                  </a:lnTo>
                  <a:lnTo>
                    <a:pt x="543583" y="1015725"/>
                  </a:lnTo>
                  <a:lnTo>
                    <a:pt x="537347" y="1011484"/>
                  </a:lnTo>
                  <a:lnTo>
                    <a:pt x="528326" y="1014944"/>
                  </a:lnTo>
                  <a:lnTo>
                    <a:pt x="512957" y="1009475"/>
                  </a:lnTo>
                  <a:lnTo>
                    <a:pt x="553829" y="945557"/>
                  </a:lnTo>
                  <a:lnTo>
                    <a:pt x="552493" y="939871"/>
                  </a:lnTo>
                  <a:lnTo>
                    <a:pt x="518303" y="924264"/>
                  </a:lnTo>
                  <a:lnTo>
                    <a:pt x="498480" y="911892"/>
                  </a:lnTo>
                  <a:lnTo>
                    <a:pt x="484336" y="918468"/>
                  </a:lnTo>
                  <a:lnTo>
                    <a:pt x="471974" y="919806"/>
                  </a:lnTo>
                  <a:lnTo>
                    <a:pt x="449924" y="908549"/>
                  </a:lnTo>
                  <a:lnTo>
                    <a:pt x="435668" y="919360"/>
                  </a:lnTo>
                  <a:lnTo>
                    <a:pt x="421191" y="923930"/>
                  </a:lnTo>
                  <a:lnTo>
                    <a:pt x="410165" y="925602"/>
                  </a:lnTo>
                  <a:lnTo>
                    <a:pt x="396022" y="920809"/>
                  </a:lnTo>
                  <a:lnTo>
                    <a:pt x="390453" y="923372"/>
                  </a:lnTo>
                  <a:lnTo>
                    <a:pt x="376421" y="923484"/>
                  </a:lnTo>
                  <a:lnTo>
                    <a:pt x="363280" y="916350"/>
                  </a:lnTo>
                  <a:lnTo>
                    <a:pt x="362166" y="912004"/>
                  </a:lnTo>
                  <a:lnTo>
                    <a:pt x="364950" y="904091"/>
                  </a:lnTo>
                  <a:lnTo>
                    <a:pt x="360607" y="888602"/>
                  </a:lnTo>
                  <a:lnTo>
                    <a:pt x="358937" y="885928"/>
                  </a:lnTo>
                  <a:lnTo>
                    <a:pt x="351141" y="885705"/>
                  </a:lnTo>
                  <a:lnTo>
                    <a:pt x="342120" y="880134"/>
                  </a:lnTo>
                  <a:lnTo>
                    <a:pt x="340561" y="864983"/>
                  </a:lnTo>
                  <a:lnTo>
                    <a:pt x="331651" y="852617"/>
                  </a:lnTo>
                  <a:lnTo>
                    <a:pt x="319401" y="849387"/>
                  </a:lnTo>
                  <a:lnTo>
                    <a:pt x="307596" y="838916"/>
                  </a:lnTo>
                  <a:lnTo>
                    <a:pt x="295680" y="835352"/>
                  </a:lnTo>
                  <a:lnTo>
                    <a:pt x="290223" y="828001"/>
                  </a:lnTo>
                  <a:lnTo>
                    <a:pt x="285100" y="811294"/>
                  </a:lnTo>
                  <a:lnTo>
                    <a:pt x="272738" y="798264"/>
                  </a:lnTo>
                  <a:lnTo>
                    <a:pt x="264163" y="793809"/>
                  </a:lnTo>
                  <a:lnTo>
                    <a:pt x="261267" y="787684"/>
                  </a:lnTo>
                  <a:lnTo>
                    <a:pt x="252469" y="787016"/>
                  </a:lnTo>
                  <a:lnTo>
                    <a:pt x="237658" y="777884"/>
                  </a:lnTo>
                  <a:lnTo>
                    <a:pt x="231421" y="781893"/>
                  </a:lnTo>
                  <a:lnTo>
                    <a:pt x="210818" y="771424"/>
                  </a:lnTo>
                  <a:lnTo>
                    <a:pt x="201018" y="769754"/>
                  </a:lnTo>
                  <a:lnTo>
                    <a:pt x="182976" y="753940"/>
                  </a:lnTo>
                  <a:lnTo>
                    <a:pt x="170392" y="748148"/>
                  </a:lnTo>
                  <a:lnTo>
                    <a:pt x="163153" y="750264"/>
                  </a:lnTo>
                  <a:lnTo>
                    <a:pt x="160703" y="759174"/>
                  </a:lnTo>
                  <a:lnTo>
                    <a:pt x="156582" y="760733"/>
                  </a:lnTo>
                  <a:lnTo>
                    <a:pt x="142104" y="758506"/>
                  </a:lnTo>
                  <a:lnTo>
                    <a:pt x="135868" y="759953"/>
                  </a:lnTo>
                  <a:lnTo>
                    <a:pt x="118272" y="753383"/>
                  </a:lnTo>
                  <a:lnTo>
                    <a:pt x="100787" y="750933"/>
                  </a:lnTo>
                  <a:lnTo>
                    <a:pt x="96333" y="735897"/>
                  </a:lnTo>
                  <a:lnTo>
                    <a:pt x="85196" y="730551"/>
                  </a:lnTo>
                  <a:lnTo>
                    <a:pt x="81855" y="723535"/>
                  </a:lnTo>
                  <a:lnTo>
                    <a:pt x="73948" y="724203"/>
                  </a:lnTo>
                  <a:lnTo>
                    <a:pt x="44101" y="710614"/>
                  </a:lnTo>
                  <a:lnTo>
                    <a:pt x="21271" y="695911"/>
                  </a:lnTo>
                  <a:lnTo>
                    <a:pt x="0" y="674855"/>
                  </a:lnTo>
                  <a:lnTo>
                    <a:pt x="4232" y="666945"/>
                  </a:lnTo>
                  <a:lnTo>
                    <a:pt x="14366" y="660928"/>
                  </a:lnTo>
                  <a:lnTo>
                    <a:pt x="27730" y="665608"/>
                  </a:lnTo>
                  <a:lnTo>
                    <a:pt x="29401" y="656248"/>
                  </a:lnTo>
                  <a:lnTo>
                    <a:pt x="24500" y="648113"/>
                  </a:lnTo>
                  <a:lnTo>
                    <a:pt x="26839" y="629501"/>
                  </a:lnTo>
                  <a:lnTo>
                    <a:pt x="37642" y="621587"/>
                  </a:lnTo>
                  <a:lnTo>
                    <a:pt x="42208" y="623036"/>
                  </a:lnTo>
                  <a:lnTo>
                    <a:pt x="45103" y="619915"/>
                  </a:lnTo>
                  <a:lnTo>
                    <a:pt x="59358" y="620027"/>
                  </a:lnTo>
                  <a:lnTo>
                    <a:pt x="71163" y="606649"/>
                  </a:lnTo>
                  <a:lnTo>
                    <a:pt x="74950" y="607206"/>
                  </a:lnTo>
                  <a:lnTo>
                    <a:pt x="83859" y="597171"/>
                  </a:lnTo>
                  <a:lnTo>
                    <a:pt x="82412" y="587134"/>
                  </a:lnTo>
                  <a:lnTo>
                    <a:pt x="90764" y="584904"/>
                  </a:lnTo>
                  <a:lnTo>
                    <a:pt x="99451" y="568396"/>
                  </a:lnTo>
                  <a:lnTo>
                    <a:pt x="103237" y="568061"/>
                  </a:lnTo>
                  <a:lnTo>
                    <a:pt x="105242" y="560252"/>
                  </a:lnTo>
                  <a:lnTo>
                    <a:pt x="120610" y="533021"/>
                  </a:lnTo>
                  <a:lnTo>
                    <a:pt x="115042" y="536147"/>
                  </a:lnTo>
                  <a:lnTo>
                    <a:pt x="109028" y="534249"/>
                  </a:lnTo>
                  <a:lnTo>
                    <a:pt x="109919" y="525095"/>
                  </a:lnTo>
                  <a:lnTo>
                    <a:pt x="108137" y="523979"/>
                  </a:lnTo>
                  <a:lnTo>
                    <a:pt x="103126" y="531012"/>
                  </a:lnTo>
                  <a:lnTo>
                    <a:pt x="98894" y="523867"/>
                  </a:lnTo>
                  <a:lnTo>
                    <a:pt x="100007" y="512254"/>
                  </a:lnTo>
                  <a:lnTo>
                    <a:pt x="93103" y="514488"/>
                  </a:lnTo>
                  <a:lnTo>
                    <a:pt x="103460" y="502984"/>
                  </a:lnTo>
                  <a:lnTo>
                    <a:pt x="107581" y="482875"/>
                  </a:lnTo>
                  <a:lnTo>
                    <a:pt x="104351" y="475610"/>
                  </a:lnTo>
                  <a:lnTo>
                    <a:pt x="102235" y="445423"/>
                  </a:lnTo>
                  <a:lnTo>
                    <a:pt x="100453" y="439718"/>
                  </a:lnTo>
                  <a:lnTo>
                    <a:pt x="92212" y="432222"/>
                  </a:lnTo>
                  <a:lnTo>
                    <a:pt x="105242" y="423605"/>
                  </a:lnTo>
                  <a:lnTo>
                    <a:pt x="109919" y="417114"/>
                  </a:lnTo>
                  <a:lnTo>
                    <a:pt x="96221" y="392367"/>
                  </a:lnTo>
                  <a:lnTo>
                    <a:pt x="95998" y="385645"/>
                  </a:lnTo>
                  <a:lnTo>
                    <a:pt x="100676" y="386317"/>
                  </a:lnTo>
                  <a:lnTo>
                    <a:pt x="102458" y="367601"/>
                  </a:lnTo>
                  <a:lnTo>
                    <a:pt x="98114" y="360426"/>
                  </a:lnTo>
                  <a:lnTo>
                    <a:pt x="92769" y="360314"/>
                  </a:lnTo>
                  <a:lnTo>
                    <a:pt x="75618" y="332604"/>
                  </a:lnTo>
                  <a:lnTo>
                    <a:pt x="69604" y="326880"/>
                  </a:lnTo>
                  <a:lnTo>
                    <a:pt x="74059" y="313518"/>
                  </a:lnTo>
                  <a:lnTo>
                    <a:pt x="79293" y="307677"/>
                  </a:lnTo>
                  <a:lnTo>
                    <a:pt x="78180" y="297564"/>
                  </a:lnTo>
                  <a:lnTo>
                    <a:pt x="81632" y="298014"/>
                  </a:lnTo>
                  <a:lnTo>
                    <a:pt x="88982" y="307227"/>
                  </a:lnTo>
                  <a:lnTo>
                    <a:pt x="91989" y="305879"/>
                  </a:lnTo>
                  <a:lnTo>
                    <a:pt x="103571" y="297115"/>
                  </a:lnTo>
                  <a:lnTo>
                    <a:pt x="103905" y="288910"/>
                  </a:lnTo>
                  <a:lnTo>
                    <a:pt x="113149" y="280477"/>
                  </a:lnTo>
                  <a:lnTo>
                    <a:pt x="100119" y="252010"/>
                  </a:lnTo>
                  <a:lnTo>
                    <a:pt x="95664" y="247619"/>
                  </a:lnTo>
                  <a:lnTo>
                    <a:pt x="101010" y="238384"/>
                  </a:lnTo>
                  <a:lnTo>
                    <a:pt x="104017" y="238947"/>
                  </a:lnTo>
                  <a:lnTo>
                    <a:pt x="109139" y="247844"/>
                  </a:lnTo>
                  <a:lnTo>
                    <a:pt x="134531" y="273054"/>
                  </a:lnTo>
                  <a:lnTo>
                    <a:pt x="130745" y="276653"/>
                  </a:lnTo>
                  <a:lnTo>
                    <a:pt x="131747" y="282501"/>
                  </a:lnTo>
                  <a:lnTo>
                    <a:pt x="138541" y="283063"/>
                  </a:lnTo>
                  <a:lnTo>
                    <a:pt x="141213" y="278565"/>
                  </a:lnTo>
                  <a:lnTo>
                    <a:pt x="139431" y="259327"/>
                  </a:lnTo>
                  <a:lnTo>
                    <a:pt x="136536" y="249646"/>
                  </a:lnTo>
                  <a:lnTo>
                    <a:pt x="130188" y="242889"/>
                  </a:lnTo>
                  <a:lnTo>
                    <a:pt x="170057" y="216858"/>
                  </a:lnTo>
                  <a:lnTo>
                    <a:pt x="178856" y="199488"/>
                  </a:lnTo>
                  <a:lnTo>
                    <a:pt x="185538" y="193281"/>
                  </a:lnTo>
                  <a:lnTo>
                    <a:pt x="193111" y="189217"/>
                  </a:lnTo>
                  <a:lnTo>
                    <a:pt x="209481" y="187975"/>
                  </a:lnTo>
                  <a:lnTo>
                    <a:pt x="211709" y="182442"/>
                  </a:lnTo>
                  <a:lnTo>
                    <a:pt x="207032" y="170468"/>
                  </a:lnTo>
                  <a:lnTo>
                    <a:pt x="212377" y="153852"/>
                  </a:lnTo>
                  <a:lnTo>
                    <a:pt x="212155" y="145595"/>
                  </a:lnTo>
                  <a:lnTo>
                    <a:pt x="215718" y="140504"/>
                  </a:lnTo>
                  <a:lnTo>
                    <a:pt x="214493" y="138580"/>
                  </a:lnTo>
                  <a:lnTo>
                    <a:pt x="205250" y="144464"/>
                  </a:lnTo>
                  <a:lnTo>
                    <a:pt x="214827" y="132807"/>
                  </a:lnTo>
                  <a:lnTo>
                    <a:pt x="221509" y="115027"/>
                  </a:lnTo>
                  <a:lnTo>
                    <a:pt x="258706" y="83615"/>
                  </a:lnTo>
                  <a:lnTo>
                    <a:pt x="282873" y="91218"/>
                  </a:lnTo>
                  <a:lnTo>
                    <a:pt x="290445" y="90764"/>
                  </a:lnTo>
                  <a:lnTo>
                    <a:pt x="280422" y="94621"/>
                  </a:lnTo>
                  <a:lnTo>
                    <a:pt x="278975" y="99157"/>
                  </a:lnTo>
                  <a:lnTo>
                    <a:pt x="286102" y="105280"/>
                  </a:lnTo>
                  <a:lnTo>
                    <a:pt x="297350" y="83842"/>
                  </a:lnTo>
                  <a:lnTo>
                    <a:pt x="298575" y="73739"/>
                  </a:lnTo>
                  <a:lnTo>
                    <a:pt x="302028" y="70332"/>
                  </a:lnTo>
                  <a:lnTo>
                    <a:pt x="307262" y="69082"/>
                  </a:lnTo>
                  <a:lnTo>
                    <a:pt x="323522" y="73171"/>
                  </a:lnTo>
                  <a:lnTo>
                    <a:pt x="353368" y="71922"/>
                  </a:lnTo>
                  <a:lnTo>
                    <a:pt x="390008" y="45555"/>
                  </a:lnTo>
                  <a:lnTo>
                    <a:pt x="417627" y="34405"/>
                  </a:lnTo>
                  <a:lnTo>
                    <a:pt x="426314" y="15502"/>
                  </a:lnTo>
                  <a:lnTo>
                    <a:pt x="436559" y="12312"/>
                  </a:lnTo>
                  <a:lnTo>
                    <a:pt x="439678" y="7867"/>
                  </a:lnTo>
                  <a:lnTo>
                    <a:pt x="452374" y="798"/>
                  </a:lnTo>
                  <a:lnTo>
                    <a:pt x="465960" y="0"/>
                  </a:lnTo>
                  <a:lnTo>
                    <a:pt x="480327" y="6157"/>
                  </a:lnTo>
                  <a:lnTo>
                    <a:pt x="486897" y="16983"/>
                  </a:lnTo>
                  <a:lnTo>
                    <a:pt x="488011" y="24501"/>
                  </a:lnTo>
                  <a:lnTo>
                    <a:pt x="478991" y="3258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oPE_MapPart_COL_2_40" descr="Kolumbien">
              <a:extLst>
                <a:ext uri="{FF2B5EF4-FFF2-40B4-BE49-F238E27FC236}">
                  <a16:creationId xmlns:a16="http://schemas.microsoft.com/office/drawing/2014/main" id="{E4DE500D-5F73-AA74-77F1-A10C146788E5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5168923" y="1571674"/>
              <a:ext cx="5904" cy="7805"/>
            </a:xfrm>
            <a:custGeom>
              <a:avLst/>
              <a:gdLst/>
              <a:ahLst/>
              <a:cxnLst/>
              <a:rect l="0" t="0" r="0" b="0"/>
              <a:pathLst>
                <a:path w="5904" h="7805">
                  <a:moveTo>
                    <a:pt x="5903" y="6466"/>
                  </a:moveTo>
                  <a:lnTo>
                    <a:pt x="4232" y="7804"/>
                  </a:lnTo>
                  <a:lnTo>
                    <a:pt x="0" y="2230"/>
                  </a:lnTo>
                  <a:lnTo>
                    <a:pt x="2005" y="0"/>
                  </a:lnTo>
                  <a:lnTo>
                    <a:pt x="5569" y="267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oPE_MapPart_ECU_1_41" descr="Ecuador">
              <a:extLst>
                <a:ext uri="{FF2B5EF4-FFF2-40B4-BE49-F238E27FC236}">
                  <a16:creationId xmlns:a16="http://schemas.microsoft.com/office/drawing/2014/main" id="{82CD4933-7CFC-18C2-FC0D-73735B19499E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4998643" y="1645336"/>
              <a:ext cx="353480" cy="397979"/>
            </a:xfrm>
            <a:custGeom>
              <a:avLst/>
              <a:gdLst/>
              <a:ahLst/>
              <a:cxnLst/>
              <a:rect l="0" t="0" r="0" b="0"/>
              <a:pathLst>
                <a:path w="353480" h="397979">
                  <a:moveTo>
                    <a:pt x="351252" y="96677"/>
                  </a:moveTo>
                  <a:lnTo>
                    <a:pt x="339447" y="99795"/>
                  </a:lnTo>
                  <a:lnTo>
                    <a:pt x="330092" y="97679"/>
                  </a:lnTo>
                  <a:lnTo>
                    <a:pt x="329758" y="99907"/>
                  </a:lnTo>
                  <a:lnTo>
                    <a:pt x="338556" y="105475"/>
                  </a:lnTo>
                  <a:lnTo>
                    <a:pt x="342565" y="115387"/>
                  </a:lnTo>
                  <a:lnTo>
                    <a:pt x="352811" y="126635"/>
                  </a:lnTo>
                  <a:lnTo>
                    <a:pt x="353479" y="149022"/>
                  </a:lnTo>
                  <a:lnTo>
                    <a:pt x="347354" y="149913"/>
                  </a:lnTo>
                  <a:lnTo>
                    <a:pt x="343679" y="147351"/>
                  </a:lnTo>
                  <a:lnTo>
                    <a:pt x="333545" y="184891"/>
                  </a:lnTo>
                  <a:lnTo>
                    <a:pt x="301471" y="222107"/>
                  </a:lnTo>
                  <a:lnTo>
                    <a:pt x="264942" y="248746"/>
                  </a:lnTo>
                  <a:lnTo>
                    <a:pt x="191886" y="274614"/>
                  </a:lnTo>
                  <a:lnTo>
                    <a:pt x="171951" y="297479"/>
                  </a:lnTo>
                  <a:lnTo>
                    <a:pt x="173510" y="304619"/>
                  </a:lnTo>
                  <a:lnTo>
                    <a:pt x="169278" y="306070"/>
                  </a:lnTo>
                  <a:lnTo>
                    <a:pt x="165714" y="300491"/>
                  </a:lnTo>
                  <a:lnTo>
                    <a:pt x="161928" y="300379"/>
                  </a:lnTo>
                  <a:lnTo>
                    <a:pt x="157250" y="323924"/>
                  </a:lnTo>
                  <a:lnTo>
                    <a:pt x="149232" y="336984"/>
                  </a:lnTo>
                  <a:lnTo>
                    <a:pt x="141213" y="357976"/>
                  </a:lnTo>
                  <a:lnTo>
                    <a:pt x="142884" y="366242"/>
                  </a:lnTo>
                  <a:lnTo>
                    <a:pt x="140879" y="372721"/>
                  </a:lnTo>
                  <a:lnTo>
                    <a:pt x="127070" y="382107"/>
                  </a:lnTo>
                  <a:lnTo>
                    <a:pt x="126402" y="391047"/>
                  </a:lnTo>
                  <a:lnTo>
                    <a:pt x="122949" y="391942"/>
                  </a:lnTo>
                  <a:lnTo>
                    <a:pt x="119385" y="397978"/>
                  </a:lnTo>
                  <a:lnTo>
                    <a:pt x="104796" y="397195"/>
                  </a:lnTo>
                  <a:lnTo>
                    <a:pt x="93214" y="385347"/>
                  </a:lnTo>
                  <a:lnTo>
                    <a:pt x="89427" y="371269"/>
                  </a:lnTo>
                  <a:lnTo>
                    <a:pt x="81855" y="366018"/>
                  </a:lnTo>
                  <a:lnTo>
                    <a:pt x="72054" y="367359"/>
                  </a:lnTo>
                  <a:lnTo>
                    <a:pt x="50895" y="356190"/>
                  </a:lnTo>
                  <a:lnTo>
                    <a:pt x="35860" y="366577"/>
                  </a:lnTo>
                  <a:lnTo>
                    <a:pt x="29289" y="362221"/>
                  </a:lnTo>
                  <a:lnTo>
                    <a:pt x="37753" y="350717"/>
                  </a:lnTo>
                  <a:lnTo>
                    <a:pt x="31405" y="350494"/>
                  </a:lnTo>
                  <a:lnTo>
                    <a:pt x="29289" y="348037"/>
                  </a:lnTo>
                  <a:lnTo>
                    <a:pt x="29178" y="338435"/>
                  </a:lnTo>
                  <a:lnTo>
                    <a:pt x="32519" y="336426"/>
                  </a:lnTo>
                  <a:lnTo>
                    <a:pt x="40760" y="338100"/>
                  </a:lnTo>
                  <a:lnTo>
                    <a:pt x="48444" y="330175"/>
                  </a:lnTo>
                  <a:lnTo>
                    <a:pt x="42653" y="302165"/>
                  </a:lnTo>
                  <a:lnTo>
                    <a:pt x="39424" y="299822"/>
                  </a:lnTo>
                  <a:lnTo>
                    <a:pt x="49669" y="295917"/>
                  </a:lnTo>
                  <a:lnTo>
                    <a:pt x="61809" y="285543"/>
                  </a:lnTo>
                  <a:lnTo>
                    <a:pt x="76286" y="249749"/>
                  </a:lnTo>
                  <a:lnTo>
                    <a:pt x="70495" y="235927"/>
                  </a:lnTo>
                  <a:lnTo>
                    <a:pt x="69270" y="218095"/>
                  </a:lnTo>
                  <a:lnTo>
                    <a:pt x="66152" y="222887"/>
                  </a:lnTo>
                  <a:lnTo>
                    <a:pt x="66931" y="240051"/>
                  </a:lnTo>
                  <a:lnTo>
                    <a:pt x="64147" y="247854"/>
                  </a:lnTo>
                  <a:lnTo>
                    <a:pt x="57688" y="248300"/>
                  </a:lnTo>
                  <a:lnTo>
                    <a:pt x="59135" y="235816"/>
                  </a:lnTo>
                  <a:lnTo>
                    <a:pt x="41874" y="257665"/>
                  </a:lnTo>
                  <a:lnTo>
                    <a:pt x="31739" y="252648"/>
                  </a:lnTo>
                  <a:lnTo>
                    <a:pt x="17150" y="238491"/>
                  </a:lnTo>
                  <a:lnTo>
                    <a:pt x="7572" y="235481"/>
                  </a:lnTo>
                  <a:lnTo>
                    <a:pt x="0" y="225562"/>
                  </a:lnTo>
                  <a:lnTo>
                    <a:pt x="11916" y="218652"/>
                  </a:lnTo>
                  <a:lnTo>
                    <a:pt x="12473" y="209849"/>
                  </a:lnTo>
                  <a:lnTo>
                    <a:pt x="7906" y="191130"/>
                  </a:lnTo>
                  <a:lnTo>
                    <a:pt x="9911" y="175756"/>
                  </a:lnTo>
                  <a:lnTo>
                    <a:pt x="3675" y="156819"/>
                  </a:lnTo>
                  <a:lnTo>
                    <a:pt x="7461" y="150470"/>
                  </a:lnTo>
                  <a:lnTo>
                    <a:pt x="25280" y="142562"/>
                  </a:lnTo>
                  <a:lnTo>
                    <a:pt x="31405" y="126301"/>
                  </a:lnTo>
                  <a:lnTo>
                    <a:pt x="42096" y="128529"/>
                  </a:lnTo>
                  <a:lnTo>
                    <a:pt x="35749" y="126190"/>
                  </a:lnTo>
                  <a:lnTo>
                    <a:pt x="29735" y="112937"/>
                  </a:lnTo>
                  <a:lnTo>
                    <a:pt x="51229" y="90440"/>
                  </a:lnTo>
                  <a:lnTo>
                    <a:pt x="56686" y="80529"/>
                  </a:lnTo>
                  <a:lnTo>
                    <a:pt x="58022" y="64714"/>
                  </a:lnTo>
                  <a:lnTo>
                    <a:pt x="54124" y="41549"/>
                  </a:lnTo>
                  <a:lnTo>
                    <a:pt x="75507" y="29520"/>
                  </a:lnTo>
                  <a:lnTo>
                    <a:pt x="83413" y="29965"/>
                  </a:lnTo>
                  <a:lnTo>
                    <a:pt x="92657" y="24507"/>
                  </a:lnTo>
                  <a:lnTo>
                    <a:pt x="127626" y="15485"/>
                  </a:lnTo>
                  <a:lnTo>
                    <a:pt x="132081" y="9915"/>
                  </a:lnTo>
                  <a:lnTo>
                    <a:pt x="130077" y="0"/>
                  </a:lnTo>
                  <a:lnTo>
                    <a:pt x="141102" y="10695"/>
                  </a:lnTo>
                  <a:lnTo>
                    <a:pt x="172062" y="30188"/>
                  </a:lnTo>
                  <a:lnTo>
                    <a:pt x="193779" y="38987"/>
                  </a:lnTo>
                  <a:lnTo>
                    <a:pt x="201686" y="38319"/>
                  </a:lnTo>
                  <a:lnTo>
                    <a:pt x="205027" y="45335"/>
                  </a:lnTo>
                  <a:lnTo>
                    <a:pt x="216164" y="50681"/>
                  </a:lnTo>
                  <a:lnTo>
                    <a:pt x="220618" y="65717"/>
                  </a:lnTo>
                  <a:lnTo>
                    <a:pt x="238103" y="68167"/>
                  </a:lnTo>
                  <a:lnTo>
                    <a:pt x="255699" y="74737"/>
                  </a:lnTo>
                  <a:lnTo>
                    <a:pt x="261935" y="73290"/>
                  </a:lnTo>
                  <a:lnTo>
                    <a:pt x="276413" y="75517"/>
                  </a:lnTo>
                  <a:lnTo>
                    <a:pt x="280534" y="73958"/>
                  </a:lnTo>
                  <a:lnTo>
                    <a:pt x="281425" y="66719"/>
                  </a:lnTo>
                  <a:lnTo>
                    <a:pt x="287773" y="62375"/>
                  </a:lnTo>
                  <a:lnTo>
                    <a:pt x="302807" y="68724"/>
                  </a:lnTo>
                  <a:lnTo>
                    <a:pt x="320849" y="84538"/>
                  </a:lnTo>
                  <a:lnTo>
                    <a:pt x="330649" y="86208"/>
                  </a:lnTo>
                  <a:lnTo>
                    <a:pt x="340226" y="924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oPE_MapPart_ECU_2_42" descr="Ecuador">
              <a:extLst>
                <a:ext uri="{FF2B5EF4-FFF2-40B4-BE49-F238E27FC236}">
                  <a16:creationId xmlns:a16="http://schemas.microsoft.com/office/drawing/2014/main" id="{7536B3F3-A16C-292B-A5DC-B3DE1B22D6D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5041296" y="1900883"/>
              <a:ext cx="22497" cy="20963"/>
            </a:xfrm>
            <a:custGeom>
              <a:avLst/>
              <a:gdLst/>
              <a:ahLst/>
              <a:cxnLst/>
              <a:rect l="0" t="0" r="0" b="0"/>
              <a:pathLst>
                <a:path w="22497" h="20963">
                  <a:moveTo>
                    <a:pt x="8687" y="18621"/>
                  </a:moveTo>
                  <a:lnTo>
                    <a:pt x="7573" y="20962"/>
                  </a:lnTo>
                  <a:lnTo>
                    <a:pt x="0" y="19959"/>
                  </a:lnTo>
                  <a:lnTo>
                    <a:pt x="1448" y="8585"/>
                  </a:lnTo>
                  <a:lnTo>
                    <a:pt x="7907" y="1449"/>
                  </a:lnTo>
                  <a:lnTo>
                    <a:pt x="17039" y="0"/>
                  </a:lnTo>
                  <a:lnTo>
                    <a:pt x="22496" y="3233"/>
                  </a:lnTo>
                  <a:lnTo>
                    <a:pt x="11137" y="107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oPE_MapPart_ECU_3_43" descr="Ecuador">
              <a:extLst>
                <a:ext uri="{FF2B5EF4-FFF2-40B4-BE49-F238E27FC236}">
                  <a16:creationId xmlns:a16="http://schemas.microsoft.com/office/drawing/2014/main" id="{F972B722-EF3A-4EB8-6A35-0FA02071307A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5120590" y="1651352"/>
              <a:ext cx="5680" cy="7019"/>
            </a:xfrm>
            <a:custGeom>
              <a:avLst/>
              <a:gdLst/>
              <a:ahLst/>
              <a:cxnLst/>
              <a:rect l="0" t="0" r="0" b="0"/>
              <a:pathLst>
                <a:path w="5680" h="7019">
                  <a:moveTo>
                    <a:pt x="5123" y="6572"/>
                  </a:moveTo>
                  <a:lnTo>
                    <a:pt x="1559" y="7018"/>
                  </a:lnTo>
                  <a:lnTo>
                    <a:pt x="0" y="4122"/>
                  </a:lnTo>
                  <a:lnTo>
                    <a:pt x="567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oPE_MapPart_ECU_4_44" descr="Ecuador">
              <a:extLst>
                <a:ext uri="{FF2B5EF4-FFF2-40B4-BE49-F238E27FC236}">
                  <a16:creationId xmlns:a16="http://schemas.microsoft.com/office/drawing/2014/main" id="{33FD9A99-83CE-772B-FFB8-9E7DBACEA2FD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4405946" y="1765400"/>
              <a:ext cx="22051" cy="17821"/>
            </a:xfrm>
            <a:custGeom>
              <a:avLst/>
              <a:gdLst/>
              <a:ahLst/>
              <a:cxnLst/>
              <a:rect l="0" t="0" r="0" b="0"/>
              <a:pathLst>
                <a:path w="22051" h="17821">
                  <a:moveTo>
                    <a:pt x="12807" y="17820"/>
                  </a:moveTo>
                  <a:lnTo>
                    <a:pt x="0" y="11917"/>
                  </a:lnTo>
                  <a:lnTo>
                    <a:pt x="668" y="6014"/>
                  </a:lnTo>
                  <a:lnTo>
                    <a:pt x="4455" y="2005"/>
                  </a:lnTo>
                  <a:lnTo>
                    <a:pt x="16816" y="0"/>
                  </a:lnTo>
                  <a:lnTo>
                    <a:pt x="22050" y="3787"/>
                  </a:lnTo>
                  <a:lnTo>
                    <a:pt x="21605" y="10804"/>
                  </a:lnTo>
                  <a:lnTo>
                    <a:pt x="14032" y="169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oPE_MapPart_ECU_5_45" descr="Ecuador">
              <a:extLst>
                <a:ext uri="{FF2B5EF4-FFF2-40B4-BE49-F238E27FC236}">
                  <a16:creationId xmlns:a16="http://schemas.microsoft.com/office/drawing/2014/main" id="{53EF56E9-A114-BF9D-25B5-E76B01E8BDF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4463634" y="1777540"/>
              <a:ext cx="21606" cy="16819"/>
            </a:xfrm>
            <a:custGeom>
              <a:avLst/>
              <a:gdLst/>
              <a:ahLst/>
              <a:cxnLst/>
              <a:rect l="0" t="0" r="0" b="0"/>
              <a:pathLst>
                <a:path w="21606" h="16819">
                  <a:moveTo>
                    <a:pt x="11805" y="14256"/>
                  </a:moveTo>
                  <a:lnTo>
                    <a:pt x="4455" y="16818"/>
                  </a:lnTo>
                  <a:lnTo>
                    <a:pt x="0" y="12920"/>
                  </a:lnTo>
                  <a:lnTo>
                    <a:pt x="11471" y="2562"/>
                  </a:lnTo>
                  <a:lnTo>
                    <a:pt x="18042" y="0"/>
                  </a:lnTo>
                  <a:lnTo>
                    <a:pt x="21605" y="3007"/>
                  </a:lnTo>
                  <a:lnTo>
                    <a:pt x="15480" y="902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oPE_MapPart_ECU_6_46" descr="Ecuador">
              <a:extLst>
                <a:ext uri="{FF2B5EF4-FFF2-40B4-BE49-F238E27FC236}">
                  <a16:creationId xmlns:a16="http://schemas.microsoft.com/office/drawing/2014/main" id="{2335FC96-78F4-0F17-98A5-15D74D0A88AE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4337566" y="1751256"/>
              <a:ext cx="15370" cy="12698"/>
            </a:xfrm>
            <a:custGeom>
              <a:avLst/>
              <a:gdLst/>
              <a:ahLst/>
              <a:cxnLst/>
              <a:rect l="0" t="0" r="0" b="0"/>
              <a:pathLst>
                <a:path w="15370" h="12698">
                  <a:moveTo>
                    <a:pt x="13698" y="12697"/>
                  </a:moveTo>
                  <a:lnTo>
                    <a:pt x="2228" y="11694"/>
                  </a:lnTo>
                  <a:lnTo>
                    <a:pt x="0" y="1782"/>
                  </a:lnTo>
                  <a:lnTo>
                    <a:pt x="11582" y="0"/>
                  </a:lnTo>
                  <a:lnTo>
                    <a:pt x="15369" y="4121"/>
                  </a:lnTo>
                  <a:lnTo>
                    <a:pt x="15257" y="102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oPE_MapPart_ECU_7_47" descr="Ecuador">
              <a:extLst>
                <a:ext uri="{FF2B5EF4-FFF2-40B4-BE49-F238E27FC236}">
                  <a16:creationId xmlns:a16="http://schemas.microsoft.com/office/drawing/2014/main" id="{1EF77DA9-BCC9-9F69-A338-B7780D34D2D4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4407282" y="1810955"/>
              <a:ext cx="8688" cy="7353"/>
            </a:xfrm>
            <a:custGeom>
              <a:avLst/>
              <a:gdLst/>
              <a:ahLst/>
              <a:cxnLst/>
              <a:rect l="0" t="0" r="0" b="0"/>
              <a:pathLst>
                <a:path w="8688" h="7353">
                  <a:moveTo>
                    <a:pt x="5903" y="7352"/>
                  </a:moveTo>
                  <a:lnTo>
                    <a:pt x="0" y="4901"/>
                  </a:lnTo>
                  <a:lnTo>
                    <a:pt x="2673" y="0"/>
                  </a:lnTo>
                  <a:lnTo>
                    <a:pt x="8687" y="44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oPE_MapPart_ECU_8_48" descr="Ecuador">
              <a:extLst>
                <a:ext uri="{FF2B5EF4-FFF2-40B4-BE49-F238E27FC236}">
                  <a16:creationId xmlns:a16="http://schemas.microsoft.com/office/drawing/2014/main" id="{9E5B3E6C-BE50-F694-FE69-FD58DC77E1B7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4340685" y="1727646"/>
              <a:ext cx="49336" cy="70834"/>
            </a:xfrm>
            <a:custGeom>
              <a:avLst/>
              <a:gdLst/>
              <a:ahLst/>
              <a:cxnLst/>
              <a:rect l="0" t="0" r="0" b="0"/>
              <a:pathLst>
                <a:path w="49336" h="70834">
                  <a:moveTo>
                    <a:pt x="20046" y="6237"/>
                  </a:moveTo>
                  <a:lnTo>
                    <a:pt x="23944" y="10246"/>
                  </a:lnTo>
                  <a:lnTo>
                    <a:pt x="26059" y="21606"/>
                  </a:lnTo>
                  <a:lnTo>
                    <a:pt x="38421" y="33634"/>
                  </a:lnTo>
                  <a:lnTo>
                    <a:pt x="39424" y="44659"/>
                  </a:lnTo>
                  <a:lnTo>
                    <a:pt x="49335" y="54349"/>
                  </a:lnTo>
                  <a:lnTo>
                    <a:pt x="42764" y="66044"/>
                  </a:lnTo>
                  <a:lnTo>
                    <a:pt x="28844" y="70833"/>
                  </a:lnTo>
                  <a:lnTo>
                    <a:pt x="13921" y="70722"/>
                  </a:lnTo>
                  <a:lnTo>
                    <a:pt x="7016" y="65041"/>
                  </a:lnTo>
                  <a:lnTo>
                    <a:pt x="8575" y="57245"/>
                  </a:lnTo>
                  <a:lnTo>
                    <a:pt x="27953" y="46330"/>
                  </a:lnTo>
                  <a:lnTo>
                    <a:pt x="29401" y="42432"/>
                  </a:lnTo>
                  <a:lnTo>
                    <a:pt x="21493" y="30961"/>
                  </a:lnTo>
                  <a:lnTo>
                    <a:pt x="14032" y="25615"/>
                  </a:lnTo>
                  <a:lnTo>
                    <a:pt x="10357" y="9244"/>
                  </a:lnTo>
                  <a:lnTo>
                    <a:pt x="2895" y="10692"/>
                  </a:lnTo>
                  <a:lnTo>
                    <a:pt x="0" y="7685"/>
                  </a:lnTo>
                  <a:lnTo>
                    <a:pt x="6570" y="1337"/>
                  </a:lnTo>
                  <a:lnTo>
                    <a:pt x="14589" y="0"/>
                  </a:lnTo>
                  <a:lnTo>
                    <a:pt x="18041" y="211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oPE_MapPart_ECU_9_49" descr="Ecuador">
              <a:extLst>
                <a:ext uri="{FF2B5EF4-FFF2-40B4-BE49-F238E27FC236}">
                  <a16:creationId xmlns:a16="http://schemas.microsoft.com/office/drawing/2014/main" id="{FC19E3DB-2E1F-730E-E187-114C9C41B93B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4385788" y="1745354"/>
              <a:ext cx="19491" cy="12585"/>
            </a:xfrm>
            <a:custGeom>
              <a:avLst/>
              <a:gdLst/>
              <a:ahLst/>
              <a:cxnLst/>
              <a:rect l="0" t="0" r="0" b="0"/>
              <a:pathLst>
                <a:path w="19491" h="12585">
                  <a:moveTo>
                    <a:pt x="18153" y="10803"/>
                  </a:moveTo>
                  <a:lnTo>
                    <a:pt x="15258" y="12584"/>
                  </a:lnTo>
                  <a:lnTo>
                    <a:pt x="3675" y="10468"/>
                  </a:lnTo>
                  <a:lnTo>
                    <a:pt x="0" y="6905"/>
                  </a:lnTo>
                  <a:lnTo>
                    <a:pt x="5346" y="0"/>
                  </a:lnTo>
                  <a:lnTo>
                    <a:pt x="19490" y="7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oPE_MapPart_FLK_1_50" descr="Falklandinseln">
              <a:extLst>
                <a:ext uri="{FF2B5EF4-FFF2-40B4-BE49-F238E27FC236}">
                  <a16:creationId xmlns:a16="http://schemas.microsoft.com/office/drawing/2014/main" id="{982027E8-4915-B02D-93FF-817F65688F2F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6317343" y="5442081"/>
              <a:ext cx="114820" cy="103892"/>
            </a:xfrm>
            <a:custGeom>
              <a:avLst/>
              <a:gdLst/>
              <a:ahLst/>
              <a:cxnLst/>
              <a:rect l="0" t="0" r="0" b="0"/>
              <a:pathLst>
                <a:path w="114820" h="103892">
                  <a:moveTo>
                    <a:pt x="49335" y="0"/>
                  </a:moveTo>
                  <a:lnTo>
                    <a:pt x="58802" y="5878"/>
                  </a:lnTo>
                  <a:lnTo>
                    <a:pt x="75618" y="5344"/>
                  </a:lnTo>
                  <a:lnTo>
                    <a:pt x="78514" y="10336"/>
                  </a:lnTo>
                  <a:lnTo>
                    <a:pt x="76843" y="14798"/>
                  </a:lnTo>
                  <a:lnTo>
                    <a:pt x="69827" y="15334"/>
                  </a:lnTo>
                  <a:lnTo>
                    <a:pt x="70495" y="21232"/>
                  </a:lnTo>
                  <a:lnTo>
                    <a:pt x="85196" y="30362"/>
                  </a:lnTo>
                  <a:lnTo>
                    <a:pt x="87423" y="30720"/>
                  </a:lnTo>
                  <a:lnTo>
                    <a:pt x="84082" y="18729"/>
                  </a:lnTo>
                  <a:lnTo>
                    <a:pt x="85975" y="14620"/>
                  </a:lnTo>
                  <a:lnTo>
                    <a:pt x="103460" y="11407"/>
                  </a:lnTo>
                  <a:lnTo>
                    <a:pt x="113817" y="24631"/>
                  </a:lnTo>
                  <a:lnTo>
                    <a:pt x="104462" y="31079"/>
                  </a:lnTo>
                  <a:lnTo>
                    <a:pt x="114819" y="36458"/>
                  </a:lnTo>
                  <a:lnTo>
                    <a:pt x="112035" y="43642"/>
                  </a:lnTo>
                  <a:lnTo>
                    <a:pt x="59693" y="66343"/>
                  </a:lnTo>
                  <a:lnTo>
                    <a:pt x="62588" y="75203"/>
                  </a:lnTo>
                  <a:lnTo>
                    <a:pt x="61586" y="82811"/>
                  </a:lnTo>
                  <a:lnTo>
                    <a:pt x="27953" y="74661"/>
                  </a:lnTo>
                  <a:lnTo>
                    <a:pt x="35860" y="90250"/>
                  </a:lnTo>
                  <a:lnTo>
                    <a:pt x="18932" y="92611"/>
                  </a:lnTo>
                  <a:lnTo>
                    <a:pt x="15591" y="103891"/>
                  </a:lnTo>
                  <a:lnTo>
                    <a:pt x="0" y="86438"/>
                  </a:lnTo>
                  <a:lnTo>
                    <a:pt x="0" y="80636"/>
                  </a:lnTo>
                  <a:lnTo>
                    <a:pt x="6904" y="69958"/>
                  </a:lnTo>
                  <a:lnTo>
                    <a:pt x="4789" y="65260"/>
                  </a:lnTo>
                  <a:lnTo>
                    <a:pt x="23944" y="46518"/>
                  </a:lnTo>
                  <a:lnTo>
                    <a:pt x="36417" y="41306"/>
                  </a:lnTo>
                  <a:lnTo>
                    <a:pt x="34189" y="21947"/>
                  </a:lnTo>
                  <a:lnTo>
                    <a:pt x="47108" y="8730"/>
                  </a:lnTo>
                  <a:lnTo>
                    <a:pt x="45215" y="17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oPE_MapPart_FLK_2_51" descr="Falklandinseln">
              <a:extLst>
                <a:ext uri="{FF2B5EF4-FFF2-40B4-BE49-F238E27FC236}">
                  <a16:creationId xmlns:a16="http://schemas.microsoft.com/office/drawing/2014/main" id="{78C16BCB-4B9C-B881-9CDD-BCC45ECA20C3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6236156" y="5450811"/>
              <a:ext cx="104686" cy="83701"/>
            </a:xfrm>
            <a:custGeom>
              <a:avLst/>
              <a:gdLst/>
              <a:ahLst/>
              <a:cxnLst/>
              <a:rect l="0" t="0" r="0" b="0"/>
              <a:pathLst>
                <a:path w="104686" h="83701">
                  <a:moveTo>
                    <a:pt x="41762" y="10356"/>
                  </a:moveTo>
                  <a:lnTo>
                    <a:pt x="50672" y="12323"/>
                  </a:lnTo>
                  <a:lnTo>
                    <a:pt x="64593" y="3034"/>
                  </a:lnTo>
                  <a:lnTo>
                    <a:pt x="77289" y="8033"/>
                  </a:lnTo>
                  <a:lnTo>
                    <a:pt x="92546" y="5175"/>
                  </a:lnTo>
                  <a:lnTo>
                    <a:pt x="97335" y="179"/>
                  </a:lnTo>
                  <a:lnTo>
                    <a:pt x="104685" y="6961"/>
                  </a:lnTo>
                  <a:lnTo>
                    <a:pt x="103126" y="11966"/>
                  </a:lnTo>
                  <a:lnTo>
                    <a:pt x="64259" y="61047"/>
                  </a:lnTo>
                  <a:lnTo>
                    <a:pt x="44213" y="62674"/>
                  </a:lnTo>
                  <a:lnTo>
                    <a:pt x="37531" y="78253"/>
                  </a:lnTo>
                  <a:lnTo>
                    <a:pt x="27953" y="83700"/>
                  </a:lnTo>
                  <a:lnTo>
                    <a:pt x="9132" y="78979"/>
                  </a:lnTo>
                  <a:lnTo>
                    <a:pt x="0" y="69913"/>
                  </a:lnTo>
                  <a:lnTo>
                    <a:pt x="12250" y="58698"/>
                  </a:lnTo>
                  <a:lnTo>
                    <a:pt x="22830" y="59239"/>
                  </a:lnTo>
                  <a:lnTo>
                    <a:pt x="44658" y="41206"/>
                  </a:lnTo>
                  <a:lnTo>
                    <a:pt x="42320" y="35631"/>
                  </a:lnTo>
                  <a:lnTo>
                    <a:pt x="28510" y="39767"/>
                  </a:lnTo>
                  <a:lnTo>
                    <a:pt x="23387" y="35271"/>
                  </a:lnTo>
                  <a:lnTo>
                    <a:pt x="44213" y="27908"/>
                  </a:lnTo>
                  <a:lnTo>
                    <a:pt x="28176" y="12680"/>
                  </a:lnTo>
                  <a:lnTo>
                    <a:pt x="24278" y="0"/>
                  </a:lnTo>
                  <a:lnTo>
                    <a:pt x="31851" y="410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oPE_MapPart_FLK_3_52" descr="Falklandinseln">
              <a:extLst>
                <a:ext uri="{FF2B5EF4-FFF2-40B4-BE49-F238E27FC236}">
                  <a16:creationId xmlns:a16="http://schemas.microsoft.com/office/drawing/2014/main" id="{FBF63132-6BCE-FF51-99A0-2B2D4CA891CC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6224796" y="5493457"/>
              <a:ext cx="16595" cy="16053"/>
            </a:xfrm>
            <a:custGeom>
              <a:avLst/>
              <a:gdLst/>
              <a:ahLst/>
              <a:cxnLst/>
              <a:rect l="0" t="0" r="0" b="0"/>
              <a:pathLst>
                <a:path w="16595" h="16053">
                  <a:moveTo>
                    <a:pt x="7796" y="0"/>
                  </a:moveTo>
                  <a:lnTo>
                    <a:pt x="16594" y="901"/>
                  </a:lnTo>
                  <a:lnTo>
                    <a:pt x="12140" y="16052"/>
                  </a:lnTo>
                  <a:lnTo>
                    <a:pt x="6905" y="15690"/>
                  </a:lnTo>
                  <a:lnTo>
                    <a:pt x="0" y="5404"/>
                  </a:lnTo>
                  <a:lnTo>
                    <a:pt x="5680" y="28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oPE_MapPart_FLK_4_53" descr="Falklandinseln">
              <a:extLst>
                <a:ext uri="{FF2B5EF4-FFF2-40B4-BE49-F238E27FC236}">
                  <a16:creationId xmlns:a16="http://schemas.microsoft.com/office/drawing/2014/main" id="{63193009-94A6-2AA7-D92F-86FC243496A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6385833" y="5515113"/>
              <a:ext cx="6684" cy="9780"/>
            </a:xfrm>
            <a:custGeom>
              <a:avLst/>
              <a:gdLst/>
              <a:ahLst/>
              <a:cxnLst/>
              <a:rect l="0" t="0" r="0" b="0"/>
              <a:pathLst>
                <a:path w="6684" h="9780">
                  <a:moveTo>
                    <a:pt x="6348" y="905"/>
                  </a:moveTo>
                  <a:lnTo>
                    <a:pt x="6683" y="9779"/>
                  </a:lnTo>
                  <a:lnTo>
                    <a:pt x="1783" y="6879"/>
                  </a:lnTo>
                  <a:lnTo>
                    <a:pt x="0" y="2715"/>
                  </a:lnTo>
                  <a:lnTo>
                    <a:pt x="501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oPE_MapPart_FLK_5_54" descr="Falklandinseln">
              <a:extLst>
                <a:ext uri="{FF2B5EF4-FFF2-40B4-BE49-F238E27FC236}">
                  <a16:creationId xmlns:a16="http://schemas.microsoft.com/office/drawing/2014/main" id="{22C0C44A-5EDB-73AB-2E2D-4C2B5D669B34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6278587" y="5442438"/>
              <a:ext cx="12697" cy="12122"/>
            </a:xfrm>
            <a:custGeom>
              <a:avLst/>
              <a:gdLst/>
              <a:ahLst/>
              <a:cxnLst/>
              <a:rect l="0" t="0" r="0" b="0"/>
              <a:pathLst>
                <a:path w="12697" h="12122">
                  <a:moveTo>
                    <a:pt x="10134" y="12121"/>
                  </a:moveTo>
                  <a:lnTo>
                    <a:pt x="1559" y="12121"/>
                  </a:lnTo>
                  <a:lnTo>
                    <a:pt x="0" y="711"/>
                  </a:lnTo>
                  <a:lnTo>
                    <a:pt x="6348" y="0"/>
                  </a:lnTo>
                  <a:lnTo>
                    <a:pt x="12696" y="3383"/>
                  </a:lnTo>
                  <a:lnTo>
                    <a:pt x="12250" y="69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oPE_MapPart_FLK_6_55" descr="Falklandinseln">
              <a:extLst>
                <a:ext uri="{FF2B5EF4-FFF2-40B4-BE49-F238E27FC236}">
                  <a16:creationId xmlns:a16="http://schemas.microsoft.com/office/drawing/2014/main" id="{2817B053-4B59-CDE7-E497-B936A851790E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6308322" y="5528338"/>
              <a:ext cx="7017" cy="10900"/>
            </a:xfrm>
            <a:custGeom>
              <a:avLst/>
              <a:gdLst/>
              <a:ahLst/>
              <a:cxnLst/>
              <a:rect l="0" t="0" r="0" b="0"/>
              <a:pathLst>
                <a:path w="7017" h="10900">
                  <a:moveTo>
                    <a:pt x="6905" y="9990"/>
                  </a:moveTo>
                  <a:lnTo>
                    <a:pt x="1893" y="10899"/>
                  </a:lnTo>
                  <a:lnTo>
                    <a:pt x="0" y="0"/>
                  </a:lnTo>
                  <a:lnTo>
                    <a:pt x="7016" y="47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oPE_MapPart_GUY_1_56" descr="Guyana">
              <a:extLst>
                <a:ext uri="{FF2B5EF4-FFF2-40B4-BE49-F238E27FC236}">
                  <a16:creationId xmlns:a16="http://schemas.microsoft.com/office/drawing/2014/main" id="{7C58EBD6-FD3C-2B41-C8A8-D0534E8ED66C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6209539" y="1204473"/>
              <a:ext cx="303700" cy="456460"/>
            </a:xfrm>
            <a:custGeom>
              <a:avLst/>
              <a:gdLst/>
              <a:ahLst/>
              <a:cxnLst/>
              <a:rect l="0" t="0" r="0" b="0"/>
              <a:pathLst>
                <a:path w="303700" h="456460">
                  <a:moveTo>
                    <a:pt x="40092" y="208675"/>
                  </a:moveTo>
                  <a:lnTo>
                    <a:pt x="0" y="162909"/>
                  </a:lnTo>
                  <a:lnTo>
                    <a:pt x="16260" y="145773"/>
                  </a:lnTo>
                  <a:lnTo>
                    <a:pt x="11582" y="122464"/>
                  </a:lnTo>
                  <a:lnTo>
                    <a:pt x="15146" y="115849"/>
                  </a:lnTo>
                  <a:lnTo>
                    <a:pt x="28065" y="113494"/>
                  </a:lnTo>
                  <a:lnTo>
                    <a:pt x="31962" y="110017"/>
                  </a:lnTo>
                  <a:lnTo>
                    <a:pt x="41652" y="111251"/>
                  </a:lnTo>
                  <a:lnTo>
                    <a:pt x="64259" y="96668"/>
                  </a:lnTo>
                  <a:lnTo>
                    <a:pt x="64704" y="87466"/>
                  </a:lnTo>
                  <a:lnTo>
                    <a:pt x="50004" y="87017"/>
                  </a:lnTo>
                  <a:lnTo>
                    <a:pt x="46886" y="83649"/>
                  </a:lnTo>
                  <a:lnTo>
                    <a:pt x="48557" y="76801"/>
                  </a:lnTo>
                  <a:lnTo>
                    <a:pt x="41540" y="63324"/>
                  </a:lnTo>
                  <a:lnTo>
                    <a:pt x="54236" y="46018"/>
                  </a:lnTo>
                  <a:lnTo>
                    <a:pt x="62477" y="45119"/>
                  </a:lnTo>
                  <a:lnTo>
                    <a:pt x="75062" y="34775"/>
                  </a:lnTo>
                  <a:lnTo>
                    <a:pt x="84082" y="31063"/>
                  </a:lnTo>
                  <a:lnTo>
                    <a:pt x="88203" y="22401"/>
                  </a:lnTo>
                  <a:lnTo>
                    <a:pt x="95442" y="18800"/>
                  </a:lnTo>
                  <a:lnTo>
                    <a:pt x="96444" y="15312"/>
                  </a:lnTo>
                  <a:lnTo>
                    <a:pt x="84974" y="0"/>
                  </a:lnTo>
                  <a:lnTo>
                    <a:pt x="96110" y="11034"/>
                  </a:lnTo>
                  <a:lnTo>
                    <a:pt x="101122" y="13173"/>
                  </a:lnTo>
                  <a:lnTo>
                    <a:pt x="102124" y="10584"/>
                  </a:lnTo>
                  <a:lnTo>
                    <a:pt x="106690" y="11710"/>
                  </a:lnTo>
                  <a:lnTo>
                    <a:pt x="135534" y="29713"/>
                  </a:lnTo>
                  <a:lnTo>
                    <a:pt x="159589" y="50851"/>
                  </a:lnTo>
                  <a:lnTo>
                    <a:pt x="178188" y="71972"/>
                  </a:lnTo>
                  <a:lnTo>
                    <a:pt x="180304" y="76464"/>
                  </a:lnTo>
                  <a:lnTo>
                    <a:pt x="180081" y="94424"/>
                  </a:lnTo>
                  <a:lnTo>
                    <a:pt x="173733" y="106540"/>
                  </a:lnTo>
                  <a:lnTo>
                    <a:pt x="171840" y="127732"/>
                  </a:lnTo>
                  <a:lnTo>
                    <a:pt x="168165" y="134793"/>
                  </a:lnTo>
                  <a:lnTo>
                    <a:pt x="173065" y="130983"/>
                  </a:lnTo>
                  <a:lnTo>
                    <a:pt x="174512" y="119997"/>
                  </a:lnTo>
                  <a:lnTo>
                    <a:pt x="184090" y="106092"/>
                  </a:lnTo>
                  <a:lnTo>
                    <a:pt x="191329" y="104297"/>
                  </a:lnTo>
                  <a:lnTo>
                    <a:pt x="210819" y="110129"/>
                  </a:lnTo>
                  <a:lnTo>
                    <a:pt x="234094" y="130983"/>
                  </a:lnTo>
                  <a:lnTo>
                    <a:pt x="238215" y="138379"/>
                  </a:lnTo>
                  <a:lnTo>
                    <a:pt x="250354" y="142076"/>
                  </a:lnTo>
                  <a:lnTo>
                    <a:pt x="257593" y="148014"/>
                  </a:lnTo>
                  <a:lnTo>
                    <a:pt x="261268" y="166268"/>
                  </a:lnTo>
                  <a:lnTo>
                    <a:pt x="259597" y="187198"/>
                  </a:lnTo>
                  <a:lnTo>
                    <a:pt x="251913" y="200398"/>
                  </a:lnTo>
                  <a:lnTo>
                    <a:pt x="258706" y="209122"/>
                  </a:lnTo>
                  <a:lnTo>
                    <a:pt x="252470" y="214601"/>
                  </a:lnTo>
                  <a:lnTo>
                    <a:pt x="251133" y="219968"/>
                  </a:lnTo>
                  <a:lnTo>
                    <a:pt x="227635" y="221756"/>
                  </a:lnTo>
                  <a:lnTo>
                    <a:pt x="217166" y="228687"/>
                  </a:lnTo>
                  <a:lnTo>
                    <a:pt x="214939" y="232375"/>
                  </a:lnTo>
                  <a:lnTo>
                    <a:pt x="219282" y="241874"/>
                  </a:lnTo>
                  <a:lnTo>
                    <a:pt x="206475" y="276946"/>
                  </a:lnTo>
                  <a:lnTo>
                    <a:pt x="207811" y="283198"/>
                  </a:lnTo>
                  <a:lnTo>
                    <a:pt x="215496" y="292129"/>
                  </a:lnTo>
                  <a:lnTo>
                    <a:pt x="220173" y="303401"/>
                  </a:lnTo>
                  <a:lnTo>
                    <a:pt x="231533" y="313221"/>
                  </a:lnTo>
                  <a:lnTo>
                    <a:pt x="231644" y="320808"/>
                  </a:lnTo>
                  <a:lnTo>
                    <a:pt x="237658" y="323373"/>
                  </a:lnTo>
                  <a:lnTo>
                    <a:pt x="252915" y="321923"/>
                  </a:lnTo>
                  <a:lnTo>
                    <a:pt x="259486" y="354379"/>
                  </a:lnTo>
                  <a:lnTo>
                    <a:pt x="265166" y="359620"/>
                  </a:lnTo>
                  <a:lnTo>
                    <a:pt x="275857" y="382696"/>
                  </a:lnTo>
                  <a:lnTo>
                    <a:pt x="290001" y="404986"/>
                  </a:lnTo>
                  <a:lnTo>
                    <a:pt x="303699" y="410781"/>
                  </a:lnTo>
                  <a:lnTo>
                    <a:pt x="281759" y="414569"/>
                  </a:lnTo>
                  <a:lnTo>
                    <a:pt x="271068" y="412118"/>
                  </a:lnTo>
                  <a:lnTo>
                    <a:pt x="264274" y="406324"/>
                  </a:lnTo>
                  <a:lnTo>
                    <a:pt x="252024" y="409444"/>
                  </a:lnTo>
                  <a:lnTo>
                    <a:pt x="246122" y="412787"/>
                  </a:lnTo>
                  <a:lnTo>
                    <a:pt x="237881" y="424152"/>
                  </a:lnTo>
                  <a:lnTo>
                    <a:pt x="210819" y="428943"/>
                  </a:lnTo>
                  <a:lnTo>
                    <a:pt x="207700" y="436853"/>
                  </a:lnTo>
                  <a:lnTo>
                    <a:pt x="188768" y="432731"/>
                  </a:lnTo>
                  <a:lnTo>
                    <a:pt x="185315" y="439304"/>
                  </a:lnTo>
                  <a:lnTo>
                    <a:pt x="178522" y="441977"/>
                  </a:lnTo>
                  <a:lnTo>
                    <a:pt x="178077" y="451446"/>
                  </a:lnTo>
                  <a:lnTo>
                    <a:pt x="167385" y="451669"/>
                  </a:lnTo>
                  <a:lnTo>
                    <a:pt x="161037" y="456236"/>
                  </a:lnTo>
                  <a:lnTo>
                    <a:pt x="156471" y="456459"/>
                  </a:lnTo>
                  <a:lnTo>
                    <a:pt x="149901" y="450221"/>
                  </a:lnTo>
                  <a:lnTo>
                    <a:pt x="133641" y="445876"/>
                  </a:lnTo>
                  <a:lnTo>
                    <a:pt x="114820" y="425823"/>
                  </a:lnTo>
                  <a:lnTo>
                    <a:pt x="106690" y="422926"/>
                  </a:lnTo>
                  <a:lnTo>
                    <a:pt x="106579" y="416909"/>
                  </a:lnTo>
                  <a:lnTo>
                    <a:pt x="101122" y="413344"/>
                  </a:lnTo>
                  <a:lnTo>
                    <a:pt x="101233" y="390275"/>
                  </a:lnTo>
                  <a:lnTo>
                    <a:pt x="92880" y="384702"/>
                  </a:lnTo>
                  <a:lnTo>
                    <a:pt x="86310" y="359843"/>
                  </a:lnTo>
                  <a:lnTo>
                    <a:pt x="89428" y="339882"/>
                  </a:lnTo>
                  <a:lnTo>
                    <a:pt x="96444" y="323597"/>
                  </a:lnTo>
                  <a:lnTo>
                    <a:pt x="95108" y="308869"/>
                  </a:lnTo>
                  <a:lnTo>
                    <a:pt x="105910" y="301950"/>
                  </a:lnTo>
                  <a:lnTo>
                    <a:pt x="113372" y="285766"/>
                  </a:lnTo>
                  <a:lnTo>
                    <a:pt x="102235" y="269241"/>
                  </a:lnTo>
                  <a:lnTo>
                    <a:pt x="104462" y="259637"/>
                  </a:lnTo>
                  <a:lnTo>
                    <a:pt x="96333" y="253716"/>
                  </a:lnTo>
                  <a:lnTo>
                    <a:pt x="76844" y="250253"/>
                  </a:lnTo>
                  <a:lnTo>
                    <a:pt x="84082" y="237292"/>
                  </a:lnTo>
                  <a:lnTo>
                    <a:pt x="86644" y="216055"/>
                  </a:lnTo>
                  <a:lnTo>
                    <a:pt x="77289" y="206438"/>
                  </a:lnTo>
                  <a:lnTo>
                    <a:pt x="71052" y="205208"/>
                  </a:lnTo>
                  <a:lnTo>
                    <a:pt x="57577" y="209569"/>
                  </a:lnTo>
                  <a:lnTo>
                    <a:pt x="45772" y="2074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oPE_MapPart_PRY_1_57" descr="Paraguay">
              <a:extLst>
                <a:ext uri="{FF2B5EF4-FFF2-40B4-BE49-F238E27FC236}">
                  <a16:creationId xmlns:a16="http://schemas.microsoft.com/office/drawing/2014/main" id="{AA132D04-0569-8045-E25A-1544EBF62946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6131582" y="2951939"/>
              <a:ext cx="520309" cy="558104"/>
            </a:xfrm>
            <a:custGeom>
              <a:avLst/>
              <a:gdLst/>
              <a:ahLst/>
              <a:cxnLst/>
              <a:rect l="0" t="0" r="0" b="0"/>
              <a:pathLst>
                <a:path w="520309" h="558104">
                  <a:moveTo>
                    <a:pt x="277862" y="57736"/>
                  </a:moveTo>
                  <a:lnTo>
                    <a:pt x="280089" y="66163"/>
                  </a:lnTo>
                  <a:lnTo>
                    <a:pt x="287662" y="77569"/>
                  </a:lnTo>
                  <a:lnTo>
                    <a:pt x="288998" y="90176"/>
                  </a:lnTo>
                  <a:lnTo>
                    <a:pt x="293007" y="92438"/>
                  </a:lnTo>
                  <a:lnTo>
                    <a:pt x="293898" y="104469"/>
                  </a:lnTo>
                  <a:lnTo>
                    <a:pt x="298242" y="112816"/>
                  </a:lnTo>
                  <a:lnTo>
                    <a:pt x="295569" y="136464"/>
                  </a:lnTo>
                  <a:lnTo>
                    <a:pt x="291114" y="145675"/>
                  </a:lnTo>
                  <a:lnTo>
                    <a:pt x="292896" y="159330"/>
                  </a:lnTo>
                  <a:lnTo>
                    <a:pt x="288664" y="182491"/>
                  </a:lnTo>
                  <a:lnTo>
                    <a:pt x="290446" y="186697"/>
                  </a:lnTo>
                  <a:lnTo>
                    <a:pt x="298910" y="188861"/>
                  </a:lnTo>
                  <a:lnTo>
                    <a:pt x="305035" y="185976"/>
                  </a:lnTo>
                  <a:lnTo>
                    <a:pt x="314390" y="191507"/>
                  </a:lnTo>
                  <a:lnTo>
                    <a:pt x="334881" y="192469"/>
                  </a:lnTo>
                  <a:lnTo>
                    <a:pt x="353480" y="197522"/>
                  </a:lnTo>
                  <a:lnTo>
                    <a:pt x="372301" y="195115"/>
                  </a:lnTo>
                  <a:lnTo>
                    <a:pt x="379094" y="186216"/>
                  </a:lnTo>
                  <a:lnTo>
                    <a:pt x="383771" y="184534"/>
                  </a:lnTo>
                  <a:lnTo>
                    <a:pt x="396244" y="197041"/>
                  </a:lnTo>
                  <a:lnTo>
                    <a:pt x="420857" y="199929"/>
                  </a:lnTo>
                  <a:lnTo>
                    <a:pt x="426760" y="206793"/>
                  </a:lnTo>
                  <a:lnTo>
                    <a:pt x="429878" y="218968"/>
                  </a:lnTo>
                  <a:lnTo>
                    <a:pt x="435112" y="224277"/>
                  </a:lnTo>
                  <a:lnTo>
                    <a:pt x="433107" y="238772"/>
                  </a:lnTo>
                  <a:lnTo>
                    <a:pt x="438676" y="256680"/>
                  </a:lnTo>
                  <a:lnTo>
                    <a:pt x="441237" y="274382"/>
                  </a:lnTo>
                  <a:lnTo>
                    <a:pt x="440012" y="285554"/>
                  </a:lnTo>
                  <a:lnTo>
                    <a:pt x="445024" y="292605"/>
                  </a:lnTo>
                  <a:lnTo>
                    <a:pt x="447585" y="310500"/>
                  </a:lnTo>
                  <a:lnTo>
                    <a:pt x="455604" y="314156"/>
                  </a:lnTo>
                  <a:lnTo>
                    <a:pt x="468300" y="313669"/>
                  </a:lnTo>
                  <a:lnTo>
                    <a:pt x="496587" y="301121"/>
                  </a:lnTo>
                  <a:lnTo>
                    <a:pt x="520308" y="317083"/>
                  </a:lnTo>
                  <a:lnTo>
                    <a:pt x="515519" y="322572"/>
                  </a:lnTo>
                  <a:lnTo>
                    <a:pt x="517858" y="334539"/>
                  </a:lnTo>
                  <a:lnTo>
                    <a:pt x="507166" y="386263"/>
                  </a:lnTo>
                  <a:lnTo>
                    <a:pt x="508280" y="390076"/>
                  </a:lnTo>
                  <a:lnTo>
                    <a:pt x="497478" y="411382"/>
                  </a:lnTo>
                  <a:lnTo>
                    <a:pt x="496141" y="450815"/>
                  </a:lnTo>
                  <a:lnTo>
                    <a:pt x="488568" y="487205"/>
                  </a:lnTo>
                  <a:lnTo>
                    <a:pt x="484113" y="495424"/>
                  </a:lnTo>
                  <a:lnTo>
                    <a:pt x="477432" y="498914"/>
                  </a:lnTo>
                  <a:lnTo>
                    <a:pt x="464958" y="514762"/>
                  </a:lnTo>
                  <a:lnTo>
                    <a:pt x="446917" y="520135"/>
                  </a:lnTo>
                  <a:lnTo>
                    <a:pt x="438453" y="529892"/>
                  </a:lnTo>
                  <a:lnTo>
                    <a:pt x="434221" y="544298"/>
                  </a:lnTo>
                  <a:lnTo>
                    <a:pt x="424533" y="548437"/>
                  </a:lnTo>
                  <a:lnTo>
                    <a:pt x="414509" y="542166"/>
                  </a:lnTo>
                  <a:lnTo>
                    <a:pt x="401368" y="541916"/>
                  </a:lnTo>
                  <a:lnTo>
                    <a:pt x="388560" y="556973"/>
                  </a:lnTo>
                  <a:lnTo>
                    <a:pt x="384440" y="558103"/>
                  </a:lnTo>
                  <a:lnTo>
                    <a:pt x="374195" y="552076"/>
                  </a:lnTo>
                  <a:lnTo>
                    <a:pt x="367178" y="553834"/>
                  </a:lnTo>
                  <a:lnTo>
                    <a:pt x="351253" y="549817"/>
                  </a:lnTo>
                  <a:lnTo>
                    <a:pt x="342677" y="552201"/>
                  </a:lnTo>
                  <a:lnTo>
                    <a:pt x="277305" y="538532"/>
                  </a:lnTo>
                  <a:lnTo>
                    <a:pt x="250354" y="541414"/>
                  </a:lnTo>
                  <a:lnTo>
                    <a:pt x="248015" y="533146"/>
                  </a:lnTo>
                  <a:lnTo>
                    <a:pt x="249463" y="528640"/>
                  </a:lnTo>
                  <a:lnTo>
                    <a:pt x="260711" y="514138"/>
                  </a:lnTo>
                  <a:lnTo>
                    <a:pt x="267838" y="509642"/>
                  </a:lnTo>
                  <a:lnTo>
                    <a:pt x="268061" y="505399"/>
                  </a:lnTo>
                  <a:lnTo>
                    <a:pt x="275857" y="493805"/>
                  </a:lnTo>
                  <a:lnTo>
                    <a:pt x="275189" y="476631"/>
                  </a:lnTo>
                  <a:lnTo>
                    <a:pt x="280868" y="462844"/>
                  </a:lnTo>
                  <a:lnTo>
                    <a:pt x="294566" y="450815"/>
                  </a:lnTo>
                  <a:lnTo>
                    <a:pt x="302919" y="429530"/>
                  </a:lnTo>
                  <a:lnTo>
                    <a:pt x="314278" y="418414"/>
                  </a:lnTo>
                  <a:lnTo>
                    <a:pt x="313276" y="409533"/>
                  </a:lnTo>
                  <a:lnTo>
                    <a:pt x="309824" y="404233"/>
                  </a:lnTo>
                  <a:lnTo>
                    <a:pt x="290223" y="385157"/>
                  </a:lnTo>
                  <a:lnTo>
                    <a:pt x="279309" y="380241"/>
                  </a:lnTo>
                  <a:lnTo>
                    <a:pt x="265166" y="379013"/>
                  </a:lnTo>
                  <a:lnTo>
                    <a:pt x="255588" y="371155"/>
                  </a:lnTo>
                  <a:lnTo>
                    <a:pt x="214271" y="352031"/>
                  </a:lnTo>
                  <a:lnTo>
                    <a:pt x="170615" y="320132"/>
                  </a:lnTo>
                  <a:lnTo>
                    <a:pt x="157139" y="314400"/>
                  </a:lnTo>
                  <a:lnTo>
                    <a:pt x="132750" y="311353"/>
                  </a:lnTo>
                  <a:lnTo>
                    <a:pt x="100119" y="297349"/>
                  </a:lnTo>
                  <a:lnTo>
                    <a:pt x="96890" y="290538"/>
                  </a:lnTo>
                  <a:lnTo>
                    <a:pt x="89205" y="283853"/>
                  </a:lnTo>
                  <a:lnTo>
                    <a:pt x="52677" y="258618"/>
                  </a:lnTo>
                  <a:lnTo>
                    <a:pt x="36194" y="237563"/>
                  </a:lnTo>
                  <a:lnTo>
                    <a:pt x="27062" y="220295"/>
                  </a:lnTo>
                  <a:lnTo>
                    <a:pt x="17262" y="208721"/>
                  </a:lnTo>
                  <a:lnTo>
                    <a:pt x="1559" y="198846"/>
                  </a:lnTo>
                  <a:lnTo>
                    <a:pt x="0" y="194995"/>
                  </a:lnTo>
                  <a:lnTo>
                    <a:pt x="23164" y="117230"/>
                  </a:lnTo>
                  <a:lnTo>
                    <a:pt x="23164" y="83989"/>
                  </a:lnTo>
                  <a:lnTo>
                    <a:pt x="45438" y="50502"/>
                  </a:lnTo>
                  <a:lnTo>
                    <a:pt x="55350" y="23506"/>
                  </a:lnTo>
                  <a:lnTo>
                    <a:pt x="163598" y="708"/>
                  </a:lnTo>
                  <a:lnTo>
                    <a:pt x="220285" y="0"/>
                  </a:lnTo>
                  <a:lnTo>
                    <a:pt x="276636" y="34864"/>
                  </a:lnTo>
                  <a:lnTo>
                    <a:pt x="279086" y="4670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oPE_MapPart_PER_1_58" descr="Peru">
              <a:extLst>
                <a:ext uri="{FF2B5EF4-FFF2-40B4-BE49-F238E27FC236}">
                  <a16:creationId xmlns:a16="http://schemas.microsoft.com/office/drawing/2014/main" id="{FB98E226-C89E-2313-4D70-45D551460FC3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4975478" y="1738004"/>
              <a:ext cx="782802" cy="1152402"/>
            </a:xfrm>
            <a:custGeom>
              <a:avLst/>
              <a:gdLst/>
              <a:ahLst/>
              <a:cxnLst/>
              <a:rect l="0" t="0" r="0" b="0"/>
              <a:pathLst>
                <a:path w="782802" h="1152402">
                  <a:moveTo>
                    <a:pt x="703507" y="259724"/>
                  </a:moveTo>
                  <a:lnTo>
                    <a:pt x="703173" y="263856"/>
                  </a:lnTo>
                  <a:lnTo>
                    <a:pt x="698050" y="265755"/>
                  </a:lnTo>
                  <a:lnTo>
                    <a:pt x="693484" y="262851"/>
                  </a:lnTo>
                  <a:lnTo>
                    <a:pt x="686579" y="263856"/>
                  </a:lnTo>
                  <a:lnTo>
                    <a:pt x="676334" y="254476"/>
                  </a:lnTo>
                  <a:lnTo>
                    <a:pt x="651944" y="255928"/>
                  </a:lnTo>
                  <a:lnTo>
                    <a:pt x="641142" y="266872"/>
                  </a:lnTo>
                  <a:lnTo>
                    <a:pt x="587240" y="276366"/>
                  </a:lnTo>
                  <a:lnTo>
                    <a:pt x="555834" y="293909"/>
                  </a:lnTo>
                  <a:lnTo>
                    <a:pt x="534452" y="311346"/>
                  </a:lnTo>
                  <a:lnTo>
                    <a:pt x="522758" y="314813"/>
                  </a:lnTo>
                  <a:lnTo>
                    <a:pt x="517079" y="346581"/>
                  </a:lnTo>
                  <a:lnTo>
                    <a:pt x="501264" y="375465"/>
                  </a:lnTo>
                  <a:lnTo>
                    <a:pt x="507390" y="390813"/>
                  </a:lnTo>
                  <a:lnTo>
                    <a:pt x="507278" y="398321"/>
                  </a:lnTo>
                  <a:lnTo>
                    <a:pt x="500930" y="404486"/>
                  </a:lnTo>
                  <a:lnTo>
                    <a:pt x="484893" y="411662"/>
                  </a:lnTo>
                  <a:lnTo>
                    <a:pt x="468856" y="425793"/>
                  </a:lnTo>
                  <a:lnTo>
                    <a:pt x="465961" y="436564"/>
                  </a:lnTo>
                  <a:lnTo>
                    <a:pt x="471195" y="450933"/>
                  </a:lnTo>
                  <a:lnTo>
                    <a:pt x="456161" y="455200"/>
                  </a:lnTo>
                  <a:lnTo>
                    <a:pt x="456495" y="463174"/>
                  </a:lnTo>
                  <a:lnTo>
                    <a:pt x="453822" y="466319"/>
                  </a:lnTo>
                  <a:lnTo>
                    <a:pt x="464959" y="477668"/>
                  </a:lnTo>
                  <a:lnTo>
                    <a:pt x="471195" y="480478"/>
                  </a:lnTo>
                  <a:lnTo>
                    <a:pt x="467854" y="490034"/>
                  </a:lnTo>
                  <a:lnTo>
                    <a:pt x="475873" y="498582"/>
                  </a:lnTo>
                  <a:lnTo>
                    <a:pt x="481775" y="515685"/>
                  </a:lnTo>
                  <a:lnTo>
                    <a:pt x="493469" y="524015"/>
                  </a:lnTo>
                  <a:lnTo>
                    <a:pt x="497032" y="534940"/>
                  </a:lnTo>
                  <a:lnTo>
                    <a:pt x="503269" y="538996"/>
                  </a:lnTo>
                  <a:lnTo>
                    <a:pt x="517413" y="556128"/>
                  </a:lnTo>
                  <a:lnTo>
                    <a:pt x="517635" y="564135"/>
                  </a:lnTo>
                  <a:lnTo>
                    <a:pt x="502823" y="582415"/>
                  </a:lnTo>
                  <a:lnTo>
                    <a:pt x="527324" y="582302"/>
                  </a:lnTo>
                  <a:lnTo>
                    <a:pt x="554164" y="588512"/>
                  </a:lnTo>
                  <a:lnTo>
                    <a:pt x="557950" y="591448"/>
                  </a:lnTo>
                  <a:lnTo>
                    <a:pt x="561625" y="605117"/>
                  </a:lnTo>
                  <a:lnTo>
                    <a:pt x="566971" y="609525"/>
                  </a:lnTo>
                  <a:lnTo>
                    <a:pt x="566414" y="619587"/>
                  </a:lnTo>
                  <a:lnTo>
                    <a:pt x="624771" y="617212"/>
                  </a:lnTo>
                  <a:lnTo>
                    <a:pt x="667870" y="583995"/>
                  </a:lnTo>
                  <a:lnTo>
                    <a:pt x="664751" y="590657"/>
                  </a:lnTo>
                  <a:lnTo>
                    <a:pt x="666311" y="600710"/>
                  </a:lnTo>
                  <a:lnTo>
                    <a:pt x="661967" y="608281"/>
                  </a:lnTo>
                  <a:lnTo>
                    <a:pt x="661633" y="682904"/>
                  </a:lnTo>
                  <a:lnTo>
                    <a:pt x="668426" y="678933"/>
                  </a:lnTo>
                  <a:lnTo>
                    <a:pt x="677113" y="685968"/>
                  </a:lnTo>
                  <a:lnTo>
                    <a:pt x="683461" y="686308"/>
                  </a:lnTo>
                  <a:lnTo>
                    <a:pt x="703841" y="677799"/>
                  </a:lnTo>
                  <a:lnTo>
                    <a:pt x="727451" y="679160"/>
                  </a:lnTo>
                  <a:lnTo>
                    <a:pt x="782801" y="777209"/>
                  </a:lnTo>
                  <a:lnTo>
                    <a:pt x="777901" y="783826"/>
                  </a:lnTo>
                  <a:lnTo>
                    <a:pt x="778235" y="788848"/>
                  </a:lnTo>
                  <a:lnTo>
                    <a:pt x="764648" y="801182"/>
                  </a:lnTo>
                  <a:lnTo>
                    <a:pt x="764314" y="840301"/>
                  </a:lnTo>
                  <a:lnTo>
                    <a:pt x="758634" y="852217"/>
                  </a:lnTo>
                  <a:lnTo>
                    <a:pt x="771219" y="883197"/>
                  </a:lnTo>
                  <a:lnTo>
                    <a:pt x="762978" y="889286"/>
                  </a:lnTo>
                  <a:lnTo>
                    <a:pt x="762421" y="896412"/>
                  </a:lnTo>
                  <a:lnTo>
                    <a:pt x="748722" y="910445"/>
                  </a:lnTo>
                  <a:lnTo>
                    <a:pt x="746161" y="920000"/>
                  </a:lnTo>
                  <a:lnTo>
                    <a:pt x="741038" y="923225"/>
                  </a:lnTo>
                  <a:lnTo>
                    <a:pt x="740036" y="933941"/>
                  </a:lnTo>
                  <a:lnTo>
                    <a:pt x="752620" y="951475"/>
                  </a:lnTo>
                  <a:lnTo>
                    <a:pt x="737252" y="977355"/>
                  </a:lnTo>
                  <a:lnTo>
                    <a:pt x="749836" y="1010125"/>
                  </a:lnTo>
                  <a:lnTo>
                    <a:pt x="754959" y="1014764"/>
                  </a:lnTo>
                  <a:lnTo>
                    <a:pt x="768657" y="1017315"/>
                  </a:lnTo>
                  <a:lnTo>
                    <a:pt x="773001" y="1022305"/>
                  </a:lnTo>
                  <a:lnTo>
                    <a:pt x="761196" y="1031128"/>
                  </a:lnTo>
                  <a:lnTo>
                    <a:pt x="761975" y="1041933"/>
                  </a:lnTo>
                  <a:lnTo>
                    <a:pt x="750950" y="1050073"/>
                  </a:lnTo>
                  <a:lnTo>
                    <a:pt x="736138" y="1070794"/>
                  </a:lnTo>
                  <a:lnTo>
                    <a:pt x="724667" y="1078020"/>
                  </a:lnTo>
                  <a:lnTo>
                    <a:pt x="723331" y="1081168"/>
                  </a:lnTo>
                  <a:lnTo>
                    <a:pt x="731015" y="1090267"/>
                  </a:lnTo>
                  <a:lnTo>
                    <a:pt x="731683" y="1097855"/>
                  </a:lnTo>
                  <a:lnTo>
                    <a:pt x="720881" y="1107084"/>
                  </a:lnTo>
                  <a:lnTo>
                    <a:pt x="710523" y="1110591"/>
                  </a:lnTo>
                  <a:lnTo>
                    <a:pt x="713642" y="1123340"/>
                  </a:lnTo>
                  <a:lnTo>
                    <a:pt x="711303" y="1135986"/>
                  </a:lnTo>
                  <a:lnTo>
                    <a:pt x="705957" y="1143253"/>
                  </a:lnTo>
                  <a:lnTo>
                    <a:pt x="697716" y="1148295"/>
                  </a:lnTo>
                  <a:lnTo>
                    <a:pt x="675554" y="1152401"/>
                  </a:lnTo>
                  <a:lnTo>
                    <a:pt x="643146" y="1125447"/>
                  </a:lnTo>
                  <a:lnTo>
                    <a:pt x="618646" y="1109305"/>
                  </a:lnTo>
                  <a:lnTo>
                    <a:pt x="612520" y="1088750"/>
                  </a:lnTo>
                  <a:lnTo>
                    <a:pt x="570757" y="1065203"/>
                  </a:lnTo>
                  <a:lnTo>
                    <a:pt x="548707" y="1046119"/>
                  </a:lnTo>
                  <a:lnTo>
                    <a:pt x="528549" y="1040074"/>
                  </a:lnTo>
                  <a:lnTo>
                    <a:pt x="491019" y="1020100"/>
                  </a:lnTo>
                  <a:lnTo>
                    <a:pt x="470750" y="1013488"/>
                  </a:lnTo>
                  <a:lnTo>
                    <a:pt x="444801" y="994830"/>
                  </a:lnTo>
                  <a:lnTo>
                    <a:pt x="430880" y="989851"/>
                  </a:lnTo>
                  <a:lnTo>
                    <a:pt x="385554" y="962676"/>
                  </a:lnTo>
                  <a:lnTo>
                    <a:pt x="359048" y="929792"/>
                  </a:lnTo>
                  <a:lnTo>
                    <a:pt x="334325" y="912862"/>
                  </a:lnTo>
                  <a:lnTo>
                    <a:pt x="319290" y="886873"/>
                  </a:lnTo>
                  <a:lnTo>
                    <a:pt x="312274" y="880900"/>
                  </a:lnTo>
                  <a:lnTo>
                    <a:pt x="311829" y="869076"/>
                  </a:lnTo>
                  <a:lnTo>
                    <a:pt x="306928" y="863684"/>
                  </a:lnTo>
                  <a:lnTo>
                    <a:pt x="314167" y="859784"/>
                  </a:lnTo>
                  <a:lnTo>
                    <a:pt x="318845" y="841447"/>
                  </a:lnTo>
                  <a:lnTo>
                    <a:pt x="316395" y="832286"/>
                  </a:lnTo>
                  <a:lnTo>
                    <a:pt x="303699" y="815697"/>
                  </a:lnTo>
                  <a:lnTo>
                    <a:pt x="278641" y="767401"/>
                  </a:lnTo>
                  <a:lnTo>
                    <a:pt x="258818" y="749171"/>
                  </a:lnTo>
                  <a:lnTo>
                    <a:pt x="254697" y="724135"/>
                  </a:lnTo>
                  <a:lnTo>
                    <a:pt x="249129" y="715836"/>
                  </a:lnTo>
                  <a:lnTo>
                    <a:pt x="229083" y="700384"/>
                  </a:lnTo>
                  <a:lnTo>
                    <a:pt x="227189" y="683585"/>
                  </a:lnTo>
                  <a:lnTo>
                    <a:pt x="222735" y="671902"/>
                  </a:lnTo>
                  <a:lnTo>
                    <a:pt x="195004" y="624903"/>
                  </a:lnTo>
                  <a:lnTo>
                    <a:pt x="178856" y="579818"/>
                  </a:lnTo>
                  <a:lnTo>
                    <a:pt x="165269" y="554775"/>
                  </a:lnTo>
                  <a:lnTo>
                    <a:pt x="159255" y="532574"/>
                  </a:lnTo>
                  <a:lnTo>
                    <a:pt x="143775" y="507131"/>
                  </a:lnTo>
                  <a:lnTo>
                    <a:pt x="121279" y="483738"/>
                  </a:lnTo>
                  <a:lnTo>
                    <a:pt x="106356" y="450035"/>
                  </a:lnTo>
                  <a:lnTo>
                    <a:pt x="82969" y="417269"/>
                  </a:lnTo>
                  <a:lnTo>
                    <a:pt x="75841" y="409756"/>
                  </a:lnTo>
                  <a:lnTo>
                    <a:pt x="32519" y="386891"/>
                  </a:lnTo>
                  <a:lnTo>
                    <a:pt x="12028" y="372889"/>
                  </a:lnTo>
                  <a:lnTo>
                    <a:pt x="10691" y="361580"/>
                  </a:lnTo>
                  <a:lnTo>
                    <a:pt x="15146" y="357661"/>
                  </a:lnTo>
                  <a:lnTo>
                    <a:pt x="21383" y="360684"/>
                  </a:lnTo>
                  <a:lnTo>
                    <a:pt x="25169" y="359453"/>
                  </a:lnTo>
                  <a:lnTo>
                    <a:pt x="28176" y="346693"/>
                  </a:lnTo>
                  <a:lnTo>
                    <a:pt x="24390" y="336734"/>
                  </a:lnTo>
                  <a:lnTo>
                    <a:pt x="10469" y="317608"/>
                  </a:lnTo>
                  <a:lnTo>
                    <a:pt x="14144" y="308887"/>
                  </a:lnTo>
                  <a:lnTo>
                    <a:pt x="0" y="286645"/>
                  </a:lnTo>
                  <a:lnTo>
                    <a:pt x="3341" y="265085"/>
                  </a:lnTo>
                  <a:lnTo>
                    <a:pt x="6459" y="259613"/>
                  </a:lnTo>
                  <a:lnTo>
                    <a:pt x="33299" y="228466"/>
                  </a:lnTo>
                  <a:lnTo>
                    <a:pt x="62589" y="207154"/>
                  </a:lnTo>
                  <a:lnTo>
                    <a:pt x="65818" y="209497"/>
                  </a:lnTo>
                  <a:lnTo>
                    <a:pt x="71609" y="237507"/>
                  </a:lnTo>
                  <a:lnTo>
                    <a:pt x="63925" y="245432"/>
                  </a:lnTo>
                  <a:lnTo>
                    <a:pt x="55684" y="243758"/>
                  </a:lnTo>
                  <a:lnTo>
                    <a:pt x="52343" y="245767"/>
                  </a:lnTo>
                  <a:lnTo>
                    <a:pt x="52454" y="255369"/>
                  </a:lnTo>
                  <a:lnTo>
                    <a:pt x="54570" y="257826"/>
                  </a:lnTo>
                  <a:lnTo>
                    <a:pt x="60918" y="258049"/>
                  </a:lnTo>
                  <a:lnTo>
                    <a:pt x="52454" y="269553"/>
                  </a:lnTo>
                  <a:lnTo>
                    <a:pt x="53122" y="271787"/>
                  </a:lnTo>
                  <a:lnTo>
                    <a:pt x="59025" y="273909"/>
                  </a:lnTo>
                  <a:lnTo>
                    <a:pt x="74060" y="263522"/>
                  </a:lnTo>
                  <a:lnTo>
                    <a:pt x="95219" y="274691"/>
                  </a:lnTo>
                  <a:lnTo>
                    <a:pt x="105020" y="273350"/>
                  </a:lnTo>
                  <a:lnTo>
                    <a:pt x="112592" y="278601"/>
                  </a:lnTo>
                  <a:lnTo>
                    <a:pt x="113483" y="286757"/>
                  </a:lnTo>
                  <a:lnTo>
                    <a:pt x="124063" y="302738"/>
                  </a:lnTo>
                  <a:lnTo>
                    <a:pt x="139878" y="306651"/>
                  </a:lnTo>
                  <a:lnTo>
                    <a:pt x="142550" y="305310"/>
                  </a:lnTo>
                  <a:lnTo>
                    <a:pt x="146114" y="299274"/>
                  </a:lnTo>
                  <a:lnTo>
                    <a:pt x="149567" y="298379"/>
                  </a:lnTo>
                  <a:lnTo>
                    <a:pt x="150235" y="289439"/>
                  </a:lnTo>
                  <a:lnTo>
                    <a:pt x="164044" y="280053"/>
                  </a:lnTo>
                  <a:lnTo>
                    <a:pt x="166049" y="273574"/>
                  </a:lnTo>
                  <a:lnTo>
                    <a:pt x="164378" y="265308"/>
                  </a:lnTo>
                  <a:lnTo>
                    <a:pt x="172397" y="244316"/>
                  </a:lnTo>
                  <a:lnTo>
                    <a:pt x="180415" y="231256"/>
                  </a:lnTo>
                  <a:lnTo>
                    <a:pt x="185093" y="207711"/>
                  </a:lnTo>
                  <a:lnTo>
                    <a:pt x="188879" y="207823"/>
                  </a:lnTo>
                  <a:lnTo>
                    <a:pt x="192443" y="213402"/>
                  </a:lnTo>
                  <a:lnTo>
                    <a:pt x="196675" y="211951"/>
                  </a:lnTo>
                  <a:lnTo>
                    <a:pt x="195116" y="204811"/>
                  </a:lnTo>
                  <a:lnTo>
                    <a:pt x="215051" y="181946"/>
                  </a:lnTo>
                  <a:lnTo>
                    <a:pt x="288107" y="156078"/>
                  </a:lnTo>
                  <a:lnTo>
                    <a:pt x="324636" y="129439"/>
                  </a:lnTo>
                  <a:lnTo>
                    <a:pt x="356710" y="92223"/>
                  </a:lnTo>
                  <a:lnTo>
                    <a:pt x="366844" y="54683"/>
                  </a:lnTo>
                  <a:lnTo>
                    <a:pt x="370519" y="57245"/>
                  </a:lnTo>
                  <a:lnTo>
                    <a:pt x="376644" y="56354"/>
                  </a:lnTo>
                  <a:lnTo>
                    <a:pt x="375976" y="33967"/>
                  </a:lnTo>
                  <a:lnTo>
                    <a:pt x="365730" y="22719"/>
                  </a:lnTo>
                  <a:lnTo>
                    <a:pt x="361721" y="12807"/>
                  </a:lnTo>
                  <a:lnTo>
                    <a:pt x="352923" y="7239"/>
                  </a:lnTo>
                  <a:lnTo>
                    <a:pt x="353257" y="5011"/>
                  </a:lnTo>
                  <a:lnTo>
                    <a:pt x="370965" y="6236"/>
                  </a:lnTo>
                  <a:lnTo>
                    <a:pt x="378203" y="0"/>
                  </a:lnTo>
                  <a:lnTo>
                    <a:pt x="383438" y="557"/>
                  </a:lnTo>
                  <a:lnTo>
                    <a:pt x="395465" y="9132"/>
                  </a:lnTo>
                  <a:lnTo>
                    <a:pt x="404263" y="9800"/>
                  </a:lnTo>
                  <a:lnTo>
                    <a:pt x="407159" y="15925"/>
                  </a:lnTo>
                  <a:lnTo>
                    <a:pt x="419632" y="24055"/>
                  </a:lnTo>
                  <a:lnTo>
                    <a:pt x="428096" y="33410"/>
                  </a:lnTo>
                  <a:lnTo>
                    <a:pt x="433219" y="50117"/>
                  </a:lnTo>
                  <a:lnTo>
                    <a:pt x="438676" y="57468"/>
                  </a:lnTo>
                  <a:lnTo>
                    <a:pt x="450592" y="61032"/>
                  </a:lnTo>
                  <a:lnTo>
                    <a:pt x="462397" y="71503"/>
                  </a:lnTo>
                  <a:lnTo>
                    <a:pt x="474647" y="74733"/>
                  </a:lnTo>
                  <a:lnTo>
                    <a:pt x="483557" y="87099"/>
                  </a:lnTo>
                  <a:lnTo>
                    <a:pt x="485116" y="102250"/>
                  </a:lnTo>
                  <a:lnTo>
                    <a:pt x="494137" y="107821"/>
                  </a:lnTo>
                  <a:lnTo>
                    <a:pt x="501933" y="108044"/>
                  </a:lnTo>
                  <a:lnTo>
                    <a:pt x="503603" y="110718"/>
                  </a:lnTo>
                  <a:lnTo>
                    <a:pt x="507946" y="126207"/>
                  </a:lnTo>
                  <a:lnTo>
                    <a:pt x="505162" y="134120"/>
                  </a:lnTo>
                  <a:lnTo>
                    <a:pt x="506276" y="138466"/>
                  </a:lnTo>
                  <a:lnTo>
                    <a:pt x="519417" y="145600"/>
                  </a:lnTo>
                  <a:lnTo>
                    <a:pt x="533449" y="145488"/>
                  </a:lnTo>
                  <a:lnTo>
                    <a:pt x="539018" y="142925"/>
                  </a:lnTo>
                  <a:lnTo>
                    <a:pt x="553161" y="147718"/>
                  </a:lnTo>
                  <a:lnTo>
                    <a:pt x="564187" y="146046"/>
                  </a:lnTo>
                  <a:lnTo>
                    <a:pt x="578664" y="141476"/>
                  </a:lnTo>
                  <a:lnTo>
                    <a:pt x="592920" y="130665"/>
                  </a:lnTo>
                  <a:lnTo>
                    <a:pt x="614970" y="141922"/>
                  </a:lnTo>
                  <a:lnTo>
                    <a:pt x="627332" y="140584"/>
                  </a:lnTo>
                  <a:lnTo>
                    <a:pt x="641476" y="134008"/>
                  </a:lnTo>
                  <a:lnTo>
                    <a:pt x="661299" y="146380"/>
                  </a:lnTo>
                  <a:lnTo>
                    <a:pt x="695489" y="161987"/>
                  </a:lnTo>
                  <a:lnTo>
                    <a:pt x="696825" y="167673"/>
                  </a:lnTo>
                  <a:lnTo>
                    <a:pt x="655953" y="231591"/>
                  </a:lnTo>
                  <a:lnTo>
                    <a:pt x="671322" y="237060"/>
                  </a:lnTo>
                  <a:lnTo>
                    <a:pt x="680343" y="233600"/>
                  </a:lnTo>
                  <a:lnTo>
                    <a:pt x="686579" y="237841"/>
                  </a:lnTo>
                  <a:lnTo>
                    <a:pt x="691034" y="248224"/>
                  </a:lnTo>
                  <a:lnTo>
                    <a:pt x="700389" y="2551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" name="oPE_MapPart_SUR_1_59" descr="Suriname">
              <a:extLst>
                <a:ext uri="{FF2B5EF4-FFF2-40B4-BE49-F238E27FC236}">
                  <a16:creationId xmlns:a16="http://schemas.microsoft.com/office/drawing/2014/main" id="{C74C56A7-768E-1E40-E729-511C915D9166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6416014" y="1364023"/>
              <a:ext cx="251357" cy="257472"/>
            </a:xfrm>
            <a:custGeom>
              <a:avLst/>
              <a:gdLst/>
              <a:ahLst/>
              <a:cxnLst/>
              <a:rect l="0" t="0" r="0" b="0"/>
              <a:pathLst>
                <a:path w="251357" h="257472">
                  <a:moveTo>
                    <a:pt x="241110" y="39394"/>
                  </a:moveTo>
                  <a:lnTo>
                    <a:pt x="222846" y="60865"/>
                  </a:lnTo>
                  <a:lnTo>
                    <a:pt x="221175" y="71819"/>
                  </a:lnTo>
                  <a:lnTo>
                    <a:pt x="224405" y="87575"/>
                  </a:lnTo>
                  <a:lnTo>
                    <a:pt x="223514" y="97183"/>
                  </a:lnTo>
                  <a:lnTo>
                    <a:pt x="226187" y="111143"/>
                  </a:lnTo>
                  <a:lnTo>
                    <a:pt x="229639" y="115051"/>
                  </a:lnTo>
                  <a:lnTo>
                    <a:pt x="229083" y="120411"/>
                  </a:lnTo>
                  <a:lnTo>
                    <a:pt x="251356" y="149207"/>
                  </a:lnTo>
                  <a:lnTo>
                    <a:pt x="250243" y="157910"/>
                  </a:lnTo>
                  <a:lnTo>
                    <a:pt x="238215" y="177209"/>
                  </a:lnTo>
                  <a:lnTo>
                    <a:pt x="240219" y="186131"/>
                  </a:lnTo>
                  <a:lnTo>
                    <a:pt x="238660" y="197059"/>
                  </a:lnTo>
                  <a:lnTo>
                    <a:pt x="225964" y="219022"/>
                  </a:lnTo>
                  <a:lnTo>
                    <a:pt x="217612" y="226379"/>
                  </a:lnTo>
                  <a:lnTo>
                    <a:pt x="212712" y="227382"/>
                  </a:lnTo>
                  <a:lnTo>
                    <a:pt x="207700" y="225375"/>
                  </a:lnTo>
                  <a:lnTo>
                    <a:pt x="206141" y="220359"/>
                  </a:lnTo>
                  <a:lnTo>
                    <a:pt x="196564" y="219802"/>
                  </a:lnTo>
                  <a:lnTo>
                    <a:pt x="190215" y="210661"/>
                  </a:lnTo>
                  <a:lnTo>
                    <a:pt x="167608" y="217350"/>
                  </a:lnTo>
                  <a:lnTo>
                    <a:pt x="165046" y="220359"/>
                  </a:lnTo>
                  <a:lnTo>
                    <a:pt x="143776" y="222477"/>
                  </a:lnTo>
                  <a:lnTo>
                    <a:pt x="128518" y="215678"/>
                  </a:lnTo>
                  <a:lnTo>
                    <a:pt x="125845" y="223369"/>
                  </a:lnTo>
                  <a:lnTo>
                    <a:pt x="118495" y="231617"/>
                  </a:lnTo>
                  <a:lnTo>
                    <a:pt x="122504" y="232954"/>
                  </a:lnTo>
                  <a:lnTo>
                    <a:pt x="132304" y="245213"/>
                  </a:lnTo>
                  <a:lnTo>
                    <a:pt x="131413" y="254574"/>
                  </a:lnTo>
                  <a:lnTo>
                    <a:pt x="125845" y="257471"/>
                  </a:lnTo>
                  <a:lnTo>
                    <a:pt x="99005" y="251788"/>
                  </a:lnTo>
                  <a:lnTo>
                    <a:pt x="83526" y="245436"/>
                  </a:lnTo>
                  <a:lnTo>
                    <a:pt x="69382" y="223146"/>
                  </a:lnTo>
                  <a:lnTo>
                    <a:pt x="58691" y="200070"/>
                  </a:lnTo>
                  <a:lnTo>
                    <a:pt x="53011" y="194829"/>
                  </a:lnTo>
                  <a:lnTo>
                    <a:pt x="46440" y="162373"/>
                  </a:lnTo>
                  <a:lnTo>
                    <a:pt x="31183" y="163823"/>
                  </a:lnTo>
                  <a:lnTo>
                    <a:pt x="25169" y="161258"/>
                  </a:lnTo>
                  <a:lnTo>
                    <a:pt x="25058" y="153671"/>
                  </a:lnTo>
                  <a:lnTo>
                    <a:pt x="13698" y="143851"/>
                  </a:lnTo>
                  <a:lnTo>
                    <a:pt x="9021" y="132579"/>
                  </a:lnTo>
                  <a:lnTo>
                    <a:pt x="1336" y="123648"/>
                  </a:lnTo>
                  <a:lnTo>
                    <a:pt x="0" y="117396"/>
                  </a:lnTo>
                  <a:lnTo>
                    <a:pt x="12807" y="82324"/>
                  </a:lnTo>
                  <a:lnTo>
                    <a:pt x="8464" y="72825"/>
                  </a:lnTo>
                  <a:lnTo>
                    <a:pt x="12919" y="66454"/>
                  </a:lnTo>
                  <a:lnTo>
                    <a:pt x="21160" y="62206"/>
                  </a:lnTo>
                  <a:lnTo>
                    <a:pt x="39647" y="61424"/>
                  </a:lnTo>
                  <a:lnTo>
                    <a:pt x="46218" y="58629"/>
                  </a:lnTo>
                  <a:lnTo>
                    <a:pt x="45995" y="55051"/>
                  </a:lnTo>
                  <a:lnTo>
                    <a:pt x="52343" y="48342"/>
                  </a:lnTo>
                  <a:lnTo>
                    <a:pt x="47888" y="46329"/>
                  </a:lnTo>
                  <a:lnTo>
                    <a:pt x="45438" y="40848"/>
                  </a:lnTo>
                  <a:lnTo>
                    <a:pt x="49893" y="31564"/>
                  </a:lnTo>
                  <a:lnTo>
                    <a:pt x="53902" y="28767"/>
                  </a:lnTo>
                  <a:lnTo>
                    <a:pt x="61698" y="3359"/>
                  </a:lnTo>
                  <a:lnTo>
                    <a:pt x="67043" y="0"/>
                  </a:lnTo>
                  <a:lnTo>
                    <a:pt x="112481" y="6606"/>
                  </a:lnTo>
                  <a:lnTo>
                    <a:pt x="130745" y="12203"/>
                  </a:lnTo>
                  <a:lnTo>
                    <a:pt x="133418" y="18247"/>
                  </a:lnTo>
                  <a:lnTo>
                    <a:pt x="132639" y="6158"/>
                  </a:lnTo>
                  <a:lnTo>
                    <a:pt x="137650" y="1903"/>
                  </a:lnTo>
                  <a:lnTo>
                    <a:pt x="199236" y="224"/>
                  </a:lnTo>
                  <a:lnTo>
                    <a:pt x="228749" y="5150"/>
                  </a:lnTo>
                  <a:lnTo>
                    <a:pt x="247458" y="11420"/>
                  </a:lnTo>
                  <a:lnTo>
                    <a:pt x="245788" y="304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oPE_MapPart_URY_1_60" descr="Uruguay">
              <a:extLst>
                <a:ext uri="{FF2B5EF4-FFF2-40B4-BE49-F238E27FC236}">
                  <a16:creationId xmlns:a16="http://schemas.microsoft.com/office/drawing/2014/main" id="{1770621D-B7DA-261A-A407-8E23173007C4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6392181" y="3690329"/>
              <a:ext cx="328758" cy="354286"/>
            </a:xfrm>
            <a:custGeom>
              <a:avLst/>
              <a:gdLst/>
              <a:ahLst/>
              <a:cxnLst/>
              <a:rect l="0" t="0" r="0" b="0"/>
              <a:pathLst>
                <a:path w="328758" h="354286">
                  <a:moveTo>
                    <a:pt x="313611" y="265132"/>
                  </a:moveTo>
                  <a:lnTo>
                    <a:pt x="307263" y="273038"/>
                  </a:lnTo>
                  <a:lnTo>
                    <a:pt x="303476" y="285656"/>
                  </a:lnTo>
                  <a:lnTo>
                    <a:pt x="290558" y="303013"/>
                  </a:lnTo>
                  <a:lnTo>
                    <a:pt x="287885" y="312721"/>
                  </a:lnTo>
                  <a:lnTo>
                    <a:pt x="273964" y="322985"/>
                  </a:lnTo>
                  <a:lnTo>
                    <a:pt x="264164" y="334619"/>
                  </a:lnTo>
                  <a:lnTo>
                    <a:pt x="257816" y="334213"/>
                  </a:lnTo>
                  <a:lnTo>
                    <a:pt x="218837" y="354285"/>
                  </a:lnTo>
                  <a:lnTo>
                    <a:pt x="198011" y="351569"/>
                  </a:lnTo>
                  <a:lnTo>
                    <a:pt x="189882" y="344919"/>
                  </a:lnTo>
                  <a:lnTo>
                    <a:pt x="171060" y="342478"/>
                  </a:lnTo>
                  <a:lnTo>
                    <a:pt x="143553" y="352384"/>
                  </a:lnTo>
                  <a:lnTo>
                    <a:pt x="135423" y="351976"/>
                  </a:lnTo>
                  <a:lnTo>
                    <a:pt x="126847" y="348854"/>
                  </a:lnTo>
                  <a:lnTo>
                    <a:pt x="122282" y="342478"/>
                  </a:lnTo>
                  <a:lnTo>
                    <a:pt x="98003" y="335025"/>
                  </a:lnTo>
                  <a:lnTo>
                    <a:pt x="78403" y="318121"/>
                  </a:lnTo>
                  <a:lnTo>
                    <a:pt x="37754" y="320011"/>
                  </a:lnTo>
                  <a:lnTo>
                    <a:pt x="29513" y="307191"/>
                  </a:lnTo>
                  <a:lnTo>
                    <a:pt x="2339" y="277733"/>
                  </a:lnTo>
                  <a:lnTo>
                    <a:pt x="0" y="263391"/>
                  </a:lnTo>
                  <a:lnTo>
                    <a:pt x="4678" y="223614"/>
                  </a:lnTo>
                  <a:lnTo>
                    <a:pt x="13476" y="219624"/>
                  </a:lnTo>
                  <a:lnTo>
                    <a:pt x="21383" y="207666"/>
                  </a:lnTo>
                  <a:lnTo>
                    <a:pt x="14701" y="171264"/>
                  </a:lnTo>
                  <a:lnTo>
                    <a:pt x="19713" y="154915"/>
                  </a:lnTo>
                  <a:lnTo>
                    <a:pt x="16929" y="150177"/>
                  </a:lnTo>
                  <a:lnTo>
                    <a:pt x="15481" y="131255"/>
                  </a:lnTo>
                  <a:lnTo>
                    <a:pt x="24501" y="119980"/>
                  </a:lnTo>
                  <a:lnTo>
                    <a:pt x="27842" y="109116"/>
                  </a:lnTo>
                  <a:lnTo>
                    <a:pt x="23833" y="99968"/>
                  </a:lnTo>
                  <a:lnTo>
                    <a:pt x="33745" y="78322"/>
                  </a:lnTo>
                  <a:lnTo>
                    <a:pt x="34190" y="59599"/>
                  </a:lnTo>
                  <a:lnTo>
                    <a:pt x="38868" y="54018"/>
                  </a:lnTo>
                  <a:lnTo>
                    <a:pt x="35081" y="34715"/>
                  </a:lnTo>
                  <a:lnTo>
                    <a:pt x="51341" y="5795"/>
                  </a:lnTo>
                  <a:lnTo>
                    <a:pt x="54905" y="11080"/>
                  </a:lnTo>
                  <a:lnTo>
                    <a:pt x="75730" y="12627"/>
                  </a:lnTo>
                  <a:lnTo>
                    <a:pt x="81522" y="2704"/>
                  </a:lnTo>
                  <a:lnTo>
                    <a:pt x="99340" y="0"/>
                  </a:lnTo>
                  <a:lnTo>
                    <a:pt x="139989" y="37433"/>
                  </a:lnTo>
                  <a:lnTo>
                    <a:pt x="148119" y="48183"/>
                  </a:lnTo>
                  <a:lnTo>
                    <a:pt x="150903" y="52462"/>
                  </a:lnTo>
                  <a:lnTo>
                    <a:pt x="150569" y="69864"/>
                  </a:lnTo>
                  <a:lnTo>
                    <a:pt x="158699" y="69214"/>
                  </a:lnTo>
                  <a:lnTo>
                    <a:pt x="171618" y="58820"/>
                  </a:lnTo>
                  <a:lnTo>
                    <a:pt x="173956" y="53889"/>
                  </a:lnTo>
                  <a:lnTo>
                    <a:pt x="178299" y="55186"/>
                  </a:lnTo>
                  <a:lnTo>
                    <a:pt x="202021" y="84443"/>
                  </a:lnTo>
                  <a:lnTo>
                    <a:pt x="207143" y="86920"/>
                  </a:lnTo>
                  <a:lnTo>
                    <a:pt x="210485" y="84313"/>
                  </a:lnTo>
                  <a:lnTo>
                    <a:pt x="219171" y="92527"/>
                  </a:lnTo>
                  <a:lnTo>
                    <a:pt x="238327" y="99314"/>
                  </a:lnTo>
                  <a:lnTo>
                    <a:pt x="251691" y="118146"/>
                  </a:lnTo>
                  <a:lnTo>
                    <a:pt x="260934" y="126140"/>
                  </a:lnTo>
                  <a:lnTo>
                    <a:pt x="279533" y="133224"/>
                  </a:lnTo>
                  <a:lnTo>
                    <a:pt x="289333" y="140841"/>
                  </a:lnTo>
                  <a:lnTo>
                    <a:pt x="299245" y="166250"/>
                  </a:lnTo>
                  <a:lnTo>
                    <a:pt x="326752" y="186594"/>
                  </a:lnTo>
                  <a:lnTo>
                    <a:pt x="328757" y="190698"/>
                  </a:lnTo>
                  <a:lnTo>
                    <a:pt x="306595" y="215104"/>
                  </a:lnTo>
                  <a:lnTo>
                    <a:pt x="303588" y="222683"/>
                  </a:lnTo>
                  <a:lnTo>
                    <a:pt x="303588" y="258573"/>
                  </a:lnTo>
                  <a:lnTo>
                    <a:pt x="311940" y="2647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oPE_MapPart_VEN_1_61" descr="Venezuela">
              <a:extLst>
                <a:ext uri="{FF2B5EF4-FFF2-40B4-BE49-F238E27FC236}">
                  <a16:creationId xmlns:a16="http://schemas.microsoft.com/office/drawing/2014/main" id="{BC2318E4-E0FB-9D6F-6800-8E0DDCC3BE0E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6237381" y="1162654"/>
              <a:ext cx="12697" cy="6995"/>
            </a:xfrm>
            <a:custGeom>
              <a:avLst/>
              <a:gdLst/>
              <a:ahLst/>
              <a:cxnLst/>
              <a:rect l="0" t="0" r="0" b="0"/>
              <a:pathLst>
                <a:path w="12697" h="6995">
                  <a:moveTo>
                    <a:pt x="7350" y="4964"/>
                  </a:moveTo>
                  <a:lnTo>
                    <a:pt x="0" y="6994"/>
                  </a:lnTo>
                  <a:lnTo>
                    <a:pt x="2116" y="2482"/>
                  </a:lnTo>
                  <a:lnTo>
                    <a:pt x="9800" y="0"/>
                  </a:lnTo>
                  <a:lnTo>
                    <a:pt x="12696" y="903"/>
                  </a:lnTo>
                  <a:lnTo>
                    <a:pt x="9355" y="25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oPE_MapPart_VEN_2_62" descr="Venezuela">
              <a:extLst>
                <a:ext uri="{FF2B5EF4-FFF2-40B4-BE49-F238E27FC236}">
                  <a16:creationId xmlns:a16="http://schemas.microsoft.com/office/drawing/2014/main" id="{04A9CC27-082B-1CE0-F4B0-7726BDC8DE02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6023221" y="1040103"/>
              <a:ext cx="36196" cy="17815"/>
            </a:xfrm>
            <a:custGeom>
              <a:avLst/>
              <a:gdLst/>
              <a:ahLst/>
              <a:cxnLst/>
              <a:rect l="0" t="0" r="0" b="0"/>
              <a:pathLst>
                <a:path w="36196" h="17815">
                  <a:moveTo>
                    <a:pt x="34191" y="2270"/>
                  </a:moveTo>
                  <a:lnTo>
                    <a:pt x="36195" y="10554"/>
                  </a:lnTo>
                  <a:lnTo>
                    <a:pt x="29958" y="17587"/>
                  </a:lnTo>
                  <a:lnTo>
                    <a:pt x="21495" y="17814"/>
                  </a:lnTo>
                  <a:lnTo>
                    <a:pt x="14924" y="13163"/>
                  </a:lnTo>
                  <a:lnTo>
                    <a:pt x="0" y="11689"/>
                  </a:lnTo>
                  <a:lnTo>
                    <a:pt x="3341" y="7264"/>
                  </a:lnTo>
                  <a:lnTo>
                    <a:pt x="11694" y="5108"/>
                  </a:lnTo>
                  <a:lnTo>
                    <a:pt x="17931" y="10214"/>
                  </a:lnTo>
                  <a:lnTo>
                    <a:pt x="23165" y="10441"/>
                  </a:lnTo>
                  <a:lnTo>
                    <a:pt x="3151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" name="oPE_MapPart_VEN_3_63" descr="Venezuela">
              <a:extLst>
                <a:ext uri="{FF2B5EF4-FFF2-40B4-BE49-F238E27FC236}">
                  <a16:creationId xmlns:a16="http://schemas.microsoft.com/office/drawing/2014/main" id="{05D302E6-D032-5437-A146-C94092F19F51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5960633" y="1052245"/>
              <a:ext cx="12474" cy="5673"/>
            </a:xfrm>
            <a:custGeom>
              <a:avLst/>
              <a:gdLst/>
              <a:ahLst/>
              <a:cxnLst/>
              <a:rect l="0" t="0" r="0" b="0"/>
              <a:pathLst>
                <a:path w="12474" h="5673">
                  <a:moveTo>
                    <a:pt x="12473" y="4311"/>
                  </a:moveTo>
                  <a:lnTo>
                    <a:pt x="9132" y="5672"/>
                  </a:lnTo>
                  <a:lnTo>
                    <a:pt x="0" y="2269"/>
                  </a:lnTo>
                  <a:lnTo>
                    <a:pt x="6905" y="0"/>
                  </a:lnTo>
                  <a:lnTo>
                    <a:pt x="11582" y="28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oPE_MapPart_VEN_4_64" descr="Venezuela">
              <a:extLst>
                <a:ext uri="{FF2B5EF4-FFF2-40B4-BE49-F238E27FC236}">
                  <a16:creationId xmlns:a16="http://schemas.microsoft.com/office/drawing/2014/main" id="{4C57CB39-A67B-525E-3173-5839FE3E93B8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6229474" y="1171904"/>
              <a:ext cx="13588" cy="13981"/>
            </a:xfrm>
            <a:custGeom>
              <a:avLst/>
              <a:gdLst/>
              <a:ahLst/>
              <a:cxnLst/>
              <a:rect l="0" t="0" r="0" b="0"/>
              <a:pathLst>
                <a:path w="13588" h="13981">
                  <a:moveTo>
                    <a:pt x="4343" y="12740"/>
                  </a:moveTo>
                  <a:lnTo>
                    <a:pt x="557" y="13980"/>
                  </a:lnTo>
                  <a:lnTo>
                    <a:pt x="0" y="7667"/>
                  </a:lnTo>
                  <a:lnTo>
                    <a:pt x="9466" y="0"/>
                  </a:lnTo>
                  <a:lnTo>
                    <a:pt x="13587" y="4623"/>
                  </a:lnTo>
                  <a:lnTo>
                    <a:pt x="9466" y="107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" name="oPE_MapPart_VEN_5_65" descr="Venezuela">
              <a:extLst>
                <a:ext uri="{FF2B5EF4-FFF2-40B4-BE49-F238E27FC236}">
                  <a16:creationId xmlns:a16="http://schemas.microsoft.com/office/drawing/2014/main" id="{673F5A5C-3C47-B99F-F09C-CCB467315B0D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5468612" y="976306"/>
              <a:ext cx="837372" cy="716594"/>
            </a:xfrm>
            <a:custGeom>
              <a:avLst/>
              <a:gdLst/>
              <a:ahLst/>
              <a:cxnLst/>
              <a:rect l="0" t="0" r="0" b="0"/>
              <a:pathLst>
                <a:path w="837372" h="716594">
                  <a:moveTo>
                    <a:pt x="825901" y="228167"/>
                  </a:moveTo>
                  <a:lnTo>
                    <a:pt x="837371" y="243479"/>
                  </a:lnTo>
                  <a:lnTo>
                    <a:pt x="836369" y="246967"/>
                  </a:lnTo>
                  <a:lnTo>
                    <a:pt x="829130" y="250568"/>
                  </a:lnTo>
                  <a:lnTo>
                    <a:pt x="825009" y="259230"/>
                  </a:lnTo>
                  <a:lnTo>
                    <a:pt x="815989" y="262942"/>
                  </a:lnTo>
                  <a:lnTo>
                    <a:pt x="803404" y="273286"/>
                  </a:lnTo>
                  <a:lnTo>
                    <a:pt x="795163" y="274185"/>
                  </a:lnTo>
                  <a:lnTo>
                    <a:pt x="782467" y="291491"/>
                  </a:lnTo>
                  <a:lnTo>
                    <a:pt x="789484" y="304968"/>
                  </a:lnTo>
                  <a:lnTo>
                    <a:pt x="787813" y="311816"/>
                  </a:lnTo>
                  <a:lnTo>
                    <a:pt x="790931" y="315184"/>
                  </a:lnTo>
                  <a:lnTo>
                    <a:pt x="805631" y="315633"/>
                  </a:lnTo>
                  <a:lnTo>
                    <a:pt x="805186" y="324835"/>
                  </a:lnTo>
                  <a:lnTo>
                    <a:pt x="782579" y="339418"/>
                  </a:lnTo>
                  <a:lnTo>
                    <a:pt x="772889" y="338184"/>
                  </a:lnTo>
                  <a:lnTo>
                    <a:pt x="768992" y="341661"/>
                  </a:lnTo>
                  <a:lnTo>
                    <a:pt x="756073" y="344016"/>
                  </a:lnTo>
                  <a:lnTo>
                    <a:pt x="752509" y="350631"/>
                  </a:lnTo>
                  <a:lnTo>
                    <a:pt x="757187" y="373940"/>
                  </a:lnTo>
                  <a:lnTo>
                    <a:pt x="740927" y="391076"/>
                  </a:lnTo>
                  <a:lnTo>
                    <a:pt x="785363" y="439190"/>
                  </a:lnTo>
                  <a:lnTo>
                    <a:pt x="789595" y="452494"/>
                  </a:lnTo>
                  <a:lnTo>
                    <a:pt x="784917" y="460095"/>
                  </a:lnTo>
                  <a:lnTo>
                    <a:pt x="770885" y="468812"/>
                  </a:lnTo>
                  <a:lnTo>
                    <a:pt x="764983" y="478197"/>
                  </a:lnTo>
                  <a:lnTo>
                    <a:pt x="747832" y="479426"/>
                  </a:lnTo>
                  <a:lnTo>
                    <a:pt x="742375" y="484564"/>
                  </a:lnTo>
                  <a:lnTo>
                    <a:pt x="735470" y="486463"/>
                  </a:lnTo>
                  <a:lnTo>
                    <a:pt x="730793" y="493611"/>
                  </a:lnTo>
                  <a:lnTo>
                    <a:pt x="693707" y="505336"/>
                  </a:lnTo>
                  <a:lnTo>
                    <a:pt x="677782" y="501763"/>
                  </a:lnTo>
                  <a:lnTo>
                    <a:pt x="659184" y="510360"/>
                  </a:lnTo>
                  <a:lnTo>
                    <a:pt x="655954" y="531680"/>
                  </a:lnTo>
                  <a:lnTo>
                    <a:pt x="650163" y="536701"/>
                  </a:lnTo>
                  <a:lnTo>
                    <a:pt x="643258" y="536590"/>
                  </a:lnTo>
                  <a:lnTo>
                    <a:pt x="620428" y="514938"/>
                  </a:lnTo>
                  <a:lnTo>
                    <a:pt x="608734" y="518063"/>
                  </a:lnTo>
                  <a:lnTo>
                    <a:pt x="600938" y="515161"/>
                  </a:lnTo>
                  <a:lnTo>
                    <a:pt x="578220" y="515831"/>
                  </a:lnTo>
                  <a:lnTo>
                    <a:pt x="567640" y="503550"/>
                  </a:lnTo>
                  <a:lnTo>
                    <a:pt x="543807" y="502768"/>
                  </a:lnTo>
                  <a:lnTo>
                    <a:pt x="534786" y="494393"/>
                  </a:lnTo>
                  <a:lnTo>
                    <a:pt x="530666" y="494281"/>
                  </a:lnTo>
                  <a:lnTo>
                    <a:pt x="528884" y="497073"/>
                  </a:lnTo>
                  <a:lnTo>
                    <a:pt x="538128" y="510695"/>
                  </a:lnTo>
                  <a:lnTo>
                    <a:pt x="565858" y="537036"/>
                  </a:lnTo>
                  <a:lnTo>
                    <a:pt x="565969" y="560799"/>
                  </a:lnTo>
                  <a:lnTo>
                    <a:pt x="578888" y="593807"/>
                  </a:lnTo>
                  <a:lnTo>
                    <a:pt x="576660" y="604286"/>
                  </a:lnTo>
                  <a:lnTo>
                    <a:pt x="584233" y="607408"/>
                  </a:lnTo>
                  <a:lnTo>
                    <a:pt x="617310" y="609860"/>
                  </a:lnTo>
                  <a:lnTo>
                    <a:pt x="616975" y="621563"/>
                  </a:lnTo>
                  <a:lnTo>
                    <a:pt x="612632" y="626913"/>
                  </a:lnTo>
                  <a:lnTo>
                    <a:pt x="578999" y="639616"/>
                  </a:lnTo>
                  <a:lnTo>
                    <a:pt x="572429" y="658892"/>
                  </a:lnTo>
                  <a:lnTo>
                    <a:pt x="566860" y="664463"/>
                  </a:lnTo>
                  <a:lnTo>
                    <a:pt x="560623" y="669142"/>
                  </a:lnTo>
                  <a:lnTo>
                    <a:pt x="549375" y="669253"/>
                  </a:lnTo>
                  <a:lnTo>
                    <a:pt x="534229" y="681618"/>
                  </a:lnTo>
                  <a:lnTo>
                    <a:pt x="528884" y="681396"/>
                  </a:lnTo>
                  <a:lnTo>
                    <a:pt x="511176" y="690530"/>
                  </a:lnTo>
                  <a:lnTo>
                    <a:pt x="495251" y="705344"/>
                  </a:lnTo>
                  <a:lnTo>
                    <a:pt x="488346" y="716370"/>
                  </a:lnTo>
                  <a:lnTo>
                    <a:pt x="483223" y="716593"/>
                  </a:lnTo>
                  <a:lnTo>
                    <a:pt x="485228" y="706903"/>
                  </a:lnTo>
                  <a:lnTo>
                    <a:pt x="482555" y="701891"/>
                  </a:lnTo>
                  <a:lnTo>
                    <a:pt x="475428" y="698327"/>
                  </a:lnTo>
                  <a:lnTo>
                    <a:pt x="452041" y="710579"/>
                  </a:lnTo>
                  <a:lnTo>
                    <a:pt x="434221" y="711692"/>
                  </a:lnTo>
                  <a:lnTo>
                    <a:pt x="401591" y="683512"/>
                  </a:lnTo>
                  <a:lnTo>
                    <a:pt x="401034" y="675046"/>
                  </a:lnTo>
                  <a:lnTo>
                    <a:pt x="380543" y="618331"/>
                  </a:lnTo>
                  <a:lnTo>
                    <a:pt x="380877" y="611197"/>
                  </a:lnTo>
                  <a:lnTo>
                    <a:pt x="358714" y="592692"/>
                  </a:lnTo>
                  <a:lnTo>
                    <a:pt x="355596" y="586226"/>
                  </a:lnTo>
                  <a:lnTo>
                    <a:pt x="346464" y="583773"/>
                  </a:lnTo>
                  <a:lnTo>
                    <a:pt x="340785" y="586226"/>
                  </a:lnTo>
                  <a:lnTo>
                    <a:pt x="342232" y="580093"/>
                  </a:lnTo>
                  <a:lnTo>
                    <a:pt x="371967" y="553437"/>
                  </a:lnTo>
                  <a:lnTo>
                    <a:pt x="374640" y="547636"/>
                  </a:lnTo>
                  <a:lnTo>
                    <a:pt x="352923" y="519849"/>
                  </a:lnTo>
                  <a:lnTo>
                    <a:pt x="341007" y="479984"/>
                  </a:lnTo>
                  <a:lnTo>
                    <a:pt x="342789" y="432592"/>
                  </a:lnTo>
                  <a:lnTo>
                    <a:pt x="354148" y="414693"/>
                  </a:lnTo>
                  <a:lnTo>
                    <a:pt x="358269" y="397569"/>
                  </a:lnTo>
                  <a:lnTo>
                    <a:pt x="364617" y="391636"/>
                  </a:lnTo>
                  <a:lnTo>
                    <a:pt x="366733" y="385589"/>
                  </a:lnTo>
                  <a:lnTo>
                    <a:pt x="364060" y="376069"/>
                  </a:lnTo>
                  <a:lnTo>
                    <a:pt x="358714" y="372148"/>
                  </a:lnTo>
                  <a:lnTo>
                    <a:pt x="340673" y="369235"/>
                  </a:lnTo>
                  <a:lnTo>
                    <a:pt x="323188" y="374949"/>
                  </a:lnTo>
                  <a:lnTo>
                    <a:pt x="302808" y="377525"/>
                  </a:lnTo>
                  <a:lnTo>
                    <a:pt x="274075" y="374949"/>
                  </a:lnTo>
                  <a:lnTo>
                    <a:pt x="264609" y="375733"/>
                  </a:lnTo>
                  <a:lnTo>
                    <a:pt x="253584" y="380997"/>
                  </a:lnTo>
                  <a:lnTo>
                    <a:pt x="248015" y="377973"/>
                  </a:lnTo>
                  <a:lnTo>
                    <a:pt x="243672" y="379541"/>
                  </a:lnTo>
                  <a:lnTo>
                    <a:pt x="200239" y="327864"/>
                  </a:lnTo>
                  <a:lnTo>
                    <a:pt x="184313" y="326630"/>
                  </a:lnTo>
                  <a:lnTo>
                    <a:pt x="162708" y="319337"/>
                  </a:lnTo>
                  <a:lnTo>
                    <a:pt x="145558" y="325284"/>
                  </a:lnTo>
                  <a:lnTo>
                    <a:pt x="132973" y="325845"/>
                  </a:lnTo>
                  <a:lnTo>
                    <a:pt x="108027" y="322927"/>
                  </a:lnTo>
                  <a:lnTo>
                    <a:pt x="91210" y="325508"/>
                  </a:lnTo>
                  <a:lnTo>
                    <a:pt x="79294" y="318888"/>
                  </a:lnTo>
                  <a:lnTo>
                    <a:pt x="71721" y="301824"/>
                  </a:lnTo>
                  <a:lnTo>
                    <a:pt x="60139" y="299129"/>
                  </a:lnTo>
                  <a:lnTo>
                    <a:pt x="55350" y="292277"/>
                  </a:lnTo>
                  <a:lnTo>
                    <a:pt x="56909" y="264629"/>
                  </a:lnTo>
                  <a:lnTo>
                    <a:pt x="62366" y="257093"/>
                  </a:lnTo>
                  <a:lnTo>
                    <a:pt x="60361" y="244604"/>
                  </a:lnTo>
                  <a:lnTo>
                    <a:pt x="58803" y="238639"/>
                  </a:lnTo>
                  <a:lnTo>
                    <a:pt x="43322" y="223324"/>
                  </a:lnTo>
                  <a:lnTo>
                    <a:pt x="35304" y="193116"/>
                  </a:lnTo>
                  <a:lnTo>
                    <a:pt x="25170" y="191537"/>
                  </a:lnTo>
                  <a:lnTo>
                    <a:pt x="19045" y="183753"/>
                  </a:lnTo>
                  <a:lnTo>
                    <a:pt x="10692" y="187815"/>
                  </a:lnTo>
                  <a:lnTo>
                    <a:pt x="0" y="187815"/>
                  </a:lnTo>
                  <a:lnTo>
                    <a:pt x="22274" y="150553"/>
                  </a:lnTo>
                  <a:lnTo>
                    <a:pt x="30738" y="106431"/>
                  </a:lnTo>
                  <a:lnTo>
                    <a:pt x="41875" y="84672"/>
                  </a:lnTo>
                  <a:lnTo>
                    <a:pt x="52454" y="70947"/>
                  </a:lnTo>
                  <a:lnTo>
                    <a:pt x="69160" y="61981"/>
                  </a:lnTo>
                  <a:lnTo>
                    <a:pt x="87090" y="32326"/>
                  </a:lnTo>
                  <a:lnTo>
                    <a:pt x="126625" y="19926"/>
                  </a:lnTo>
                  <a:lnTo>
                    <a:pt x="116156" y="29027"/>
                  </a:lnTo>
                  <a:lnTo>
                    <a:pt x="92658" y="34713"/>
                  </a:lnTo>
                  <a:lnTo>
                    <a:pt x="87201" y="38351"/>
                  </a:lnTo>
                  <a:lnTo>
                    <a:pt x="87758" y="48239"/>
                  </a:lnTo>
                  <a:lnTo>
                    <a:pt x="94774" y="62321"/>
                  </a:lnTo>
                  <a:lnTo>
                    <a:pt x="106690" y="73443"/>
                  </a:lnTo>
                  <a:lnTo>
                    <a:pt x="101122" y="74691"/>
                  </a:lnTo>
                  <a:lnTo>
                    <a:pt x="109586" y="95895"/>
                  </a:lnTo>
                  <a:lnTo>
                    <a:pt x="105242" y="109375"/>
                  </a:lnTo>
                  <a:lnTo>
                    <a:pt x="87312" y="130427"/>
                  </a:lnTo>
                  <a:lnTo>
                    <a:pt x="77512" y="148858"/>
                  </a:lnTo>
                  <a:lnTo>
                    <a:pt x="85976" y="165353"/>
                  </a:lnTo>
                  <a:lnTo>
                    <a:pt x="99340" y="178900"/>
                  </a:lnTo>
                  <a:lnTo>
                    <a:pt x="98004" y="184317"/>
                  </a:lnTo>
                  <a:lnTo>
                    <a:pt x="100565" y="191650"/>
                  </a:lnTo>
                  <a:lnTo>
                    <a:pt x="108027" y="196951"/>
                  </a:lnTo>
                  <a:lnTo>
                    <a:pt x="131414" y="189958"/>
                  </a:lnTo>
                  <a:lnTo>
                    <a:pt x="141103" y="178223"/>
                  </a:lnTo>
                  <a:lnTo>
                    <a:pt x="143107" y="155751"/>
                  </a:lnTo>
                  <a:lnTo>
                    <a:pt x="141325" y="147728"/>
                  </a:lnTo>
                  <a:lnTo>
                    <a:pt x="130189" y="128278"/>
                  </a:lnTo>
                  <a:lnTo>
                    <a:pt x="122504" y="120696"/>
                  </a:lnTo>
                  <a:lnTo>
                    <a:pt x="115822" y="103712"/>
                  </a:lnTo>
                  <a:lnTo>
                    <a:pt x="112704" y="88300"/>
                  </a:lnTo>
                  <a:lnTo>
                    <a:pt x="117827" y="84672"/>
                  </a:lnTo>
                  <a:lnTo>
                    <a:pt x="117382" y="76620"/>
                  </a:lnTo>
                  <a:lnTo>
                    <a:pt x="130078" y="74351"/>
                  </a:lnTo>
                  <a:lnTo>
                    <a:pt x="157474" y="61186"/>
                  </a:lnTo>
                  <a:lnTo>
                    <a:pt x="193891" y="50852"/>
                  </a:lnTo>
                  <a:lnTo>
                    <a:pt x="202243" y="41534"/>
                  </a:lnTo>
                  <a:lnTo>
                    <a:pt x="215385" y="46307"/>
                  </a:lnTo>
                  <a:lnTo>
                    <a:pt x="220397" y="44375"/>
                  </a:lnTo>
                  <a:lnTo>
                    <a:pt x="222289" y="40170"/>
                  </a:lnTo>
                  <a:lnTo>
                    <a:pt x="219617" y="31984"/>
                  </a:lnTo>
                  <a:lnTo>
                    <a:pt x="196341" y="34941"/>
                  </a:lnTo>
                  <a:lnTo>
                    <a:pt x="190550" y="18447"/>
                  </a:lnTo>
                  <a:lnTo>
                    <a:pt x="195673" y="5012"/>
                  </a:lnTo>
                  <a:lnTo>
                    <a:pt x="208035" y="0"/>
                  </a:lnTo>
                  <a:lnTo>
                    <a:pt x="216944" y="7745"/>
                  </a:lnTo>
                  <a:lnTo>
                    <a:pt x="222958" y="31643"/>
                  </a:lnTo>
                  <a:lnTo>
                    <a:pt x="231087" y="44034"/>
                  </a:lnTo>
                  <a:lnTo>
                    <a:pt x="255700" y="41648"/>
                  </a:lnTo>
                  <a:lnTo>
                    <a:pt x="280758" y="47102"/>
                  </a:lnTo>
                  <a:lnTo>
                    <a:pt x="307374" y="64138"/>
                  </a:lnTo>
                  <a:lnTo>
                    <a:pt x="315170" y="81951"/>
                  </a:lnTo>
                  <a:lnTo>
                    <a:pt x="311941" y="86373"/>
                  </a:lnTo>
                  <a:lnTo>
                    <a:pt x="313722" y="93855"/>
                  </a:lnTo>
                  <a:lnTo>
                    <a:pt x="323300" y="106317"/>
                  </a:lnTo>
                  <a:lnTo>
                    <a:pt x="340005" y="107563"/>
                  </a:lnTo>
                  <a:lnTo>
                    <a:pt x="394575" y="98841"/>
                  </a:lnTo>
                  <a:lnTo>
                    <a:pt x="440458" y="97481"/>
                  </a:lnTo>
                  <a:lnTo>
                    <a:pt x="449256" y="101107"/>
                  </a:lnTo>
                  <a:lnTo>
                    <a:pt x="450147" y="107563"/>
                  </a:lnTo>
                  <a:lnTo>
                    <a:pt x="464959" y="121036"/>
                  </a:lnTo>
                  <a:lnTo>
                    <a:pt x="509617" y="132916"/>
                  </a:lnTo>
                  <a:lnTo>
                    <a:pt x="526879" y="131106"/>
                  </a:lnTo>
                  <a:lnTo>
                    <a:pt x="567862" y="108469"/>
                  </a:lnTo>
                  <a:lnTo>
                    <a:pt x="589802" y="109035"/>
                  </a:lnTo>
                  <a:lnTo>
                    <a:pt x="596038" y="105638"/>
                  </a:lnTo>
                  <a:lnTo>
                    <a:pt x="588020" y="102126"/>
                  </a:lnTo>
                  <a:lnTo>
                    <a:pt x="569756" y="100880"/>
                  </a:lnTo>
                  <a:lnTo>
                    <a:pt x="564187" y="103146"/>
                  </a:lnTo>
                  <a:lnTo>
                    <a:pt x="561069" y="97368"/>
                  </a:lnTo>
                  <a:lnTo>
                    <a:pt x="610627" y="96801"/>
                  </a:lnTo>
                  <a:lnTo>
                    <a:pt x="659740" y="90114"/>
                  </a:lnTo>
                  <a:lnTo>
                    <a:pt x="688250" y="93288"/>
                  </a:lnTo>
                  <a:lnTo>
                    <a:pt x="710746" y="90681"/>
                  </a:lnTo>
                  <a:lnTo>
                    <a:pt x="708074" y="94421"/>
                  </a:lnTo>
                  <a:lnTo>
                    <a:pt x="688807" y="97368"/>
                  </a:lnTo>
                  <a:lnTo>
                    <a:pt x="679675" y="102919"/>
                  </a:lnTo>
                  <a:lnTo>
                    <a:pt x="646710" y="103825"/>
                  </a:lnTo>
                  <a:lnTo>
                    <a:pt x="651054" y="105411"/>
                  </a:lnTo>
                  <a:lnTo>
                    <a:pt x="651054" y="110960"/>
                  </a:lnTo>
                  <a:lnTo>
                    <a:pt x="660854" y="118998"/>
                  </a:lnTo>
                  <a:lnTo>
                    <a:pt x="662302" y="124770"/>
                  </a:lnTo>
                  <a:lnTo>
                    <a:pt x="657402" y="133707"/>
                  </a:lnTo>
                  <a:lnTo>
                    <a:pt x="666088" y="129862"/>
                  </a:lnTo>
                  <a:lnTo>
                    <a:pt x="666088" y="123639"/>
                  </a:lnTo>
                  <a:lnTo>
                    <a:pt x="669206" y="124657"/>
                  </a:lnTo>
                  <a:lnTo>
                    <a:pt x="683461" y="150892"/>
                  </a:lnTo>
                  <a:lnTo>
                    <a:pt x="689587" y="144676"/>
                  </a:lnTo>
                  <a:lnTo>
                    <a:pt x="693707" y="148406"/>
                  </a:lnTo>
                  <a:lnTo>
                    <a:pt x="693596" y="138570"/>
                  </a:lnTo>
                  <a:lnTo>
                    <a:pt x="698496" y="138797"/>
                  </a:lnTo>
                  <a:lnTo>
                    <a:pt x="708853" y="145467"/>
                  </a:lnTo>
                  <a:lnTo>
                    <a:pt x="719544" y="160383"/>
                  </a:lnTo>
                  <a:lnTo>
                    <a:pt x="717763" y="148971"/>
                  </a:lnTo>
                  <a:lnTo>
                    <a:pt x="726449" y="148745"/>
                  </a:lnTo>
                  <a:lnTo>
                    <a:pt x="728676" y="143884"/>
                  </a:lnTo>
                  <a:lnTo>
                    <a:pt x="745939" y="160270"/>
                  </a:lnTo>
                  <a:lnTo>
                    <a:pt x="764315" y="165127"/>
                  </a:lnTo>
                  <a:lnTo>
                    <a:pt x="777901" y="177433"/>
                  </a:lnTo>
                  <a:lnTo>
                    <a:pt x="774894" y="183527"/>
                  </a:lnTo>
                  <a:lnTo>
                    <a:pt x="763646" y="190297"/>
                  </a:lnTo>
                  <a:lnTo>
                    <a:pt x="749836" y="225014"/>
                  </a:lnTo>
                  <a:lnTo>
                    <a:pt x="726783" y="225239"/>
                  </a:lnTo>
                  <a:lnTo>
                    <a:pt x="746273" y="236950"/>
                  </a:lnTo>
                  <a:lnTo>
                    <a:pt x="753066" y="232109"/>
                  </a:lnTo>
                  <a:lnTo>
                    <a:pt x="762867" y="231771"/>
                  </a:lnTo>
                  <a:lnTo>
                    <a:pt x="777456" y="225577"/>
                  </a:lnTo>
                  <a:lnTo>
                    <a:pt x="797168" y="228392"/>
                  </a:lnTo>
                  <a:lnTo>
                    <a:pt x="805965" y="223211"/>
                  </a:lnTo>
                  <a:lnTo>
                    <a:pt x="816657" y="224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811206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oPE_Map_CONTINENT_OCEANIA_165" descr="Oceania – Countries and Territories">
            <a:extLst>
              <a:ext uri="{FF2B5EF4-FFF2-40B4-BE49-F238E27FC236}">
                <a16:creationId xmlns:a16="http://schemas.microsoft.com/office/drawing/2014/main" id="{7FFBD682-D3BC-B69E-4FF1-D926E8CEE86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97280" y="2301884"/>
            <a:ext cx="9997441" cy="2254233"/>
            <a:chOff x="1097280" y="2301884"/>
            <a:chExt cx="9997441" cy="2254233"/>
          </a:xfrm>
        </p:grpSpPr>
        <p:sp>
          <p:nvSpPr>
            <p:cNvPr id="2" name="oPE_MapPart_ASM_1_2" descr="Amerikanisch-Samoa">
              <a:extLst>
                <a:ext uri="{FF2B5EF4-FFF2-40B4-BE49-F238E27FC236}">
                  <a16:creationId xmlns:a16="http://schemas.microsoft.com/office/drawing/2014/main" id="{E86EE72B-9303-DDB5-C88E-E285F82F996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340718" y="3219771"/>
              <a:ext cx="29993" cy="30954"/>
            </a:xfrm>
            <a:custGeom>
              <a:avLst/>
              <a:gdLst/>
              <a:ahLst/>
              <a:cxnLst/>
              <a:rect l="0" t="0" r="0" b="0"/>
              <a:pathLst>
                <a:path w="29993" h="30954">
                  <a:moveTo>
                    <a:pt x="0" y="0"/>
                  </a:moveTo>
                  <a:lnTo>
                    <a:pt x="29992" y="0"/>
                  </a:lnTo>
                  <a:lnTo>
                    <a:pt x="29992" y="30953"/>
                  </a:lnTo>
                  <a:lnTo>
                    <a:pt x="0" y="309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oPE_MapPart_ATC_1_3" descr="Ashmore- und Cartierinseln">
              <a:extLst>
                <a:ext uri="{FF2B5EF4-FFF2-40B4-BE49-F238E27FC236}">
                  <a16:creationId xmlns:a16="http://schemas.microsoft.com/office/drawing/2014/main" id="{8ECBED65-4F9C-0C68-8FEF-34306A89578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9513026" y="3166400"/>
              <a:ext cx="29993" cy="30714"/>
            </a:xfrm>
            <a:custGeom>
              <a:avLst/>
              <a:gdLst/>
              <a:ahLst/>
              <a:cxnLst/>
              <a:rect l="0" t="0" r="0" b="0"/>
              <a:pathLst>
                <a:path w="29993" h="30714">
                  <a:moveTo>
                    <a:pt x="0" y="0"/>
                  </a:moveTo>
                  <a:lnTo>
                    <a:pt x="29992" y="0"/>
                  </a:lnTo>
                  <a:lnTo>
                    <a:pt x="29992" y="30713"/>
                  </a:lnTo>
                  <a:lnTo>
                    <a:pt x="0" y="3071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oPE_MapPart_AUS_1_4" descr="Australien">
              <a:extLst>
                <a:ext uri="{FF2B5EF4-FFF2-40B4-BE49-F238E27FC236}">
                  <a16:creationId xmlns:a16="http://schemas.microsoft.com/office/drawing/2014/main" id="{D189973E-7001-2E83-31EB-36115CF7947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9239196" y="3132909"/>
              <a:ext cx="1122862" cy="884024"/>
            </a:xfrm>
            <a:custGeom>
              <a:avLst/>
              <a:gdLst/>
              <a:ahLst/>
              <a:cxnLst/>
              <a:rect l="0" t="0" r="0" b="0"/>
              <a:pathLst>
                <a:path w="1122862" h="884024">
                  <a:moveTo>
                    <a:pt x="832986" y="35279"/>
                  </a:moveTo>
                  <a:lnTo>
                    <a:pt x="830937" y="41413"/>
                  </a:lnTo>
                  <a:lnTo>
                    <a:pt x="831087" y="45198"/>
                  </a:lnTo>
                  <a:lnTo>
                    <a:pt x="835085" y="47910"/>
                  </a:lnTo>
                  <a:lnTo>
                    <a:pt x="839184" y="54772"/>
                  </a:lnTo>
                  <a:lnTo>
                    <a:pt x="844283" y="77708"/>
                  </a:lnTo>
                  <a:lnTo>
                    <a:pt x="843234" y="86193"/>
                  </a:lnTo>
                  <a:lnTo>
                    <a:pt x="849032" y="103610"/>
                  </a:lnTo>
                  <a:lnTo>
                    <a:pt x="854731" y="106861"/>
                  </a:lnTo>
                  <a:lnTo>
                    <a:pt x="861628" y="102269"/>
                  </a:lnTo>
                  <a:lnTo>
                    <a:pt x="868927" y="100257"/>
                  </a:lnTo>
                  <a:lnTo>
                    <a:pt x="873776" y="107687"/>
                  </a:lnTo>
                  <a:lnTo>
                    <a:pt x="891521" y="120660"/>
                  </a:lnTo>
                  <a:lnTo>
                    <a:pt x="890521" y="125059"/>
                  </a:lnTo>
                  <a:lnTo>
                    <a:pt x="891671" y="131690"/>
                  </a:lnTo>
                  <a:lnTo>
                    <a:pt x="891071" y="135993"/>
                  </a:lnTo>
                  <a:lnTo>
                    <a:pt x="896269" y="152718"/>
                  </a:lnTo>
                  <a:lnTo>
                    <a:pt x="895370" y="162870"/>
                  </a:lnTo>
                  <a:lnTo>
                    <a:pt x="904517" y="176540"/>
                  </a:lnTo>
                  <a:lnTo>
                    <a:pt x="908867" y="177532"/>
                  </a:lnTo>
                  <a:lnTo>
                    <a:pt x="908617" y="182080"/>
                  </a:lnTo>
                  <a:lnTo>
                    <a:pt x="914815" y="198524"/>
                  </a:lnTo>
                  <a:lnTo>
                    <a:pt x="912215" y="217178"/>
                  </a:lnTo>
                  <a:lnTo>
                    <a:pt x="917514" y="224079"/>
                  </a:lnTo>
                  <a:lnTo>
                    <a:pt x="920564" y="225397"/>
                  </a:lnTo>
                  <a:lnTo>
                    <a:pt x="919564" y="233788"/>
                  </a:lnTo>
                  <a:lnTo>
                    <a:pt x="921964" y="237804"/>
                  </a:lnTo>
                  <a:lnTo>
                    <a:pt x="924663" y="240765"/>
                  </a:lnTo>
                  <a:lnTo>
                    <a:pt x="930562" y="243992"/>
                  </a:lnTo>
                  <a:lnTo>
                    <a:pt x="939158" y="246004"/>
                  </a:lnTo>
                  <a:lnTo>
                    <a:pt x="942958" y="250030"/>
                  </a:lnTo>
                  <a:lnTo>
                    <a:pt x="946807" y="250666"/>
                  </a:lnTo>
                  <a:lnTo>
                    <a:pt x="950706" y="249606"/>
                  </a:lnTo>
                  <a:lnTo>
                    <a:pt x="955354" y="256818"/>
                  </a:lnTo>
                  <a:lnTo>
                    <a:pt x="959704" y="261118"/>
                  </a:lnTo>
                  <a:lnTo>
                    <a:pt x="962803" y="261862"/>
                  </a:lnTo>
                  <a:lnTo>
                    <a:pt x="964502" y="264041"/>
                  </a:lnTo>
                  <a:lnTo>
                    <a:pt x="969100" y="264944"/>
                  </a:lnTo>
                  <a:lnTo>
                    <a:pt x="977049" y="270530"/>
                  </a:lnTo>
                  <a:lnTo>
                    <a:pt x="983547" y="272233"/>
                  </a:lnTo>
                  <a:lnTo>
                    <a:pt x="987946" y="276495"/>
                  </a:lnTo>
                  <a:lnTo>
                    <a:pt x="991445" y="282147"/>
                  </a:lnTo>
                  <a:lnTo>
                    <a:pt x="987146" y="281774"/>
                  </a:lnTo>
                  <a:lnTo>
                    <a:pt x="985847" y="285083"/>
                  </a:lnTo>
                  <a:lnTo>
                    <a:pt x="988795" y="289731"/>
                  </a:lnTo>
                  <a:lnTo>
                    <a:pt x="1000343" y="301291"/>
                  </a:lnTo>
                  <a:lnTo>
                    <a:pt x="1003793" y="311753"/>
                  </a:lnTo>
                  <a:lnTo>
                    <a:pt x="1007241" y="314816"/>
                  </a:lnTo>
                  <a:lnTo>
                    <a:pt x="1009191" y="328114"/>
                  </a:lnTo>
                  <a:lnTo>
                    <a:pt x="1014189" y="340643"/>
                  </a:lnTo>
                  <a:lnTo>
                    <a:pt x="1017488" y="339128"/>
                  </a:lnTo>
                  <a:lnTo>
                    <a:pt x="1021688" y="343943"/>
                  </a:lnTo>
                  <a:lnTo>
                    <a:pt x="1022537" y="343077"/>
                  </a:lnTo>
                  <a:lnTo>
                    <a:pt x="1020787" y="336642"/>
                  </a:lnTo>
                  <a:lnTo>
                    <a:pt x="1022987" y="332484"/>
                  </a:lnTo>
                  <a:lnTo>
                    <a:pt x="1024537" y="332376"/>
                  </a:lnTo>
                  <a:lnTo>
                    <a:pt x="1028935" y="338588"/>
                  </a:lnTo>
                  <a:lnTo>
                    <a:pt x="1037433" y="344213"/>
                  </a:lnTo>
                  <a:lnTo>
                    <a:pt x="1038484" y="344105"/>
                  </a:lnTo>
                  <a:lnTo>
                    <a:pt x="1038183" y="338966"/>
                  </a:lnTo>
                  <a:lnTo>
                    <a:pt x="1039684" y="338426"/>
                  </a:lnTo>
                  <a:lnTo>
                    <a:pt x="1043632" y="344700"/>
                  </a:lnTo>
                  <a:lnTo>
                    <a:pt x="1044131" y="362822"/>
                  </a:lnTo>
                  <a:lnTo>
                    <a:pt x="1045830" y="371313"/>
                  </a:lnTo>
                  <a:lnTo>
                    <a:pt x="1054430" y="381188"/>
                  </a:lnTo>
                  <a:lnTo>
                    <a:pt x="1064077" y="388132"/>
                  </a:lnTo>
                  <a:lnTo>
                    <a:pt x="1069376" y="388953"/>
                  </a:lnTo>
                  <a:lnTo>
                    <a:pt x="1073274" y="391526"/>
                  </a:lnTo>
                  <a:lnTo>
                    <a:pt x="1081572" y="405958"/>
                  </a:lnTo>
                  <a:lnTo>
                    <a:pt x="1090620" y="412230"/>
                  </a:lnTo>
                  <a:lnTo>
                    <a:pt x="1091870" y="417189"/>
                  </a:lnTo>
                  <a:lnTo>
                    <a:pt x="1096119" y="424475"/>
                  </a:lnTo>
                  <a:lnTo>
                    <a:pt x="1099867" y="426685"/>
                  </a:lnTo>
                  <a:lnTo>
                    <a:pt x="1103317" y="431553"/>
                  </a:lnTo>
                  <a:lnTo>
                    <a:pt x="1103517" y="439421"/>
                  </a:lnTo>
                  <a:lnTo>
                    <a:pt x="1106515" y="445028"/>
                  </a:lnTo>
                  <a:lnTo>
                    <a:pt x="1110315" y="447973"/>
                  </a:lnTo>
                  <a:lnTo>
                    <a:pt x="1108065" y="458441"/>
                  </a:lnTo>
                  <a:lnTo>
                    <a:pt x="1110216" y="479525"/>
                  </a:lnTo>
                  <a:lnTo>
                    <a:pt x="1108965" y="486150"/>
                  </a:lnTo>
                  <a:lnTo>
                    <a:pt x="1116414" y="504125"/>
                  </a:lnTo>
                  <a:lnTo>
                    <a:pt x="1118362" y="512892"/>
                  </a:lnTo>
                  <a:lnTo>
                    <a:pt x="1121711" y="518958"/>
                  </a:lnTo>
                  <a:lnTo>
                    <a:pt x="1121513" y="528220"/>
                  </a:lnTo>
                  <a:lnTo>
                    <a:pt x="1122861" y="532604"/>
                  </a:lnTo>
                  <a:lnTo>
                    <a:pt x="1122513" y="538363"/>
                  </a:lnTo>
                  <a:lnTo>
                    <a:pt x="1115364" y="552204"/>
                  </a:lnTo>
                  <a:lnTo>
                    <a:pt x="1113265" y="571461"/>
                  </a:lnTo>
                  <a:lnTo>
                    <a:pt x="1106566" y="593041"/>
                  </a:lnTo>
                  <a:lnTo>
                    <a:pt x="1107065" y="604149"/>
                  </a:lnTo>
                  <a:lnTo>
                    <a:pt x="1104166" y="621267"/>
                  </a:lnTo>
                  <a:lnTo>
                    <a:pt x="1099767" y="632713"/>
                  </a:lnTo>
                  <a:lnTo>
                    <a:pt x="1093469" y="641193"/>
                  </a:lnTo>
                  <a:lnTo>
                    <a:pt x="1093069" y="647687"/>
                  </a:lnTo>
                  <a:lnTo>
                    <a:pt x="1091020" y="654136"/>
                  </a:lnTo>
                  <a:lnTo>
                    <a:pt x="1084822" y="659709"/>
                  </a:lnTo>
                  <a:lnTo>
                    <a:pt x="1083921" y="662024"/>
                  </a:lnTo>
                  <a:lnTo>
                    <a:pt x="1081721" y="662024"/>
                  </a:lnTo>
                  <a:lnTo>
                    <a:pt x="1083172" y="663449"/>
                  </a:lnTo>
                  <a:lnTo>
                    <a:pt x="1082523" y="664638"/>
                  </a:lnTo>
                  <a:lnTo>
                    <a:pt x="1072725" y="669338"/>
                  </a:lnTo>
                  <a:lnTo>
                    <a:pt x="1063626" y="684140"/>
                  </a:lnTo>
                  <a:lnTo>
                    <a:pt x="1062177" y="689950"/>
                  </a:lnTo>
                  <a:lnTo>
                    <a:pt x="1058278" y="691930"/>
                  </a:lnTo>
                  <a:lnTo>
                    <a:pt x="1059127" y="695892"/>
                  </a:lnTo>
                  <a:lnTo>
                    <a:pt x="1057979" y="703473"/>
                  </a:lnTo>
                  <a:lnTo>
                    <a:pt x="1056979" y="705462"/>
                  </a:lnTo>
                  <a:lnTo>
                    <a:pt x="1055779" y="704738"/>
                  </a:lnTo>
                  <a:lnTo>
                    <a:pt x="1053630" y="706125"/>
                  </a:lnTo>
                  <a:lnTo>
                    <a:pt x="1056628" y="706909"/>
                  </a:lnTo>
                  <a:lnTo>
                    <a:pt x="1049080" y="715910"/>
                  </a:lnTo>
                  <a:lnTo>
                    <a:pt x="1046581" y="722695"/>
                  </a:lnTo>
                  <a:lnTo>
                    <a:pt x="1044082" y="736010"/>
                  </a:lnTo>
                  <a:lnTo>
                    <a:pt x="1044731" y="740096"/>
                  </a:lnTo>
                  <a:lnTo>
                    <a:pt x="1041783" y="741073"/>
                  </a:lnTo>
                  <a:lnTo>
                    <a:pt x="1042482" y="744188"/>
                  </a:lnTo>
                  <a:lnTo>
                    <a:pt x="1041583" y="745656"/>
                  </a:lnTo>
                  <a:lnTo>
                    <a:pt x="1038183" y="746879"/>
                  </a:lnTo>
                  <a:lnTo>
                    <a:pt x="1027836" y="768069"/>
                  </a:lnTo>
                  <a:lnTo>
                    <a:pt x="1024137" y="792721"/>
                  </a:lnTo>
                  <a:lnTo>
                    <a:pt x="1021288" y="802945"/>
                  </a:lnTo>
                  <a:lnTo>
                    <a:pt x="1022038" y="817289"/>
                  </a:lnTo>
                  <a:lnTo>
                    <a:pt x="1020537" y="826727"/>
                  </a:lnTo>
                  <a:lnTo>
                    <a:pt x="1017090" y="827420"/>
                  </a:lnTo>
                  <a:lnTo>
                    <a:pt x="1007991" y="835250"/>
                  </a:lnTo>
                  <a:lnTo>
                    <a:pt x="974150" y="837337"/>
                  </a:lnTo>
                  <a:lnTo>
                    <a:pt x="963453" y="841010"/>
                  </a:lnTo>
                  <a:lnTo>
                    <a:pt x="950056" y="851044"/>
                  </a:lnTo>
                  <a:lnTo>
                    <a:pt x="935110" y="866808"/>
                  </a:lnTo>
                  <a:lnTo>
                    <a:pt x="917364" y="869049"/>
                  </a:lnTo>
                  <a:lnTo>
                    <a:pt x="917314" y="871037"/>
                  </a:lnTo>
                  <a:lnTo>
                    <a:pt x="920664" y="875015"/>
                  </a:lnTo>
                  <a:lnTo>
                    <a:pt x="923164" y="872319"/>
                  </a:lnTo>
                  <a:lnTo>
                    <a:pt x="924263" y="873090"/>
                  </a:lnTo>
                  <a:lnTo>
                    <a:pt x="924762" y="881124"/>
                  </a:lnTo>
                  <a:lnTo>
                    <a:pt x="922413" y="884023"/>
                  </a:lnTo>
                  <a:lnTo>
                    <a:pt x="920764" y="883185"/>
                  </a:lnTo>
                  <a:lnTo>
                    <a:pt x="915714" y="873988"/>
                  </a:lnTo>
                  <a:lnTo>
                    <a:pt x="913265" y="872833"/>
                  </a:lnTo>
                  <a:lnTo>
                    <a:pt x="909516" y="875272"/>
                  </a:lnTo>
                  <a:lnTo>
                    <a:pt x="905517" y="866936"/>
                  </a:lnTo>
                  <a:lnTo>
                    <a:pt x="900368" y="866552"/>
                  </a:lnTo>
                  <a:lnTo>
                    <a:pt x="894570" y="862267"/>
                  </a:lnTo>
                  <a:lnTo>
                    <a:pt x="896419" y="857988"/>
                  </a:lnTo>
                  <a:lnTo>
                    <a:pt x="898619" y="857223"/>
                  </a:lnTo>
                  <a:lnTo>
                    <a:pt x="896770" y="851935"/>
                  </a:lnTo>
                  <a:lnTo>
                    <a:pt x="891671" y="851680"/>
                  </a:lnTo>
                  <a:lnTo>
                    <a:pt x="888871" y="856840"/>
                  </a:lnTo>
                  <a:lnTo>
                    <a:pt x="882423" y="860989"/>
                  </a:lnTo>
                  <a:lnTo>
                    <a:pt x="875725" y="855310"/>
                  </a:lnTo>
                  <a:lnTo>
                    <a:pt x="881073" y="855438"/>
                  </a:lnTo>
                  <a:lnTo>
                    <a:pt x="885423" y="850535"/>
                  </a:lnTo>
                  <a:lnTo>
                    <a:pt x="886873" y="846530"/>
                  </a:lnTo>
                  <a:lnTo>
                    <a:pt x="880524" y="839743"/>
                  </a:lnTo>
                  <a:lnTo>
                    <a:pt x="866776" y="848119"/>
                  </a:lnTo>
                  <a:lnTo>
                    <a:pt x="872126" y="848881"/>
                  </a:lnTo>
                  <a:lnTo>
                    <a:pt x="874275" y="850726"/>
                  </a:lnTo>
                  <a:lnTo>
                    <a:pt x="858580" y="859648"/>
                  </a:lnTo>
                  <a:lnTo>
                    <a:pt x="850531" y="868024"/>
                  </a:lnTo>
                  <a:lnTo>
                    <a:pt x="842984" y="872384"/>
                  </a:lnTo>
                  <a:lnTo>
                    <a:pt x="834285" y="869626"/>
                  </a:lnTo>
                  <a:lnTo>
                    <a:pt x="830287" y="866168"/>
                  </a:lnTo>
                  <a:lnTo>
                    <a:pt x="823588" y="863865"/>
                  </a:lnTo>
                  <a:lnTo>
                    <a:pt x="812891" y="856968"/>
                  </a:lnTo>
                  <a:lnTo>
                    <a:pt x="805444" y="857414"/>
                  </a:lnTo>
                  <a:lnTo>
                    <a:pt x="798145" y="853335"/>
                  </a:lnTo>
                  <a:lnTo>
                    <a:pt x="792596" y="852890"/>
                  </a:lnTo>
                  <a:lnTo>
                    <a:pt x="788947" y="857032"/>
                  </a:lnTo>
                  <a:lnTo>
                    <a:pt x="784248" y="856139"/>
                  </a:lnTo>
                  <a:lnTo>
                    <a:pt x="778400" y="849390"/>
                  </a:lnTo>
                  <a:lnTo>
                    <a:pt x="772751" y="846023"/>
                  </a:lnTo>
                  <a:lnTo>
                    <a:pt x="762104" y="844309"/>
                  </a:lnTo>
                  <a:lnTo>
                    <a:pt x="755555" y="839680"/>
                  </a:lnTo>
                  <a:lnTo>
                    <a:pt x="750607" y="830701"/>
                  </a:lnTo>
                  <a:lnTo>
                    <a:pt x="738710" y="816849"/>
                  </a:lnTo>
                  <a:lnTo>
                    <a:pt x="737411" y="810389"/>
                  </a:lnTo>
                  <a:lnTo>
                    <a:pt x="740759" y="796582"/>
                  </a:lnTo>
                  <a:lnTo>
                    <a:pt x="737161" y="786506"/>
                  </a:lnTo>
                  <a:lnTo>
                    <a:pt x="729862" y="774118"/>
                  </a:lnTo>
                  <a:lnTo>
                    <a:pt x="717965" y="763079"/>
                  </a:lnTo>
                  <a:lnTo>
                    <a:pt x="716066" y="759389"/>
                  </a:lnTo>
                  <a:lnTo>
                    <a:pt x="718765" y="760004"/>
                  </a:lnTo>
                  <a:lnTo>
                    <a:pt x="721864" y="757423"/>
                  </a:lnTo>
                  <a:lnTo>
                    <a:pt x="724963" y="760434"/>
                  </a:lnTo>
                  <a:lnTo>
                    <a:pt x="725963" y="754108"/>
                  </a:lnTo>
                  <a:lnTo>
                    <a:pt x="724763" y="752391"/>
                  </a:lnTo>
                  <a:lnTo>
                    <a:pt x="722264" y="751410"/>
                  </a:lnTo>
                  <a:lnTo>
                    <a:pt x="713466" y="757914"/>
                  </a:lnTo>
                  <a:lnTo>
                    <a:pt x="709417" y="758345"/>
                  </a:lnTo>
                  <a:lnTo>
                    <a:pt x="703668" y="761480"/>
                  </a:lnTo>
                  <a:lnTo>
                    <a:pt x="694271" y="760496"/>
                  </a:lnTo>
                  <a:lnTo>
                    <a:pt x="700270" y="750675"/>
                  </a:lnTo>
                  <a:lnTo>
                    <a:pt x="703369" y="740462"/>
                  </a:lnTo>
                  <a:lnTo>
                    <a:pt x="702769" y="731626"/>
                  </a:lnTo>
                  <a:lnTo>
                    <a:pt x="691623" y="711618"/>
                  </a:lnTo>
                  <a:lnTo>
                    <a:pt x="686924" y="721240"/>
                  </a:lnTo>
                  <a:lnTo>
                    <a:pt x="685674" y="730409"/>
                  </a:lnTo>
                  <a:lnTo>
                    <a:pt x="680575" y="744494"/>
                  </a:lnTo>
                  <a:lnTo>
                    <a:pt x="674126" y="744066"/>
                  </a:lnTo>
                  <a:lnTo>
                    <a:pt x="665379" y="747675"/>
                  </a:lnTo>
                  <a:lnTo>
                    <a:pt x="658130" y="747797"/>
                  </a:lnTo>
                  <a:lnTo>
                    <a:pt x="661780" y="736802"/>
                  </a:lnTo>
                  <a:lnTo>
                    <a:pt x="672227" y="736680"/>
                  </a:lnTo>
                  <a:lnTo>
                    <a:pt x="675076" y="726033"/>
                  </a:lnTo>
                  <a:lnTo>
                    <a:pt x="674126" y="718634"/>
                  </a:lnTo>
                  <a:lnTo>
                    <a:pt x="675076" y="711315"/>
                  </a:lnTo>
                  <a:lnTo>
                    <a:pt x="679425" y="701245"/>
                  </a:lnTo>
                  <a:lnTo>
                    <a:pt x="687273" y="691870"/>
                  </a:lnTo>
                  <a:lnTo>
                    <a:pt x="685074" y="679297"/>
                  </a:lnTo>
                  <a:lnTo>
                    <a:pt x="688973" y="675774"/>
                  </a:lnTo>
                  <a:lnTo>
                    <a:pt x="686724" y="665054"/>
                  </a:lnTo>
                  <a:lnTo>
                    <a:pt x="683124" y="658700"/>
                  </a:lnTo>
                  <a:lnTo>
                    <a:pt x="683374" y="666778"/>
                  </a:lnTo>
                  <a:lnTo>
                    <a:pt x="673676" y="679058"/>
                  </a:lnTo>
                  <a:lnTo>
                    <a:pt x="667978" y="693550"/>
                  </a:lnTo>
                  <a:lnTo>
                    <a:pt x="651282" y="702449"/>
                  </a:lnTo>
                  <a:lnTo>
                    <a:pt x="645584" y="706969"/>
                  </a:lnTo>
                  <a:lnTo>
                    <a:pt x="630588" y="728159"/>
                  </a:lnTo>
                  <a:lnTo>
                    <a:pt x="633587" y="737717"/>
                  </a:lnTo>
                  <a:lnTo>
                    <a:pt x="632787" y="738998"/>
                  </a:lnTo>
                  <a:lnTo>
                    <a:pt x="627839" y="734974"/>
                  </a:lnTo>
                  <a:lnTo>
                    <a:pt x="623839" y="737595"/>
                  </a:lnTo>
                  <a:lnTo>
                    <a:pt x="614841" y="727552"/>
                  </a:lnTo>
                  <a:lnTo>
                    <a:pt x="612241" y="725426"/>
                  </a:lnTo>
                  <a:lnTo>
                    <a:pt x="609243" y="725608"/>
                  </a:lnTo>
                  <a:lnTo>
                    <a:pt x="609443" y="723969"/>
                  </a:lnTo>
                  <a:lnTo>
                    <a:pt x="611843" y="722332"/>
                  </a:lnTo>
                  <a:lnTo>
                    <a:pt x="616342" y="726033"/>
                  </a:lnTo>
                  <a:lnTo>
                    <a:pt x="618342" y="725486"/>
                  </a:lnTo>
                  <a:lnTo>
                    <a:pt x="611942" y="704618"/>
                  </a:lnTo>
                  <a:lnTo>
                    <a:pt x="602744" y="693430"/>
                  </a:lnTo>
                  <a:lnTo>
                    <a:pt x="601596" y="687373"/>
                  </a:lnTo>
                  <a:lnTo>
                    <a:pt x="598047" y="681090"/>
                  </a:lnTo>
                  <a:lnTo>
                    <a:pt x="594946" y="678939"/>
                  </a:lnTo>
                  <a:lnTo>
                    <a:pt x="586449" y="678103"/>
                  </a:lnTo>
                  <a:lnTo>
                    <a:pt x="582899" y="671958"/>
                  </a:lnTo>
                  <a:lnTo>
                    <a:pt x="580851" y="664341"/>
                  </a:lnTo>
                  <a:lnTo>
                    <a:pt x="584400" y="663746"/>
                  </a:lnTo>
                  <a:lnTo>
                    <a:pt x="584600" y="657751"/>
                  </a:lnTo>
                  <a:lnTo>
                    <a:pt x="576152" y="653247"/>
                  </a:lnTo>
                  <a:lnTo>
                    <a:pt x="568804" y="646505"/>
                  </a:lnTo>
                  <a:lnTo>
                    <a:pt x="556206" y="645737"/>
                  </a:lnTo>
                  <a:lnTo>
                    <a:pt x="543560" y="638245"/>
                  </a:lnTo>
                  <a:lnTo>
                    <a:pt x="528513" y="639955"/>
                  </a:lnTo>
                  <a:lnTo>
                    <a:pt x="514768" y="629774"/>
                  </a:lnTo>
                  <a:lnTo>
                    <a:pt x="505670" y="624960"/>
                  </a:lnTo>
                  <a:lnTo>
                    <a:pt x="498771" y="623259"/>
                  </a:lnTo>
                  <a:lnTo>
                    <a:pt x="488723" y="626779"/>
                  </a:lnTo>
                  <a:lnTo>
                    <a:pt x="470579" y="625957"/>
                  </a:lnTo>
                  <a:lnTo>
                    <a:pt x="437737" y="630009"/>
                  </a:lnTo>
                  <a:lnTo>
                    <a:pt x="413344" y="641901"/>
                  </a:lnTo>
                  <a:lnTo>
                    <a:pt x="392548" y="648337"/>
                  </a:lnTo>
                  <a:lnTo>
                    <a:pt x="377552" y="649933"/>
                  </a:lnTo>
                  <a:lnTo>
                    <a:pt x="359706" y="648101"/>
                  </a:lnTo>
                  <a:lnTo>
                    <a:pt x="353609" y="649460"/>
                  </a:lnTo>
                  <a:lnTo>
                    <a:pt x="343911" y="656328"/>
                  </a:lnTo>
                  <a:lnTo>
                    <a:pt x="335564" y="659887"/>
                  </a:lnTo>
                  <a:lnTo>
                    <a:pt x="321417" y="668742"/>
                  </a:lnTo>
                  <a:lnTo>
                    <a:pt x="307121" y="673150"/>
                  </a:lnTo>
                  <a:lnTo>
                    <a:pt x="303871" y="676908"/>
                  </a:lnTo>
                  <a:lnTo>
                    <a:pt x="296723" y="692470"/>
                  </a:lnTo>
                  <a:lnTo>
                    <a:pt x="290675" y="700462"/>
                  </a:lnTo>
                  <a:lnTo>
                    <a:pt x="286675" y="703112"/>
                  </a:lnTo>
                  <a:lnTo>
                    <a:pt x="282727" y="702750"/>
                  </a:lnTo>
                  <a:lnTo>
                    <a:pt x="278378" y="705522"/>
                  </a:lnTo>
                  <a:lnTo>
                    <a:pt x="271380" y="702027"/>
                  </a:lnTo>
                  <a:lnTo>
                    <a:pt x="249036" y="705643"/>
                  </a:lnTo>
                  <a:lnTo>
                    <a:pt x="246537" y="701726"/>
                  </a:lnTo>
                  <a:lnTo>
                    <a:pt x="228291" y="700162"/>
                  </a:lnTo>
                  <a:lnTo>
                    <a:pt x="211895" y="701606"/>
                  </a:lnTo>
                  <a:lnTo>
                    <a:pt x="200898" y="704678"/>
                  </a:lnTo>
                  <a:lnTo>
                    <a:pt x="195099" y="703774"/>
                  </a:lnTo>
                  <a:lnTo>
                    <a:pt x="185252" y="705100"/>
                  </a:lnTo>
                  <a:lnTo>
                    <a:pt x="179153" y="709322"/>
                  </a:lnTo>
                  <a:lnTo>
                    <a:pt x="174005" y="718271"/>
                  </a:lnTo>
                  <a:lnTo>
                    <a:pt x="168407" y="721240"/>
                  </a:lnTo>
                  <a:lnTo>
                    <a:pt x="158609" y="722028"/>
                  </a:lnTo>
                  <a:lnTo>
                    <a:pt x="137514" y="739181"/>
                  </a:lnTo>
                  <a:lnTo>
                    <a:pt x="122118" y="742966"/>
                  </a:lnTo>
                  <a:lnTo>
                    <a:pt x="92575" y="739242"/>
                  </a:lnTo>
                  <a:lnTo>
                    <a:pt x="77829" y="732721"/>
                  </a:lnTo>
                  <a:lnTo>
                    <a:pt x="70581" y="723605"/>
                  </a:lnTo>
                  <a:lnTo>
                    <a:pt x="66132" y="720210"/>
                  </a:lnTo>
                  <a:lnTo>
                    <a:pt x="58134" y="716152"/>
                  </a:lnTo>
                  <a:lnTo>
                    <a:pt x="53986" y="717423"/>
                  </a:lnTo>
                  <a:lnTo>
                    <a:pt x="50687" y="714519"/>
                  </a:lnTo>
                  <a:lnTo>
                    <a:pt x="49687" y="707633"/>
                  </a:lnTo>
                  <a:lnTo>
                    <a:pt x="50235" y="689770"/>
                  </a:lnTo>
                  <a:lnTo>
                    <a:pt x="55485" y="694030"/>
                  </a:lnTo>
                  <a:lnTo>
                    <a:pt x="60384" y="693910"/>
                  </a:lnTo>
                  <a:lnTo>
                    <a:pt x="64732" y="690310"/>
                  </a:lnTo>
                  <a:lnTo>
                    <a:pt x="69382" y="678998"/>
                  </a:lnTo>
                  <a:lnTo>
                    <a:pt x="67633" y="661608"/>
                  </a:lnTo>
                  <a:lnTo>
                    <a:pt x="70081" y="658344"/>
                  </a:lnTo>
                  <a:lnTo>
                    <a:pt x="70581" y="652892"/>
                  </a:lnTo>
                  <a:lnTo>
                    <a:pt x="70930" y="636007"/>
                  </a:lnTo>
                  <a:lnTo>
                    <a:pt x="69831" y="629715"/>
                  </a:lnTo>
                  <a:lnTo>
                    <a:pt x="55336" y="600946"/>
                  </a:lnTo>
                  <a:lnTo>
                    <a:pt x="52586" y="592925"/>
                  </a:lnTo>
                  <a:lnTo>
                    <a:pt x="49587" y="576251"/>
                  </a:lnTo>
                  <a:lnTo>
                    <a:pt x="49287" y="556792"/>
                  </a:lnTo>
                  <a:lnTo>
                    <a:pt x="46437" y="547565"/>
                  </a:lnTo>
                  <a:lnTo>
                    <a:pt x="40089" y="538934"/>
                  </a:lnTo>
                  <a:lnTo>
                    <a:pt x="37590" y="528504"/>
                  </a:lnTo>
                  <a:lnTo>
                    <a:pt x="27243" y="513912"/>
                  </a:lnTo>
                  <a:lnTo>
                    <a:pt x="25394" y="497070"/>
                  </a:lnTo>
                  <a:lnTo>
                    <a:pt x="23443" y="490931"/>
                  </a:lnTo>
                  <a:lnTo>
                    <a:pt x="14596" y="475321"/>
                  </a:lnTo>
                  <a:lnTo>
                    <a:pt x="4148" y="461956"/>
                  </a:lnTo>
                  <a:lnTo>
                    <a:pt x="0" y="454707"/>
                  </a:lnTo>
                  <a:lnTo>
                    <a:pt x="3848" y="456601"/>
                  </a:lnTo>
                  <a:lnTo>
                    <a:pt x="4798" y="451533"/>
                  </a:lnTo>
                  <a:lnTo>
                    <a:pt x="11047" y="466368"/>
                  </a:lnTo>
                  <a:lnTo>
                    <a:pt x="15245" y="467486"/>
                  </a:lnTo>
                  <a:lnTo>
                    <a:pt x="18095" y="464580"/>
                  </a:lnTo>
                  <a:lnTo>
                    <a:pt x="18594" y="459334"/>
                  </a:lnTo>
                  <a:lnTo>
                    <a:pt x="11246" y="452090"/>
                  </a:lnTo>
                  <a:lnTo>
                    <a:pt x="5847" y="440198"/>
                  </a:lnTo>
                  <a:lnTo>
                    <a:pt x="7447" y="436704"/>
                  </a:lnTo>
                  <a:lnTo>
                    <a:pt x="9847" y="437480"/>
                  </a:lnTo>
                  <a:lnTo>
                    <a:pt x="14695" y="443806"/>
                  </a:lnTo>
                  <a:lnTo>
                    <a:pt x="13895" y="450643"/>
                  </a:lnTo>
                  <a:lnTo>
                    <a:pt x="14996" y="453092"/>
                  </a:lnTo>
                  <a:lnTo>
                    <a:pt x="16144" y="453983"/>
                  </a:lnTo>
                  <a:lnTo>
                    <a:pt x="18594" y="449475"/>
                  </a:lnTo>
                  <a:lnTo>
                    <a:pt x="22443" y="458999"/>
                  </a:lnTo>
                  <a:lnTo>
                    <a:pt x="25192" y="461230"/>
                  </a:lnTo>
                  <a:lnTo>
                    <a:pt x="28641" y="457995"/>
                  </a:lnTo>
                  <a:lnTo>
                    <a:pt x="28592" y="444472"/>
                  </a:lnTo>
                  <a:lnTo>
                    <a:pt x="13495" y="417575"/>
                  </a:lnTo>
                  <a:lnTo>
                    <a:pt x="10697" y="408872"/>
                  </a:lnTo>
                  <a:lnTo>
                    <a:pt x="6497" y="401013"/>
                  </a:lnTo>
                  <a:lnTo>
                    <a:pt x="6598" y="391800"/>
                  </a:lnTo>
                  <a:lnTo>
                    <a:pt x="8497" y="383811"/>
                  </a:lnTo>
                  <a:lnTo>
                    <a:pt x="15895" y="370114"/>
                  </a:lnTo>
                  <a:lnTo>
                    <a:pt x="16996" y="354891"/>
                  </a:lnTo>
                  <a:lnTo>
                    <a:pt x="13845" y="346596"/>
                  </a:lnTo>
                  <a:lnTo>
                    <a:pt x="21495" y="325580"/>
                  </a:lnTo>
                  <a:lnTo>
                    <a:pt x="23293" y="323856"/>
                  </a:lnTo>
                  <a:lnTo>
                    <a:pt x="26093" y="322294"/>
                  </a:lnTo>
                  <a:lnTo>
                    <a:pt x="26643" y="324718"/>
                  </a:lnTo>
                  <a:lnTo>
                    <a:pt x="25243" y="332862"/>
                  </a:lnTo>
                  <a:lnTo>
                    <a:pt x="27192" y="337128"/>
                  </a:lnTo>
                  <a:lnTo>
                    <a:pt x="26592" y="341941"/>
                  </a:lnTo>
                  <a:lnTo>
                    <a:pt x="31091" y="340210"/>
                  </a:lnTo>
                  <a:lnTo>
                    <a:pt x="33140" y="337669"/>
                  </a:lnTo>
                  <a:lnTo>
                    <a:pt x="42338" y="322133"/>
                  </a:lnTo>
                  <a:lnTo>
                    <a:pt x="63083" y="312237"/>
                  </a:lnTo>
                  <a:lnTo>
                    <a:pt x="78530" y="298505"/>
                  </a:lnTo>
                  <a:lnTo>
                    <a:pt x="97825" y="287273"/>
                  </a:lnTo>
                  <a:lnTo>
                    <a:pt x="109821" y="286899"/>
                  </a:lnTo>
                  <a:lnTo>
                    <a:pt x="117269" y="289303"/>
                  </a:lnTo>
                  <a:lnTo>
                    <a:pt x="124967" y="286952"/>
                  </a:lnTo>
                  <a:lnTo>
                    <a:pt x="139263" y="279054"/>
                  </a:lnTo>
                  <a:lnTo>
                    <a:pt x="154609" y="275695"/>
                  </a:lnTo>
                  <a:lnTo>
                    <a:pt x="164407" y="267816"/>
                  </a:lnTo>
                  <a:lnTo>
                    <a:pt x="177803" y="269040"/>
                  </a:lnTo>
                  <a:lnTo>
                    <a:pt x="182852" y="266699"/>
                  </a:lnTo>
                  <a:lnTo>
                    <a:pt x="201347" y="263243"/>
                  </a:lnTo>
                  <a:lnTo>
                    <a:pt x="216994" y="256234"/>
                  </a:lnTo>
                  <a:lnTo>
                    <a:pt x="226442" y="247858"/>
                  </a:lnTo>
                  <a:lnTo>
                    <a:pt x="240188" y="223130"/>
                  </a:lnTo>
                  <a:lnTo>
                    <a:pt x="244986" y="220706"/>
                  </a:lnTo>
                  <a:lnTo>
                    <a:pt x="254434" y="212443"/>
                  </a:lnTo>
                  <a:lnTo>
                    <a:pt x="254834" y="210287"/>
                  </a:lnTo>
                  <a:lnTo>
                    <a:pt x="251436" y="208289"/>
                  </a:lnTo>
                  <a:lnTo>
                    <a:pt x="248935" y="196007"/>
                  </a:lnTo>
                  <a:lnTo>
                    <a:pt x="249285" y="189196"/>
                  </a:lnTo>
                  <a:lnTo>
                    <a:pt x="252085" y="184015"/>
                  </a:lnTo>
                  <a:lnTo>
                    <a:pt x="256834" y="179205"/>
                  </a:lnTo>
                  <a:lnTo>
                    <a:pt x="264832" y="173876"/>
                  </a:lnTo>
                  <a:lnTo>
                    <a:pt x="270279" y="163600"/>
                  </a:lnTo>
                  <a:lnTo>
                    <a:pt x="271780" y="163756"/>
                  </a:lnTo>
                  <a:lnTo>
                    <a:pt x="276529" y="176070"/>
                  </a:lnTo>
                  <a:lnTo>
                    <a:pt x="283226" y="188568"/>
                  </a:lnTo>
                  <a:lnTo>
                    <a:pt x="288226" y="195221"/>
                  </a:lnTo>
                  <a:lnTo>
                    <a:pt x="289075" y="180930"/>
                  </a:lnTo>
                  <a:lnTo>
                    <a:pt x="291024" y="180721"/>
                  </a:lnTo>
                  <a:lnTo>
                    <a:pt x="295673" y="183596"/>
                  </a:lnTo>
                  <a:lnTo>
                    <a:pt x="295624" y="179989"/>
                  </a:lnTo>
                  <a:lnTo>
                    <a:pt x="296873" y="177689"/>
                  </a:lnTo>
                  <a:lnTo>
                    <a:pt x="296374" y="176122"/>
                  </a:lnTo>
                  <a:lnTo>
                    <a:pt x="294224" y="176226"/>
                  </a:lnTo>
                  <a:lnTo>
                    <a:pt x="286226" y="165320"/>
                  </a:lnTo>
                  <a:lnTo>
                    <a:pt x="289974" y="163131"/>
                  </a:lnTo>
                  <a:lnTo>
                    <a:pt x="289475" y="157558"/>
                  </a:lnTo>
                  <a:lnTo>
                    <a:pt x="290574" y="156309"/>
                  </a:lnTo>
                  <a:lnTo>
                    <a:pt x="292824" y="156673"/>
                  </a:lnTo>
                  <a:lnTo>
                    <a:pt x="296473" y="162141"/>
                  </a:lnTo>
                  <a:lnTo>
                    <a:pt x="301622" y="158755"/>
                  </a:lnTo>
                  <a:lnTo>
                    <a:pt x="308720" y="162350"/>
                  </a:lnTo>
                  <a:lnTo>
                    <a:pt x="321817" y="162767"/>
                  </a:lnTo>
                  <a:lnTo>
                    <a:pt x="318968" y="160891"/>
                  </a:lnTo>
                  <a:lnTo>
                    <a:pt x="312968" y="160787"/>
                  </a:lnTo>
                  <a:lnTo>
                    <a:pt x="311619" y="159745"/>
                  </a:lnTo>
                  <a:lnTo>
                    <a:pt x="311919" y="154955"/>
                  </a:lnTo>
                  <a:lnTo>
                    <a:pt x="316368" y="154383"/>
                  </a:lnTo>
                  <a:lnTo>
                    <a:pt x="318368" y="147363"/>
                  </a:lnTo>
                  <a:lnTo>
                    <a:pt x="318368" y="145492"/>
                  </a:lnTo>
                  <a:lnTo>
                    <a:pt x="317218" y="145960"/>
                  </a:lnTo>
                  <a:lnTo>
                    <a:pt x="314368" y="150326"/>
                  </a:lnTo>
                  <a:lnTo>
                    <a:pt x="310970" y="144142"/>
                  </a:lnTo>
                  <a:lnTo>
                    <a:pt x="312568" y="136512"/>
                  </a:lnTo>
                  <a:lnTo>
                    <a:pt x="315968" y="136564"/>
                  </a:lnTo>
                  <a:lnTo>
                    <a:pt x="319568" y="132623"/>
                  </a:lnTo>
                  <a:lnTo>
                    <a:pt x="319617" y="130135"/>
                  </a:lnTo>
                  <a:lnTo>
                    <a:pt x="327366" y="133919"/>
                  </a:lnTo>
                  <a:lnTo>
                    <a:pt x="328615" y="135734"/>
                  </a:lnTo>
                  <a:lnTo>
                    <a:pt x="329865" y="135008"/>
                  </a:lnTo>
                  <a:lnTo>
                    <a:pt x="330164" y="131120"/>
                  </a:lnTo>
                  <a:lnTo>
                    <a:pt x="325616" y="131223"/>
                  </a:lnTo>
                  <a:lnTo>
                    <a:pt x="323667" y="126923"/>
                  </a:lnTo>
                  <a:lnTo>
                    <a:pt x="327566" y="125370"/>
                  </a:lnTo>
                  <a:lnTo>
                    <a:pt x="329215" y="122419"/>
                  </a:lnTo>
                  <a:lnTo>
                    <a:pt x="338012" y="125732"/>
                  </a:lnTo>
                  <a:lnTo>
                    <a:pt x="338813" y="122729"/>
                  </a:lnTo>
                  <a:lnTo>
                    <a:pt x="334913" y="120712"/>
                  </a:lnTo>
                  <a:lnTo>
                    <a:pt x="333114" y="114093"/>
                  </a:lnTo>
                  <a:lnTo>
                    <a:pt x="336063" y="110321"/>
                  </a:lnTo>
                  <a:lnTo>
                    <a:pt x="344261" y="107429"/>
                  </a:lnTo>
                  <a:lnTo>
                    <a:pt x="345560" y="100927"/>
                  </a:lnTo>
                  <a:lnTo>
                    <a:pt x="347710" y="101959"/>
                  </a:lnTo>
                  <a:lnTo>
                    <a:pt x="346510" y="108772"/>
                  </a:lnTo>
                  <a:lnTo>
                    <a:pt x="348659" y="106345"/>
                  </a:lnTo>
                  <a:lnTo>
                    <a:pt x="350910" y="107016"/>
                  </a:lnTo>
                  <a:lnTo>
                    <a:pt x="351760" y="110734"/>
                  </a:lnTo>
                  <a:lnTo>
                    <a:pt x="352859" y="111302"/>
                  </a:lnTo>
                  <a:lnTo>
                    <a:pt x="354409" y="108513"/>
                  </a:lnTo>
                  <a:lnTo>
                    <a:pt x="356508" y="107791"/>
                  </a:lnTo>
                  <a:lnTo>
                    <a:pt x="356358" y="104229"/>
                  </a:lnTo>
                  <a:lnTo>
                    <a:pt x="359007" y="96854"/>
                  </a:lnTo>
                  <a:lnTo>
                    <a:pt x="357407" y="92938"/>
                  </a:lnTo>
                  <a:lnTo>
                    <a:pt x="359207" y="92372"/>
                  </a:lnTo>
                  <a:lnTo>
                    <a:pt x="361007" y="93659"/>
                  </a:lnTo>
                  <a:lnTo>
                    <a:pt x="363106" y="98298"/>
                  </a:lnTo>
                  <a:lnTo>
                    <a:pt x="364855" y="95360"/>
                  </a:lnTo>
                  <a:lnTo>
                    <a:pt x="367104" y="94123"/>
                  </a:lnTo>
                  <a:lnTo>
                    <a:pt x="371754" y="98195"/>
                  </a:lnTo>
                  <a:lnTo>
                    <a:pt x="377603" y="92320"/>
                  </a:lnTo>
                  <a:lnTo>
                    <a:pt x="377453" y="87532"/>
                  </a:lnTo>
                  <a:lnTo>
                    <a:pt x="381001" y="86296"/>
                  </a:lnTo>
                  <a:lnTo>
                    <a:pt x="396397" y="94484"/>
                  </a:lnTo>
                  <a:lnTo>
                    <a:pt x="402346" y="99174"/>
                  </a:lnTo>
                  <a:lnTo>
                    <a:pt x="408344" y="107481"/>
                  </a:lnTo>
                  <a:lnTo>
                    <a:pt x="416993" y="115126"/>
                  </a:lnTo>
                  <a:lnTo>
                    <a:pt x="413694" y="124800"/>
                  </a:lnTo>
                  <a:lnTo>
                    <a:pt x="413393" y="131741"/>
                  </a:lnTo>
                  <a:lnTo>
                    <a:pt x="415743" y="128788"/>
                  </a:lnTo>
                  <a:lnTo>
                    <a:pt x="418542" y="130860"/>
                  </a:lnTo>
                  <a:lnTo>
                    <a:pt x="416292" y="123506"/>
                  </a:lnTo>
                  <a:lnTo>
                    <a:pt x="422841" y="117350"/>
                  </a:lnTo>
                  <a:lnTo>
                    <a:pt x="427440" y="115799"/>
                  </a:lnTo>
                  <a:lnTo>
                    <a:pt x="440836" y="118953"/>
                  </a:lnTo>
                  <a:lnTo>
                    <a:pt x="443785" y="121902"/>
                  </a:lnTo>
                  <a:lnTo>
                    <a:pt x="445235" y="126871"/>
                  </a:lnTo>
                  <a:lnTo>
                    <a:pt x="445686" y="119573"/>
                  </a:lnTo>
                  <a:lnTo>
                    <a:pt x="446634" y="118591"/>
                  </a:lnTo>
                  <a:lnTo>
                    <a:pt x="451983" y="120349"/>
                  </a:lnTo>
                  <a:lnTo>
                    <a:pt x="456832" y="126302"/>
                  </a:lnTo>
                  <a:lnTo>
                    <a:pt x="456932" y="118022"/>
                  </a:lnTo>
                  <a:lnTo>
                    <a:pt x="462781" y="117350"/>
                  </a:lnTo>
                  <a:lnTo>
                    <a:pt x="456032" y="112129"/>
                  </a:lnTo>
                  <a:lnTo>
                    <a:pt x="458583" y="109546"/>
                  </a:lnTo>
                  <a:lnTo>
                    <a:pt x="456082" y="109650"/>
                  </a:lnTo>
                  <a:lnTo>
                    <a:pt x="449734" y="104848"/>
                  </a:lnTo>
                  <a:lnTo>
                    <a:pt x="451983" y="99690"/>
                  </a:lnTo>
                  <a:lnTo>
                    <a:pt x="458931" y="93041"/>
                  </a:lnTo>
                  <a:lnTo>
                    <a:pt x="462531" y="81409"/>
                  </a:lnTo>
                  <a:lnTo>
                    <a:pt x="465280" y="79353"/>
                  </a:lnTo>
                  <a:lnTo>
                    <a:pt x="470779" y="77811"/>
                  </a:lnTo>
                  <a:lnTo>
                    <a:pt x="474228" y="73649"/>
                  </a:lnTo>
                  <a:lnTo>
                    <a:pt x="470729" y="69182"/>
                  </a:lnTo>
                  <a:lnTo>
                    <a:pt x="471678" y="63845"/>
                  </a:lnTo>
                  <a:lnTo>
                    <a:pt x="475827" y="61691"/>
                  </a:lnTo>
                  <a:lnTo>
                    <a:pt x="478076" y="56155"/>
                  </a:lnTo>
                  <a:lnTo>
                    <a:pt x="484125" y="54977"/>
                  </a:lnTo>
                  <a:lnTo>
                    <a:pt x="484276" y="48832"/>
                  </a:lnTo>
                  <a:lnTo>
                    <a:pt x="487424" y="48729"/>
                  </a:lnTo>
                  <a:lnTo>
                    <a:pt x="491074" y="52467"/>
                  </a:lnTo>
                  <a:lnTo>
                    <a:pt x="491923" y="51494"/>
                  </a:lnTo>
                  <a:lnTo>
                    <a:pt x="491274" y="47040"/>
                  </a:lnTo>
                  <a:lnTo>
                    <a:pt x="495422" y="46324"/>
                  </a:lnTo>
                  <a:lnTo>
                    <a:pt x="495323" y="42641"/>
                  </a:lnTo>
                  <a:lnTo>
                    <a:pt x="500871" y="41669"/>
                  </a:lnTo>
                  <a:lnTo>
                    <a:pt x="502871" y="38499"/>
                  </a:lnTo>
                  <a:lnTo>
                    <a:pt x="504270" y="42538"/>
                  </a:lnTo>
                  <a:lnTo>
                    <a:pt x="506919" y="44482"/>
                  </a:lnTo>
                  <a:lnTo>
                    <a:pt x="514917" y="44482"/>
                  </a:lnTo>
                  <a:lnTo>
                    <a:pt x="519416" y="43203"/>
                  </a:lnTo>
                  <a:lnTo>
                    <a:pt x="524315" y="44584"/>
                  </a:lnTo>
                  <a:lnTo>
                    <a:pt x="529564" y="41874"/>
                  </a:lnTo>
                  <a:lnTo>
                    <a:pt x="533962" y="44994"/>
                  </a:lnTo>
                  <a:lnTo>
                    <a:pt x="534812" y="41618"/>
                  </a:lnTo>
                  <a:lnTo>
                    <a:pt x="536713" y="40442"/>
                  </a:lnTo>
                  <a:lnTo>
                    <a:pt x="542311" y="40084"/>
                  </a:lnTo>
                  <a:lnTo>
                    <a:pt x="540061" y="37579"/>
                  </a:lnTo>
                  <a:lnTo>
                    <a:pt x="541260" y="26649"/>
                  </a:lnTo>
                  <a:lnTo>
                    <a:pt x="535713" y="22159"/>
                  </a:lnTo>
                  <a:lnTo>
                    <a:pt x="524565" y="21700"/>
                  </a:lnTo>
                  <a:lnTo>
                    <a:pt x="521016" y="18130"/>
                  </a:lnTo>
                  <a:lnTo>
                    <a:pt x="517616" y="16805"/>
                  </a:lnTo>
                  <a:lnTo>
                    <a:pt x="517317" y="15938"/>
                  </a:lnTo>
                  <a:lnTo>
                    <a:pt x="521466" y="13390"/>
                  </a:lnTo>
                  <a:lnTo>
                    <a:pt x="526864" y="17060"/>
                  </a:lnTo>
                  <a:lnTo>
                    <a:pt x="529814" y="14002"/>
                  </a:lnTo>
                  <a:lnTo>
                    <a:pt x="531814" y="14562"/>
                  </a:lnTo>
                  <a:lnTo>
                    <a:pt x="538012" y="18640"/>
                  </a:lnTo>
                  <a:lnTo>
                    <a:pt x="541511" y="22567"/>
                  </a:lnTo>
                  <a:lnTo>
                    <a:pt x="546360" y="19303"/>
                  </a:lnTo>
                  <a:lnTo>
                    <a:pt x="549208" y="19762"/>
                  </a:lnTo>
                  <a:lnTo>
                    <a:pt x="555457" y="28231"/>
                  </a:lnTo>
                  <a:lnTo>
                    <a:pt x="560206" y="28895"/>
                  </a:lnTo>
                  <a:lnTo>
                    <a:pt x="565105" y="31397"/>
                  </a:lnTo>
                  <a:lnTo>
                    <a:pt x="575402" y="31806"/>
                  </a:lnTo>
                  <a:lnTo>
                    <a:pt x="584649" y="36812"/>
                  </a:lnTo>
                  <a:lnTo>
                    <a:pt x="589649" y="38090"/>
                  </a:lnTo>
                  <a:lnTo>
                    <a:pt x="592998" y="38295"/>
                  </a:lnTo>
                  <a:lnTo>
                    <a:pt x="598346" y="36148"/>
                  </a:lnTo>
                  <a:lnTo>
                    <a:pt x="606643" y="42078"/>
                  </a:lnTo>
                  <a:lnTo>
                    <a:pt x="611893" y="42896"/>
                  </a:lnTo>
                  <a:lnTo>
                    <a:pt x="631437" y="31652"/>
                  </a:lnTo>
                  <a:lnTo>
                    <a:pt x="628988" y="35177"/>
                  </a:lnTo>
                  <a:lnTo>
                    <a:pt x="630538" y="36404"/>
                  </a:lnTo>
                  <a:lnTo>
                    <a:pt x="625340" y="40902"/>
                  </a:lnTo>
                  <a:lnTo>
                    <a:pt x="625389" y="42538"/>
                  </a:lnTo>
                  <a:lnTo>
                    <a:pt x="626489" y="43459"/>
                  </a:lnTo>
                  <a:lnTo>
                    <a:pt x="631888" y="40902"/>
                  </a:lnTo>
                  <a:lnTo>
                    <a:pt x="633837" y="42027"/>
                  </a:lnTo>
                  <a:lnTo>
                    <a:pt x="635887" y="48576"/>
                  </a:lnTo>
                  <a:lnTo>
                    <a:pt x="640835" y="48934"/>
                  </a:lnTo>
                  <a:lnTo>
                    <a:pt x="642734" y="45249"/>
                  </a:lnTo>
                  <a:lnTo>
                    <a:pt x="640536" y="41515"/>
                  </a:lnTo>
                  <a:lnTo>
                    <a:pt x="641136" y="40339"/>
                  </a:lnTo>
                  <a:lnTo>
                    <a:pt x="645934" y="35228"/>
                  </a:lnTo>
                  <a:lnTo>
                    <a:pt x="648633" y="35382"/>
                  </a:lnTo>
                  <a:lnTo>
                    <a:pt x="650532" y="40391"/>
                  </a:lnTo>
                  <a:lnTo>
                    <a:pt x="653582" y="42999"/>
                  </a:lnTo>
                  <a:lnTo>
                    <a:pt x="658530" y="43510"/>
                  </a:lnTo>
                  <a:lnTo>
                    <a:pt x="659930" y="46529"/>
                  </a:lnTo>
                  <a:lnTo>
                    <a:pt x="648534" y="58871"/>
                  </a:lnTo>
                  <a:lnTo>
                    <a:pt x="647983" y="60255"/>
                  </a:lnTo>
                  <a:lnTo>
                    <a:pt x="650132" y="65127"/>
                  </a:lnTo>
                  <a:lnTo>
                    <a:pt x="646433" y="71440"/>
                  </a:lnTo>
                  <a:lnTo>
                    <a:pt x="645035" y="71748"/>
                  </a:lnTo>
                  <a:lnTo>
                    <a:pt x="641785" y="68976"/>
                  </a:lnTo>
                  <a:lnTo>
                    <a:pt x="631588" y="73700"/>
                  </a:lnTo>
                  <a:lnTo>
                    <a:pt x="631637" y="82798"/>
                  </a:lnTo>
                  <a:lnTo>
                    <a:pt x="633336" y="88149"/>
                  </a:lnTo>
                  <a:lnTo>
                    <a:pt x="632338" y="91753"/>
                  </a:lnTo>
                  <a:lnTo>
                    <a:pt x="630388" y="97988"/>
                  </a:lnTo>
                  <a:lnTo>
                    <a:pt x="617091" y="115333"/>
                  </a:lnTo>
                  <a:lnTo>
                    <a:pt x="618441" y="120091"/>
                  </a:lnTo>
                  <a:lnTo>
                    <a:pt x="639336" y="133867"/>
                  </a:lnTo>
                  <a:lnTo>
                    <a:pt x="641685" y="138691"/>
                  </a:lnTo>
                  <a:lnTo>
                    <a:pt x="649833" y="142636"/>
                  </a:lnTo>
                  <a:lnTo>
                    <a:pt x="653182" y="142013"/>
                  </a:lnTo>
                  <a:lnTo>
                    <a:pt x="652982" y="146324"/>
                  </a:lnTo>
                  <a:lnTo>
                    <a:pt x="655381" y="148039"/>
                  </a:lnTo>
                  <a:lnTo>
                    <a:pt x="661429" y="147571"/>
                  </a:lnTo>
                  <a:lnTo>
                    <a:pt x="669678" y="153031"/>
                  </a:lnTo>
                  <a:lnTo>
                    <a:pt x="680926" y="157818"/>
                  </a:lnTo>
                  <a:lnTo>
                    <a:pt x="686724" y="164903"/>
                  </a:lnTo>
                  <a:lnTo>
                    <a:pt x="695971" y="171893"/>
                  </a:lnTo>
                  <a:lnTo>
                    <a:pt x="703219" y="173981"/>
                  </a:lnTo>
                  <a:lnTo>
                    <a:pt x="706518" y="173616"/>
                  </a:lnTo>
                  <a:lnTo>
                    <a:pt x="717215" y="177167"/>
                  </a:lnTo>
                  <a:lnTo>
                    <a:pt x="720015" y="180459"/>
                  </a:lnTo>
                  <a:lnTo>
                    <a:pt x="723814" y="189615"/>
                  </a:lnTo>
                  <a:lnTo>
                    <a:pt x="729163" y="191134"/>
                  </a:lnTo>
                  <a:lnTo>
                    <a:pt x="745708" y="200518"/>
                  </a:lnTo>
                  <a:lnTo>
                    <a:pt x="750507" y="200570"/>
                  </a:lnTo>
                  <a:lnTo>
                    <a:pt x="758905" y="198210"/>
                  </a:lnTo>
                  <a:lnTo>
                    <a:pt x="767753" y="192129"/>
                  </a:lnTo>
                  <a:lnTo>
                    <a:pt x="771501" y="180511"/>
                  </a:lnTo>
                  <a:lnTo>
                    <a:pt x="778549" y="169805"/>
                  </a:lnTo>
                  <a:lnTo>
                    <a:pt x="783898" y="153135"/>
                  </a:lnTo>
                  <a:lnTo>
                    <a:pt x="783398" y="148351"/>
                  </a:lnTo>
                  <a:lnTo>
                    <a:pt x="784998" y="139729"/>
                  </a:lnTo>
                  <a:lnTo>
                    <a:pt x="789848" y="123920"/>
                  </a:lnTo>
                  <a:lnTo>
                    <a:pt x="786998" y="107068"/>
                  </a:lnTo>
                  <a:lnTo>
                    <a:pt x="788998" y="97988"/>
                  </a:lnTo>
                  <a:lnTo>
                    <a:pt x="785798" y="91496"/>
                  </a:lnTo>
                  <a:lnTo>
                    <a:pt x="785598" y="87789"/>
                  </a:lnTo>
                  <a:lnTo>
                    <a:pt x="790396" y="72416"/>
                  </a:lnTo>
                  <a:lnTo>
                    <a:pt x="789497" y="63435"/>
                  </a:lnTo>
                  <a:lnTo>
                    <a:pt x="794196" y="58718"/>
                  </a:lnTo>
                  <a:lnTo>
                    <a:pt x="798046" y="59435"/>
                  </a:lnTo>
                  <a:lnTo>
                    <a:pt x="796145" y="53030"/>
                  </a:lnTo>
                  <a:lnTo>
                    <a:pt x="791296" y="50572"/>
                  </a:lnTo>
                  <a:lnTo>
                    <a:pt x="791596" y="46580"/>
                  </a:lnTo>
                  <a:lnTo>
                    <a:pt x="796646" y="35893"/>
                  </a:lnTo>
                  <a:lnTo>
                    <a:pt x="799145" y="38141"/>
                  </a:lnTo>
                  <a:lnTo>
                    <a:pt x="798895" y="33644"/>
                  </a:lnTo>
                  <a:lnTo>
                    <a:pt x="804093" y="15989"/>
                  </a:lnTo>
                  <a:lnTo>
                    <a:pt x="804893" y="6718"/>
                  </a:lnTo>
                  <a:lnTo>
                    <a:pt x="809291" y="4987"/>
                  </a:lnTo>
                  <a:lnTo>
                    <a:pt x="812891" y="0"/>
                  </a:lnTo>
                  <a:lnTo>
                    <a:pt x="817040" y="1119"/>
                  </a:lnTo>
                  <a:lnTo>
                    <a:pt x="815590" y="4681"/>
                  </a:lnTo>
                  <a:lnTo>
                    <a:pt x="820339" y="8551"/>
                  </a:lnTo>
                  <a:lnTo>
                    <a:pt x="823489" y="16958"/>
                  </a:lnTo>
                  <a:lnTo>
                    <a:pt x="824489" y="31499"/>
                  </a:lnTo>
                  <a:lnTo>
                    <a:pt x="827687" y="34309"/>
                  </a:lnTo>
                  <a:lnTo>
                    <a:pt x="829837" y="3446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oPE_MapPart_AUS_2_5" descr="Australien">
              <a:extLst>
                <a:ext uri="{FF2B5EF4-FFF2-40B4-BE49-F238E27FC236}">
                  <a16:creationId xmlns:a16="http://schemas.microsoft.com/office/drawing/2014/main" id="{351C67C6-C4CD-1547-718C-A7B9415C7E8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112922" y="4072198"/>
              <a:ext cx="102674" cy="110123"/>
            </a:xfrm>
            <a:custGeom>
              <a:avLst/>
              <a:gdLst/>
              <a:ahLst/>
              <a:cxnLst/>
              <a:rect l="0" t="0" r="0" b="0"/>
              <a:pathLst>
                <a:path w="102674" h="110123">
                  <a:moveTo>
                    <a:pt x="10996" y="4156"/>
                  </a:moveTo>
                  <a:lnTo>
                    <a:pt x="17695" y="3562"/>
                  </a:lnTo>
                  <a:lnTo>
                    <a:pt x="32642" y="12886"/>
                  </a:lnTo>
                  <a:lnTo>
                    <a:pt x="46388" y="18059"/>
                  </a:lnTo>
                  <a:lnTo>
                    <a:pt x="53535" y="17263"/>
                  </a:lnTo>
                  <a:lnTo>
                    <a:pt x="57685" y="14874"/>
                  </a:lnTo>
                  <a:lnTo>
                    <a:pt x="61133" y="18193"/>
                  </a:lnTo>
                  <a:lnTo>
                    <a:pt x="61384" y="14145"/>
                  </a:lnTo>
                  <a:lnTo>
                    <a:pt x="65083" y="11760"/>
                  </a:lnTo>
                  <a:lnTo>
                    <a:pt x="74281" y="10436"/>
                  </a:lnTo>
                  <a:lnTo>
                    <a:pt x="77980" y="12091"/>
                  </a:lnTo>
                  <a:lnTo>
                    <a:pt x="82628" y="6335"/>
                  </a:lnTo>
                  <a:lnTo>
                    <a:pt x="89626" y="7327"/>
                  </a:lnTo>
                  <a:lnTo>
                    <a:pt x="92275" y="3892"/>
                  </a:lnTo>
                  <a:lnTo>
                    <a:pt x="99124" y="6666"/>
                  </a:lnTo>
                  <a:lnTo>
                    <a:pt x="101273" y="10038"/>
                  </a:lnTo>
                  <a:lnTo>
                    <a:pt x="101124" y="42217"/>
                  </a:lnTo>
                  <a:lnTo>
                    <a:pt x="102673" y="57153"/>
                  </a:lnTo>
                  <a:lnTo>
                    <a:pt x="102323" y="58909"/>
                  </a:lnTo>
                  <a:lnTo>
                    <a:pt x="101224" y="58639"/>
                  </a:lnTo>
                  <a:lnTo>
                    <a:pt x="100824" y="54186"/>
                  </a:lnTo>
                  <a:lnTo>
                    <a:pt x="98225" y="51491"/>
                  </a:lnTo>
                  <a:lnTo>
                    <a:pt x="99824" y="49875"/>
                  </a:lnTo>
                  <a:lnTo>
                    <a:pt x="99075" y="47992"/>
                  </a:lnTo>
                  <a:lnTo>
                    <a:pt x="93776" y="58774"/>
                  </a:lnTo>
                  <a:lnTo>
                    <a:pt x="93376" y="65470"/>
                  </a:lnTo>
                  <a:lnTo>
                    <a:pt x="90677" y="73816"/>
                  </a:lnTo>
                  <a:lnTo>
                    <a:pt x="92626" y="92720"/>
                  </a:lnTo>
                  <a:lnTo>
                    <a:pt x="87178" y="95119"/>
                  </a:lnTo>
                  <a:lnTo>
                    <a:pt x="83378" y="87518"/>
                  </a:lnTo>
                  <a:lnTo>
                    <a:pt x="84477" y="86014"/>
                  </a:lnTo>
                  <a:lnTo>
                    <a:pt x="86877" y="86902"/>
                  </a:lnTo>
                  <a:lnTo>
                    <a:pt x="87578" y="84034"/>
                  </a:lnTo>
                  <a:lnTo>
                    <a:pt x="81279" y="80895"/>
                  </a:lnTo>
                  <a:lnTo>
                    <a:pt x="80229" y="82123"/>
                  </a:lnTo>
                  <a:lnTo>
                    <a:pt x="80279" y="86629"/>
                  </a:lnTo>
                  <a:lnTo>
                    <a:pt x="77929" y="87997"/>
                  </a:lnTo>
                  <a:lnTo>
                    <a:pt x="76679" y="82737"/>
                  </a:lnTo>
                  <a:lnTo>
                    <a:pt x="73631" y="78851"/>
                  </a:lnTo>
                  <a:lnTo>
                    <a:pt x="75030" y="83965"/>
                  </a:lnTo>
                  <a:lnTo>
                    <a:pt x="72580" y="89433"/>
                  </a:lnTo>
                  <a:lnTo>
                    <a:pt x="72180" y="94982"/>
                  </a:lnTo>
                  <a:lnTo>
                    <a:pt x="70182" y="96492"/>
                  </a:lnTo>
                  <a:lnTo>
                    <a:pt x="65283" y="92720"/>
                  </a:lnTo>
                  <a:lnTo>
                    <a:pt x="65032" y="95051"/>
                  </a:lnTo>
                  <a:lnTo>
                    <a:pt x="67533" y="97247"/>
                  </a:lnTo>
                  <a:lnTo>
                    <a:pt x="61883" y="110122"/>
                  </a:lnTo>
                  <a:lnTo>
                    <a:pt x="57036" y="109707"/>
                  </a:lnTo>
                  <a:lnTo>
                    <a:pt x="52836" y="106190"/>
                  </a:lnTo>
                  <a:lnTo>
                    <a:pt x="38790" y="107638"/>
                  </a:lnTo>
                  <a:lnTo>
                    <a:pt x="37440" y="101095"/>
                  </a:lnTo>
                  <a:lnTo>
                    <a:pt x="43887" y="100270"/>
                  </a:lnTo>
                  <a:lnTo>
                    <a:pt x="43388" y="98826"/>
                  </a:lnTo>
                  <a:lnTo>
                    <a:pt x="34091" y="97865"/>
                  </a:lnTo>
                  <a:lnTo>
                    <a:pt x="26743" y="86697"/>
                  </a:lnTo>
                  <a:lnTo>
                    <a:pt x="23343" y="83965"/>
                  </a:lnTo>
                  <a:lnTo>
                    <a:pt x="17295" y="69537"/>
                  </a:lnTo>
                  <a:lnTo>
                    <a:pt x="15345" y="57761"/>
                  </a:lnTo>
                  <a:lnTo>
                    <a:pt x="20194" y="61747"/>
                  </a:lnTo>
                  <a:lnTo>
                    <a:pt x="22844" y="67570"/>
                  </a:lnTo>
                  <a:lnTo>
                    <a:pt x="24193" y="62356"/>
                  </a:lnTo>
                  <a:lnTo>
                    <a:pt x="19844" y="57626"/>
                  </a:lnTo>
                  <a:lnTo>
                    <a:pt x="18994" y="54590"/>
                  </a:lnTo>
                  <a:lnTo>
                    <a:pt x="16345" y="56479"/>
                  </a:lnTo>
                  <a:lnTo>
                    <a:pt x="16446" y="49808"/>
                  </a:lnTo>
                  <a:lnTo>
                    <a:pt x="11347" y="42619"/>
                  </a:lnTo>
                  <a:lnTo>
                    <a:pt x="3648" y="27440"/>
                  </a:lnTo>
                  <a:lnTo>
                    <a:pt x="0" y="11296"/>
                  </a:lnTo>
                  <a:lnTo>
                    <a:pt x="1999" y="0"/>
                  </a:lnTo>
                  <a:lnTo>
                    <a:pt x="4798" y="17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PE_MapPart_AUS_3_6" descr="Australien">
              <a:extLst>
                <a:ext uri="{FF2B5EF4-FFF2-40B4-BE49-F238E27FC236}">
                  <a16:creationId xmlns:a16="http://schemas.microsoft.com/office/drawing/2014/main" id="{EE4ACEC8-9733-6196-69BD-E5D1BBE51B3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716422" y="3146350"/>
              <a:ext cx="32494" cy="21073"/>
            </a:xfrm>
            <a:custGeom>
              <a:avLst/>
              <a:gdLst/>
              <a:ahLst/>
              <a:cxnLst/>
              <a:rect l="0" t="0" r="0" b="0"/>
              <a:pathLst>
                <a:path w="32494" h="21073">
                  <a:moveTo>
                    <a:pt x="6949" y="5454"/>
                  </a:moveTo>
                  <a:lnTo>
                    <a:pt x="10648" y="5709"/>
                  </a:lnTo>
                  <a:lnTo>
                    <a:pt x="15097" y="3568"/>
                  </a:lnTo>
                  <a:lnTo>
                    <a:pt x="18196" y="4281"/>
                  </a:lnTo>
                  <a:lnTo>
                    <a:pt x="24994" y="204"/>
                  </a:lnTo>
                  <a:lnTo>
                    <a:pt x="29693" y="3670"/>
                  </a:lnTo>
                  <a:lnTo>
                    <a:pt x="32493" y="7188"/>
                  </a:lnTo>
                  <a:lnTo>
                    <a:pt x="30543" y="9228"/>
                  </a:lnTo>
                  <a:lnTo>
                    <a:pt x="30293" y="11473"/>
                  </a:lnTo>
                  <a:lnTo>
                    <a:pt x="28144" y="11320"/>
                  </a:lnTo>
                  <a:lnTo>
                    <a:pt x="25645" y="14943"/>
                  </a:lnTo>
                  <a:lnTo>
                    <a:pt x="16196" y="21072"/>
                  </a:lnTo>
                  <a:lnTo>
                    <a:pt x="4000" y="12289"/>
                  </a:lnTo>
                  <a:lnTo>
                    <a:pt x="0" y="917"/>
                  </a:lnTo>
                  <a:lnTo>
                    <a:pt x="1600" y="0"/>
                  </a:lnTo>
                  <a:lnTo>
                    <a:pt x="5299" y="346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PE_MapPart_AUS_4_7" descr="Australien">
              <a:extLst>
                <a:ext uri="{FF2B5EF4-FFF2-40B4-BE49-F238E27FC236}">
                  <a16:creationId xmlns:a16="http://schemas.microsoft.com/office/drawing/2014/main" id="{6DF46197-C6EE-AC5E-D8E7-E7489EA541B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887829" y="3892728"/>
              <a:ext cx="43939" cy="16526"/>
            </a:xfrm>
            <a:custGeom>
              <a:avLst/>
              <a:gdLst/>
              <a:ahLst/>
              <a:cxnLst/>
              <a:rect l="0" t="0" r="0" b="0"/>
              <a:pathLst>
                <a:path w="43939" h="16526">
                  <a:moveTo>
                    <a:pt x="29293" y="4984"/>
                  </a:moveTo>
                  <a:lnTo>
                    <a:pt x="35990" y="5785"/>
                  </a:lnTo>
                  <a:lnTo>
                    <a:pt x="38540" y="4553"/>
                  </a:lnTo>
                  <a:lnTo>
                    <a:pt x="41839" y="5538"/>
                  </a:lnTo>
                  <a:lnTo>
                    <a:pt x="43938" y="8867"/>
                  </a:lnTo>
                  <a:lnTo>
                    <a:pt x="40839" y="10779"/>
                  </a:lnTo>
                  <a:lnTo>
                    <a:pt x="35940" y="9422"/>
                  </a:lnTo>
                  <a:lnTo>
                    <a:pt x="31392" y="10409"/>
                  </a:lnTo>
                  <a:lnTo>
                    <a:pt x="29142" y="14856"/>
                  </a:lnTo>
                  <a:lnTo>
                    <a:pt x="25194" y="16525"/>
                  </a:lnTo>
                  <a:lnTo>
                    <a:pt x="18596" y="13311"/>
                  </a:lnTo>
                  <a:lnTo>
                    <a:pt x="16845" y="15288"/>
                  </a:lnTo>
                  <a:lnTo>
                    <a:pt x="5948" y="15041"/>
                  </a:lnTo>
                  <a:lnTo>
                    <a:pt x="0" y="10162"/>
                  </a:lnTo>
                  <a:lnTo>
                    <a:pt x="2699" y="5292"/>
                  </a:lnTo>
                  <a:lnTo>
                    <a:pt x="22044" y="0"/>
                  </a:lnTo>
                  <a:lnTo>
                    <a:pt x="28992" y="923"/>
                  </a:lnTo>
                  <a:lnTo>
                    <a:pt x="30392" y="2153"/>
                  </a:lnTo>
                  <a:lnTo>
                    <a:pt x="29342" y="44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PE_MapPart_AUS_5_8" descr="Australien">
              <a:extLst>
                <a:ext uri="{FF2B5EF4-FFF2-40B4-BE49-F238E27FC236}">
                  <a16:creationId xmlns:a16="http://schemas.microsoft.com/office/drawing/2014/main" id="{AB47317A-032C-1D61-B692-343338D62C1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882130" y="3217250"/>
              <a:ext cx="17098" cy="17671"/>
            </a:xfrm>
            <a:custGeom>
              <a:avLst/>
              <a:gdLst/>
              <a:ahLst/>
              <a:cxnLst/>
              <a:rect l="0" t="0" r="0" b="0"/>
              <a:pathLst>
                <a:path w="17098" h="17671">
                  <a:moveTo>
                    <a:pt x="10548" y="3654"/>
                  </a:moveTo>
                  <a:lnTo>
                    <a:pt x="12998" y="4735"/>
                  </a:lnTo>
                  <a:lnTo>
                    <a:pt x="14147" y="2110"/>
                  </a:lnTo>
                  <a:lnTo>
                    <a:pt x="15846" y="4323"/>
                  </a:lnTo>
                  <a:lnTo>
                    <a:pt x="12547" y="7721"/>
                  </a:lnTo>
                  <a:lnTo>
                    <a:pt x="11398" y="11328"/>
                  </a:lnTo>
                  <a:lnTo>
                    <a:pt x="12547" y="13750"/>
                  </a:lnTo>
                  <a:lnTo>
                    <a:pt x="17097" y="14524"/>
                  </a:lnTo>
                  <a:lnTo>
                    <a:pt x="15497" y="17670"/>
                  </a:lnTo>
                  <a:lnTo>
                    <a:pt x="0" y="15297"/>
                  </a:lnTo>
                  <a:lnTo>
                    <a:pt x="2550" y="12874"/>
                  </a:lnTo>
                  <a:lnTo>
                    <a:pt x="2501" y="5404"/>
                  </a:lnTo>
                  <a:lnTo>
                    <a:pt x="8899" y="0"/>
                  </a:lnTo>
                  <a:lnTo>
                    <a:pt x="10198" y="154"/>
                  </a:lnTo>
                  <a:lnTo>
                    <a:pt x="9998" y="14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PE_MapPart_AUS_6_9" descr="Australien">
              <a:extLst>
                <a:ext uri="{FF2B5EF4-FFF2-40B4-BE49-F238E27FC236}">
                  <a16:creationId xmlns:a16="http://schemas.microsoft.com/office/drawing/2014/main" id="{75D2A81A-00E4-AA51-01D0-C8C9210B7B37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0344262" y="3543157"/>
              <a:ext cx="10648" cy="31949"/>
            </a:xfrm>
            <a:custGeom>
              <a:avLst/>
              <a:gdLst/>
              <a:ahLst/>
              <a:cxnLst/>
              <a:rect l="0" t="0" r="0" b="0"/>
              <a:pathLst>
                <a:path w="10648" h="31949">
                  <a:moveTo>
                    <a:pt x="2799" y="31115"/>
                  </a:moveTo>
                  <a:lnTo>
                    <a:pt x="2099" y="31948"/>
                  </a:lnTo>
                  <a:lnTo>
                    <a:pt x="849" y="30449"/>
                  </a:lnTo>
                  <a:lnTo>
                    <a:pt x="0" y="24960"/>
                  </a:lnTo>
                  <a:lnTo>
                    <a:pt x="2350" y="17322"/>
                  </a:lnTo>
                  <a:lnTo>
                    <a:pt x="1700" y="13951"/>
                  </a:lnTo>
                  <a:lnTo>
                    <a:pt x="6948" y="8210"/>
                  </a:lnTo>
                  <a:lnTo>
                    <a:pt x="7348" y="5673"/>
                  </a:lnTo>
                  <a:lnTo>
                    <a:pt x="4649" y="2368"/>
                  </a:lnTo>
                  <a:lnTo>
                    <a:pt x="6849" y="55"/>
                  </a:lnTo>
                  <a:lnTo>
                    <a:pt x="8498" y="0"/>
                  </a:lnTo>
                  <a:lnTo>
                    <a:pt x="8948" y="5453"/>
                  </a:lnTo>
                  <a:lnTo>
                    <a:pt x="10647" y="7382"/>
                  </a:lnTo>
                  <a:lnTo>
                    <a:pt x="2999" y="290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oPE_MapPart_AUS_7_10" descr="Australien">
              <a:extLst>
                <a:ext uri="{FF2B5EF4-FFF2-40B4-BE49-F238E27FC236}">
                  <a16:creationId xmlns:a16="http://schemas.microsoft.com/office/drawing/2014/main" id="{00863703-1051-8626-2BF2-9BA520C83B3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0199599" y="4037773"/>
              <a:ext cx="15447" cy="19445"/>
            </a:xfrm>
            <a:custGeom>
              <a:avLst/>
              <a:gdLst/>
              <a:ahLst/>
              <a:cxnLst/>
              <a:rect l="0" t="0" r="0" b="0"/>
              <a:pathLst>
                <a:path w="15447" h="19445">
                  <a:moveTo>
                    <a:pt x="6448" y="1170"/>
                  </a:moveTo>
                  <a:lnTo>
                    <a:pt x="11398" y="7681"/>
                  </a:lnTo>
                  <a:lnTo>
                    <a:pt x="14697" y="9376"/>
                  </a:lnTo>
                  <a:lnTo>
                    <a:pt x="13447" y="13556"/>
                  </a:lnTo>
                  <a:lnTo>
                    <a:pt x="15446" y="15125"/>
                  </a:lnTo>
                  <a:lnTo>
                    <a:pt x="15146" y="16236"/>
                  </a:lnTo>
                  <a:lnTo>
                    <a:pt x="9398" y="19444"/>
                  </a:lnTo>
                  <a:lnTo>
                    <a:pt x="3400" y="10421"/>
                  </a:lnTo>
                  <a:lnTo>
                    <a:pt x="3000" y="6508"/>
                  </a:lnTo>
                  <a:lnTo>
                    <a:pt x="0" y="5205"/>
                  </a:lnTo>
                  <a:lnTo>
                    <a:pt x="45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oPE_MapPart_AUS_8_11" descr="Australien">
              <a:extLst>
                <a:ext uri="{FF2B5EF4-FFF2-40B4-BE49-F238E27FC236}">
                  <a16:creationId xmlns:a16="http://schemas.microsoft.com/office/drawing/2014/main" id="{33E30EF8-3FD5-0A2A-699E-25681CD696BD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9707375" y="3150682"/>
              <a:ext cx="15648" cy="14136"/>
            </a:xfrm>
            <a:custGeom>
              <a:avLst/>
              <a:gdLst/>
              <a:ahLst/>
              <a:cxnLst/>
              <a:rect l="0" t="0" r="0" b="0"/>
              <a:pathLst>
                <a:path w="15648" h="14136">
                  <a:moveTo>
                    <a:pt x="11546" y="9693"/>
                  </a:moveTo>
                  <a:lnTo>
                    <a:pt x="14897" y="11377"/>
                  </a:lnTo>
                  <a:lnTo>
                    <a:pt x="15647" y="13624"/>
                  </a:lnTo>
                  <a:lnTo>
                    <a:pt x="12748" y="14135"/>
                  </a:lnTo>
                  <a:lnTo>
                    <a:pt x="7648" y="12347"/>
                  </a:lnTo>
                  <a:lnTo>
                    <a:pt x="950" y="13879"/>
                  </a:lnTo>
                  <a:lnTo>
                    <a:pt x="0" y="12807"/>
                  </a:lnTo>
                  <a:lnTo>
                    <a:pt x="800" y="9744"/>
                  </a:lnTo>
                  <a:lnTo>
                    <a:pt x="2649" y="10203"/>
                  </a:lnTo>
                  <a:lnTo>
                    <a:pt x="4299" y="9131"/>
                  </a:lnTo>
                  <a:lnTo>
                    <a:pt x="3049" y="3978"/>
                  </a:lnTo>
                  <a:lnTo>
                    <a:pt x="6998" y="0"/>
                  </a:lnTo>
                  <a:lnTo>
                    <a:pt x="8247" y="0"/>
                  </a:lnTo>
                  <a:lnTo>
                    <a:pt x="10847" y="724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oPE_MapPart_AUS_9_12" descr="Australien">
              <a:extLst>
                <a:ext uri="{FF2B5EF4-FFF2-40B4-BE49-F238E27FC236}">
                  <a16:creationId xmlns:a16="http://schemas.microsoft.com/office/drawing/2014/main" id="{D4A8B723-901B-ECD0-CC63-8EE3530C9EA2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090477" y="4032644"/>
              <a:ext cx="8399" cy="19404"/>
            </a:xfrm>
            <a:custGeom>
              <a:avLst/>
              <a:gdLst/>
              <a:ahLst/>
              <a:cxnLst/>
              <a:rect l="0" t="0" r="0" b="0"/>
              <a:pathLst>
                <a:path w="8399" h="19404">
                  <a:moveTo>
                    <a:pt x="2499" y="19273"/>
                  </a:moveTo>
                  <a:lnTo>
                    <a:pt x="1699" y="19403"/>
                  </a:lnTo>
                  <a:lnTo>
                    <a:pt x="0" y="11572"/>
                  </a:lnTo>
                  <a:lnTo>
                    <a:pt x="650" y="5584"/>
                  </a:lnTo>
                  <a:lnTo>
                    <a:pt x="2800" y="2660"/>
                  </a:lnTo>
                  <a:lnTo>
                    <a:pt x="3099" y="0"/>
                  </a:lnTo>
                  <a:lnTo>
                    <a:pt x="7049" y="1946"/>
                  </a:lnTo>
                  <a:lnTo>
                    <a:pt x="7848" y="7275"/>
                  </a:lnTo>
                  <a:lnTo>
                    <a:pt x="8398" y="13397"/>
                  </a:lnTo>
                  <a:lnTo>
                    <a:pt x="5449" y="17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oPE_MapPart_AUS_10_13" descr="Australien">
              <a:extLst>
                <a:ext uri="{FF2B5EF4-FFF2-40B4-BE49-F238E27FC236}">
                  <a16:creationId xmlns:a16="http://schemas.microsoft.com/office/drawing/2014/main" id="{153C2440-F458-0004-4060-A2E28D03CD85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960561" y="3295415"/>
              <a:ext cx="14947" cy="10066"/>
            </a:xfrm>
            <a:custGeom>
              <a:avLst/>
              <a:gdLst/>
              <a:ahLst/>
              <a:cxnLst/>
              <a:rect l="0" t="0" r="0" b="0"/>
              <a:pathLst>
                <a:path w="14947" h="10066">
                  <a:moveTo>
                    <a:pt x="9647" y="5161"/>
                  </a:moveTo>
                  <a:lnTo>
                    <a:pt x="7497" y="7717"/>
                  </a:lnTo>
                  <a:lnTo>
                    <a:pt x="0" y="10065"/>
                  </a:lnTo>
                  <a:lnTo>
                    <a:pt x="99" y="6725"/>
                  </a:lnTo>
                  <a:lnTo>
                    <a:pt x="3699" y="2084"/>
                  </a:lnTo>
                  <a:lnTo>
                    <a:pt x="11897" y="0"/>
                  </a:lnTo>
                  <a:lnTo>
                    <a:pt x="14946" y="3492"/>
                  </a:lnTo>
                  <a:lnTo>
                    <a:pt x="11097" y="390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oPE_MapPart_AUS_11_14" descr="Australien">
              <a:extLst>
                <a:ext uri="{FF2B5EF4-FFF2-40B4-BE49-F238E27FC236}">
                  <a16:creationId xmlns:a16="http://schemas.microsoft.com/office/drawing/2014/main" id="{C4C8F824-6326-58AD-F919-7681038E693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231547" y="3567175"/>
              <a:ext cx="7599" cy="17714"/>
            </a:xfrm>
            <a:custGeom>
              <a:avLst/>
              <a:gdLst/>
              <a:ahLst/>
              <a:cxnLst/>
              <a:rect l="0" t="0" r="0" b="0"/>
              <a:pathLst>
                <a:path w="7599" h="17714">
                  <a:moveTo>
                    <a:pt x="7598" y="16433"/>
                  </a:moveTo>
                  <a:lnTo>
                    <a:pt x="6898" y="17713"/>
                  </a:lnTo>
                  <a:lnTo>
                    <a:pt x="1550" y="8096"/>
                  </a:lnTo>
                  <a:lnTo>
                    <a:pt x="0" y="1496"/>
                  </a:lnTo>
                  <a:lnTo>
                    <a:pt x="2049" y="0"/>
                  </a:lnTo>
                  <a:lnTo>
                    <a:pt x="6649" y="139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oPE_MapPart_AUS_12_15" descr="Australien">
              <a:extLst>
                <a:ext uri="{FF2B5EF4-FFF2-40B4-BE49-F238E27FC236}">
                  <a16:creationId xmlns:a16="http://schemas.microsoft.com/office/drawing/2014/main" id="{8DF27641-797F-AD8E-B4B9-2A604AA53E6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206597" y="4058855"/>
              <a:ext cx="12648" cy="6894"/>
            </a:xfrm>
            <a:custGeom>
              <a:avLst/>
              <a:gdLst/>
              <a:ahLst/>
              <a:cxnLst/>
              <a:rect l="0" t="0" r="0" b="0"/>
              <a:pathLst>
                <a:path w="12648" h="6894">
                  <a:moveTo>
                    <a:pt x="8499" y="0"/>
                  </a:moveTo>
                  <a:lnTo>
                    <a:pt x="12647" y="4527"/>
                  </a:lnTo>
                  <a:lnTo>
                    <a:pt x="10699" y="6564"/>
                  </a:lnTo>
                  <a:lnTo>
                    <a:pt x="9248" y="6893"/>
                  </a:lnTo>
                  <a:lnTo>
                    <a:pt x="8348" y="4659"/>
                  </a:lnTo>
                  <a:lnTo>
                    <a:pt x="2301" y="5250"/>
                  </a:lnTo>
                  <a:lnTo>
                    <a:pt x="0" y="3542"/>
                  </a:lnTo>
                  <a:lnTo>
                    <a:pt x="1101" y="1771"/>
                  </a:lnTo>
                  <a:lnTo>
                    <a:pt x="4949" y="18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oPE_MapPart_AUS_13_16" descr="Australien">
              <a:extLst>
                <a:ext uri="{FF2B5EF4-FFF2-40B4-BE49-F238E27FC236}">
                  <a16:creationId xmlns:a16="http://schemas.microsoft.com/office/drawing/2014/main" id="{DDB2ACE3-CAAA-5D1A-2090-592D21B7AB96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290276" y="3504331"/>
              <a:ext cx="7300" cy="9549"/>
            </a:xfrm>
            <a:custGeom>
              <a:avLst/>
              <a:gdLst/>
              <a:ahLst/>
              <a:cxnLst/>
              <a:rect l="0" t="0" r="0" b="0"/>
              <a:pathLst>
                <a:path w="7300" h="9549">
                  <a:moveTo>
                    <a:pt x="3148" y="872"/>
                  </a:moveTo>
                  <a:lnTo>
                    <a:pt x="5748" y="2071"/>
                  </a:lnTo>
                  <a:lnTo>
                    <a:pt x="5449" y="4035"/>
                  </a:lnTo>
                  <a:lnTo>
                    <a:pt x="7299" y="7855"/>
                  </a:lnTo>
                  <a:lnTo>
                    <a:pt x="5699" y="9548"/>
                  </a:lnTo>
                  <a:lnTo>
                    <a:pt x="0" y="2071"/>
                  </a:lnTo>
                  <a:lnTo>
                    <a:pt x="7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oPE_MapPart_AUS_14_17" descr="Australien">
              <a:extLst>
                <a:ext uri="{FF2B5EF4-FFF2-40B4-BE49-F238E27FC236}">
                  <a16:creationId xmlns:a16="http://schemas.microsoft.com/office/drawing/2014/main" id="{DFAEFECA-3A7B-00F5-766F-47C9634AFEA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0181203" y="4169582"/>
              <a:ext cx="6950" cy="8462"/>
            </a:xfrm>
            <a:custGeom>
              <a:avLst/>
              <a:gdLst/>
              <a:ahLst/>
              <a:cxnLst/>
              <a:rect l="0" t="0" r="0" b="0"/>
              <a:pathLst>
                <a:path w="6950" h="8462">
                  <a:moveTo>
                    <a:pt x="6949" y="4467"/>
                  </a:moveTo>
                  <a:lnTo>
                    <a:pt x="5650" y="8461"/>
                  </a:lnTo>
                  <a:lnTo>
                    <a:pt x="1351" y="8461"/>
                  </a:lnTo>
                  <a:lnTo>
                    <a:pt x="0" y="5775"/>
                  </a:lnTo>
                  <a:lnTo>
                    <a:pt x="1600" y="5775"/>
                  </a:lnTo>
                  <a:lnTo>
                    <a:pt x="4950" y="0"/>
                  </a:lnTo>
                  <a:lnTo>
                    <a:pt x="6600" y="25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oPE_MapPart_AUS_15_18" descr="Australien">
              <a:extLst>
                <a:ext uri="{FF2B5EF4-FFF2-40B4-BE49-F238E27FC236}">
                  <a16:creationId xmlns:a16="http://schemas.microsoft.com/office/drawing/2014/main" id="{BF54AE5E-298B-7721-49D2-13FC2402C54A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153261" y="3348666"/>
              <a:ext cx="6749" cy="7585"/>
            </a:xfrm>
            <a:custGeom>
              <a:avLst/>
              <a:gdLst/>
              <a:ahLst/>
              <a:cxnLst/>
              <a:rect l="0" t="0" r="0" b="0"/>
              <a:pathLst>
                <a:path w="6749" h="7585">
                  <a:moveTo>
                    <a:pt x="4998" y="158"/>
                  </a:moveTo>
                  <a:lnTo>
                    <a:pt x="6748" y="5108"/>
                  </a:lnTo>
                  <a:lnTo>
                    <a:pt x="5548" y="7584"/>
                  </a:lnTo>
                  <a:lnTo>
                    <a:pt x="0" y="790"/>
                  </a:lnTo>
                  <a:lnTo>
                    <a:pt x="42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oPE_MapPart_AUS_16_19" descr="Australien">
              <a:extLst>
                <a:ext uri="{FF2B5EF4-FFF2-40B4-BE49-F238E27FC236}">
                  <a16:creationId xmlns:a16="http://schemas.microsoft.com/office/drawing/2014/main" id="{70B0BCD0-918F-995D-00D3-7468E323210B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775158" y="3140289"/>
              <a:ext cx="4049" cy="9426"/>
            </a:xfrm>
            <a:custGeom>
              <a:avLst/>
              <a:gdLst/>
              <a:ahLst/>
              <a:cxnLst/>
              <a:rect l="0" t="0" r="0" b="0"/>
              <a:pathLst>
                <a:path w="4049" h="9426">
                  <a:moveTo>
                    <a:pt x="3048" y="9425"/>
                  </a:moveTo>
                  <a:lnTo>
                    <a:pt x="300" y="5501"/>
                  </a:lnTo>
                  <a:lnTo>
                    <a:pt x="0" y="1935"/>
                  </a:lnTo>
                  <a:lnTo>
                    <a:pt x="2650" y="0"/>
                  </a:lnTo>
                  <a:lnTo>
                    <a:pt x="4048" y="56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oPE_MapPart_COK_1_20" descr="Cookinseln">
              <a:extLst>
                <a:ext uri="{FF2B5EF4-FFF2-40B4-BE49-F238E27FC236}">
                  <a16:creationId xmlns:a16="http://schemas.microsoft.com/office/drawing/2014/main" id="{08CFA985-96D4-3071-A813-C917DA2919A2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643540" y="3420930"/>
              <a:ext cx="29993" cy="32175"/>
            </a:xfrm>
            <a:custGeom>
              <a:avLst/>
              <a:gdLst/>
              <a:ahLst/>
              <a:cxnLst/>
              <a:rect l="0" t="0" r="0" b="0"/>
              <a:pathLst>
                <a:path w="29993" h="32175">
                  <a:moveTo>
                    <a:pt x="0" y="0"/>
                  </a:moveTo>
                  <a:lnTo>
                    <a:pt x="29992" y="0"/>
                  </a:lnTo>
                  <a:lnTo>
                    <a:pt x="29992" y="32174"/>
                  </a:lnTo>
                  <a:lnTo>
                    <a:pt x="0" y="3217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oPE_MapPart_FSM_1_21" descr="Föderierte Staaten von Mikronesien">
              <a:extLst>
                <a:ext uri="{FF2B5EF4-FFF2-40B4-BE49-F238E27FC236}">
                  <a16:creationId xmlns:a16="http://schemas.microsoft.com/office/drawing/2014/main" id="{6F50558A-483B-06FB-9D3E-320DCB8D9E9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620691" y="2685412"/>
              <a:ext cx="1752" cy="1607"/>
            </a:xfrm>
            <a:custGeom>
              <a:avLst/>
              <a:gdLst/>
              <a:ahLst/>
              <a:cxnLst/>
              <a:rect l="0" t="0" r="0" b="0"/>
              <a:pathLst>
                <a:path w="1752" h="1607">
                  <a:moveTo>
                    <a:pt x="1450" y="251"/>
                  </a:moveTo>
                  <a:lnTo>
                    <a:pt x="1751" y="1606"/>
                  </a:lnTo>
                  <a:lnTo>
                    <a:pt x="0" y="954"/>
                  </a:lnTo>
                  <a:lnTo>
                    <a:pt x="75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oPE_MapPart_FSM_2_22" descr="Föderierte Staaten von Mikronesien">
              <a:extLst>
                <a:ext uri="{FF2B5EF4-FFF2-40B4-BE49-F238E27FC236}">
                  <a16:creationId xmlns:a16="http://schemas.microsoft.com/office/drawing/2014/main" id="{895B9E51-BC7E-C643-2D61-D4A2605D0B07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930068" y="2566103"/>
              <a:ext cx="4201" cy="4157"/>
            </a:xfrm>
            <a:custGeom>
              <a:avLst/>
              <a:gdLst/>
              <a:ahLst/>
              <a:cxnLst/>
              <a:rect l="0" t="0" r="0" b="0"/>
              <a:pathLst>
                <a:path w="4201" h="4157">
                  <a:moveTo>
                    <a:pt x="2250" y="2636"/>
                  </a:moveTo>
                  <a:lnTo>
                    <a:pt x="0" y="4156"/>
                  </a:lnTo>
                  <a:lnTo>
                    <a:pt x="3450" y="0"/>
                  </a:lnTo>
                  <a:lnTo>
                    <a:pt x="4200" y="1318"/>
                  </a:lnTo>
                  <a:lnTo>
                    <a:pt x="3349" y="243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oPE_MapPart_FSM_3_23" descr="Föderierte Staaten von Mikronesien">
              <a:extLst>
                <a:ext uri="{FF2B5EF4-FFF2-40B4-BE49-F238E27FC236}">
                  <a16:creationId xmlns:a16="http://schemas.microsoft.com/office/drawing/2014/main" id="{455CA9D5-44A5-1199-7DA8-81C1FBA4424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0305173" y="2628020"/>
              <a:ext cx="2250" cy="1211"/>
            </a:xfrm>
            <a:custGeom>
              <a:avLst/>
              <a:gdLst/>
              <a:ahLst/>
              <a:cxnLst/>
              <a:rect l="0" t="0" r="0" b="0"/>
              <a:pathLst>
                <a:path w="2250" h="1211">
                  <a:moveTo>
                    <a:pt x="2198" y="1210"/>
                  </a:moveTo>
                  <a:lnTo>
                    <a:pt x="0" y="1210"/>
                  </a:lnTo>
                  <a:lnTo>
                    <a:pt x="999" y="0"/>
                  </a:lnTo>
                  <a:lnTo>
                    <a:pt x="2249" y="7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oPE_MapPart_FSM_4_24" descr="Föderierte Staaten von Mikronesien">
              <a:extLst>
                <a:ext uri="{FF2B5EF4-FFF2-40B4-BE49-F238E27FC236}">
                  <a16:creationId xmlns:a16="http://schemas.microsoft.com/office/drawing/2014/main" id="{81E353FA-7B6F-31C9-2ADB-1FA5B6389219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0313420" y="2625852"/>
              <a:ext cx="1302" cy="959"/>
            </a:xfrm>
            <a:custGeom>
              <a:avLst/>
              <a:gdLst/>
              <a:ahLst/>
              <a:cxnLst/>
              <a:rect l="0" t="0" r="0" b="0"/>
              <a:pathLst>
                <a:path w="1302" h="959">
                  <a:moveTo>
                    <a:pt x="450" y="958"/>
                  </a:moveTo>
                  <a:lnTo>
                    <a:pt x="0" y="0"/>
                  </a:lnTo>
                  <a:lnTo>
                    <a:pt x="1301" y="3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oPE_MapPart_FSM_5_25" descr="Föderierte Staaten von Mikronesien">
              <a:extLst>
                <a:ext uri="{FF2B5EF4-FFF2-40B4-BE49-F238E27FC236}">
                  <a16:creationId xmlns:a16="http://schemas.microsoft.com/office/drawing/2014/main" id="{86E60A4F-3235-DEAE-47D8-EF404992EC8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0487326" y="2639507"/>
              <a:ext cx="5749" cy="4986"/>
            </a:xfrm>
            <a:custGeom>
              <a:avLst/>
              <a:gdLst/>
              <a:ahLst/>
              <a:cxnLst/>
              <a:rect l="0" t="0" r="0" b="0"/>
              <a:pathLst>
                <a:path w="5749" h="4986">
                  <a:moveTo>
                    <a:pt x="5198" y="4633"/>
                  </a:moveTo>
                  <a:lnTo>
                    <a:pt x="1550" y="4985"/>
                  </a:lnTo>
                  <a:lnTo>
                    <a:pt x="0" y="2065"/>
                  </a:lnTo>
                  <a:lnTo>
                    <a:pt x="1600" y="0"/>
                  </a:lnTo>
                  <a:lnTo>
                    <a:pt x="4598" y="755"/>
                  </a:lnTo>
                  <a:lnTo>
                    <a:pt x="5748" y="2367"/>
                  </a:lnTo>
                  <a:lnTo>
                    <a:pt x="5049" y="34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oPE_MapPart_FJI_1_26" descr="Fidschi">
              <a:extLst>
                <a:ext uri="{FF2B5EF4-FFF2-40B4-BE49-F238E27FC236}">
                  <a16:creationId xmlns:a16="http://schemas.microsoft.com/office/drawing/2014/main" id="{172BEC3B-E848-5322-3785-8DE4A2C04F9A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1018740" y="3322524"/>
              <a:ext cx="38991" cy="27301"/>
            </a:xfrm>
            <a:custGeom>
              <a:avLst/>
              <a:gdLst/>
              <a:ahLst/>
              <a:cxnLst/>
              <a:rect l="0" t="0" r="0" b="0"/>
              <a:pathLst>
                <a:path w="38991" h="27301">
                  <a:moveTo>
                    <a:pt x="28243" y="1257"/>
                  </a:moveTo>
                  <a:lnTo>
                    <a:pt x="28243" y="2566"/>
                  </a:lnTo>
                  <a:lnTo>
                    <a:pt x="36891" y="9381"/>
                  </a:lnTo>
                  <a:lnTo>
                    <a:pt x="36390" y="12267"/>
                  </a:lnTo>
                  <a:lnTo>
                    <a:pt x="38990" y="21934"/>
                  </a:lnTo>
                  <a:lnTo>
                    <a:pt x="29641" y="23511"/>
                  </a:lnTo>
                  <a:lnTo>
                    <a:pt x="24893" y="26879"/>
                  </a:lnTo>
                  <a:lnTo>
                    <a:pt x="19194" y="27300"/>
                  </a:lnTo>
                  <a:lnTo>
                    <a:pt x="5348" y="23879"/>
                  </a:lnTo>
                  <a:lnTo>
                    <a:pt x="1600" y="21828"/>
                  </a:lnTo>
                  <a:lnTo>
                    <a:pt x="0" y="18674"/>
                  </a:lnTo>
                  <a:lnTo>
                    <a:pt x="0" y="15575"/>
                  </a:lnTo>
                  <a:lnTo>
                    <a:pt x="4099" y="12372"/>
                  </a:lnTo>
                  <a:lnTo>
                    <a:pt x="3800" y="8804"/>
                  </a:lnTo>
                  <a:lnTo>
                    <a:pt x="6699" y="6130"/>
                  </a:lnTo>
                  <a:lnTo>
                    <a:pt x="15396" y="1728"/>
                  </a:lnTo>
                  <a:lnTo>
                    <a:pt x="2729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oPE_MapPart_FJI_2_27" descr="Fidschi">
              <a:extLst>
                <a:ext uri="{FF2B5EF4-FFF2-40B4-BE49-F238E27FC236}">
                  <a16:creationId xmlns:a16="http://schemas.microsoft.com/office/drawing/2014/main" id="{E2E00B51-49BD-D1A9-1D33-9591E8880AB7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1052981" y="3288437"/>
              <a:ext cx="41740" cy="23834"/>
            </a:xfrm>
            <a:custGeom>
              <a:avLst/>
              <a:gdLst/>
              <a:ahLst/>
              <a:cxnLst/>
              <a:rect l="0" t="0" r="0" b="0"/>
              <a:pathLst>
                <a:path w="41740" h="23834">
                  <a:moveTo>
                    <a:pt x="41739" y="468"/>
                  </a:moveTo>
                  <a:lnTo>
                    <a:pt x="34741" y="8489"/>
                  </a:lnTo>
                  <a:lnTo>
                    <a:pt x="31142" y="10835"/>
                  </a:lnTo>
                  <a:lnTo>
                    <a:pt x="29642" y="14016"/>
                  </a:lnTo>
                  <a:lnTo>
                    <a:pt x="29743" y="17200"/>
                  </a:lnTo>
                  <a:lnTo>
                    <a:pt x="37341" y="11096"/>
                  </a:lnTo>
                  <a:lnTo>
                    <a:pt x="39790" y="10574"/>
                  </a:lnTo>
                  <a:lnTo>
                    <a:pt x="38689" y="14851"/>
                  </a:lnTo>
                  <a:lnTo>
                    <a:pt x="39740" y="17095"/>
                  </a:lnTo>
                  <a:lnTo>
                    <a:pt x="25594" y="18923"/>
                  </a:lnTo>
                  <a:lnTo>
                    <a:pt x="22944" y="16365"/>
                  </a:lnTo>
                  <a:lnTo>
                    <a:pt x="19594" y="16208"/>
                  </a:lnTo>
                  <a:lnTo>
                    <a:pt x="15495" y="19132"/>
                  </a:lnTo>
                  <a:lnTo>
                    <a:pt x="14147" y="21639"/>
                  </a:lnTo>
                  <a:lnTo>
                    <a:pt x="10747" y="21221"/>
                  </a:lnTo>
                  <a:lnTo>
                    <a:pt x="5798" y="23833"/>
                  </a:lnTo>
                  <a:lnTo>
                    <a:pt x="2949" y="18766"/>
                  </a:lnTo>
                  <a:lnTo>
                    <a:pt x="0" y="18401"/>
                  </a:lnTo>
                  <a:lnTo>
                    <a:pt x="2400" y="13547"/>
                  </a:lnTo>
                  <a:lnTo>
                    <a:pt x="5248" y="14851"/>
                  </a:lnTo>
                  <a:lnTo>
                    <a:pt x="8548" y="13860"/>
                  </a:lnTo>
                  <a:lnTo>
                    <a:pt x="12897" y="9531"/>
                  </a:lnTo>
                  <a:lnTo>
                    <a:pt x="23944" y="6561"/>
                  </a:lnTo>
                  <a:lnTo>
                    <a:pt x="31592" y="2030"/>
                  </a:lnTo>
                  <a:lnTo>
                    <a:pt x="37540" y="1770"/>
                  </a:lnTo>
                  <a:lnTo>
                    <a:pt x="4173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oPE_MapPart_FJI_3_28" descr="Fidschi">
              <a:extLst>
                <a:ext uri="{FF2B5EF4-FFF2-40B4-BE49-F238E27FC236}">
                  <a16:creationId xmlns:a16="http://schemas.microsoft.com/office/drawing/2014/main" id="{32C026AF-01E9-27CC-37F2-DA8D211E5CA9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1038035" y="3369920"/>
              <a:ext cx="14698" cy="5924"/>
            </a:xfrm>
            <a:custGeom>
              <a:avLst/>
              <a:gdLst/>
              <a:ahLst/>
              <a:cxnLst/>
              <a:rect l="0" t="0" r="0" b="0"/>
              <a:pathLst>
                <a:path w="14698" h="5924">
                  <a:moveTo>
                    <a:pt x="14697" y="687"/>
                  </a:moveTo>
                  <a:lnTo>
                    <a:pt x="14697" y="1956"/>
                  </a:lnTo>
                  <a:lnTo>
                    <a:pt x="11097" y="2802"/>
                  </a:lnTo>
                  <a:lnTo>
                    <a:pt x="9147" y="1585"/>
                  </a:lnTo>
                  <a:lnTo>
                    <a:pt x="6198" y="4759"/>
                  </a:lnTo>
                  <a:lnTo>
                    <a:pt x="1699" y="5923"/>
                  </a:lnTo>
                  <a:lnTo>
                    <a:pt x="0" y="5023"/>
                  </a:lnTo>
                  <a:lnTo>
                    <a:pt x="4049" y="3383"/>
                  </a:lnTo>
                  <a:lnTo>
                    <a:pt x="6948" y="581"/>
                  </a:lnTo>
                  <a:lnTo>
                    <a:pt x="1279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oPE_MapPart_FJI_4_29" descr="Fidschi">
              <a:extLst>
                <a:ext uri="{FF2B5EF4-FFF2-40B4-BE49-F238E27FC236}">
                  <a16:creationId xmlns:a16="http://schemas.microsoft.com/office/drawing/2014/main" id="{DFCC7D94-7DF5-4393-1CD0-B9E868DD1974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097280" y="3303915"/>
              <a:ext cx="4950" cy="7991"/>
            </a:xfrm>
            <a:custGeom>
              <a:avLst/>
              <a:gdLst/>
              <a:ahLst/>
              <a:cxnLst/>
              <a:rect l="0" t="0" r="0" b="0"/>
              <a:pathLst>
                <a:path w="4950" h="7991">
                  <a:moveTo>
                    <a:pt x="700" y="6892"/>
                  </a:moveTo>
                  <a:lnTo>
                    <a:pt x="0" y="7990"/>
                  </a:lnTo>
                  <a:lnTo>
                    <a:pt x="0" y="2818"/>
                  </a:lnTo>
                  <a:lnTo>
                    <a:pt x="2949" y="365"/>
                  </a:lnTo>
                  <a:lnTo>
                    <a:pt x="3849" y="0"/>
                  </a:lnTo>
                  <a:lnTo>
                    <a:pt x="4949" y="2244"/>
                  </a:lnTo>
                  <a:lnTo>
                    <a:pt x="3649" y="46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oPE_MapPart_FJI_5_30" descr="Fidschi">
              <a:extLst>
                <a:ext uri="{FF2B5EF4-FFF2-40B4-BE49-F238E27FC236}">
                  <a16:creationId xmlns:a16="http://schemas.microsoft.com/office/drawing/2014/main" id="{BA302412-A9BC-640C-842D-4D7210661259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1091870" y="3306733"/>
              <a:ext cx="2851" cy="6270"/>
            </a:xfrm>
            <a:custGeom>
              <a:avLst/>
              <a:gdLst/>
              <a:ahLst/>
              <a:cxnLst/>
              <a:rect l="0" t="0" r="0" b="0"/>
              <a:pathLst>
                <a:path w="2851" h="6270">
                  <a:moveTo>
                    <a:pt x="2850" y="5172"/>
                  </a:moveTo>
                  <a:lnTo>
                    <a:pt x="800" y="6269"/>
                  </a:lnTo>
                  <a:lnTo>
                    <a:pt x="0" y="5172"/>
                  </a:lnTo>
                  <a:lnTo>
                    <a:pt x="2850" y="0"/>
                  </a:lnTo>
                  <a:lnTo>
                    <a:pt x="2850" y="21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oPE_MapPart_FJI_6_31" descr="Fidschi">
              <a:extLst>
                <a:ext uri="{FF2B5EF4-FFF2-40B4-BE49-F238E27FC236}">
                  <a16:creationId xmlns:a16="http://schemas.microsoft.com/office/drawing/2014/main" id="{BEA14893-DB07-9DF2-4ADC-6212E6967D1B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1059930" y="3330961"/>
              <a:ext cx="2949" cy="3726"/>
            </a:xfrm>
            <a:custGeom>
              <a:avLst/>
              <a:gdLst/>
              <a:ahLst/>
              <a:cxnLst/>
              <a:rect l="0" t="0" r="0" b="0"/>
              <a:pathLst>
                <a:path w="2949" h="3726">
                  <a:moveTo>
                    <a:pt x="2249" y="3201"/>
                  </a:moveTo>
                  <a:lnTo>
                    <a:pt x="798" y="3725"/>
                  </a:lnTo>
                  <a:lnTo>
                    <a:pt x="0" y="1941"/>
                  </a:lnTo>
                  <a:lnTo>
                    <a:pt x="2348" y="0"/>
                  </a:lnTo>
                  <a:lnTo>
                    <a:pt x="2948" y="18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oPE_MapPart_FJI_7_32" descr="Fidschi">
              <a:extLst>
                <a:ext uri="{FF2B5EF4-FFF2-40B4-BE49-F238E27FC236}">
                  <a16:creationId xmlns:a16="http://schemas.microsoft.com/office/drawing/2014/main" id="{FA381200-B18A-E1AF-18CA-5ECB075758E6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1074076" y="3340463"/>
              <a:ext cx="2950" cy="4627"/>
            </a:xfrm>
            <a:custGeom>
              <a:avLst/>
              <a:gdLst/>
              <a:ahLst/>
              <a:cxnLst/>
              <a:rect l="0" t="0" r="0" b="0"/>
              <a:pathLst>
                <a:path w="2950" h="4627">
                  <a:moveTo>
                    <a:pt x="2598" y="4626"/>
                  </a:moveTo>
                  <a:lnTo>
                    <a:pt x="0" y="1576"/>
                  </a:lnTo>
                  <a:lnTo>
                    <a:pt x="1398" y="0"/>
                  </a:lnTo>
                  <a:lnTo>
                    <a:pt x="2949" y="352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oPE_MapPart_FJI_8_33" descr="Fidschi">
              <a:extLst>
                <a:ext uri="{FF2B5EF4-FFF2-40B4-BE49-F238E27FC236}">
                  <a16:creationId xmlns:a16="http://schemas.microsoft.com/office/drawing/2014/main" id="{8AF07438-1B03-73EF-377D-07277D2BB5C4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1016490" y="3314361"/>
              <a:ext cx="2900" cy="3349"/>
            </a:xfrm>
            <a:custGeom>
              <a:avLst/>
              <a:gdLst/>
              <a:ahLst/>
              <a:cxnLst/>
              <a:rect l="0" t="0" r="0" b="0"/>
              <a:pathLst>
                <a:path w="2900" h="3349">
                  <a:moveTo>
                    <a:pt x="1400" y="2877"/>
                  </a:moveTo>
                  <a:lnTo>
                    <a:pt x="0" y="3348"/>
                  </a:lnTo>
                  <a:lnTo>
                    <a:pt x="751" y="1046"/>
                  </a:lnTo>
                  <a:lnTo>
                    <a:pt x="2899" y="0"/>
                  </a:lnTo>
                  <a:lnTo>
                    <a:pt x="2599" y="167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oPE_MapPart_FJI_9_34" descr="Fidschi">
              <a:extLst>
                <a:ext uri="{FF2B5EF4-FFF2-40B4-BE49-F238E27FC236}">
                  <a16:creationId xmlns:a16="http://schemas.microsoft.com/office/drawing/2014/main" id="{F7696565-C222-D623-BF77-D9E45C66434C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124923" y="3317290"/>
              <a:ext cx="2300" cy="4240"/>
            </a:xfrm>
            <a:custGeom>
              <a:avLst/>
              <a:gdLst/>
              <a:ahLst/>
              <a:cxnLst/>
              <a:rect l="0" t="0" r="0" b="0"/>
              <a:pathLst>
                <a:path w="2300" h="4240">
                  <a:moveTo>
                    <a:pt x="1350" y="3611"/>
                  </a:moveTo>
                  <a:lnTo>
                    <a:pt x="0" y="4239"/>
                  </a:lnTo>
                  <a:lnTo>
                    <a:pt x="900" y="1884"/>
                  </a:lnTo>
                  <a:lnTo>
                    <a:pt x="0" y="0"/>
                  </a:lnTo>
                  <a:lnTo>
                    <a:pt x="2299" y="1727"/>
                  </a:lnTo>
                  <a:lnTo>
                    <a:pt x="2199" y="293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oPE_MapPart_FJI_10_35" descr="Fidschi">
              <a:extLst>
                <a:ext uri="{FF2B5EF4-FFF2-40B4-BE49-F238E27FC236}">
                  <a16:creationId xmlns:a16="http://schemas.microsoft.com/office/drawing/2014/main" id="{319125FD-FE3F-2596-9539-7E697277B515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1077325" y="3320430"/>
              <a:ext cx="2049" cy="3980"/>
            </a:xfrm>
            <a:custGeom>
              <a:avLst/>
              <a:gdLst/>
              <a:ahLst/>
              <a:cxnLst/>
              <a:rect l="0" t="0" r="0" b="0"/>
              <a:pathLst>
                <a:path w="2049" h="3980">
                  <a:moveTo>
                    <a:pt x="1349" y="3193"/>
                  </a:moveTo>
                  <a:lnTo>
                    <a:pt x="450" y="3979"/>
                  </a:lnTo>
                  <a:lnTo>
                    <a:pt x="0" y="0"/>
                  </a:lnTo>
                  <a:lnTo>
                    <a:pt x="2048" y="146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oPE_MapPart_FJI_11_36" descr="Fidschi">
              <a:extLst>
                <a:ext uri="{FF2B5EF4-FFF2-40B4-BE49-F238E27FC236}">
                  <a16:creationId xmlns:a16="http://schemas.microsoft.com/office/drawing/2014/main" id="{15011C74-336A-0A73-6541-986E6AA84107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097280" y="3296509"/>
              <a:ext cx="2750" cy="3129"/>
            </a:xfrm>
            <a:custGeom>
              <a:avLst/>
              <a:gdLst/>
              <a:ahLst/>
              <a:cxnLst/>
              <a:rect l="0" t="0" r="0" b="0"/>
              <a:pathLst>
                <a:path w="2750" h="3129">
                  <a:moveTo>
                    <a:pt x="1949" y="2033"/>
                  </a:moveTo>
                  <a:lnTo>
                    <a:pt x="0" y="3128"/>
                  </a:lnTo>
                  <a:lnTo>
                    <a:pt x="0" y="1616"/>
                  </a:lnTo>
                  <a:lnTo>
                    <a:pt x="2749" y="0"/>
                  </a:lnTo>
                  <a:lnTo>
                    <a:pt x="1999" y="135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oPE_MapPart_FJI_12_37" descr="Fidschi">
              <a:extLst>
                <a:ext uri="{FF2B5EF4-FFF2-40B4-BE49-F238E27FC236}">
                  <a16:creationId xmlns:a16="http://schemas.microsoft.com/office/drawing/2014/main" id="{7382AB6F-09BA-3543-26A4-8F4AD5F6295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142918" y="3338467"/>
              <a:ext cx="2950" cy="2260"/>
            </a:xfrm>
            <a:custGeom>
              <a:avLst/>
              <a:gdLst/>
              <a:ahLst/>
              <a:cxnLst/>
              <a:rect l="0" t="0" r="0" b="0"/>
              <a:pathLst>
                <a:path w="2950" h="2260">
                  <a:moveTo>
                    <a:pt x="2949" y="2259"/>
                  </a:moveTo>
                  <a:lnTo>
                    <a:pt x="0" y="1313"/>
                  </a:lnTo>
                  <a:lnTo>
                    <a:pt x="850" y="0"/>
                  </a:lnTo>
                  <a:lnTo>
                    <a:pt x="2849" y="157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oPE_MapPart_FJI_13_38" descr="Fidschi">
              <a:extLst>
                <a:ext uri="{FF2B5EF4-FFF2-40B4-BE49-F238E27FC236}">
                  <a16:creationId xmlns:a16="http://schemas.microsoft.com/office/drawing/2014/main" id="{9D23FD34-BCA9-C0C0-A0D3-2FDFFACEC509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122873" y="3340463"/>
              <a:ext cx="2501" cy="1315"/>
            </a:xfrm>
            <a:custGeom>
              <a:avLst/>
              <a:gdLst/>
              <a:ahLst/>
              <a:cxnLst/>
              <a:rect l="0" t="0" r="0" b="0"/>
              <a:pathLst>
                <a:path w="2501" h="1315">
                  <a:moveTo>
                    <a:pt x="2500" y="946"/>
                  </a:moveTo>
                  <a:lnTo>
                    <a:pt x="1100" y="1314"/>
                  </a:lnTo>
                  <a:lnTo>
                    <a:pt x="0" y="0"/>
                  </a:lnTo>
                  <a:lnTo>
                    <a:pt x="2200" y="10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oPE_MapPart_FJI_14_39" descr="Fidschi">
              <a:extLst>
                <a:ext uri="{FF2B5EF4-FFF2-40B4-BE49-F238E27FC236}">
                  <a16:creationId xmlns:a16="http://schemas.microsoft.com/office/drawing/2014/main" id="{88AE59BD-2032-CFD6-D4D3-2440FDE84E98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129272" y="3347666"/>
              <a:ext cx="2400" cy="1264"/>
            </a:xfrm>
            <a:custGeom>
              <a:avLst/>
              <a:gdLst/>
              <a:ahLst/>
              <a:cxnLst/>
              <a:rect l="0" t="0" r="0" b="0"/>
              <a:pathLst>
                <a:path w="2400" h="1264">
                  <a:moveTo>
                    <a:pt x="2399" y="1263"/>
                  </a:moveTo>
                  <a:lnTo>
                    <a:pt x="0" y="316"/>
                  </a:lnTo>
                  <a:lnTo>
                    <a:pt x="23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oPE_MapPart_FJI_15_40" descr="Fidschi">
              <a:extLst>
                <a:ext uri="{FF2B5EF4-FFF2-40B4-BE49-F238E27FC236}">
                  <a16:creationId xmlns:a16="http://schemas.microsoft.com/office/drawing/2014/main" id="{43A6E922-6BA4-E12B-F312-DE731CAECC65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136270" y="3374573"/>
              <a:ext cx="1700" cy="1694"/>
            </a:xfrm>
            <a:custGeom>
              <a:avLst/>
              <a:gdLst/>
              <a:ahLst/>
              <a:cxnLst/>
              <a:rect l="0" t="0" r="0" b="0"/>
              <a:pathLst>
                <a:path w="1700" h="1694">
                  <a:moveTo>
                    <a:pt x="1699" y="1693"/>
                  </a:moveTo>
                  <a:lnTo>
                    <a:pt x="0" y="1270"/>
                  </a:lnTo>
                  <a:lnTo>
                    <a:pt x="800" y="0"/>
                  </a:lnTo>
                  <a:lnTo>
                    <a:pt x="1550" y="14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oPE_MapPart_FJI_16_41" descr="Fidschi">
              <a:extLst>
                <a:ext uri="{FF2B5EF4-FFF2-40B4-BE49-F238E27FC236}">
                  <a16:creationId xmlns:a16="http://schemas.microsoft.com/office/drawing/2014/main" id="{E065D2FA-172A-26A4-1A56-6DC34685473E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101029" y="3369127"/>
              <a:ext cx="1801" cy="2221"/>
            </a:xfrm>
            <a:custGeom>
              <a:avLst/>
              <a:gdLst/>
              <a:ahLst/>
              <a:cxnLst/>
              <a:rect l="0" t="0" r="0" b="0"/>
              <a:pathLst>
                <a:path w="1801" h="2221">
                  <a:moveTo>
                    <a:pt x="1800" y="476"/>
                  </a:moveTo>
                  <a:lnTo>
                    <a:pt x="0" y="2220"/>
                  </a:lnTo>
                  <a:lnTo>
                    <a:pt x="9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oPE_MapPart_PYF_1_42" descr="Französisch-Polynesien">
              <a:extLst>
                <a:ext uri="{FF2B5EF4-FFF2-40B4-BE49-F238E27FC236}">
                  <a16:creationId xmlns:a16="http://schemas.microsoft.com/office/drawing/2014/main" id="{98B5C1F2-80FA-9709-5D9D-9A54ED7CC684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940614" y="3327396"/>
              <a:ext cx="13348" cy="10704"/>
            </a:xfrm>
            <a:custGeom>
              <a:avLst/>
              <a:gdLst/>
              <a:ahLst/>
              <a:cxnLst/>
              <a:rect l="0" t="0" r="0" b="0"/>
              <a:pathLst>
                <a:path w="13348" h="10704">
                  <a:moveTo>
                    <a:pt x="8648" y="5663"/>
                  </a:moveTo>
                  <a:lnTo>
                    <a:pt x="12647" y="7028"/>
                  </a:lnTo>
                  <a:lnTo>
                    <a:pt x="13347" y="9233"/>
                  </a:lnTo>
                  <a:lnTo>
                    <a:pt x="12497" y="10703"/>
                  </a:lnTo>
                  <a:lnTo>
                    <a:pt x="10497" y="10335"/>
                  </a:lnTo>
                  <a:lnTo>
                    <a:pt x="8098" y="6871"/>
                  </a:lnTo>
                  <a:lnTo>
                    <a:pt x="1500" y="6976"/>
                  </a:lnTo>
                  <a:lnTo>
                    <a:pt x="0" y="3565"/>
                  </a:lnTo>
                  <a:lnTo>
                    <a:pt x="600" y="1049"/>
                  </a:lnTo>
                  <a:lnTo>
                    <a:pt x="3449" y="0"/>
                  </a:lnTo>
                  <a:lnTo>
                    <a:pt x="7048" y="786"/>
                  </a:lnTo>
                  <a:lnTo>
                    <a:pt x="8398" y="27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oPE_MapPart_PYF_2_43" descr="Französisch-Polynesien">
              <a:extLst>
                <a:ext uri="{FF2B5EF4-FFF2-40B4-BE49-F238E27FC236}">
                  <a16:creationId xmlns:a16="http://schemas.microsoft.com/office/drawing/2014/main" id="{5A6FD598-7245-2FD7-EEDE-6733AA4A21AE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2231240" y="3104314"/>
              <a:ext cx="9448" cy="4261"/>
            </a:xfrm>
            <a:custGeom>
              <a:avLst/>
              <a:gdLst/>
              <a:ahLst/>
              <a:cxnLst/>
              <a:rect l="0" t="0" r="0" b="0"/>
              <a:pathLst>
                <a:path w="9448" h="4261">
                  <a:moveTo>
                    <a:pt x="3949" y="0"/>
                  </a:moveTo>
                  <a:lnTo>
                    <a:pt x="9447" y="1318"/>
                  </a:lnTo>
                  <a:lnTo>
                    <a:pt x="8097" y="2738"/>
                  </a:lnTo>
                  <a:lnTo>
                    <a:pt x="2599" y="4260"/>
                  </a:lnTo>
                  <a:lnTo>
                    <a:pt x="0" y="213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oPE_MapPart_PYF_3_44" descr="Französisch-Polynesien">
              <a:extLst>
                <a:ext uri="{FF2B5EF4-FFF2-40B4-BE49-F238E27FC236}">
                  <a16:creationId xmlns:a16="http://schemas.microsoft.com/office/drawing/2014/main" id="{DE8AB378-E96C-768D-0FC5-D1F7EE334B65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2201447" y="3079092"/>
              <a:ext cx="5400" cy="3694"/>
            </a:xfrm>
            <a:custGeom>
              <a:avLst/>
              <a:gdLst/>
              <a:ahLst/>
              <a:cxnLst/>
              <a:rect l="0" t="0" r="0" b="0"/>
              <a:pathLst>
                <a:path w="5400" h="3694">
                  <a:moveTo>
                    <a:pt x="4649" y="3137"/>
                  </a:moveTo>
                  <a:lnTo>
                    <a:pt x="600" y="3693"/>
                  </a:lnTo>
                  <a:lnTo>
                    <a:pt x="0" y="0"/>
                  </a:lnTo>
                  <a:lnTo>
                    <a:pt x="5049" y="101"/>
                  </a:lnTo>
                  <a:lnTo>
                    <a:pt x="5399" y="21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oPE_MapPart_PYF_4_45" descr="Französisch-Polynesien">
              <a:extLst>
                <a:ext uri="{FF2B5EF4-FFF2-40B4-BE49-F238E27FC236}">
                  <a16:creationId xmlns:a16="http://schemas.microsoft.com/office/drawing/2014/main" id="{C3BEBC55-3408-5D71-A09B-942FE2CD1721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889127" y="3305428"/>
              <a:ext cx="3400" cy="4022"/>
            </a:xfrm>
            <a:custGeom>
              <a:avLst/>
              <a:gdLst/>
              <a:ahLst/>
              <a:cxnLst/>
              <a:rect l="0" t="0" r="0" b="0"/>
              <a:pathLst>
                <a:path w="3400" h="4022">
                  <a:moveTo>
                    <a:pt x="2100" y="4021"/>
                  </a:moveTo>
                  <a:lnTo>
                    <a:pt x="0" y="3603"/>
                  </a:lnTo>
                  <a:lnTo>
                    <a:pt x="550" y="0"/>
                  </a:lnTo>
                  <a:lnTo>
                    <a:pt x="3399" y="36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oPE_MapPart_PYF_5_46" descr="Französisch-Polynesien">
              <a:extLst>
                <a:ext uri="{FF2B5EF4-FFF2-40B4-BE49-F238E27FC236}">
                  <a16:creationId xmlns:a16="http://schemas.microsoft.com/office/drawing/2014/main" id="{4D8AC1FB-21EA-0F72-7926-C70A095E5559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933116" y="3326610"/>
              <a:ext cx="3350" cy="2465"/>
            </a:xfrm>
            <a:custGeom>
              <a:avLst/>
              <a:gdLst/>
              <a:ahLst/>
              <a:cxnLst/>
              <a:rect l="0" t="0" r="0" b="0"/>
              <a:pathLst>
                <a:path w="3350" h="2465">
                  <a:moveTo>
                    <a:pt x="2449" y="2202"/>
                  </a:moveTo>
                  <a:lnTo>
                    <a:pt x="450" y="2464"/>
                  </a:lnTo>
                  <a:lnTo>
                    <a:pt x="0" y="0"/>
                  </a:lnTo>
                  <a:lnTo>
                    <a:pt x="3349" y="52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oPE_MapPart_PYF_6_47" descr="Französisch-Polynesien">
              <a:extLst>
                <a:ext uri="{FF2B5EF4-FFF2-40B4-BE49-F238E27FC236}">
                  <a16:creationId xmlns:a16="http://schemas.microsoft.com/office/drawing/2014/main" id="{853342EF-982E-9537-5EC4-9B76922C6A66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2218643" y="3081166"/>
              <a:ext cx="3050" cy="2126"/>
            </a:xfrm>
            <a:custGeom>
              <a:avLst/>
              <a:gdLst/>
              <a:ahLst/>
              <a:cxnLst/>
              <a:rect l="0" t="0" r="0" b="0"/>
              <a:pathLst>
                <a:path w="3050" h="2126">
                  <a:moveTo>
                    <a:pt x="1799" y="1923"/>
                  </a:moveTo>
                  <a:lnTo>
                    <a:pt x="0" y="2125"/>
                  </a:lnTo>
                  <a:lnTo>
                    <a:pt x="250" y="0"/>
                  </a:lnTo>
                  <a:lnTo>
                    <a:pt x="2399" y="101"/>
                  </a:lnTo>
                  <a:lnTo>
                    <a:pt x="3049" y="121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oPE_MapPart_PYF_7_48" descr="Französisch-Polynesien">
              <a:extLst>
                <a:ext uri="{FF2B5EF4-FFF2-40B4-BE49-F238E27FC236}">
                  <a16:creationId xmlns:a16="http://schemas.microsoft.com/office/drawing/2014/main" id="{83BC453E-5319-E7EA-92CB-D3AD1AD6AFEF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2204096" y="3094481"/>
              <a:ext cx="3151" cy="2787"/>
            </a:xfrm>
            <a:custGeom>
              <a:avLst/>
              <a:gdLst/>
              <a:ahLst/>
              <a:cxnLst/>
              <a:rect l="0" t="0" r="0" b="0"/>
              <a:pathLst>
                <a:path w="3151" h="2787">
                  <a:moveTo>
                    <a:pt x="1900" y="2280"/>
                  </a:moveTo>
                  <a:lnTo>
                    <a:pt x="1300" y="2786"/>
                  </a:lnTo>
                  <a:lnTo>
                    <a:pt x="0" y="405"/>
                  </a:lnTo>
                  <a:lnTo>
                    <a:pt x="31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oPE_MapPart_PYF_8_49" descr="Französisch-Polynesien">
              <a:extLst>
                <a:ext uri="{FF2B5EF4-FFF2-40B4-BE49-F238E27FC236}">
                  <a16:creationId xmlns:a16="http://schemas.microsoft.com/office/drawing/2014/main" id="{37E55CAA-227E-245C-8C48-9F0E4129A6BA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2184502" y="3332483"/>
              <a:ext cx="5549" cy="5932"/>
            </a:xfrm>
            <a:custGeom>
              <a:avLst/>
              <a:gdLst/>
              <a:ahLst/>
              <a:cxnLst/>
              <a:rect l="0" t="0" r="0" b="0"/>
              <a:pathLst>
                <a:path w="5549" h="5932">
                  <a:moveTo>
                    <a:pt x="1149" y="5406"/>
                  </a:moveTo>
                  <a:lnTo>
                    <a:pt x="250" y="5931"/>
                  </a:lnTo>
                  <a:lnTo>
                    <a:pt x="0" y="4671"/>
                  </a:lnTo>
                  <a:lnTo>
                    <a:pt x="1299" y="2361"/>
                  </a:lnTo>
                  <a:lnTo>
                    <a:pt x="5548" y="0"/>
                  </a:lnTo>
                  <a:lnTo>
                    <a:pt x="2049" y="2413"/>
                  </a:lnTo>
                  <a:lnTo>
                    <a:pt x="600" y="51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oPE_MapPart_PYF_9_50" descr="Französisch-Polynesien">
              <a:extLst>
                <a:ext uri="{FF2B5EF4-FFF2-40B4-BE49-F238E27FC236}">
                  <a16:creationId xmlns:a16="http://schemas.microsoft.com/office/drawing/2014/main" id="{C695EBE1-62A8-F161-19AC-242CFD8D3068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2181053" y="3343827"/>
              <a:ext cx="4199" cy="4577"/>
            </a:xfrm>
            <a:custGeom>
              <a:avLst/>
              <a:gdLst/>
              <a:ahLst/>
              <a:cxnLst/>
              <a:rect l="0" t="0" r="0" b="0"/>
              <a:pathLst>
                <a:path w="4199" h="4577">
                  <a:moveTo>
                    <a:pt x="3999" y="3786"/>
                  </a:moveTo>
                  <a:lnTo>
                    <a:pt x="4198" y="4576"/>
                  </a:lnTo>
                  <a:lnTo>
                    <a:pt x="3149" y="4050"/>
                  </a:lnTo>
                  <a:lnTo>
                    <a:pt x="0" y="0"/>
                  </a:lnTo>
                  <a:lnTo>
                    <a:pt x="2249" y="17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oPE_MapPart_PYF_10_51" descr="Französisch-Polynesien">
              <a:extLst>
                <a:ext uri="{FF2B5EF4-FFF2-40B4-BE49-F238E27FC236}">
                  <a16:creationId xmlns:a16="http://schemas.microsoft.com/office/drawing/2014/main" id="{7B46CF05-B05B-27D1-8DB4-DB8FF765390B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2052185" y="3286304"/>
              <a:ext cx="3551" cy="7236"/>
            </a:xfrm>
            <a:custGeom>
              <a:avLst/>
              <a:gdLst/>
              <a:ahLst/>
              <a:cxnLst/>
              <a:rect l="0" t="0" r="0" b="0"/>
              <a:pathLst>
                <a:path w="3551" h="7236">
                  <a:moveTo>
                    <a:pt x="3550" y="7235"/>
                  </a:moveTo>
                  <a:lnTo>
                    <a:pt x="2100" y="6246"/>
                  </a:lnTo>
                  <a:lnTo>
                    <a:pt x="0" y="0"/>
                  </a:lnTo>
                  <a:lnTo>
                    <a:pt x="2700" y="57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oPE_MapPart_PYF_11_52" descr="Französisch-Polynesien">
              <a:extLst>
                <a:ext uri="{FF2B5EF4-FFF2-40B4-BE49-F238E27FC236}">
                  <a16:creationId xmlns:a16="http://schemas.microsoft.com/office/drawing/2014/main" id="{E7C6C554-012A-66C0-36A8-95D1D2E3417E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2232139" y="3110553"/>
              <a:ext cx="2101" cy="2640"/>
            </a:xfrm>
            <a:custGeom>
              <a:avLst/>
              <a:gdLst/>
              <a:ahLst/>
              <a:cxnLst/>
              <a:rect l="0" t="0" r="0" b="0"/>
              <a:pathLst>
                <a:path w="2101" h="2640">
                  <a:moveTo>
                    <a:pt x="2100" y="406"/>
                  </a:moveTo>
                  <a:lnTo>
                    <a:pt x="0" y="2639"/>
                  </a:lnTo>
                  <a:lnTo>
                    <a:pt x="0" y="305"/>
                  </a:lnTo>
                  <a:lnTo>
                    <a:pt x="14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oPE_MapPart_PYF_12_53" descr="Französisch-Polynesien">
              <a:extLst>
                <a:ext uri="{FF2B5EF4-FFF2-40B4-BE49-F238E27FC236}">
                  <a16:creationId xmlns:a16="http://schemas.microsoft.com/office/drawing/2014/main" id="{70636498-0EBF-10D6-763C-F5AA81726343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2306320" y="3356250"/>
              <a:ext cx="4700" cy="2426"/>
            </a:xfrm>
            <a:custGeom>
              <a:avLst/>
              <a:gdLst/>
              <a:ahLst/>
              <a:cxnLst/>
              <a:rect l="0" t="0" r="0" b="0"/>
              <a:pathLst>
                <a:path w="4700" h="2426">
                  <a:moveTo>
                    <a:pt x="4699" y="1740"/>
                  </a:moveTo>
                  <a:lnTo>
                    <a:pt x="4149" y="2425"/>
                  </a:lnTo>
                  <a:lnTo>
                    <a:pt x="0" y="0"/>
                  </a:lnTo>
                  <a:lnTo>
                    <a:pt x="3749" y="10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oPE_MapPart_PYF_13_54" descr="Französisch-Polynesien">
              <a:extLst>
                <a:ext uri="{FF2B5EF4-FFF2-40B4-BE49-F238E27FC236}">
                  <a16:creationId xmlns:a16="http://schemas.microsoft.com/office/drawing/2014/main" id="{A493EDC0-365F-BEFE-1798-C95F0A2313FD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2244486" y="3124926"/>
              <a:ext cx="1601" cy="3000"/>
            </a:xfrm>
            <a:custGeom>
              <a:avLst/>
              <a:gdLst/>
              <a:ahLst/>
              <a:cxnLst/>
              <a:rect l="0" t="0" r="0" b="0"/>
              <a:pathLst>
                <a:path w="1601" h="3000">
                  <a:moveTo>
                    <a:pt x="1100" y="2541"/>
                  </a:moveTo>
                  <a:lnTo>
                    <a:pt x="50" y="2999"/>
                  </a:lnTo>
                  <a:lnTo>
                    <a:pt x="0" y="0"/>
                  </a:lnTo>
                  <a:lnTo>
                    <a:pt x="1600" y="18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oPE_MapPart_PYF_14_55" descr="Französisch-Polynesien">
              <a:extLst>
                <a:ext uri="{FF2B5EF4-FFF2-40B4-BE49-F238E27FC236}">
                  <a16:creationId xmlns:a16="http://schemas.microsoft.com/office/drawing/2014/main" id="{66CC5AFA-73D0-D73C-E2AC-C7E168A28FC7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888577" y="3300628"/>
              <a:ext cx="1901" cy="2400"/>
            </a:xfrm>
            <a:custGeom>
              <a:avLst/>
              <a:gdLst/>
              <a:ahLst/>
              <a:cxnLst/>
              <a:rect l="0" t="0" r="0" b="0"/>
              <a:pathLst>
                <a:path w="1901" h="2400">
                  <a:moveTo>
                    <a:pt x="1100" y="2399"/>
                  </a:moveTo>
                  <a:lnTo>
                    <a:pt x="50" y="2086"/>
                  </a:lnTo>
                  <a:lnTo>
                    <a:pt x="0" y="0"/>
                  </a:lnTo>
                  <a:lnTo>
                    <a:pt x="1900" y="140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oPE_MapPart_PYF_15_56" descr="Französisch-Polynesien">
              <a:extLst>
                <a:ext uri="{FF2B5EF4-FFF2-40B4-BE49-F238E27FC236}">
                  <a16:creationId xmlns:a16="http://schemas.microsoft.com/office/drawing/2014/main" id="{CAC80105-D41E-D33B-D9E0-90207222A06F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2109521" y="3301775"/>
              <a:ext cx="4550" cy="1567"/>
            </a:xfrm>
            <a:custGeom>
              <a:avLst/>
              <a:gdLst/>
              <a:ahLst/>
              <a:cxnLst/>
              <a:rect l="0" t="0" r="0" b="0"/>
              <a:pathLst>
                <a:path w="4550" h="1567">
                  <a:moveTo>
                    <a:pt x="3049" y="157"/>
                  </a:moveTo>
                  <a:lnTo>
                    <a:pt x="4549" y="1566"/>
                  </a:lnTo>
                  <a:lnTo>
                    <a:pt x="0" y="209"/>
                  </a:lnTo>
                  <a:lnTo>
                    <a:pt x="23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oPE_MapPart_PYF_16_57" descr="Französisch-Polynesien">
              <a:extLst>
                <a:ext uri="{FF2B5EF4-FFF2-40B4-BE49-F238E27FC236}">
                  <a16:creationId xmlns:a16="http://schemas.microsoft.com/office/drawing/2014/main" id="{FB8D13A2-A445-86D4-89C8-664DB39C70F9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2247885" y="3424137"/>
              <a:ext cx="1701" cy="2675"/>
            </a:xfrm>
            <a:custGeom>
              <a:avLst/>
              <a:gdLst/>
              <a:ahLst/>
              <a:cxnLst/>
              <a:rect l="0" t="0" r="0" b="0"/>
              <a:pathLst>
                <a:path w="1701" h="2675">
                  <a:moveTo>
                    <a:pt x="1700" y="2086"/>
                  </a:moveTo>
                  <a:lnTo>
                    <a:pt x="900" y="2674"/>
                  </a:lnTo>
                  <a:lnTo>
                    <a:pt x="0" y="0"/>
                  </a:lnTo>
                  <a:lnTo>
                    <a:pt x="1450" y="80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oPE_MapPart_GUM_1_58" descr="Guam">
              <a:extLst>
                <a:ext uri="{FF2B5EF4-FFF2-40B4-BE49-F238E27FC236}">
                  <a16:creationId xmlns:a16="http://schemas.microsoft.com/office/drawing/2014/main" id="{14829411-1015-7B62-34BC-29F8B2037C86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0102075" y="2441627"/>
              <a:ext cx="29993" cy="30838"/>
            </a:xfrm>
            <a:custGeom>
              <a:avLst/>
              <a:gdLst/>
              <a:ahLst/>
              <a:cxnLst/>
              <a:rect l="0" t="0" r="0" b="0"/>
              <a:pathLst>
                <a:path w="29993" h="30838">
                  <a:moveTo>
                    <a:pt x="0" y="0"/>
                  </a:moveTo>
                  <a:lnTo>
                    <a:pt x="29992" y="0"/>
                  </a:lnTo>
                  <a:lnTo>
                    <a:pt x="29992" y="30837"/>
                  </a:lnTo>
                  <a:lnTo>
                    <a:pt x="0" y="308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" name="oPE_MapPart_KIR_1_59" descr="Kiribati">
              <a:extLst>
                <a:ext uri="{FF2B5EF4-FFF2-40B4-BE49-F238E27FC236}">
                  <a16:creationId xmlns:a16="http://schemas.microsoft.com/office/drawing/2014/main" id="{672E1AE6-AEC7-2972-D4F5-B7B293C66C59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719921" y="2777441"/>
              <a:ext cx="11198" cy="8254"/>
            </a:xfrm>
            <a:custGeom>
              <a:avLst/>
              <a:gdLst/>
              <a:ahLst/>
              <a:cxnLst/>
              <a:rect l="0" t="0" r="0" b="0"/>
              <a:pathLst>
                <a:path w="11198" h="8254">
                  <a:moveTo>
                    <a:pt x="6598" y="4802"/>
                  </a:moveTo>
                  <a:lnTo>
                    <a:pt x="11197" y="8003"/>
                  </a:lnTo>
                  <a:lnTo>
                    <a:pt x="9247" y="8253"/>
                  </a:lnTo>
                  <a:lnTo>
                    <a:pt x="4398" y="6702"/>
                  </a:lnTo>
                  <a:lnTo>
                    <a:pt x="0" y="3501"/>
                  </a:lnTo>
                  <a:lnTo>
                    <a:pt x="1349" y="2851"/>
                  </a:lnTo>
                  <a:lnTo>
                    <a:pt x="3998" y="5052"/>
                  </a:lnTo>
                  <a:lnTo>
                    <a:pt x="5948" y="2301"/>
                  </a:lnTo>
                  <a:lnTo>
                    <a:pt x="2399" y="0"/>
                  </a:lnTo>
                  <a:lnTo>
                    <a:pt x="7148" y="16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oPE_MapPart_KIR_2_60" descr="Kiribati">
              <a:extLst>
                <a:ext uri="{FF2B5EF4-FFF2-40B4-BE49-F238E27FC236}">
                  <a16:creationId xmlns:a16="http://schemas.microsoft.com/office/drawing/2014/main" id="{C8E7F034-7DBB-5A18-4F6A-69711E032902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669084" y="2724731"/>
              <a:ext cx="4199" cy="3558"/>
            </a:xfrm>
            <a:custGeom>
              <a:avLst/>
              <a:gdLst/>
              <a:ahLst/>
              <a:cxnLst/>
              <a:rect l="0" t="0" r="0" b="0"/>
              <a:pathLst>
                <a:path w="4199" h="3558">
                  <a:moveTo>
                    <a:pt x="1949" y="0"/>
                  </a:moveTo>
                  <a:lnTo>
                    <a:pt x="4198" y="2355"/>
                  </a:lnTo>
                  <a:lnTo>
                    <a:pt x="3749" y="3557"/>
                  </a:lnTo>
                  <a:lnTo>
                    <a:pt x="1399" y="3006"/>
                  </a:lnTo>
                  <a:lnTo>
                    <a:pt x="2899" y="2405"/>
                  </a:lnTo>
                  <a:lnTo>
                    <a:pt x="1549" y="1203"/>
                  </a:lnTo>
                  <a:lnTo>
                    <a:pt x="899" y="2154"/>
                  </a:lnTo>
                  <a:lnTo>
                    <a:pt x="0" y="1403"/>
                  </a:lnTo>
                  <a:lnTo>
                    <a:pt x="1149" y="2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oPE_MapPart_KIR_3_61" descr="Kiribati">
              <a:extLst>
                <a:ext uri="{FF2B5EF4-FFF2-40B4-BE49-F238E27FC236}">
                  <a16:creationId xmlns:a16="http://schemas.microsoft.com/office/drawing/2014/main" id="{43A53E04-A282-DEE7-ED0F-9D54F62A93A0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0938661" y="2850235"/>
              <a:ext cx="3550" cy="6599"/>
            </a:xfrm>
            <a:custGeom>
              <a:avLst/>
              <a:gdLst/>
              <a:ahLst/>
              <a:cxnLst/>
              <a:rect l="0" t="0" r="0" b="0"/>
              <a:pathLst>
                <a:path w="3550" h="6599">
                  <a:moveTo>
                    <a:pt x="3549" y="5798"/>
                  </a:moveTo>
                  <a:lnTo>
                    <a:pt x="2648" y="6598"/>
                  </a:lnTo>
                  <a:lnTo>
                    <a:pt x="1998" y="1499"/>
                  </a:lnTo>
                  <a:lnTo>
                    <a:pt x="0" y="0"/>
                  </a:lnTo>
                  <a:lnTo>
                    <a:pt x="2598" y="1399"/>
                  </a:lnTo>
                  <a:lnTo>
                    <a:pt x="3198" y="3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oPE_MapPart_KIR_4_62" descr="Kiribati">
              <a:extLst>
                <a:ext uri="{FF2B5EF4-FFF2-40B4-BE49-F238E27FC236}">
                  <a16:creationId xmlns:a16="http://schemas.microsoft.com/office/drawing/2014/main" id="{F40C4B07-596B-6249-D559-57286F11419E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0893372" y="2748469"/>
              <a:ext cx="3651" cy="1603"/>
            </a:xfrm>
            <a:custGeom>
              <a:avLst/>
              <a:gdLst/>
              <a:ahLst/>
              <a:cxnLst/>
              <a:rect l="0" t="0" r="0" b="0"/>
              <a:pathLst>
                <a:path w="3651" h="1603">
                  <a:moveTo>
                    <a:pt x="2650" y="551"/>
                  </a:moveTo>
                  <a:lnTo>
                    <a:pt x="600" y="1602"/>
                  </a:lnTo>
                  <a:lnTo>
                    <a:pt x="0" y="1052"/>
                  </a:lnTo>
                  <a:lnTo>
                    <a:pt x="2149" y="0"/>
                  </a:lnTo>
                  <a:lnTo>
                    <a:pt x="3650" y="5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" name="oPE_MapPart_KIR_5_63" descr="Kiribati">
              <a:extLst>
                <a:ext uri="{FF2B5EF4-FFF2-40B4-BE49-F238E27FC236}">
                  <a16:creationId xmlns:a16="http://schemas.microsoft.com/office/drawing/2014/main" id="{860C5CF7-8FF9-814C-38DF-82B824B17E35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0900119" y="2783543"/>
              <a:ext cx="1451" cy="2651"/>
            </a:xfrm>
            <a:custGeom>
              <a:avLst/>
              <a:gdLst/>
              <a:ahLst/>
              <a:cxnLst/>
              <a:rect l="0" t="0" r="0" b="0"/>
              <a:pathLst>
                <a:path w="1451" h="2651">
                  <a:moveTo>
                    <a:pt x="1000" y="2551"/>
                  </a:moveTo>
                  <a:lnTo>
                    <a:pt x="0" y="2650"/>
                  </a:lnTo>
                  <a:lnTo>
                    <a:pt x="851" y="0"/>
                  </a:lnTo>
                  <a:lnTo>
                    <a:pt x="1450" y="18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oPE_MapPart_KIR_6_64" descr="Kiribati">
              <a:extLst>
                <a:ext uri="{FF2B5EF4-FFF2-40B4-BE49-F238E27FC236}">
                  <a16:creationId xmlns:a16="http://schemas.microsoft.com/office/drawing/2014/main" id="{FEB0DEAE-FD34-79D7-697D-30360EBACDF1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0948008" y="2865282"/>
              <a:ext cx="1551" cy="3401"/>
            </a:xfrm>
            <a:custGeom>
              <a:avLst/>
              <a:gdLst/>
              <a:ahLst/>
              <a:cxnLst/>
              <a:rect l="0" t="0" r="0" b="0"/>
              <a:pathLst>
                <a:path w="1551" h="3401">
                  <a:moveTo>
                    <a:pt x="1550" y="2150"/>
                  </a:moveTo>
                  <a:lnTo>
                    <a:pt x="1099" y="3400"/>
                  </a:lnTo>
                  <a:lnTo>
                    <a:pt x="0" y="0"/>
                  </a:lnTo>
                  <a:lnTo>
                    <a:pt x="1400" y="1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" name="oPE_MapPart_KIR_7_65" descr="Kiribati">
              <a:extLst>
                <a:ext uri="{FF2B5EF4-FFF2-40B4-BE49-F238E27FC236}">
                  <a16:creationId xmlns:a16="http://schemas.microsoft.com/office/drawing/2014/main" id="{310746B3-DDEF-BA2B-6E5D-D02D204B96EB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0899470" y="2805344"/>
              <a:ext cx="3050" cy="5051"/>
            </a:xfrm>
            <a:custGeom>
              <a:avLst/>
              <a:gdLst/>
              <a:ahLst/>
              <a:cxnLst/>
              <a:rect l="0" t="0" r="0" b="0"/>
              <a:pathLst>
                <a:path w="3050" h="5051">
                  <a:moveTo>
                    <a:pt x="1750" y="300"/>
                  </a:moveTo>
                  <a:lnTo>
                    <a:pt x="3049" y="2150"/>
                  </a:lnTo>
                  <a:lnTo>
                    <a:pt x="0" y="5050"/>
                  </a:lnTo>
                  <a:lnTo>
                    <a:pt x="2649" y="1700"/>
                  </a:lnTo>
                  <a:lnTo>
                    <a:pt x="9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oPE_MapPart_KIR_8_66" descr="Kiribati">
              <a:extLst>
                <a:ext uri="{FF2B5EF4-FFF2-40B4-BE49-F238E27FC236}">
                  <a16:creationId xmlns:a16="http://schemas.microsoft.com/office/drawing/2014/main" id="{8883E13A-3235-4093-2244-E0E5E84AEEB6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327271" y="2910499"/>
              <a:ext cx="2200" cy="2603"/>
            </a:xfrm>
            <a:custGeom>
              <a:avLst/>
              <a:gdLst/>
              <a:ahLst/>
              <a:cxnLst/>
              <a:rect l="0" t="0" r="0" b="0"/>
              <a:pathLst>
                <a:path w="2200" h="2603">
                  <a:moveTo>
                    <a:pt x="550" y="150"/>
                  </a:moveTo>
                  <a:lnTo>
                    <a:pt x="2199" y="1401"/>
                  </a:lnTo>
                  <a:lnTo>
                    <a:pt x="1950" y="2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" name="oPE_MapPart_KIR_9_67" descr="Kiribati">
              <a:extLst>
                <a:ext uri="{FF2B5EF4-FFF2-40B4-BE49-F238E27FC236}">
                  <a16:creationId xmlns:a16="http://schemas.microsoft.com/office/drawing/2014/main" id="{521C4D35-49E0-32A2-61B9-294B93D0B691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791152" y="2946303"/>
              <a:ext cx="1801" cy="1104"/>
            </a:xfrm>
            <a:custGeom>
              <a:avLst/>
              <a:gdLst/>
              <a:ahLst/>
              <a:cxnLst/>
              <a:rect l="0" t="0" r="0" b="0"/>
              <a:pathLst>
                <a:path w="1801" h="1104">
                  <a:moveTo>
                    <a:pt x="1600" y="1103"/>
                  </a:moveTo>
                  <a:lnTo>
                    <a:pt x="0" y="0"/>
                  </a:lnTo>
                  <a:lnTo>
                    <a:pt x="1800" y="2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" name="oPE_MapPart_KIR_10_68" descr="Kiribati">
              <a:extLst>
                <a:ext uri="{FF2B5EF4-FFF2-40B4-BE49-F238E27FC236}">
                  <a16:creationId xmlns:a16="http://schemas.microsoft.com/office/drawing/2014/main" id="{86352570-718A-286A-EFCB-C1C0308E9AF3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879979" y="3152263"/>
              <a:ext cx="901" cy="1378"/>
            </a:xfrm>
            <a:custGeom>
              <a:avLst/>
              <a:gdLst/>
              <a:ahLst/>
              <a:cxnLst/>
              <a:rect l="0" t="0" r="0" b="0"/>
              <a:pathLst>
                <a:path w="901" h="1378">
                  <a:moveTo>
                    <a:pt x="900" y="1377"/>
                  </a:moveTo>
                  <a:lnTo>
                    <a:pt x="0" y="1122"/>
                  </a:lnTo>
                  <a:lnTo>
                    <a:pt x="50" y="0"/>
                  </a:lnTo>
                  <a:lnTo>
                    <a:pt x="700" y="61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oPE_MapPart_KIR_11_69" descr="Kiribati">
              <a:extLst>
                <a:ext uri="{FF2B5EF4-FFF2-40B4-BE49-F238E27FC236}">
                  <a16:creationId xmlns:a16="http://schemas.microsoft.com/office/drawing/2014/main" id="{6B822121-BD9A-2632-B847-90015734F817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0897171" y="2746467"/>
              <a:ext cx="2300" cy="1153"/>
            </a:xfrm>
            <a:custGeom>
              <a:avLst/>
              <a:gdLst/>
              <a:ahLst/>
              <a:cxnLst/>
              <a:rect l="0" t="0" r="0" b="0"/>
              <a:pathLst>
                <a:path w="2300" h="1153">
                  <a:moveTo>
                    <a:pt x="2299" y="401"/>
                  </a:moveTo>
                  <a:lnTo>
                    <a:pt x="0" y="1152"/>
                  </a:lnTo>
                  <a:lnTo>
                    <a:pt x="20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oPE_MapPart_KIR_12_70" descr="Kiribati">
              <a:extLst>
                <a:ext uri="{FF2B5EF4-FFF2-40B4-BE49-F238E27FC236}">
                  <a16:creationId xmlns:a16="http://schemas.microsoft.com/office/drawing/2014/main" id="{8E60EEFE-1C6F-86FC-84B0-D47783223EFE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0899420" y="2781442"/>
              <a:ext cx="1551" cy="1702"/>
            </a:xfrm>
            <a:custGeom>
              <a:avLst/>
              <a:gdLst/>
              <a:ahLst/>
              <a:cxnLst/>
              <a:rect l="0" t="0" r="0" b="0"/>
              <a:pathLst>
                <a:path w="1551" h="1702">
                  <a:moveTo>
                    <a:pt x="1450" y="1101"/>
                  </a:moveTo>
                  <a:lnTo>
                    <a:pt x="1550" y="17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oPE_MapPart_KIR_13_71" descr="Kiribati">
              <a:extLst>
                <a:ext uri="{FF2B5EF4-FFF2-40B4-BE49-F238E27FC236}">
                  <a16:creationId xmlns:a16="http://schemas.microsoft.com/office/drawing/2014/main" id="{B8307D08-02E2-6890-7444-358C2AADDBE0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765759" y="2989748"/>
              <a:ext cx="1850" cy="553"/>
            </a:xfrm>
            <a:custGeom>
              <a:avLst/>
              <a:gdLst/>
              <a:ahLst/>
              <a:cxnLst/>
              <a:rect l="0" t="0" r="0" b="0"/>
              <a:pathLst>
                <a:path w="1850" h="553">
                  <a:moveTo>
                    <a:pt x="1799" y="552"/>
                  </a:moveTo>
                  <a:lnTo>
                    <a:pt x="0" y="0"/>
                  </a:lnTo>
                  <a:lnTo>
                    <a:pt x="1849" y="3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" name="oPE_MapPart_KIR_14_72" descr="Kiribati">
              <a:extLst>
                <a:ext uri="{FF2B5EF4-FFF2-40B4-BE49-F238E27FC236}">
                  <a16:creationId xmlns:a16="http://schemas.microsoft.com/office/drawing/2014/main" id="{1FF96503-5A41-5B08-9DA3-2ED4B24639F0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0803745" y="2857583"/>
              <a:ext cx="900" cy="451"/>
            </a:xfrm>
            <a:custGeom>
              <a:avLst/>
              <a:gdLst/>
              <a:ahLst/>
              <a:cxnLst/>
              <a:rect l="0" t="0" r="0" b="0"/>
              <a:pathLst>
                <a:path w="900" h="451">
                  <a:moveTo>
                    <a:pt x="799" y="450"/>
                  </a:moveTo>
                  <a:lnTo>
                    <a:pt x="0" y="250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oPE_MapPart_KIR_15_73" descr="Kiribati">
              <a:extLst>
                <a:ext uri="{FF2B5EF4-FFF2-40B4-BE49-F238E27FC236}">
                  <a16:creationId xmlns:a16="http://schemas.microsoft.com/office/drawing/2014/main" id="{4532C769-62BA-EEF5-DD21-F42F1AEBC28B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0900620" y="2796045"/>
              <a:ext cx="751" cy="551"/>
            </a:xfrm>
            <a:custGeom>
              <a:avLst/>
              <a:gdLst/>
              <a:ahLst/>
              <a:cxnLst/>
              <a:rect l="0" t="0" r="0" b="0"/>
              <a:pathLst>
                <a:path w="751" h="551">
                  <a:moveTo>
                    <a:pt x="750" y="450"/>
                  </a:moveTo>
                  <a:lnTo>
                    <a:pt x="0" y="550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" name="oPE_MapPart_KIR_16_74" descr="Kiribati">
              <a:extLst>
                <a:ext uri="{FF2B5EF4-FFF2-40B4-BE49-F238E27FC236}">
                  <a16:creationId xmlns:a16="http://schemas.microsoft.com/office/drawing/2014/main" id="{9ABCFB0A-3357-A670-1847-9385CE6F068A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339918" y="2957481"/>
              <a:ext cx="851" cy="402"/>
            </a:xfrm>
            <a:custGeom>
              <a:avLst/>
              <a:gdLst/>
              <a:ahLst/>
              <a:cxnLst/>
              <a:rect l="0" t="0" r="0" b="0"/>
              <a:pathLst>
                <a:path w="851" h="402">
                  <a:moveTo>
                    <a:pt x="800" y="401"/>
                  </a:moveTo>
                  <a:lnTo>
                    <a:pt x="0" y="0"/>
                  </a:lnTo>
                  <a:lnTo>
                    <a:pt x="850" y="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" name="oPE_MapPart_MHL_1_75" descr="Marshallinseln">
              <a:extLst>
                <a:ext uri="{FF2B5EF4-FFF2-40B4-BE49-F238E27FC236}">
                  <a16:creationId xmlns:a16="http://schemas.microsoft.com/office/drawing/2014/main" id="{EA4250C5-9FC2-1841-202D-18A86879B188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0805644" y="2666474"/>
              <a:ext cx="4000" cy="5931"/>
            </a:xfrm>
            <a:custGeom>
              <a:avLst/>
              <a:gdLst/>
              <a:ahLst/>
              <a:cxnLst/>
              <a:rect l="0" t="0" r="0" b="0"/>
              <a:pathLst>
                <a:path w="4000" h="5931">
                  <a:moveTo>
                    <a:pt x="1250" y="5126"/>
                  </a:moveTo>
                  <a:lnTo>
                    <a:pt x="0" y="5930"/>
                  </a:lnTo>
                  <a:lnTo>
                    <a:pt x="1699" y="1910"/>
                  </a:lnTo>
                  <a:lnTo>
                    <a:pt x="3999" y="0"/>
                  </a:lnTo>
                  <a:lnTo>
                    <a:pt x="3749" y="1055"/>
                  </a:lnTo>
                  <a:lnTo>
                    <a:pt x="2299" y="22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" name="oPE_MapPart_MHL_2_76" descr="Marshallinseln">
              <a:extLst>
                <a:ext uri="{FF2B5EF4-FFF2-40B4-BE49-F238E27FC236}">
                  <a16:creationId xmlns:a16="http://schemas.microsoft.com/office/drawing/2014/main" id="{C1615A0C-D076-F59F-0F81-43E63EE7DDA2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0781450" y="2630238"/>
              <a:ext cx="3100" cy="454"/>
            </a:xfrm>
            <a:custGeom>
              <a:avLst/>
              <a:gdLst/>
              <a:ahLst/>
              <a:cxnLst/>
              <a:rect l="0" t="0" r="0" b="0"/>
              <a:pathLst>
                <a:path w="3100" h="454">
                  <a:moveTo>
                    <a:pt x="3099" y="0"/>
                  </a:moveTo>
                  <a:lnTo>
                    <a:pt x="2650" y="453"/>
                  </a:lnTo>
                  <a:lnTo>
                    <a:pt x="0" y="20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" name="oPE_MapPart_MHL_3_77" descr="Marshallinseln">
              <a:extLst>
                <a:ext uri="{FF2B5EF4-FFF2-40B4-BE49-F238E27FC236}">
                  <a16:creationId xmlns:a16="http://schemas.microsoft.com/office/drawing/2014/main" id="{DC96A31D-DB16-B0C3-F026-5ABFE8611122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0860830" y="2637543"/>
              <a:ext cx="4950" cy="2116"/>
            </a:xfrm>
            <a:custGeom>
              <a:avLst/>
              <a:gdLst/>
              <a:ahLst/>
              <a:cxnLst/>
              <a:rect l="0" t="0" r="0" b="0"/>
              <a:pathLst>
                <a:path w="4950" h="2116">
                  <a:moveTo>
                    <a:pt x="0" y="0"/>
                  </a:moveTo>
                  <a:lnTo>
                    <a:pt x="4949" y="2115"/>
                  </a:lnTo>
                  <a:lnTo>
                    <a:pt x="400" y="9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" name="oPE_MapPart_MHL_4_78" descr="Marshallinseln">
              <a:extLst>
                <a:ext uri="{FF2B5EF4-FFF2-40B4-BE49-F238E27FC236}">
                  <a16:creationId xmlns:a16="http://schemas.microsoft.com/office/drawing/2014/main" id="{A23E9FD5-D0CF-764A-A746-DA099E30AF75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0846183" y="2634118"/>
              <a:ext cx="9549" cy="2721"/>
            </a:xfrm>
            <a:custGeom>
              <a:avLst/>
              <a:gdLst/>
              <a:ahLst/>
              <a:cxnLst/>
              <a:rect l="0" t="0" r="0" b="0"/>
              <a:pathLst>
                <a:path w="9549" h="2721">
                  <a:moveTo>
                    <a:pt x="1451" y="906"/>
                  </a:moveTo>
                  <a:lnTo>
                    <a:pt x="4899" y="2367"/>
                  </a:lnTo>
                  <a:lnTo>
                    <a:pt x="9548" y="1662"/>
                  </a:lnTo>
                  <a:lnTo>
                    <a:pt x="4200" y="2720"/>
                  </a:lnTo>
                  <a:lnTo>
                    <a:pt x="1251" y="17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" name="oPE_MapPart_MHL_5_79" descr="Marshallinseln">
              <a:extLst>
                <a:ext uri="{FF2B5EF4-FFF2-40B4-BE49-F238E27FC236}">
                  <a16:creationId xmlns:a16="http://schemas.microsoft.com/office/drawing/2014/main" id="{3A806B08-B358-A263-0F25-5FFAD5A04C4A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0729413" y="2521737"/>
              <a:ext cx="1500" cy="357"/>
            </a:xfrm>
            <a:custGeom>
              <a:avLst/>
              <a:gdLst/>
              <a:ahLst/>
              <a:cxnLst/>
              <a:rect l="0" t="0" r="0" b="0"/>
              <a:pathLst>
                <a:path w="1500" h="357">
                  <a:moveTo>
                    <a:pt x="1250" y="356"/>
                  </a:moveTo>
                  <a:lnTo>
                    <a:pt x="0" y="356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" name="oPE_MapPart_NRU_1_80" descr="Nauru">
              <a:extLst>
                <a:ext uri="{FF2B5EF4-FFF2-40B4-BE49-F238E27FC236}">
                  <a16:creationId xmlns:a16="http://schemas.microsoft.com/office/drawing/2014/main" id="{6D2AB63B-FC49-5209-C124-53BE1B57D2FB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0716867" y="2833339"/>
              <a:ext cx="29943" cy="29995"/>
            </a:xfrm>
            <a:custGeom>
              <a:avLst/>
              <a:gdLst/>
              <a:ahLst/>
              <a:cxnLst/>
              <a:rect l="0" t="0" r="0" b="0"/>
              <a:pathLst>
                <a:path w="29943" h="29995">
                  <a:moveTo>
                    <a:pt x="0" y="0"/>
                  </a:moveTo>
                  <a:lnTo>
                    <a:pt x="29942" y="0"/>
                  </a:lnTo>
                  <a:lnTo>
                    <a:pt x="29942" y="29994"/>
                  </a:lnTo>
                  <a:lnTo>
                    <a:pt x="0" y="299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" name="oPE_MapPart_NCL_1_81" descr="Neukaledonien">
              <a:extLst>
                <a:ext uri="{FF2B5EF4-FFF2-40B4-BE49-F238E27FC236}">
                  <a16:creationId xmlns:a16="http://schemas.microsoft.com/office/drawing/2014/main" id="{90E0FF4A-1AD9-F6CF-D5EF-901F4E814440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0651434" y="3405036"/>
              <a:ext cx="82380" cy="66570"/>
            </a:xfrm>
            <a:custGeom>
              <a:avLst/>
              <a:gdLst/>
              <a:ahLst/>
              <a:cxnLst/>
              <a:rect l="0" t="0" r="0" b="0"/>
              <a:pathLst>
                <a:path w="82380" h="66570">
                  <a:moveTo>
                    <a:pt x="4599" y="3089"/>
                  </a:moveTo>
                  <a:lnTo>
                    <a:pt x="7698" y="4954"/>
                  </a:lnTo>
                  <a:lnTo>
                    <a:pt x="11047" y="4154"/>
                  </a:lnTo>
                  <a:lnTo>
                    <a:pt x="26043" y="15947"/>
                  </a:lnTo>
                  <a:lnTo>
                    <a:pt x="32041" y="18566"/>
                  </a:lnTo>
                  <a:lnTo>
                    <a:pt x="37290" y="23541"/>
                  </a:lnTo>
                  <a:lnTo>
                    <a:pt x="39140" y="27824"/>
                  </a:lnTo>
                  <a:lnTo>
                    <a:pt x="45138" y="33399"/>
                  </a:lnTo>
                  <a:lnTo>
                    <a:pt x="62934" y="44464"/>
                  </a:lnTo>
                  <a:lnTo>
                    <a:pt x="73631" y="53885"/>
                  </a:lnTo>
                  <a:lnTo>
                    <a:pt x="80678" y="57982"/>
                  </a:lnTo>
                  <a:lnTo>
                    <a:pt x="82379" y="63165"/>
                  </a:lnTo>
                  <a:lnTo>
                    <a:pt x="81429" y="65001"/>
                  </a:lnTo>
                  <a:lnTo>
                    <a:pt x="75979" y="66569"/>
                  </a:lnTo>
                  <a:lnTo>
                    <a:pt x="70332" y="63272"/>
                  </a:lnTo>
                  <a:lnTo>
                    <a:pt x="67482" y="62948"/>
                  </a:lnTo>
                  <a:lnTo>
                    <a:pt x="59385" y="57982"/>
                  </a:lnTo>
                  <a:lnTo>
                    <a:pt x="57185" y="53992"/>
                  </a:lnTo>
                  <a:lnTo>
                    <a:pt x="49587" y="50921"/>
                  </a:lnTo>
                  <a:lnTo>
                    <a:pt x="33441" y="41130"/>
                  </a:lnTo>
                  <a:lnTo>
                    <a:pt x="24693" y="34097"/>
                  </a:lnTo>
                  <a:lnTo>
                    <a:pt x="9348" y="17711"/>
                  </a:lnTo>
                  <a:lnTo>
                    <a:pt x="3649" y="10020"/>
                  </a:lnTo>
                  <a:lnTo>
                    <a:pt x="3348" y="6074"/>
                  </a:lnTo>
                  <a:lnTo>
                    <a:pt x="0" y="271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" name="oPE_MapPart_NCL_2_82" descr="Neukaledonien">
              <a:extLst>
                <a:ext uri="{FF2B5EF4-FFF2-40B4-BE49-F238E27FC236}">
                  <a16:creationId xmlns:a16="http://schemas.microsoft.com/office/drawing/2014/main" id="{A372DA8A-2D1E-8E4F-CF81-72530E219501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0745409" y="3476581"/>
              <a:ext cx="3401" cy="3629"/>
            </a:xfrm>
            <a:custGeom>
              <a:avLst/>
              <a:gdLst/>
              <a:ahLst/>
              <a:cxnLst/>
              <a:rect l="0" t="0" r="0" b="0"/>
              <a:pathLst>
                <a:path w="3401" h="3629">
                  <a:moveTo>
                    <a:pt x="3400" y="2436"/>
                  </a:moveTo>
                  <a:lnTo>
                    <a:pt x="2550" y="3628"/>
                  </a:lnTo>
                  <a:lnTo>
                    <a:pt x="0" y="2328"/>
                  </a:lnTo>
                  <a:lnTo>
                    <a:pt x="600" y="0"/>
                  </a:lnTo>
                  <a:lnTo>
                    <a:pt x="3000" y="11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" name="oPE_MapPart_NCL_3_83" descr="Neukaledonien">
              <a:extLst>
                <a:ext uri="{FF2B5EF4-FFF2-40B4-BE49-F238E27FC236}">
                  <a16:creationId xmlns:a16="http://schemas.microsoft.com/office/drawing/2014/main" id="{14D73D51-D746-3EAC-9FDC-87B907A409C5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0537312" y="3374732"/>
              <a:ext cx="1302" cy="5824"/>
            </a:xfrm>
            <a:custGeom>
              <a:avLst/>
              <a:gdLst/>
              <a:ahLst/>
              <a:cxnLst/>
              <a:rect l="0" t="0" r="0" b="0"/>
              <a:pathLst>
                <a:path w="1302" h="5824">
                  <a:moveTo>
                    <a:pt x="651" y="5823"/>
                  </a:moveTo>
                  <a:lnTo>
                    <a:pt x="0" y="1746"/>
                  </a:lnTo>
                  <a:lnTo>
                    <a:pt x="901" y="0"/>
                  </a:lnTo>
                  <a:lnTo>
                    <a:pt x="1301" y="36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" name="oPE_MapPart_NCL_4_84" descr="Neukaledonien">
              <a:extLst>
                <a:ext uri="{FF2B5EF4-FFF2-40B4-BE49-F238E27FC236}">
                  <a16:creationId xmlns:a16="http://schemas.microsoft.com/office/drawing/2014/main" id="{A9AB6832-64B6-5809-1E53-B6A7475BBE80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0756357" y="3440528"/>
              <a:ext cx="8999" cy="9080"/>
            </a:xfrm>
            <a:custGeom>
              <a:avLst/>
              <a:gdLst/>
              <a:ahLst/>
              <a:cxnLst/>
              <a:rect l="0" t="0" r="0" b="0"/>
              <a:pathLst>
                <a:path w="8999" h="9080">
                  <a:moveTo>
                    <a:pt x="5399" y="2791"/>
                  </a:moveTo>
                  <a:lnTo>
                    <a:pt x="8998" y="3221"/>
                  </a:lnTo>
                  <a:lnTo>
                    <a:pt x="8448" y="8326"/>
                  </a:lnTo>
                  <a:lnTo>
                    <a:pt x="4199" y="9079"/>
                  </a:lnTo>
                  <a:lnTo>
                    <a:pt x="1648" y="7305"/>
                  </a:lnTo>
                  <a:lnTo>
                    <a:pt x="0" y="1664"/>
                  </a:lnTo>
                  <a:lnTo>
                    <a:pt x="4799" y="0"/>
                  </a:lnTo>
                  <a:lnTo>
                    <a:pt x="4949" y="20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" name="oPE_MapPart_NCL_5_85" descr="Neukaledonien">
              <a:extLst>
                <a:ext uri="{FF2B5EF4-FFF2-40B4-BE49-F238E27FC236}">
                  <a16:creationId xmlns:a16="http://schemas.microsoft.com/office/drawing/2014/main" id="{DCE4B0B2-E727-A52A-235F-B75D488B3C07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0719615" y="3413082"/>
              <a:ext cx="4952" cy="8757"/>
            </a:xfrm>
            <a:custGeom>
              <a:avLst/>
              <a:gdLst/>
              <a:ahLst/>
              <a:cxnLst/>
              <a:rect l="0" t="0" r="0" b="0"/>
              <a:pathLst>
                <a:path w="4952" h="8757">
                  <a:moveTo>
                    <a:pt x="1501" y="8436"/>
                  </a:moveTo>
                  <a:lnTo>
                    <a:pt x="0" y="8756"/>
                  </a:lnTo>
                  <a:lnTo>
                    <a:pt x="1800" y="6032"/>
                  </a:lnTo>
                  <a:lnTo>
                    <a:pt x="2501" y="0"/>
                  </a:lnTo>
                  <a:lnTo>
                    <a:pt x="4951" y="1067"/>
                  </a:lnTo>
                  <a:lnTo>
                    <a:pt x="3450" y="1868"/>
                  </a:lnTo>
                  <a:lnTo>
                    <a:pt x="2650" y="73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" name="oPE_MapPart_NCL_6_86" descr="Neukaledonien">
              <a:extLst>
                <a:ext uri="{FF2B5EF4-FFF2-40B4-BE49-F238E27FC236}">
                  <a16:creationId xmlns:a16="http://schemas.microsoft.com/office/drawing/2014/main" id="{8EFE7175-94C4-2BCE-1841-2567ECABD499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0734613" y="3420769"/>
              <a:ext cx="11048" cy="14718"/>
            </a:xfrm>
            <a:custGeom>
              <a:avLst/>
              <a:gdLst/>
              <a:ahLst/>
              <a:cxnLst/>
              <a:rect l="0" t="0" r="0" b="0"/>
              <a:pathLst>
                <a:path w="11048" h="14718">
                  <a:moveTo>
                    <a:pt x="10196" y="14503"/>
                  </a:moveTo>
                  <a:lnTo>
                    <a:pt x="8697" y="14717"/>
                  </a:lnTo>
                  <a:lnTo>
                    <a:pt x="1099" y="9628"/>
                  </a:lnTo>
                  <a:lnTo>
                    <a:pt x="0" y="7433"/>
                  </a:lnTo>
                  <a:lnTo>
                    <a:pt x="2198" y="6844"/>
                  </a:lnTo>
                  <a:lnTo>
                    <a:pt x="4349" y="3903"/>
                  </a:lnTo>
                  <a:lnTo>
                    <a:pt x="349" y="2566"/>
                  </a:lnTo>
                  <a:lnTo>
                    <a:pt x="650" y="1390"/>
                  </a:lnTo>
                  <a:lnTo>
                    <a:pt x="4749" y="0"/>
                  </a:lnTo>
                  <a:lnTo>
                    <a:pt x="6548" y="802"/>
                  </a:lnTo>
                  <a:lnTo>
                    <a:pt x="7248" y="6470"/>
                  </a:lnTo>
                  <a:lnTo>
                    <a:pt x="11047" y="1230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" name="oPE_MapPart_NZL_1_87" descr="Neuseeland">
              <a:extLst>
                <a:ext uri="{FF2B5EF4-FFF2-40B4-BE49-F238E27FC236}">
                  <a16:creationId xmlns:a16="http://schemas.microsoft.com/office/drawing/2014/main" id="{29A7CBD7-1009-2755-E335-F0D8DAE86990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0719615" y="4065484"/>
              <a:ext cx="218746" cy="235682"/>
            </a:xfrm>
            <a:custGeom>
              <a:avLst/>
              <a:gdLst/>
              <a:ahLst/>
              <a:cxnLst/>
              <a:rect l="0" t="0" r="0" b="0"/>
              <a:pathLst>
                <a:path w="218746" h="235682">
                  <a:moveTo>
                    <a:pt x="183904" y="29027"/>
                  </a:moveTo>
                  <a:lnTo>
                    <a:pt x="187102" y="29227"/>
                  </a:lnTo>
                  <a:lnTo>
                    <a:pt x="201199" y="18342"/>
                  </a:lnTo>
                  <a:lnTo>
                    <a:pt x="206999" y="15958"/>
                  </a:lnTo>
                  <a:lnTo>
                    <a:pt x="208547" y="15694"/>
                  </a:lnTo>
                  <a:lnTo>
                    <a:pt x="205399" y="19004"/>
                  </a:lnTo>
                  <a:lnTo>
                    <a:pt x="206148" y="21323"/>
                  </a:lnTo>
                  <a:lnTo>
                    <a:pt x="202850" y="28761"/>
                  </a:lnTo>
                  <a:lnTo>
                    <a:pt x="205599" y="27564"/>
                  </a:lnTo>
                  <a:lnTo>
                    <a:pt x="207298" y="22384"/>
                  </a:lnTo>
                  <a:lnTo>
                    <a:pt x="209147" y="21390"/>
                  </a:lnTo>
                  <a:lnTo>
                    <a:pt x="208448" y="18474"/>
                  </a:lnTo>
                  <a:lnTo>
                    <a:pt x="216896" y="19467"/>
                  </a:lnTo>
                  <a:lnTo>
                    <a:pt x="214046" y="24641"/>
                  </a:lnTo>
                  <a:lnTo>
                    <a:pt x="209547" y="27631"/>
                  </a:lnTo>
                  <a:lnTo>
                    <a:pt x="212296" y="27896"/>
                  </a:lnTo>
                  <a:lnTo>
                    <a:pt x="218745" y="22517"/>
                  </a:lnTo>
                  <a:lnTo>
                    <a:pt x="218694" y="25637"/>
                  </a:lnTo>
                  <a:lnTo>
                    <a:pt x="216745" y="28495"/>
                  </a:lnTo>
                  <a:lnTo>
                    <a:pt x="211296" y="32222"/>
                  </a:lnTo>
                  <a:lnTo>
                    <a:pt x="210397" y="34554"/>
                  </a:lnTo>
                  <a:lnTo>
                    <a:pt x="212947" y="39493"/>
                  </a:lnTo>
                  <a:lnTo>
                    <a:pt x="210797" y="43505"/>
                  </a:lnTo>
                  <a:lnTo>
                    <a:pt x="213197" y="43036"/>
                  </a:lnTo>
                  <a:lnTo>
                    <a:pt x="216345" y="46115"/>
                  </a:lnTo>
                  <a:lnTo>
                    <a:pt x="214446" y="50206"/>
                  </a:lnTo>
                  <a:lnTo>
                    <a:pt x="205349" y="60697"/>
                  </a:lnTo>
                  <a:lnTo>
                    <a:pt x="205399" y="63733"/>
                  </a:lnTo>
                  <a:lnTo>
                    <a:pt x="204048" y="65961"/>
                  </a:lnTo>
                  <a:lnTo>
                    <a:pt x="195851" y="75234"/>
                  </a:lnTo>
                  <a:lnTo>
                    <a:pt x="186853" y="92592"/>
                  </a:lnTo>
                  <a:lnTo>
                    <a:pt x="177605" y="98201"/>
                  </a:lnTo>
                  <a:lnTo>
                    <a:pt x="172908" y="103343"/>
                  </a:lnTo>
                  <a:lnTo>
                    <a:pt x="170258" y="103824"/>
                  </a:lnTo>
                  <a:lnTo>
                    <a:pt x="173357" y="106984"/>
                  </a:lnTo>
                  <a:lnTo>
                    <a:pt x="167558" y="111181"/>
                  </a:lnTo>
                  <a:lnTo>
                    <a:pt x="172207" y="110424"/>
                  </a:lnTo>
                  <a:lnTo>
                    <a:pt x="175356" y="117181"/>
                  </a:lnTo>
                  <a:lnTo>
                    <a:pt x="182754" y="119322"/>
                  </a:lnTo>
                  <a:lnTo>
                    <a:pt x="183954" y="123958"/>
                  </a:lnTo>
                  <a:lnTo>
                    <a:pt x="182555" y="126938"/>
                  </a:lnTo>
                  <a:lnTo>
                    <a:pt x="178506" y="127562"/>
                  </a:lnTo>
                  <a:lnTo>
                    <a:pt x="173757" y="124581"/>
                  </a:lnTo>
                  <a:lnTo>
                    <a:pt x="166908" y="125759"/>
                  </a:lnTo>
                  <a:lnTo>
                    <a:pt x="169158" y="123058"/>
                  </a:lnTo>
                  <a:lnTo>
                    <a:pt x="166259" y="121258"/>
                  </a:lnTo>
                  <a:lnTo>
                    <a:pt x="161160" y="126660"/>
                  </a:lnTo>
                  <a:lnTo>
                    <a:pt x="153912" y="120290"/>
                  </a:lnTo>
                  <a:lnTo>
                    <a:pt x="157910" y="127770"/>
                  </a:lnTo>
                  <a:lnTo>
                    <a:pt x="143465" y="136318"/>
                  </a:lnTo>
                  <a:lnTo>
                    <a:pt x="137466" y="137015"/>
                  </a:lnTo>
                  <a:lnTo>
                    <a:pt x="135316" y="141616"/>
                  </a:lnTo>
                  <a:lnTo>
                    <a:pt x="131867" y="141965"/>
                  </a:lnTo>
                  <a:lnTo>
                    <a:pt x="133867" y="143432"/>
                  </a:lnTo>
                  <a:lnTo>
                    <a:pt x="129217" y="167234"/>
                  </a:lnTo>
                  <a:lnTo>
                    <a:pt x="125120" y="167234"/>
                  </a:lnTo>
                  <a:lnTo>
                    <a:pt x="128918" y="169847"/>
                  </a:lnTo>
                  <a:lnTo>
                    <a:pt x="128318" y="172251"/>
                  </a:lnTo>
                  <a:lnTo>
                    <a:pt x="123469" y="179194"/>
                  </a:lnTo>
                  <a:lnTo>
                    <a:pt x="122120" y="185447"/>
                  </a:lnTo>
                  <a:lnTo>
                    <a:pt x="116871" y="197721"/>
                  </a:lnTo>
                  <a:lnTo>
                    <a:pt x="119271" y="202018"/>
                  </a:lnTo>
                  <a:lnTo>
                    <a:pt x="118971" y="205174"/>
                  </a:lnTo>
                  <a:lnTo>
                    <a:pt x="106724" y="209990"/>
                  </a:lnTo>
                  <a:lnTo>
                    <a:pt x="102574" y="216763"/>
                  </a:lnTo>
                  <a:lnTo>
                    <a:pt x="95126" y="223702"/>
                  </a:lnTo>
                  <a:lnTo>
                    <a:pt x="88679" y="232480"/>
                  </a:lnTo>
                  <a:lnTo>
                    <a:pt x="72382" y="235681"/>
                  </a:lnTo>
                  <a:lnTo>
                    <a:pt x="63135" y="233062"/>
                  </a:lnTo>
                  <a:lnTo>
                    <a:pt x="52487" y="234662"/>
                  </a:lnTo>
                  <a:lnTo>
                    <a:pt x="50889" y="232262"/>
                  </a:lnTo>
                  <a:lnTo>
                    <a:pt x="50738" y="228268"/>
                  </a:lnTo>
                  <a:lnTo>
                    <a:pt x="47089" y="224861"/>
                  </a:lnTo>
                  <a:lnTo>
                    <a:pt x="37491" y="225006"/>
                  </a:lnTo>
                  <a:lnTo>
                    <a:pt x="33043" y="218063"/>
                  </a:lnTo>
                  <a:lnTo>
                    <a:pt x="29044" y="216258"/>
                  </a:lnTo>
                  <a:lnTo>
                    <a:pt x="24345" y="220013"/>
                  </a:lnTo>
                  <a:lnTo>
                    <a:pt x="9398" y="219363"/>
                  </a:lnTo>
                  <a:lnTo>
                    <a:pt x="6650" y="218207"/>
                  </a:lnTo>
                  <a:lnTo>
                    <a:pt x="6099" y="215681"/>
                  </a:lnTo>
                  <a:lnTo>
                    <a:pt x="11749" y="208623"/>
                  </a:lnTo>
                  <a:lnTo>
                    <a:pt x="6600" y="212437"/>
                  </a:lnTo>
                  <a:lnTo>
                    <a:pt x="4351" y="212005"/>
                  </a:lnTo>
                  <a:lnTo>
                    <a:pt x="6499" y="208839"/>
                  </a:lnTo>
                  <a:lnTo>
                    <a:pt x="6250" y="205892"/>
                  </a:lnTo>
                  <a:lnTo>
                    <a:pt x="3351" y="208551"/>
                  </a:lnTo>
                  <a:lnTo>
                    <a:pt x="0" y="208839"/>
                  </a:lnTo>
                  <a:lnTo>
                    <a:pt x="551" y="202807"/>
                  </a:lnTo>
                  <a:lnTo>
                    <a:pt x="14198" y="198866"/>
                  </a:lnTo>
                  <a:lnTo>
                    <a:pt x="8798" y="198293"/>
                  </a:lnTo>
                  <a:lnTo>
                    <a:pt x="8450" y="196219"/>
                  </a:lnTo>
                  <a:lnTo>
                    <a:pt x="13848" y="191647"/>
                  </a:lnTo>
                  <a:lnTo>
                    <a:pt x="6699" y="192146"/>
                  </a:lnTo>
                  <a:lnTo>
                    <a:pt x="7949" y="186871"/>
                  </a:lnTo>
                  <a:lnTo>
                    <a:pt x="11848" y="186800"/>
                  </a:lnTo>
                  <a:lnTo>
                    <a:pt x="10448" y="182958"/>
                  </a:lnTo>
                  <a:lnTo>
                    <a:pt x="18396" y="186871"/>
                  </a:lnTo>
                  <a:lnTo>
                    <a:pt x="17347" y="183243"/>
                  </a:lnTo>
                  <a:lnTo>
                    <a:pt x="20495" y="182106"/>
                  </a:lnTo>
                  <a:lnTo>
                    <a:pt x="14998" y="179478"/>
                  </a:lnTo>
                  <a:lnTo>
                    <a:pt x="14798" y="175578"/>
                  </a:lnTo>
                  <a:lnTo>
                    <a:pt x="17647" y="172675"/>
                  </a:lnTo>
                  <a:lnTo>
                    <a:pt x="19297" y="174374"/>
                  </a:lnTo>
                  <a:lnTo>
                    <a:pt x="21295" y="173949"/>
                  </a:lnTo>
                  <a:lnTo>
                    <a:pt x="18846" y="170554"/>
                  </a:lnTo>
                  <a:lnTo>
                    <a:pt x="25495" y="163919"/>
                  </a:lnTo>
                  <a:lnTo>
                    <a:pt x="27044" y="169070"/>
                  </a:lnTo>
                  <a:lnTo>
                    <a:pt x="27545" y="161735"/>
                  </a:lnTo>
                  <a:lnTo>
                    <a:pt x="35942" y="154845"/>
                  </a:lnTo>
                  <a:lnTo>
                    <a:pt x="39341" y="157585"/>
                  </a:lnTo>
                  <a:lnTo>
                    <a:pt x="37891" y="151197"/>
                  </a:lnTo>
                  <a:lnTo>
                    <a:pt x="52038" y="134926"/>
                  </a:lnTo>
                  <a:lnTo>
                    <a:pt x="59936" y="130685"/>
                  </a:lnTo>
                  <a:lnTo>
                    <a:pt x="64234" y="131449"/>
                  </a:lnTo>
                  <a:lnTo>
                    <a:pt x="71483" y="126521"/>
                  </a:lnTo>
                  <a:lnTo>
                    <a:pt x="74582" y="128394"/>
                  </a:lnTo>
                  <a:lnTo>
                    <a:pt x="73382" y="124789"/>
                  </a:lnTo>
                  <a:lnTo>
                    <a:pt x="74332" y="123196"/>
                  </a:lnTo>
                  <a:lnTo>
                    <a:pt x="83930" y="117250"/>
                  </a:lnTo>
                  <a:lnTo>
                    <a:pt x="92778" y="113938"/>
                  </a:lnTo>
                  <a:lnTo>
                    <a:pt x="92827" y="110974"/>
                  </a:lnTo>
                  <a:lnTo>
                    <a:pt x="94827" y="110492"/>
                  </a:lnTo>
                  <a:lnTo>
                    <a:pt x="93477" y="109735"/>
                  </a:lnTo>
                  <a:lnTo>
                    <a:pt x="104075" y="99708"/>
                  </a:lnTo>
                  <a:lnTo>
                    <a:pt x="108374" y="100394"/>
                  </a:lnTo>
                  <a:lnTo>
                    <a:pt x="105823" y="97584"/>
                  </a:lnTo>
                  <a:lnTo>
                    <a:pt x="110122" y="94916"/>
                  </a:lnTo>
                  <a:lnTo>
                    <a:pt x="114372" y="96968"/>
                  </a:lnTo>
                  <a:lnTo>
                    <a:pt x="111922" y="93822"/>
                  </a:lnTo>
                  <a:lnTo>
                    <a:pt x="115871" y="91977"/>
                  </a:lnTo>
                  <a:lnTo>
                    <a:pt x="117821" y="94574"/>
                  </a:lnTo>
                  <a:lnTo>
                    <a:pt x="117972" y="90748"/>
                  </a:lnTo>
                  <a:lnTo>
                    <a:pt x="124320" y="82774"/>
                  </a:lnTo>
                  <a:lnTo>
                    <a:pt x="125469" y="84543"/>
                  </a:lnTo>
                  <a:lnTo>
                    <a:pt x="125518" y="89110"/>
                  </a:lnTo>
                  <a:lnTo>
                    <a:pt x="126469" y="85973"/>
                  </a:lnTo>
                  <a:lnTo>
                    <a:pt x="125918" y="81957"/>
                  </a:lnTo>
                  <a:lnTo>
                    <a:pt x="130417" y="74556"/>
                  </a:lnTo>
                  <a:lnTo>
                    <a:pt x="133867" y="73064"/>
                  </a:lnTo>
                  <a:lnTo>
                    <a:pt x="132168" y="70897"/>
                  </a:lnTo>
                  <a:lnTo>
                    <a:pt x="138666" y="48126"/>
                  </a:lnTo>
                  <a:lnTo>
                    <a:pt x="145464" y="45379"/>
                  </a:lnTo>
                  <a:lnTo>
                    <a:pt x="151512" y="38624"/>
                  </a:lnTo>
                  <a:lnTo>
                    <a:pt x="155510" y="26169"/>
                  </a:lnTo>
                  <a:lnTo>
                    <a:pt x="156811" y="16752"/>
                  </a:lnTo>
                  <a:lnTo>
                    <a:pt x="160510" y="9880"/>
                  </a:lnTo>
                  <a:lnTo>
                    <a:pt x="170708" y="1052"/>
                  </a:lnTo>
                  <a:lnTo>
                    <a:pt x="176007" y="0"/>
                  </a:lnTo>
                  <a:lnTo>
                    <a:pt x="179155" y="1052"/>
                  </a:lnTo>
                  <a:lnTo>
                    <a:pt x="173306" y="1973"/>
                  </a:lnTo>
                  <a:lnTo>
                    <a:pt x="172508" y="6516"/>
                  </a:lnTo>
                  <a:lnTo>
                    <a:pt x="174256" y="10408"/>
                  </a:lnTo>
                  <a:lnTo>
                    <a:pt x="180405" y="13115"/>
                  </a:lnTo>
                  <a:lnTo>
                    <a:pt x="181904" y="17017"/>
                  </a:lnTo>
                  <a:lnTo>
                    <a:pt x="182605" y="255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" name="oPE_MapPart_NZL_2_88" descr="Neuseeland">
              <a:extLst>
                <a:ext uri="{FF2B5EF4-FFF2-40B4-BE49-F238E27FC236}">
                  <a16:creationId xmlns:a16="http://schemas.microsoft.com/office/drawing/2014/main" id="{1883DAB6-B379-3B85-E8F2-D1035521F167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0922014" y="4073648"/>
              <a:ext cx="5100" cy="7663"/>
            </a:xfrm>
            <a:custGeom>
              <a:avLst/>
              <a:gdLst/>
              <a:ahLst/>
              <a:cxnLst/>
              <a:rect l="0" t="0" r="0" b="0"/>
              <a:pathLst>
                <a:path w="5100" h="7663">
                  <a:moveTo>
                    <a:pt x="3699" y="5546"/>
                  </a:moveTo>
                  <a:lnTo>
                    <a:pt x="0" y="7662"/>
                  </a:lnTo>
                  <a:lnTo>
                    <a:pt x="850" y="2970"/>
                  </a:lnTo>
                  <a:lnTo>
                    <a:pt x="5099" y="0"/>
                  </a:lnTo>
                  <a:lnTo>
                    <a:pt x="4899" y="270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9" name="oPE_MapPart_NZL_3_89" descr="Neuseeland">
              <a:extLst>
                <a:ext uri="{FF2B5EF4-FFF2-40B4-BE49-F238E27FC236}">
                  <a16:creationId xmlns:a16="http://schemas.microsoft.com/office/drawing/2014/main" id="{A35D43D8-8891-FCEA-A464-9A01126ED1B9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0720716" y="4261417"/>
              <a:ext cx="5950" cy="3578"/>
            </a:xfrm>
            <a:custGeom>
              <a:avLst/>
              <a:gdLst/>
              <a:ahLst/>
              <a:cxnLst/>
              <a:rect l="0" t="0" r="0" b="0"/>
              <a:pathLst>
                <a:path w="5950" h="3578">
                  <a:moveTo>
                    <a:pt x="5949" y="643"/>
                  </a:moveTo>
                  <a:lnTo>
                    <a:pt x="5448" y="3577"/>
                  </a:lnTo>
                  <a:lnTo>
                    <a:pt x="0" y="2432"/>
                  </a:lnTo>
                  <a:lnTo>
                    <a:pt x="949" y="214"/>
                  </a:lnTo>
                  <a:lnTo>
                    <a:pt x="55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0" name="oPE_MapPart_NZL_4_90" descr="Neuseeland">
              <a:extLst>
                <a:ext uri="{FF2B5EF4-FFF2-40B4-BE49-F238E27FC236}">
                  <a16:creationId xmlns:a16="http://schemas.microsoft.com/office/drawing/2014/main" id="{E5BA5E53-B51B-4A7F-34A0-C6DB51780F59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0730714" y="4243260"/>
              <a:ext cx="3599" cy="4757"/>
            </a:xfrm>
            <a:custGeom>
              <a:avLst/>
              <a:gdLst/>
              <a:ahLst/>
              <a:cxnLst/>
              <a:rect l="0" t="0" r="0" b="0"/>
              <a:pathLst>
                <a:path w="3599" h="4757">
                  <a:moveTo>
                    <a:pt x="2398" y="0"/>
                  </a:moveTo>
                  <a:lnTo>
                    <a:pt x="3598" y="4756"/>
                  </a:lnTo>
                  <a:lnTo>
                    <a:pt x="0" y="2412"/>
                  </a:lnTo>
                  <a:lnTo>
                    <a:pt x="19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1" name="oPE_MapPart_NZL_5_91" descr="Neuseeland">
              <a:extLst>
                <a:ext uri="{FF2B5EF4-FFF2-40B4-BE49-F238E27FC236}">
                  <a16:creationId xmlns:a16="http://schemas.microsoft.com/office/drawing/2014/main" id="{1D944142-1184-674E-9860-CE508E6C28EB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0748209" y="4303714"/>
              <a:ext cx="19946" cy="23006"/>
            </a:xfrm>
            <a:custGeom>
              <a:avLst/>
              <a:gdLst/>
              <a:ahLst/>
              <a:cxnLst/>
              <a:rect l="0" t="0" r="0" b="0"/>
              <a:pathLst>
                <a:path w="19946" h="23006">
                  <a:moveTo>
                    <a:pt x="17295" y="6861"/>
                  </a:moveTo>
                  <a:lnTo>
                    <a:pt x="17295" y="8470"/>
                  </a:lnTo>
                  <a:lnTo>
                    <a:pt x="14396" y="7885"/>
                  </a:lnTo>
                  <a:lnTo>
                    <a:pt x="14446" y="9714"/>
                  </a:lnTo>
                  <a:lnTo>
                    <a:pt x="17596" y="11985"/>
                  </a:lnTo>
                  <a:lnTo>
                    <a:pt x="19945" y="11545"/>
                  </a:lnTo>
                  <a:lnTo>
                    <a:pt x="19945" y="15285"/>
                  </a:lnTo>
                  <a:lnTo>
                    <a:pt x="0" y="23005"/>
                  </a:lnTo>
                  <a:lnTo>
                    <a:pt x="450" y="20576"/>
                  </a:lnTo>
                  <a:lnTo>
                    <a:pt x="2949" y="18223"/>
                  </a:lnTo>
                  <a:lnTo>
                    <a:pt x="3648" y="14258"/>
                  </a:lnTo>
                  <a:lnTo>
                    <a:pt x="6048" y="13011"/>
                  </a:lnTo>
                  <a:lnTo>
                    <a:pt x="7748" y="8617"/>
                  </a:lnTo>
                  <a:lnTo>
                    <a:pt x="7248" y="219"/>
                  </a:lnTo>
                  <a:lnTo>
                    <a:pt x="1204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2" name="oPE_MapPart_NZL_6_92" descr="Neuseeland">
              <a:extLst>
                <a:ext uri="{FF2B5EF4-FFF2-40B4-BE49-F238E27FC236}">
                  <a16:creationId xmlns:a16="http://schemas.microsoft.com/office/drawing/2014/main" id="{09E7151E-E0D7-E4BB-EA1F-49A332877F0D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0965204" y="3909068"/>
              <a:ext cx="5949" cy="9045"/>
            </a:xfrm>
            <a:custGeom>
              <a:avLst/>
              <a:gdLst/>
              <a:ahLst/>
              <a:cxnLst/>
              <a:rect l="0" t="0" r="0" b="0"/>
              <a:pathLst>
                <a:path w="5949" h="9045">
                  <a:moveTo>
                    <a:pt x="5748" y="7182"/>
                  </a:moveTo>
                  <a:lnTo>
                    <a:pt x="5948" y="9044"/>
                  </a:lnTo>
                  <a:lnTo>
                    <a:pt x="3847" y="8423"/>
                  </a:lnTo>
                  <a:lnTo>
                    <a:pt x="299" y="5075"/>
                  </a:lnTo>
                  <a:lnTo>
                    <a:pt x="0" y="2227"/>
                  </a:lnTo>
                  <a:lnTo>
                    <a:pt x="2049" y="0"/>
                  </a:lnTo>
                  <a:lnTo>
                    <a:pt x="4898" y="36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3" name="oPE_MapPart_NZL_7_93" descr="Neuseeland">
              <a:extLst>
                <a:ext uri="{FF2B5EF4-FFF2-40B4-BE49-F238E27FC236}">
                  <a16:creationId xmlns:a16="http://schemas.microsoft.com/office/drawing/2014/main" id="{3E0E9BDB-ED22-BD5F-ACAA-FB3FBEFA1B79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0892172" y="3853240"/>
              <a:ext cx="161909" cy="253542"/>
            </a:xfrm>
            <a:custGeom>
              <a:avLst/>
              <a:gdLst/>
              <a:ahLst/>
              <a:cxnLst/>
              <a:rect l="0" t="0" r="0" b="0"/>
              <a:pathLst>
                <a:path w="161909" h="253542">
                  <a:moveTo>
                    <a:pt x="15646" y="17081"/>
                  </a:moveTo>
                  <a:lnTo>
                    <a:pt x="16046" y="18667"/>
                  </a:lnTo>
                  <a:lnTo>
                    <a:pt x="20594" y="14034"/>
                  </a:lnTo>
                  <a:lnTo>
                    <a:pt x="20345" y="16898"/>
                  </a:lnTo>
                  <a:lnTo>
                    <a:pt x="21295" y="17508"/>
                  </a:lnTo>
                  <a:lnTo>
                    <a:pt x="29992" y="21658"/>
                  </a:lnTo>
                  <a:lnTo>
                    <a:pt x="31592" y="20193"/>
                  </a:lnTo>
                  <a:lnTo>
                    <a:pt x="38790" y="24163"/>
                  </a:lnTo>
                  <a:lnTo>
                    <a:pt x="39889" y="29487"/>
                  </a:lnTo>
                  <a:lnTo>
                    <a:pt x="44838" y="27650"/>
                  </a:lnTo>
                  <a:lnTo>
                    <a:pt x="51036" y="39120"/>
                  </a:lnTo>
                  <a:lnTo>
                    <a:pt x="50038" y="42010"/>
                  </a:lnTo>
                  <a:lnTo>
                    <a:pt x="52036" y="46074"/>
                  </a:lnTo>
                  <a:lnTo>
                    <a:pt x="46939" y="46444"/>
                  </a:lnTo>
                  <a:lnTo>
                    <a:pt x="58184" y="64065"/>
                  </a:lnTo>
                  <a:lnTo>
                    <a:pt x="56786" y="70338"/>
                  </a:lnTo>
                  <a:lnTo>
                    <a:pt x="58685" y="74507"/>
                  </a:lnTo>
                  <a:lnTo>
                    <a:pt x="55986" y="82428"/>
                  </a:lnTo>
                  <a:lnTo>
                    <a:pt x="60683" y="84802"/>
                  </a:lnTo>
                  <a:lnTo>
                    <a:pt x="62384" y="82865"/>
                  </a:lnTo>
                  <a:lnTo>
                    <a:pt x="72032" y="87742"/>
                  </a:lnTo>
                  <a:lnTo>
                    <a:pt x="74380" y="95200"/>
                  </a:lnTo>
                  <a:lnTo>
                    <a:pt x="78780" y="94949"/>
                  </a:lnTo>
                  <a:lnTo>
                    <a:pt x="79479" y="93506"/>
                  </a:lnTo>
                  <a:lnTo>
                    <a:pt x="77230" y="77186"/>
                  </a:lnTo>
                  <a:lnTo>
                    <a:pt x="74380" y="72577"/>
                  </a:lnTo>
                  <a:lnTo>
                    <a:pt x="74780" y="70648"/>
                  </a:lnTo>
                  <a:lnTo>
                    <a:pt x="76479" y="69778"/>
                  </a:lnTo>
                  <a:lnTo>
                    <a:pt x="82628" y="79181"/>
                  </a:lnTo>
                  <a:lnTo>
                    <a:pt x="85129" y="78745"/>
                  </a:lnTo>
                  <a:lnTo>
                    <a:pt x="88028" y="86490"/>
                  </a:lnTo>
                  <a:lnTo>
                    <a:pt x="91176" y="103183"/>
                  </a:lnTo>
                  <a:lnTo>
                    <a:pt x="94626" y="106774"/>
                  </a:lnTo>
                  <a:lnTo>
                    <a:pt x="95026" y="108476"/>
                  </a:lnTo>
                  <a:lnTo>
                    <a:pt x="92277" y="108098"/>
                  </a:lnTo>
                  <a:lnTo>
                    <a:pt x="94475" y="110496"/>
                  </a:lnTo>
                  <a:lnTo>
                    <a:pt x="99574" y="111696"/>
                  </a:lnTo>
                  <a:lnTo>
                    <a:pt x="112871" y="119096"/>
                  </a:lnTo>
                  <a:lnTo>
                    <a:pt x="126867" y="122709"/>
                  </a:lnTo>
                  <a:lnTo>
                    <a:pt x="134766" y="119349"/>
                  </a:lnTo>
                  <a:lnTo>
                    <a:pt x="139414" y="112643"/>
                  </a:lnTo>
                  <a:lnTo>
                    <a:pt x="147263" y="107341"/>
                  </a:lnTo>
                  <a:lnTo>
                    <a:pt x="154560" y="107719"/>
                  </a:lnTo>
                  <a:lnTo>
                    <a:pt x="161908" y="112138"/>
                  </a:lnTo>
                  <a:lnTo>
                    <a:pt x="157960" y="121567"/>
                  </a:lnTo>
                  <a:lnTo>
                    <a:pt x="154461" y="142447"/>
                  </a:lnTo>
                  <a:lnTo>
                    <a:pt x="149362" y="147565"/>
                  </a:lnTo>
                  <a:lnTo>
                    <a:pt x="146362" y="148526"/>
                  </a:lnTo>
                  <a:lnTo>
                    <a:pt x="144512" y="159248"/>
                  </a:lnTo>
                  <a:lnTo>
                    <a:pt x="146063" y="163563"/>
                  </a:lnTo>
                  <a:lnTo>
                    <a:pt x="144463" y="167046"/>
                  </a:lnTo>
                  <a:lnTo>
                    <a:pt x="141063" y="162403"/>
                  </a:lnTo>
                  <a:lnTo>
                    <a:pt x="133766" y="161115"/>
                  </a:lnTo>
                  <a:lnTo>
                    <a:pt x="127467" y="162596"/>
                  </a:lnTo>
                  <a:lnTo>
                    <a:pt x="120119" y="168014"/>
                  </a:lnTo>
                  <a:lnTo>
                    <a:pt x="117970" y="171633"/>
                  </a:lnTo>
                  <a:lnTo>
                    <a:pt x="117570" y="178366"/>
                  </a:lnTo>
                  <a:lnTo>
                    <a:pt x="122269" y="182649"/>
                  </a:lnTo>
                  <a:lnTo>
                    <a:pt x="114871" y="200181"/>
                  </a:lnTo>
                  <a:lnTo>
                    <a:pt x="110572" y="205091"/>
                  </a:lnTo>
                  <a:lnTo>
                    <a:pt x="108471" y="210536"/>
                  </a:lnTo>
                  <a:lnTo>
                    <a:pt x="102174" y="218760"/>
                  </a:lnTo>
                  <a:lnTo>
                    <a:pt x="90976" y="238811"/>
                  </a:lnTo>
                  <a:lnTo>
                    <a:pt x="72281" y="253541"/>
                  </a:lnTo>
                  <a:lnTo>
                    <a:pt x="69881" y="252204"/>
                  </a:lnTo>
                  <a:lnTo>
                    <a:pt x="68283" y="246398"/>
                  </a:lnTo>
                  <a:lnTo>
                    <a:pt x="65184" y="245399"/>
                  </a:lnTo>
                  <a:lnTo>
                    <a:pt x="60384" y="246598"/>
                  </a:lnTo>
                  <a:lnTo>
                    <a:pt x="60935" y="239941"/>
                  </a:lnTo>
                  <a:lnTo>
                    <a:pt x="59984" y="239210"/>
                  </a:lnTo>
                  <a:lnTo>
                    <a:pt x="58685" y="240672"/>
                  </a:lnTo>
                  <a:lnTo>
                    <a:pt x="59285" y="241670"/>
                  </a:lnTo>
                  <a:lnTo>
                    <a:pt x="56935" y="242934"/>
                  </a:lnTo>
                  <a:lnTo>
                    <a:pt x="53786" y="242469"/>
                  </a:lnTo>
                  <a:lnTo>
                    <a:pt x="68232" y="217113"/>
                  </a:lnTo>
                  <a:lnTo>
                    <a:pt x="70731" y="204960"/>
                  </a:lnTo>
                  <a:lnTo>
                    <a:pt x="63933" y="192736"/>
                  </a:lnTo>
                  <a:lnTo>
                    <a:pt x="58535" y="189412"/>
                  </a:lnTo>
                  <a:lnTo>
                    <a:pt x="51687" y="187654"/>
                  </a:lnTo>
                  <a:lnTo>
                    <a:pt x="45687" y="181545"/>
                  </a:lnTo>
                  <a:lnTo>
                    <a:pt x="34091" y="176681"/>
                  </a:lnTo>
                  <a:lnTo>
                    <a:pt x="30692" y="173703"/>
                  </a:lnTo>
                  <a:lnTo>
                    <a:pt x="29442" y="167950"/>
                  </a:lnTo>
                  <a:lnTo>
                    <a:pt x="31592" y="163434"/>
                  </a:lnTo>
                  <a:lnTo>
                    <a:pt x="37890" y="159570"/>
                  </a:lnTo>
                  <a:lnTo>
                    <a:pt x="46988" y="157126"/>
                  </a:lnTo>
                  <a:lnTo>
                    <a:pt x="52537" y="150770"/>
                  </a:lnTo>
                  <a:lnTo>
                    <a:pt x="55786" y="130904"/>
                  </a:lnTo>
                  <a:lnTo>
                    <a:pt x="59236" y="123787"/>
                  </a:lnTo>
                  <a:lnTo>
                    <a:pt x="58184" y="119286"/>
                  </a:lnTo>
                  <a:lnTo>
                    <a:pt x="61683" y="116057"/>
                  </a:lnTo>
                  <a:lnTo>
                    <a:pt x="56186" y="103624"/>
                  </a:lnTo>
                  <a:lnTo>
                    <a:pt x="57236" y="99785"/>
                  </a:lnTo>
                  <a:lnTo>
                    <a:pt x="55586" y="99283"/>
                  </a:lnTo>
                  <a:lnTo>
                    <a:pt x="52186" y="91374"/>
                  </a:lnTo>
                  <a:lnTo>
                    <a:pt x="54236" y="91061"/>
                  </a:lnTo>
                  <a:lnTo>
                    <a:pt x="56335" y="95451"/>
                  </a:lnTo>
                  <a:lnTo>
                    <a:pt x="58236" y="91813"/>
                  </a:lnTo>
                  <a:lnTo>
                    <a:pt x="61735" y="90936"/>
                  </a:lnTo>
                  <a:lnTo>
                    <a:pt x="57636" y="85990"/>
                  </a:lnTo>
                  <a:lnTo>
                    <a:pt x="52636" y="87492"/>
                  </a:lnTo>
                  <a:lnTo>
                    <a:pt x="49137" y="85927"/>
                  </a:lnTo>
                  <a:lnTo>
                    <a:pt x="46539" y="78433"/>
                  </a:lnTo>
                  <a:lnTo>
                    <a:pt x="41190" y="70338"/>
                  </a:lnTo>
                  <a:lnTo>
                    <a:pt x="42739" y="70089"/>
                  </a:lnTo>
                  <a:lnTo>
                    <a:pt x="47087" y="74133"/>
                  </a:lnTo>
                  <a:lnTo>
                    <a:pt x="47937" y="72888"/>
                  </a:lnTo>
                  <a:lnTo>
                    <a:pt x="48337" y="68908"/>
                  </a:lnTo>
                  <a:lnTo>
                    <a:pt x="45739" y="66361"/>
                  </a:lnTo>
                  <a:lnTo>
                    <a:pt x="46838" y="61647"/>
                  </a:lnTo>
                  <a:lnTo>
                    <a:pt x="43339" y="59045"/>
                  </a:lnTo>
                  <a:lnTo>
                    <a:pt x="42988" y="61957"/>
                  </a:lnTo>
                  <a:lnTo>
                    <a:pt x="36941" y="57621"/>
                  </a:lnTo>
                  <a:lnTo>
                    <a:pt x="33541" y="50267"/>
                  </a:lnTo>
                  <a:lnTo>
                    <a:pt x="33642" y="54035"/>
                  </a:lnTo>
                  <a:lnTo>
                    <a:pt x="40539" y="64685"/>
                  </a:lnTo>
                  <a:lnTo>
                    <a:pt x="38640" y="66858"/>
                  </a:lnTo>
                  <a:lnTo>
                    <a:pt x="37440" y="65803"/>
                  </a:lnTo>
                  <a:lnTo>
                    <a:pt x="34391" y="59479"/>
                  </a:lnTo>
                  <a:lnTo>
                    <a:pt x="19595" y="37767"/>
                  </a:lnTo>
                  <a:lnTo>
                    <a:pt x="25543" y="30161"/>
                  </a:lnTo>
                  <a:lnTo>
                    <a:pt x="23194" y="30528"/>
                  </a:lnTo>
                  <a:lnTo>
                    <a:pt x="18595" y="36294"/>
                  </a:lnTo>
                  <a:lnTo>
                    <a:pt x="15796" y="30835"/>
                  </a:lnTo>
                  <a:lnTo>
                    <a:pt x="11397" y="26243"/>
                  </a:lnTo>
                  <a:lnTo>
                    <a:pt x="13396" y="23491"/>
                  </a:lnTo>
                  <a:lnTo>
                    <a:pt x="13446" y="19826"/>
                  </a:lnTo>
                  <a:lnTo>
                    <a:pt x="0" y="909"/>
                  </a:lnTo>
                  <a:lnTo>
                    <a:pt x="9397" y="0"/>
                  </a:lnTo>
                  <a:lnTo>
                    <a:pt x="7147" y="3578"/>
                  </a:lnTo>
                  <a:lnTo>
                    <a:pt x="14846" y="1586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4" name="oPE_MapPart_NZL_8_94" descr="Neuseeland">
              <a:extLst>
                <a:ext uri="{FF2B5EF4-FFF2-40B4-BE49-F238E27FC236}">
                  <a16:creationId xmlns:a16="http://schemas.microsoft.com/office/drawing/2014/main" id="{D1A69CAA-4D60-5AEA-A2A2-3EC6324EA7C4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0789848" y="4552173"/>
              <a:ext cx="5899" cy="3944"/>
            </a:xfrm>
            <a:custGeom>
              <a:avLst/>
              <a:gdLst/>
              <a:ahLst/>
              <a:cxnLst/>
              <a:rect l="0" t="0" r="0" b="0"/>
              <a:pathLst>
                <a:path w="5899" h="3944">
                  <a:moveTo>
                    <a:pt x="4349" y="574"/>
                  </a:moveTo>
                  <a:lnTo>
                    <a:pt x="5898" y="2875"/>
                  </a:lnTo>
                  <a:lnTo>
                    <a:pt x="2949" y="3943"/>
                  </a:lnTo>
                  <a:lnTo>
                    <a:pt x="0" y="492"/>
                  </a:lnTo>
                  <a:lnTo>
                    <a:pt x="29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oPE_MapPart_NZL_9_95" descr="Neuseeland">
              <a:extLst>
                <a:ext uri="{FF2B5EF4-FFF2-40B4-BE49-F238E27FC236}">
                  <a16:creationId xmlns:a16="http://schemas.microsoft.com/office/drawing/2014/main" id="{D053C5BE-BB60-FEE4-6EF3-88F3B9238645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0702871" y="4465330"/>
              <a:ext cx="10098" cy="13495"/>
            </a:xfrm>
            <a:custGeom>
              <a:avLst/>
              <a:gdLst/>
              <a:ahLst/>
              <a:cxnLst/>
              <a:rect l="0" t="0" r="0" b="0"/>
              <a:pathLst>
                <a:path w="10098" h="13495">
                  <a:moveTo>
                    <a:pt x="9198" y="9776"/>
                  </a:moveTo>
                  <a:lnTo>
                    <a:pt x="9798" y="13494"/>
                  </a:lnTo>
                  <a:lnTo>
                    <a:pt x="3449" y="10487"/>
                  </a:lnTo>
                  <a:lnTo>
                    <a:pt x="2249" y="12306"/>
                  </a:lnTo>
                  <a:lnTo>
                    <a:pt x="0" y="11832"/>
                  </a:lnTo>
                  <a:lnTo>
                    <a:pt x="5097" y="6144"/>
                  </a:lnTo>
                  <a:lnTo>
                    <a:pt x="5899" y="0"/>
                  </a:lnTo>
                  <a:lnTo>
                    <a:pt x="10097" y="236"/>
                  </a:lnTo>
                  <a:lnTo>
                    <a:pt x="8897" y="3227"/>
                  </a:lnTo>
                  <a:lnTo>
                    <a:pt x="9198" y="6854"/>
                  </a:lnTo>
                  <a:lnTo>
                    <a:pt x="8047" y="7723"/>
                  </a:lnTo>
                  <a:lnTo>
                    <a:pt x="8647" y="930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oPE_MapPart_NZL_10_96" descr="Neuseeland">
              <a:extLst>
                <a:ext uri="{FF2B5EF4-FFF2-40B4-BE49-F238E27FC236}">
                  <a16:creationId xmlns:a16="http://schemas.microsoft.com/office/drawing/2014/main" id="{DE5684A6-1880-C859-ABD0-417498DE5A42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184808" y="4186396"/>
              <a:ext cx="18646" cy="15268"/>
            </a:xfrm>
            <a:custGeom>
              <a:avLst/>
              <a:gdLst/>
              <a:ahLst/>
              <a:cxnLst/>
              <a:rect l="0" t="0" r="0" b="0"/>
              <a:pathLst>
                <a:path w="18646" h="15268">
                  <a:moveTo>
                    <a:pt x="18645" y="831"/>
                  </a:moveTo>
                  <a:lnTo>
                    <a:pt x="15945" y="1800"/>
                  </a:lnTo>
                  <a:lnTo>
                    <a:pt x="12946" y="5679"/>
                  </a:lnTo>
                  <a:lnTo>
                    <a:pt x="12246" y="1661"/>
                  </a:lnTo>
                  <a:lnTo>
                    <a:pt x="9197" y="2561"/>
                  </a:lnTo>
                  <a:lnTo>
                    <a:pt x="11297" y="3738"/>
                  </a:lnTo>
                  <a:lnTo>
                    <a:pt x="9647" y="5471"/>
                  </a:lnTo>
                  <a:lnTo>
                    <a:pt x="14296" y="12692"/>
                  </a:lnTo>
                  <a:lnTo>
                    <a:pt x="7698" y="15267"/>
                  </a:lnTo>
                  <a:lnTo>
                    <a:pt x="5998" y="11094"/>
                  </a:lnTo>
                  <a:lnTo>
                    <a:pt x="8997" y="6997"/>
                  </a:lnTo>
                  <a:lnTo>
                    <a:pt x="8147" y="5124"/>
                  </a:lnTo>
                  <a:lnTo>
                    <a:pt x="0" y="4085"/>
                  </a:lnTo>
                  <a:lnTo>
                    <a:pt x="2399" y="1523"/>
                  </a:lnTo>
                  <a:lnTo>
                    <a:pt x="78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oPE_MapPart_NZL_11_97" descr="Neuseeland">
              <a:extLst>
                <a:ext uri="{FF2B5EF4-FFF2-40B4-BE49-F238E27FC236}">
                  <a16:creationId xmlns:a16="http://schemas.microsoft.com/office/drawing/2014/main" id="{B9F3F65D-67F3-CC22-7E5B-443BB7FBF9D5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202003" y="4205914"/>
              <a:ext cx="2950" cy="4120"/>
            </a:xfrm>
            <a:custGeom>
              <a:avLst/>
              <a:gdLst/>
              <a:ahLst/>
              <a:cxnLst/>
              <a:rect l="0" t="0" r="0" b="0"/>
              <a:pathLst>
                <a:path w="2950" h="4120">
                  <a:moveTo>
                    <a:pt x="1450" y="3770"/>
                  </a:moveTo>
                  <a:lnTo>
                    <a:pt x="250" y="4119"/>
                  </a:lnTo>
                  <a:lnTo>
                    <a:pt x="0" y="488"/>
                  </a:lnTo>
                  <a:lnTo>
                    <a:pt x="2050" y="0"/>
                  </a:lnTo>
                  <a:lnTo>
                    <a:pt x="2949" y="17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oPE_MapPart_NZL_12_98" descr="Neuseeland">
              <a:extLst>
                <a:ext uri="{FF2B5EF4-FFF2-40B4-BE49-F238E27FC236}">
                  <a16:creationId xmlns:a16="http://schemas.microsoft.com/office/drawing/2014/main" id="{424C255C-9325-0671-E1B2-8975CD880C43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305876" y="3072720"/>
              <a:ext cx="251" cy="305"/>
            </a:xfrm>
            <a:custGeom>
              <a:avLst/>
              <a:gdLst/>
              <a:ahLst/>
              <a:cxnLst/>
              <a:rect l="0" t="0" r="0" b="0"/>
              <a:pathLst>
                <a:path w="251" h="305">
                  <a:moveTo>
                    <a:pt x="250" y="253"/>
                  </a:moveTo>
                  <a:lnTo>
                    <a:pt x="150" y="3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oPE_MapPart_NZL_13_99" descr="Neuseeland">
              <a:extLst>
                <a:ext uri="{FF2B5EF4-FFF2-40B4-BE49-F238E27FC236}">
                  <a16:creationId xmlns:a16="http://schemas.microsoft.com/office/drawing/2014/main" id="{D72CA2D6-B981-247C-C665-F1F7EADDBE6D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341867" y="3094683"/>
              <a:ext cx="151" cy="153"/>
            </a:xfrm>
            <a:custGeom>
              <a:avLst/>
              <a:gdLst/>
              <a:ahLst/>
              <a:cxnLst/>
              <a:rect l="0" t="0" r="0" b="0"/>
              <a:pathLst>
                <a:path w="151" h="153">
                  <a:moveTo>
                    <a:pt x="150" y="51"/>
                  </a:moveTo>
                  <a:lnTo>
                    <a:pt x="10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oPE_MapPart_NIU_1_100" descr="Niue">
              <a:extLst>
                <a:ext uri="{FF2B5EF4-FFF2-40B4-BE49-F238E27FC236}">
                  <a16:creationId xmlns:a16="http://schemas.microsoft.com/office/drawing/2014/main" id="{3C69D819-D93D-E586-1D80-8285EEEAAEE9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363562" y="3357094"/>
              <a:ext cx="29993" cy="31732"/>
            </a:xfrm>
            <a:custGeom>
              <a:avLst/>
              <a:gdLst/>
              <a:ahLst/>
              <a:cxnLst/>
              <a:rect l="0" t="0" r="0" b="0"/>
              <a:pathLst>
                <a:path w="29993" h="31732">
                  <a:moveTo>
                    <a:pt x="0" y="0"/>
                  </a:moveTo>
                  <a:lnTo>
                    <a:pt x="29992" y="0"/>
                  </a:lnTo>
                  <a:lnTo>
                    <a:pt x="29992" y="31731"/>
                  </a:lnTo>
                  <a:lnTo>
                    <a:pt x="0" y="3173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oPE_MapPart_NFK_1_101" descr="Norfolkinsel">
              <a:extLst>
                <a:ext uri="{FF2B5EF4-FFF2-40B4-BE49-F238E27FC236}">
                  <a16:creationId xmlns:a16="http://schemas.microsoft.com/office/drawing/2014/main" id="{14E3C042-2546-FCE9-5ADF-AEBFD2014B8F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0745259" y="3660560"/>
              <a:ext cx="29994" cy="34312"/>
            </a:xfrm>
            <a:custGeom>
              <a:avLst/>
              <a:gdLst/>
              <a:ahLst/>
              <a:cxnLst/>
              <a:rect l="0" t="0" r="0" b="0"/>
              <a:pathLst>
                <a:path w="29994" h="34312">
                  <a:moveTo>
                    <a:pt x="0" y="0"/>
                  </a:moveTo>
                  <a:lnTo>
                    <a:pt x="29993" y="0"/>
                  </a:lnTo>
                  <a:lnTo>
                    <a:pt x="29993" y="34311"/>
                  </a:lnTo>
                  <a:lnTo>
                    <a:pt x="0" y="3431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oPE_MapPart_MNP_1_102" descr="Nördliche Marianen">
              <a:extLst>
                <a:ext uri="{FF2B5EF4-FFF2-40B4-BE49-F238E27FC236}">
                  <a16:creationId xmlns:a16="http://schemas.microsoft.com/office/drawing/2014/main" id="{FFF2CACC-2627-7A0B-55AB-F1BB6C23FB21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0140665" y="2301884"/>
              <a:ext cx="1749" cy="2376"/>
            </a:xfrm>
            <a:custGeom>
              <a:avLst/>
              <a:gdLst/>
              <a:ahLst/>
              <a:cxnLst/>
              <a:rect l="0" t="0" r="0" b="0"/>
              <a:pathLst>
                <a:path w="1749" h="2376">
                  <a:moveTo>
                    <a:pt x="1748" y="1267"/>
                  </a:moveTo>
                  <a:lnTo>
                    <a:pt x="899" y="2375"/>
                  </a:lnTo>
                  <a:lnTo>
                    <a:pt x="0" y="0"/>
                  </a:lnTo>
                  <a:lnTo>
                    <a:pt x="1699" y="4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oPE_MapPart_MNP_2_103" descr="Nördliche Marianen">
              <a:extLst>
                <a:ext uri="{FF2B5EF4-FFF2-40B4-BE49-F238E27FC236}">
                  <a16:creationId xmlns:a16="http://schemas.microsoft.com/office/drawing/2014/main" id="{75B40A0D-334D-5252-C12F-6A2D5E7013FB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0140265" y="2372631"/>
              <a:ext cx="2450" cy="1147"/>
            </a:xfrm>
            <a:custGeom>
              <a:avLst/>
              <a:gdLst/>
              <a:ahLst/>
              <a:cxnLst/>
              <a:rect l="0" t="0" r="0" b="0"/>
              <a:pathLst>
                <a:path w="2450" h="1147">
                  <a:moveTo>
                    <a:pt x="2249" y="1146"/>
                  </a:moveTo>
                  <a:lnTo>
                    <a:pt x="0" y="0"/>
                  </a:lnTo>
                  <a:lnTo>
                    <a:pt x="2449" y="52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oPE_MapPart_MNP_3_104" descr="Nördliche Marianen">
              <a:extLst>
                <a:ext uri="{FF2B5EF4-FFF2-40B4-BE49-F238E27FC236}">
                  <a16:creationId xmlns:a16="http://schemas.microsoft.com/office/drawing/2014/main" id="{D9B46121-36A8-C893-786C-A7F05DFD0003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0126968" y="2435906"/>
              <a:ext cx="3150" cy="1960"/>
            </a:xfrm>
            <a:custGeom>
              <a:avLst/>
              <a:gdLst/>
              <a:ahLst/>
              <a:cxnLst/>
              <a:rect l="0" t="0" r="0" b="0"/>
              <a:pathLst>
                <a:path w="3150" h="1960">
                  <a:moveTo>
                    <a:pt x="3149" y="619"/>
                  </a:moveTo>
                  <a:lnTo>
                    <a:pt x="1750" y="1959"/>
                  </a:lnTo>
                  <a:lnTo>
                    <a:pt x="0" y="464"/>
                  </a:lnTo>
                  <a:lnTo>
                    <a:pt x="31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oPE_MapPart_MNP_4_105" descr="Nördliche Marianen">
              <a:extLst>
                <a:ext uri="{FF2B5EF4-FFF2-40B4-BE49-F238E27FC236}">
                  <a16:creationId xmlns:a16="http://schemas.microsoft.com/office/drawing/2014/main" id="{CD652E6B-AC33-E3BE-7901-55C16390DC74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0143013" y="2320437"/>
              <a:ext cx="2952" cy="3367"/>
            </a:xfrm>
            <a:custGeom>
              <a:avLst/>
              <a:gdLst/>
              <a:ahLst/>
              <a:cxnLst/>
              <a:rect l="0" t="0" r="0" b="0"/>
              <a:pathLst>
                <a:path w="2952" h="3367">
                  <a:moveTo>
                    <a:pt x="1351" y="2735"/>
                  </a:moveTo>
                  <a:lnTo>
                    <a:pt x="0" y="3366"/>
                  </a:lnTo>
                  <a:lnTo>
                    <a:pt x="2151" y="0"/>
                  </a:lnTo>
                  <a:lnTo>
                    <a:pt x="2951" y="105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6" name="oPE_MapPart_MNP_5_106" descr="Nördliche Marianen">
              <a:extLst>
                <a:ext uri="{FF2B5EF4-FFF2-40B4-BE49-F238E27FC236}">
                  <a16:creationId xmlns:a16="http://schemas.microsoft.com/office/drawing/2014/main" id="{8CFD1B71-6513-17E3-BC62-CB86533388E6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0141764" y="2404740"/>
              <a:ext cx="3801" cy="4041"/>
            </a:xfrm>
            <a:custGeom>
              <a:avLst/>
              <a:gdLst/>
              <a:ahLst/>
              <a:cxnLst/>
              <a:rect l="0" t="0" r="0" b="0"/>
              <a:pathLst>
                <a:path w="3801" h="4041">
                  <a:moveTo>
                    <a:pt x="1849" y="3833"/>
                  </a:moveTo>
                  <a:lnTo>
                    <a:pt x="0" y="4040"/>
                  </a:lnTo>
                  <a:lnTo>
                    <a:pt x="800" y="1451"/>
                  </a:lnTo>
                  <a:lnTo>
                    <a:pt x="3800" y="0"/>
                  </a:lnTo>
                  <a:lnTo>
                    <a:pt x="2699" y="26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oPE_MapPart_MNP_6_107" descr="Nördliche Marianen">
              <a:extLst>
                <a:ext uri="{FF2B5EF4-FFF2-40B4-BE49-F238E27FC236}">
                  <a16:creationId xmlns:a16="http://schemas.microsoft.com/office/drawing/2014/main" id="{CE3C962A-A12F-6D9A-39E8-94D748A85A62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0139166" y="2410696"/>
              <a:ext cx="1999" cy="3986"/>
            </a:xfrm>
            <a:custGeom>
              <a:avLst/>
              <a:gdLst/>
              <a:ahLst/>
              <a:cxnLst/>
              <a:rect l="0" t="0" r="0" b="0"/>
              <a:pathLst>
                <a:path w="1999" h="3986">
                  <a:moveTo>
                    <a:pt x="1998" y="2536"/>
                  </a:moveTo>
                  <a:lnTo>
                    <a:pt x="849" y="3985"/>
                  </a:lnTo>
                  <a:lnTo>
                    <a:pt x="0" y="1708"/>
                  </a:lnTo>
                  <a:lnTo>
                    <a:pt x="15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oPE_MapPart_PLW_1_108" descr="Palau">
              <a:extLst>
                <a:ext uri="{FF2B5EF4-FFF2-40B4-BE49-F238E27FC236}">
                  <a16:creationId xmlns:a16="http://schemas.microsoft.com/office/drawing/2014/main" id="{680406FC-0DFA-D523-DF39-D76302C4E0AC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9737767" y="2749270"/>
              <a:ext cx="1351" cy="452"/>
            </a:xfrm>
            <a:custGeom>
              <a:avLst/>
              <a:gdLst/>
              <a:ahLst/>
              <a:cxnLst/>
              <a:rect l="0" t="0" r="0" b="0"/>
              <a:pathLst>
                <a:path w="1351" h="452">
                  <a:moveTo>
                    <a:pt x="1000" y="451"/>
                  </a:moveTo>
                  <a:lnTo>
                    <a:pt x="0" y="5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9" name="oPE_MapPart_PLW_2_109" descr="Palau">
              <a:extLst>
                <a:ext uri="{FF2B5EF4-FFF2-40B4-BE49-F238E27FC236}">
                  <a16:creationId xmlns:a16="http://schemas.microsoft.com/office/drawing/2014/main" id="{8DC2A5CD-0855-61EC-6F23-0F8A34DDE91B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9831344" y="2618943"/>
              <a:ext cx="3999" cy="9884"/>
            </a:xfrm>
            <a:custGeom>
              <a:avLst/>
              <a:gdLst/>
              <a:ahLst/>
              <a:cxnLst/>
              <a:rect l="0" t="0" r="0" b="0"/>
              <a:pathLst>
                <a:path w="3999" h="9884">
                  <a:moveTo>
                    <a:pt x="2450" y="9279"/>
                  </a:moveTo>
                  <a:lnTo>
                    <a:pt x="750" y="9883"/>
                  </a:lnTo>
                  <a:lnTo>
                    <a:pt x="0" y="7716"/>
                  </a:lnTo>
                  <a:lnTo>
                    <a:pt x="250" y="5245"/>
                  </a:lnTo>
                  <a:lnTo>
                    <a:pt x="3998" y="0"/>
                  </a:lnTo>
                  <a:lnTo>
                    <a:pt x="2549" y="771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oPE_MapPart_PNG_1_110" descr="Papua-Neuguinea">
              <a:extLst>
                <a:ext uri="{FF2B5EF4-FFF2-40B4-BE49-F238E27FC236}">
                  <a16:creationId xmlns:a16="http://schemas.microsoft.com/office/drawing/2014/main" id="{24F55E81-E486-1B7A-57AC-CE8307EF8C7F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0007848" y="2906295"/>
              <a:ext cx="277330" cy="225089"/>
            </a:xfrm>
            <a:custGeom>
              <a:avLst/>
              <a:gdLst/>
              <a:ahLst/>
              <a:cxnLst/>
              <a:rect l="0" t="0" r="0" b="0"/>
              <a:pathLst>
                <a:path w="277330" h="225089">
                  <a:moveTo>
                    <a:pt x="3150" y="181804"/>
                  </a:moveTo>
                  <a:lnTo>
                    <a:pt x="3150" y="119710"/>
                  </a:lnTo>
                  <a:lnTo>
                    <a:pt x="0" y="115079"/>
                  </a:lnTo>
                  <a:lnTo>
                    <a:pt x="3099" y="104110"/>
                  </a:lnTo>
                  <a:lnTo>
                    <a:pt x="3099" y="0"/>
                  </a:lnTo>
                  <a:lnTo>
                    <a:pt x="8948" y="500"/>
                  </a:lnTo>
                  <a:lnTo>
                    <a:pt x="37441" y="13163"/>
                  </a:lnTo>
                  <a:lnTo>
                    <a:pt x="56736" y="19772"/>
                  </a:lnTo>
                  <a:lnTo>
                    <a:pt x="73482" y="22826"/>
                  </a:lnTo>
                  <a:lnTo>
                    <a:pt x="88978" y="33244"/>
                  </a:lnTo>
                  <a:lnTo>
                    <a:pt x="100375" y="33795"/>
                  </a:lnTo>
                  <a:lnTo>
                    <a:pt x="104524" y="38455"/>
                  </a:lnTo>
                  <a:lnTo>
                    <a:pt x="110572" y="41512"/>
                  </a:lnTo>
                  <a:lnTo>
                    <a:pt x="117320" y="48379"/>
                  </a:lnTo>
                  <a:lnTo>
                    <a:pt x="124169" y="49381"/>
                  </a:lnTo>
                  <a:lnTo>
                    <a:pt x="136217" y="61568"/>
                  </a:lnTo>
                  <a:lnTo>
                    <a:pt x="136916" y="71503"/>
                  </a:lnTo>
                  <a:lnTo>
                    <a:pt x="135615" y="77728"/>
                  </a:lnTo>
                  <a:lnTo>
                    <a:pt x="138565" y="79686"/>
                  </a:lnTo>
                  <a:lnTo>
                    <a:pt x="153860" y="83704"/>
                  </a:lnTo>
                  <a:lnTo>
                    <a:pt x="171407" y="92144"/>
                  </a:lnTo>
                  <a:lnTo>
                    <a:pt x="182204" y="93501"/>
                  </a:lnTo>
                  <a:lnTo>
                    <a:pt x="186153" y="96015"/>
                  </a:lnTo>
                  <a:lnTo>
                    <a:pt x="192701" y="103205"/>
                  </a:lnTo>
                  <a:lnTo>
                    <a:pt x="194151" y="109845"/>
                  </a:lnTo>
                  <a:lnTo>
                    <a:pt x="192951" y="114072"/>
                  </a:lnTo>
                  <a:lnTo>
                    <a:pt x="180304" y="115179"/>
                  </a:lnTo>
                  <a:lnTo>
                    <a:pt x="173755" y="114575"/>
                  </a:lnTo>
                  <a:lnTo>
                    <a:pt x="169157" y="117747"/>
                  </a:lnTo>
                  <a:lnTo>
                    <a:pt x="169357" y="120365"/>
                  </a:lnTo>
                  <a:lnTo>
                    <a:pt x="175706" y="132960"/>
                  </a:lnTo>
                  <a:lnTo>
                    <a:pt x="190551" y="146930"/>
                  </a:lnTo>
                  <a:lnTo>
                    <a:pt x="201749" y="153290"/>
                  </a:lnTo>
                  <a:lnTo>
                    <a:pt x="205048" y="165920"/>
                  </a:lnTo>
                  <a:lnTo>
                    <a:pt x="210747" y="169864"/>
                  </a:lnTo>
                  <a:lnTo>
                    <a:pt x="214395" y="179932"/>
                  </a:lnTo>
                  <a:lnTo>
                    <a:pt x="220194" y="180994"/>
                  </a:lnTo>
                  <a:lnTo>
                    <a:pt x="228692" y="178919"/>
                  </a:lnTo>
                  <a:lnTo>
                    <a:pt x="231491" y="179324"/>
                  </a:lnTo>
                  <a:lnTo>
                    <a:pt x="232840" y="180438"/>
                  </a:lnTo>
                  <a:lnTo>
                    <a:pt x="233291" y="183526"/>
                  </a:lnTo>
                  <a:lnTo>
                    <a:pt x="231642" y="189908"/>
                  </a:lnTo>
                  <a:lnTo>
                    <a:pt x="233291" y="192493"/>
                  </a:lnTo>
                  <a:lnTo>
                    <a:pt x="239189" y="195027"/>
                  </a:lnTo>
                  <a:lnTo>
                    <a:pt x="250036" y="196193"/>
                  </a:lnTo>
                  <a:lnTo>
                    <a:pt x="254036" y="197816"/>
                  </a:lnTo>
                  <a:lnTo>
                    <a:pt x="253335" y="199185"/>
                  </a:lnTo>
                  <a:lnTo>
                    <a:pt x="247137" y="201163"/>
                  </a:lnTo>
                  <a:lnTo>
                    <a:pt x="247188" y="202939"/>
                  </a:lnTo>
                  <a:lnTo>
                    <a:pt x="250287" y="206999"/>
                  </a:lnTo>
                  <a:lnTo>
                    <a:pt x="263883" y="211975"/>
                  </a:lnTo>
                  <a:lnTo>
                    <a:pt x="272281" y="213854"/>
                  </a:lnTo>
                  <a:lnTo>
                    <a:pt x="277329" y="213295"/>
                  </a:lnTo>
                  <a:lnTo>
                    <a:pt x="271430" y="216140"/>
                  </a:lnTo>
                  <a:lnTo>
                    <a:pt x="266133" y="215276"/>
                  </a:lnTo>
                  <a:lnTo>
                    <a:pt x="265133" y="216191"/>
                  </a:lnTo>
                  <a:lnTo>
                    <a:pt x="271731" y="221223"/>
                  </a:lnTo>
                  <a:lnTo>
                    <a:pt x="270931" y="222342"/>
                  </a:lnTo>
                  <a:lnTo>
                    <a:pt x="267133" y="224579"/>
                  </a:lnTo>
                  <a:lnTo>
                    <a:pt x="262634" y="225088"/>
                  </a:lnTo>
                  <a:lnTo>
                    <a:pt x="254236" y="222901"/>
                  </a:lnTo>
                  <a:lnTo>
                    <a:pt x="246937" y="216598"/>
                  </a:lnTo>
                  <a:lnTo>
                    <a:pt x="224244" y="213803"/>
                  </a:lnTo>
                  <a:lnTo>
                    <a:pt x="216395" y="211060"/>
                  </a:lnTo>
                  <a:lnTo>
                    <a:pt x="210147" y="212026"/>
                  </a:lnTo>
                  <a:lnTo>
                    <a:pt x="205698" y="210248"/>
                  </a:lnTo>
                  <a:lnTo>
                    <a:pt x="191801" y="208623"/>
                  </a:lnTo>
                  <a:lnTo>
                    <a:pt x="185803" y="204157"/>
                  </a:lnTo>
                  <a:lnTo>
                    <a:pt x="181804" y="197461"/>
                  </a:lnTo>
                  <a:lnTo>
                    <a:pt x="170906" y="189351"/>
                  </a:lnTo>
                  <a:lnTo>
                    <a:pt x="168357" y="185400"/>
                  </a:lnTo>
                  <a:lnTo>
                    <a:pt x="169456" y="180134"/>
                  </a:lnTo>
                  <a:lnTo>
                    <a:pt x="166458" y="180944"/>
                  </a:lnTo>
                  <a:lnTo>
                    <a:pt x="162009" y="179172"/>
                  </a:lnTo>
                  <a:lnTo>
                    <a:pt x="160209" y="177097"/>
                  </a:lnTo>
                  <a:lnTo>
                    <a:pt x="155310" y="168448"/>
                  </a:lnTo>
                  <a:lnTo>
                    <a:pt x="143615" y="152533"/>
                  </a:lnTo>
                  <a:lnTo>
                    <a:pt x="135116" y="149050"/>
                  </a:lnTo>
                  <a:lnTo>
                    <a:pt x="127868" y="148444"/>
                  </a:lnTo>
                  <a:lnTo>
                    <a:pt x="114171" y="144861"/>
                  </a:lnTo>
                  <a:lnTo>
                    <a:pt x="111722" y="142893"/>
                  </a:lnTo>
                  <a:lnTo>
                    <a:pt x="111122" y="140069"/>
                  </a:lnTo>
                  <a:lnTo>
                    <a:pt x="101274" y="138253"/>
                  </a:lnTo>
                  <a:lnTo>
                    <a:pt x="99625" y="139111"/>
                  </a:lnTo>
                  <a:lnTo>
                    <a:pt x="99124" y="141380"/>
                  </a:lnTo>
                  <a:lnTo>
                    <a:pt x="96875" y="141027"/>
                  </a:lnTo>
                  <a:lnTo>
                    <a:pt x="93376" y="143802"/>
                  </a:lnTo>
                  <a:lnTo>
                    <a:pt x="91077" y="143600"/>
                  </a:lnTo>
                  <a:lnTo>
                    <a:pt x="84279" y="141229"/>
                  </a:lnTo>
                  <a:lnTo>
                    <a:pt x="77530" y="135278"/>
                  </a:lnTo>
                  <a:lnTo>
                    <a:pt x="79980" y="137749"/>
                  </a:lnTo>
                  <a:lnTo>
                    <a:pt x="85528" y="148797"/>
                  </a:lnTo>
                  <a:lnTo>
                    <a:pt x="82679" y="148747"/>
                  </a:lnTo>
                  <a:lnTo>
                    <a:pt x="84029" y="150866"/>
                  </a:lnTo>
                  <a:lnTo>
                    <a:pt x="82479" y="151220"/>
                  </a:lnTo>
                  <a:lnTo>
                    <a:pt x="73732" y="150412"/>
                  </a:lnTo>
                  <a:lnTo>
                    <a:pt x="76381" y="156017"/>
                  </a:lnTo>
                  <a:lnTo>
                    <a:pt x="61985" y="159098"/>
                  </a:lnTo>
                  <a:lnTo>
                    <a:pt x="51287" y="158037"/>
                  </a:lnTo>
                  <a:lnTo>
                    <a:pt x="46138" y="159401"/>
                  </a:lnTo>
                  <a:lnTo>
                    <a:pt x="44039" y="159249"/>
                  </a:lnTo>
                  <a:lnTo>
                    <a:pt x="41239" y="155057"/>
                  </a:lnTo>
                  <a:lnTo>
                    <a:pt x="37340" y="155865"/>
                  </a:lnTo>
                  <a:lnTo>
                    <a:pt x="40590" y="155966"/>
                  </a:lnTo>
                  <a:lnTo>
                    <a:pt x="44790" y="160765"/>
                  </a:lnTo>
                  <a:lnTo>
                    <a:pt x="53736" y="160058"/>
                  </a:lnTo>
                  <a:lnTo>
                    <a:pt x="62485" y="163696"/>
                  </a:lnTo>
                  <a:lnTo>
                    <a:pt x="69833" y="171785"/>
                  </a:lnTo>
                  <a:lnTo>
                    <a:pt x="69532" y="177350"/>
                  </a:lnTo>
                  <a:lnTo>
                    <a:pt x="49538" y="187679"/>
                  </a:lnTo>
                  <a:lnTo>
                    <a:pt x="37940" y="183222"/>
                  </a:lnTo>
                  <a:lnTo>
                    <a:pt x="21095" y="184387"/>
                  </a:lnTo>
                  <a:lnTo>
                    <a:pt x="15097" y="182716"/>
                  </a:lnTo>
                  <a:lnTo>
                    <a:pt x="7499" y="1846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oPE_MapPart_PNG_2_111" descr="Papua-Neuguinea">
              <a:extLst>
                <a:ext uri="{FF2B5EF4-FFF2-40B4-BE49-F238E27FC236}">
                  <a16:creationId xmlns:a16="http://schemas.microsoft.com/office/drawing/2014/main" id="{FE8977F9-CD90-C0D0-6CB2-50138DB99A9D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0215445" y="2950563"/>
              <a:ext cx="112972" cy="58284"/>
            </a:xfrm>
            <a:custGeom>
              <a:avLst/>
              <a:gdLst/>
              <a:ahLst/>
              <a:cxnLst/>
              <a:rect l="0" t="0" r="0" b="0"/>
              <a:pathLst>
                <a:path w="112972" h="58284">
                  <a:moveTo>
                    <a:pt x="99375" y="2657"/>
                  </a:moveTo>
                  <a:lnTo>
                    <a:pt x="100775" y="3208"/>
                  </a:lnTo>
                  <a:lnTo>
                    <a:pt x="104973" y="301"/>
                  </a:lnTo>
                  <a:lnTo>
                    <a:pt x="107173" y="2356"/>
                  </a:lnTo>
                  <a:lnTo>
                    <a:pt x="112971" y="3910"/>
                  </a:lnTo>
                  <a:lnTo>
                    <a:pt x="111771" y="8072"/>
                  </a:lnTo>
                  <a:lnTo>
                    <a:pt x="112822" y="14741"/>
                  </a:lnTo>
                  <a:lnTo>
                    <a:pt x="111472" y="17300"/>
                  </a:lnTo>
                  <a:lnTo>
                    <a:pt x="108872" y="21012"/>
                  </a:lnTo>
                  <a:lnTo>
                    <a:pt x="102074" y="22367"/>
                  </a:lnTo>
                  <a:lnTo>
                    <a:pt x="101225" y="24324"/>
                  </a:lnTo>
                  <a:lnTo>
                    <a:pt x="101524" y="26432"/>
                  </a:lnTo>
                  <a:lnTo>
                    <a:pt x="105674" y="32205"/>
                  </a:lnTo>
                  <a:lnTo>
                    <a:pt x="103823" y="35016"/>
                  </a:lnTo>
                  <a:lnTo>
                    <a:pt x="97975" y="38030"/>
                  </a:lnTo>
                  <a:lnTo>
                    <a:pt x="88228" y="37678"/>
                  </a:lnTo>
                  <a:lnTo>
                    <a:pt x="85678" y="43103"/>
                  </a:lnTo>
                  <a:lnTo>
                    <a:pt x="80280" y="47927"/>
                  </a:lnTo>
                  <a:lnTo>
                    <a:pt x="68633" y="52149"/>
                  </a:lnTo>
                  <a:lnTo>
                    <a:pt x="59284" y="57529"/>
                  </a:lnTo>
                  <a:lnTo>
                    <a:pt x="36490" y="58283"/>
                  </a:lnTo>
                  <a:lnTo>
                    <a:pt x="28993" y="52350"/>
                  </a:lnTo>
                  <a:lnTo>
                    <a:pt x="21894" y="53707"/>
                  </a:lnTo>
                  <a:lnTo>
                    <a:pt x="10597" y="46469"/>
                  </a:lnTo>
                  <a:lnTo>
                    <a:pt x="1750" y="43605"/>
                  </a:lnTo>
                  <a:lnTo>
                    <a:pt x="0" y="40943"/>
                  </a:lnTo>
                  <a:lnTo>
                    <a:pt x="200" y="37477"/>
                  </a:lnTo>
                  <a:lnTo>
                    <a:pt x="2600" y="35418"/>
                  </a:lnTo>
                  <a:lnTo>
                    <a:pt x="6299" y="36423"/>
                  </a:lnTo>
                  <a:lnTo>
                    <a:pt x="18346" y="35770"/>
                  </a:lnTo>
                  <a:lnTo>
                    <a:pt x="28342" y="38532"/>
                  </a:lnTo>
                  <a:lnTo>
                    <a:pt x="35942" y="36623"/>
                  </a:lnTo>
                  <a:lnTo>
                    <a:pt x="41490" y="36874"/>
                  </a:lnTo>
                  <a:lnTo>
                    <a:pt x="45138" y="34765"/>
                  </a:lnTo>
                  <a:lnTo>
                    <a:pt x="46488" y="26131"/>
                  </a:lnTo>
                  <a:lnTo>
                    <a:pt x="48637" y="22568"/>
                  </a:lnTo>
                  <a:lnTo>
                    <a:pt x="50886" y="24224"/>
                  </a:lnTo>
                  <a:lnTo>
                    <a:pt x="48437" y="27436"/>
                  </a:lnTo>
                  <a:lnTo>
                    <a:pt x="48187" y="30899"/>
                  </a:lnTo>
                  <a:lnTo>
                    <a:pt x="51237" y="36874"/>
                  </a:lnTo>
                  <a:lnTo>
                    <a:pt x="54437" y="37176"/>
                  </a:lnTo>
                  <a:lnTo>
                    <a:pt x="60585" y="35067"/>
                  </a:lnTo>
                  <a:lnTo>
                    <a:pt x="63534" y="36774"/>
                  </a:lnTo>
                  <a:lnTo>
                    <a:pt x="66534" y="36473"/>
                  </a:lnTo>
                  <a:lnTo>
                    <a:pt x="72631" y="34062"/>
                  </a:lnTo>
                  <a:lnTo>
                    <a:pt x="77730" y="25378"/>
                  </a:lnTo>
                  <a:lnTo>
                    <a:pt x="82979" y="21163"/>
                  </a:lnTo>
                  <a:lnTo>
                    <a:pt x="89827" y="20510"/>
                  </a:lnTo>
                  <a:lnTo>
                    <a:pt x="92577" y="19005"/>
                  </a:lnTo>
                  <a:lnTo>
                    <a:pt x="92377" y="12133"/>
                  </a:lnTo>
                  <a:lnTo>
                    <a:pt x="89027" y="2707"/>
                  </a:lnTo>
                  <a:lnTo>
                    <a:pt x="90377" y="0"/>
                  </a:lnTo>
                  <a:lnTo>
                    <a:pt x="96676" y="451"/>
                  </a:lnTo>
                  <a:lnTo>
                    <a:pt x="97925" y="16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oPE_MapPart_PNG_3_112" descr="Papua-Neuguinea">
              <a:extLst>
                <a:ext uri="{FF2B5EF4-FFF2-40B4-BE49-F238E27FC236}">
                  <a16:creationId xmlns:a16="http://schemas.microsoft.com/office/drawing/2014/main" id="{4501B33E-BA28-043E-DFBD-5496BB8AD3C8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10392701" y="2985228"/>
              <a:ext cx="34341" cy="39620"/>
            </a:xfrm>
            <a:custGeom>
              <a:avLst/>
              <a:gdLst/>
              <a:ahLst/>
              <a:cxnLst/>
              <a:rect l="0" t="0" r="0" b="0"/>
              <a:pathLst>
                <a:path w="34341" h="39620">
                  <a:moveTo>
                    <a:pt x="34340" y="34686"/>
                  </a:moveTo>
                  <a:lnTo>
                    <a:pt x="33140" y="37756"/>
                  </a:lnTo>
                  <a:lnTo>
                    <a:pt x="32540" y="36750"/>
                  </a:lnTo>
                  <a:lnTo>
                    <a:pt x="27742" y="39619"/>
                  </a:lnTo>
                  <a:lnTo>
                    <a:pt x="19643" y="37354"/>
                  </a:lnTo>
                  <a:lnTo>
                    <a:pt x="13546" y="30207"/>
                  </a:lnTo>
                  <a:lnTo>
                    <a:pt x="14245" y="26988"/>
                  </a:lnTo>
                  <a:lnTo>
                    <a:pt x="13344" y="24070"/>
                  </a:lnTo>
                  <a:lnTo>
                    <a:pt x="8047" y="21355"/>
                  </a:lnTo>
                  <a:lnTo>
                    <a:pt x="1699" y="14669"/>
                  </a:lnTo>
                  <a:lnTo>
                    <a:pt x="0" y="10347"/>
                  </a:lnTo>
                  <a:lnTo>
                    <a:pt x="249" y="0"/>
                  </a:lnTo>
                  <a:lnTo>
                    <a:pt x="7647" y="2661"/>
                  </a:lnTo>
                  <a:lnTo>
                    <a:pt x="10346" y="4871"/>
                  </a:lnTo>
                  <a:lnTo>
                    <a:pt x="14095" y="11704"/>
                  </a:lnTo>
                  <a:lnTo>
                    <a:pt x="18095" y="14770"/>
                  </a:lnTo>
                  <a:lnTo>
                    <a:pt x="20744" y="19545"/>
                  </a:lnTo>
                  <a:lnTo>
                    <a:pt x="28142" y="23769"/>
                  </a:lnTo>
                  <a:lnTo>
                    <a:pt x="33491" y="312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oPE_MapPart_PNG_4_113" descr="Papua-Neuguinea">
              <a:extLst>
                <a:ext uri="{FF2B5EF4-FFF2-40B4-BE49-F238E27FC236}">
                  <a16:creationId xmlns:a16="http://schemas.microsoft.com/office/drawing/2014/main" id="{BDF5B0DF-7FB3-0EDB-3EC0-A3A03001F92A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10282327" y="2905244"/>
              <a:ext cx="66284" cy="62921"/>
            </a:xfrm>
            <a:custGeom>
              <a:avLst/>
              <a:gdLst/>
              <a:ahLst/>
              <a:cxnLst/>
              <a:rect l="0" t="0" r="0" b="0"/>
              <a:pathLst>
                <a:path w="66284" h="62921">
                  <a:moveTo>
                    <a:pt x="61635" y="60763"/>
                  </a:moveTo>
                  <a:lnTo>
                    <a:pt x="59586" y="62920"/>
                  </a:lnTo>
                  <a:lnTo>
                    <a:pt x="55386" y="57402"/>
                  </a:lnTo>
                  <a:lnTo>
                    <a:pt x="53737" y="53591"/>
                  </a:lnTo>
                  <a:lnTo>
                    <a:pt x="53388" y="43365"/>
                  </a:lnTo>
                  <a:lnTo>
                    <a:pt x="42590" y="28084"/>
                  </a:lnTo>
                  <a:lnTo>
                    <a:pt x="40141" y="25980"/>
                  </a:lnTo>
                  <a:lnTo>
                    <a:pt x="31493" y="23026"/>
                  </a:lnTo>
                  <a:lnTo>
                    <a:pt x="23095" y="16166"/>
                  </a:lnTo>
                  <a:lnTo>
                    <a:pt x="8899" y="7156"/>
                  </a:lnTo>
                  <a:lnTo>
                    <a:pt x="0" y="4654"/>
                  </a:lnTo>
                  <a:lnTo>
                    <a:pt x="2200" y="3903"/>
                  </a:lnTo>
                  <a:lnTo>
                    <a:pt x="2200" y="0"/>
                  </a:lnTo>
                  <a:lnTo>
                    <a:pt x="11897" y="6005"/>
                  </a:lnTo>
                  <a:lnTo>
                    <a:pt x="13348" y="8307"/>
                  </a:lnTo>
                  <a:lnTo>
                    <a:pt x="20246" y="10309"/>
                  </a:lnTo>
                  <a:lnTo>
                    <a:pt x="29444" y="16717"/>
                  </a:lnTo>
                  <a:lnTo>
                    <a:pt x="35742" y="18870"/>
                  </a:lnTo>
                  <a:lnTo>
                    <a:pt x="63035" y="42663"/>
                  </a:lnTo>
                  <a:lnTo>
                    <a:pt x="66034" y="46723"/>
                  </a:lnTo>
                  <a:lnTo>
                    <a:pt x="66283" y="49530"/>
                  </a:lnTo>
                  <a:lnTo>
                    <a:pt x="63835" y="52989"/>
                  </a:lnTo>
                  <a:lnTo>
                    <a:pt x="63235" y="5825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oPE_MapPart_PNG_5_114" descr="Papua-Neuguinea">
              <a:extLst>
                <a:ext uri="{FF2B5EF4-FFF2-40B4-BE49-F238E27FC236}">
                  <a16:creationId xmlns:a16="http://schemas.microsoft.com/office/drawing/2014/main" id="{2A83B0CC-8F2D-F67D-9AF4-E43049311AC6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10165308" y="2887935"/>
              <a:ext cx="25294" cy="7254"/>
            </a:xfrm>
            <a:custGeom>
              <a:avLst/>
              <a:gdLst/>
              <a:ahLst/>
              <a:cxnLst/>
              <a:rect l="0" t="0" r="0" b="0"/>
              <a:pathLst>
                <a:path w="25294" h="7254">
                  <a:moveTo>
                    <a:pt x="14846" y="300"/>
                  </a:moveTo>
                  <a:lnTo>
                    <a:pt x="25293" y="1751"/>
                  </a:lnTo>
                  <a:lnTo>
                    <a:pt x="25144" y="3051"/>
                  </a:lnTo>
                  <a:lnTo>
                    <a:pt x="22345" y="3251"/>
                  </a:lnTo>
                  <a:lnTo>
                    <a:pt x="18695" y="6453"/>
                  </a:lnTo>
                  <a:lnTo>
                    <a:pt x="5998" y="5552"/>
                  </a:lnTo>
                  <a:lnTo>
                    <a:pt x="1099" y="7253"/>
                  </a:lnTo>
                  <a:lnTo>
                    <a:pt x="0" y="4902"/>
                  </a:lnTo>
                  <a:lnTo>
                    <a:pt x="2050" y="4252"/>
                  </a:lnTo>
                  <a:lnTo>
                    <a:pt x="1749" y="1851"/>
                  </a:lnTo>
                  <a:lnTo>
                    <a:pt x="89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5" name="oPE_MapPart_PNG_6_115" descr="Papua-Neuguinea">
              <a:extLst>
                <a:ext uri="{FF2B5EF4-FFF2-40B4-BE49-F238E27FC236}">
                  <a16:creationId xmlns:a16="http://schemas.microsoft.com/office/drawing/2014/main" id="{26CB7BCA-AA7A-EB92-E0E4-1E8FFAAFAC74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10273680" y="3094481"/>
              <a:ext cx="12898" cy="10036"/>
            </a:xfrm>
            <a:custGeom>
              <a:avLst/>
              <a:gdLst/>
              <a:ahLst/>
              <a:cxnLst/>
              <a:rect l="0" t="0" r="0" b="0"/>
              <a:pathLst>
                <a:path w="12898" h="10036">
                  <a:moveTo>
                    <a:pt x="2600" y="50"/>
                  </a:moveTo>
                  <a:lnTo>
                    <a:pt x="6499" y="2330"/>
                  </a:lnTo>
                  <a:lnTo>
                    <a:pt x="9798" y="2026"/>
                  </a:lnTo>
                  <a:lnTo>
                    <a:pt x="12346" y="4712"/>
                  </a:lnTo>
                  <a:lnTo>
                    <a:pt x="12897" y="8311"/>
                  </a:lnTo>
                  <a:lnTo>
                    <a:pt x="11346" y="10035"/>
                  </a:lnTo>
                  <a:lnTo>
                    <a:pt x="11497" y="8920"/>
                  </a:lnTo>
                  <a:lnTo>
                    <a:pt x="51" y="7855"/>
                  </a:lnTo>
                  <a:lnTo>
                    <a:pt x="2049" y="5371"/>
                  </a:lnTo>
                  <a:lnTo>
                    <a:pt x="0" y="2533"/>
                  </a:lnTo>
                  <a:lnTo>
                    <a:pt x="51" y="405"/>
                  </a:lnTo>
                  <a:lnTo>
                    <a:pt x="18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6" name="oPE_MapPart_PNG_7_116" descr="Papua-Neuguinea">
              <a:extLst>
                <a:ext uri="{FF2B5EF4-FFF2-40B4-BE49-F238E27FC236}">
                  <a16:creationId xmlns:a16="http://schemas.microsoft.com/office/drawing/2014/main" id="{CCE34BD2-5C18-71BF-DD18-141EA1DE7DCC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10260533" y="2900041"/>
              <a:ext cx="13449" cy="7706"/>
            </a:xfrm>
            <a:custGeom>
              <a:avLst/>
              <a:gdLst/>
              <a:ahLst/>
              <a:cxnLst/>
              <a:rect l="0" t="0" r="0" b="0"/>
              <a:pathLst>
                <a:path w="13449" h="7706">
                  <a:moveTo>
                    <a:pt x="13198" y="7705"/>
                  </a:moveTo>
                  <a:lnTo>
                    <a:pt x="5650" y="7655"/>
                  </a:lnTo>
                  <a:lnTo>
                    <a:pt x="0" y="2451"/>
                  </a:lnTo>
                  <a:lnTo>
                    <a:pt x="7398" y="0"/>
                  </a:lnTo>
                  <a:lnTo>
                    <a:pt x="12997" y="2351"/>
                  </a:lnTo>
                  <a:lnTo>
                    <a:pt x="13448" y="68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7" name="oPE_MapPart_PNG_8_117" descr="Papua-Neuguinea">
              <a:extLst>
                <a:ext uri="{FF2B5EF4-FFF2-40B4-BE49-F238E27FC236}">
                  <a16:creationId xmlns:a16="http://schemas.microsoft.com/office/drawing/2014/main" id="{3E76D221-55C2-F6FB-CB44-F779F08D922E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10283127" y="3104719"/>
              <a:ext cx="14498" cy="13704"/>
            </a:xfrm>
            <a:custGeom>
              <a:avLst/>
              <a:gdLst/>
              <a:ahLst/>
              <a:cxnLst/>
              <a:rect l="0" t="0" r="0" b="0"/>
              <a:pathLst>
                <a:path w="14498" h="13704">
                  <a:moveTo>
                    <a:pt x="8499" y="8778"/>
                  </a:moveTo>
                  <a:lnTo>
                    <a:pt x="13347" y="6037"/>
                  </a:lnTo>
                  <a:lnTo>
                    <a:pt x="14497" y="7001"/>
                  </a:lnTo>
                  <a:lnTo>
                    <a:pt x="12648" y="13703"/>
                  </a:lnTo>
                  <a:lnTo>
                    <a:pt x="5099" y="10809"/>
                  </a:lnTo>
                  <a:lnTo>
                    <a:pt x="4899" y="8169"/>
                  </a:lnTo>
                  <a:lnTo>
                    <a:pt x="3351" y="7306"/>
                  </a:lnTo>
                  <a:lnTo>
                    <a:pt x="0" y="0"/>
                  </a:lnTo>
                  <a:lnTo>
                    <a:pt x="7650" y="6494"/>
                  </a:lnTo>
                  <a:lnTo>
                    <a:pt x="7450" y="771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8" name="oPE_MapPart_PNG_9_118" descr="Papua-Neuguinea">
              <a:extLst>
                <a:ext uri="{FF2B5EF4-FFF2-40B4-BE49-F238E27FC236}">
                  <a16:creationId xmlns:a16="http://schemas.microsoft.com/office/drawing/2014/main" id="{C077EF45-90F3-01D0-62AA-878B08E574A8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0331466" y="3083595"/>
              <a:ext cx="13297" cy="7493"/>
            </a:xfrm>
            <a:custGeom>
              <a:avLst/>
              <a:gdLst/>
              <a:ahLst/>
              <a:cxnLst/>
              <a:rect l="0" t="0" r="0" b="0"/>
              <a:pathLst>
                <a:path w="13297" h="7493">
                  <a:moveTo>
                    <a:pt x="3199" y="0"/>
                  </a:moveTo>
                  <a:lnTo>
                    <a:pt x="8148" y="253"/>
                  </a:lnTo>
                  <a:lnTo>
                    <a:pt x="12146" y="3138"/>
                  </a:lnTo>
                  <a:lnTo>
                    <a:pt x="13296" y="4201"/>
                  </a:lnTo>
                  <a:lnTo>
                    <a:pt x="12546" y="7036"/>
                  </a:lnTo>
                  <a:lnTo>
                    <a:pt x="9746" y="7492"/>
                  </a:lnTo>
                  <a:lnTo>
                    <a:pt x="5698" y="5871"/>
                  </a:lnTo>
                  <a:lnTo>
                    <a:pt x="3399" y="2783"/>
                  </a:lnTo>
                  <a:lnTo>
                    <a:pt x="0" y="1417"/>
                  </a:lnTo>
                  <a:lnTo>
                    <a:pt x="1699" y="3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9" name="oPE_MapPart_PNG_10_119" descr="Papua-Neuguinea">
              <a:extLst>
                <a:ext uri="{FF2B5EF4-FFF2-40B4-BE49-F238E27FC236}">
                  <a16:creationId xmlns:a16="http://schemas.microsoft.com/office/drawing/2014/main" id="{3AF6BCA4-55F8-8B25-AF73-CEEDDE61BD1D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0350560" y="3150326"/>
              <a:ext cx="15449" cy="8672"/>
            </a:xfrm>
            <a:custGeom>
              <a:avLst/>
              <a:gdLst/>
              <a:ahLst/>
              <a:cxnLst/>
              <a:rect l="0" t="0" r="0" b="0"/>
              <a:pathLst>
                <a:path w="15449" h="8672">
                  <a:moveTo>
                    <a:pt x="9248" y="4334"/>
                  </a:moveTo>
                  <a:lnTo>
                    <a:pt x="13897" y="5813"/>
                  </a:lnTo>
                  <a:lnTo>
                    <a:pt x="15448" y="7446"/>
                  </a:lnTo>
                  <a:lnTo>
                    <a:pt x="13797" y="8160"/>
                  </a:lnTo>
                  <a:lnTo>
                    <a:pt x="9749" y="8671"/>
                  </a:lnTo>
                  <a:lnTo>
                    <a:pt x="4899" y="6681"/>
                  </a:lnTo>
                  <a:lnTo>
                    <a:pt x="4250" y="4844"/>
                  </a:lnTo>
                  <a:lnTo>
                    <a:pt x="2300" y="5456"/>
                  </a:lnTo>
                  <a:lnTo>
                    <a:pt x="3299" y="4181"/>
                  </a:lnTo>
                  <a:lnTo>
                    <a:pt x="850" y="2753"/>
                  </a:lnTo>
                  <a:lnTo>
                    <a:pt x="0" y="0"/>
                  </a:lnTo>
                  <a:lnTo>
                    <a:pt x="2850" y="9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" name="oPE_MapPart_PNG_11_120" descr="Papua-Neuguinea">
              <a:extLst>
                <a:ext uri="{FF2B5EF4-FFF2-40B4-BE49-F238E27FC236}">
                  <a16:creationId xmlns:a16="http://schemas.microsoft.com/office/drawing/2014/main" id="{BA39DD76-85C7-F485-F2B0-00311D6C7B8E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0199999" y="2986534"/>
              <a:ext cx="7749" cy="9344"/>
            </a:xfrm>
            <a:custGeom>
              <a:avLst/>
              <a:gdLst/>
              <a:ahLst/>
              <a:cxnLst/>
              <a:rect l="0" t="0" r="0" b="0"/>
              <a:pathLst>
                <a:path w="7749" h="9344">
                  <a:moveTo>
                    <a:pt x="6798" y="9343"/>
                  </a:moveTo>
                  <a:lnTo>
                    <a:pt x="2600" y="7182"/>
                  </a:lnTo>
                  <a:lnTo>
                    <a:pt x="0" y="3766"/>
                  </a:lnTo>
                  <a:lnTo>
                    <a:pt x="350" y="0"/>
                  </a:lnTo>
                  <a:lnTo>
                    <a:pt x="7598" y="3365"/>
                  </a:lnTo>
                  <a:lnTo>
                    <a:pt x="7748" y="76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oPE_MapPart_PNG_12_121" descr="Papua-Neuguinea">
              <a:extLst>
                <a:ext uri="{FF2B5EF4-FFF2-40B4-BE49-F238E27FC236}">
                  <a16:creationId xmlns:a16="http://schemas.microsoft.com/office/drawing/2014/main" id="{FBC80BF3-ECC1-CF30-E094-A551762551C3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0264632" y="3090581"/>
              <a:ext cx="7199" cy="8258"/>
            </a:xfrm>
            <a:custGeom>
              <a:avLst/>
              <a:gdLst/>
              <a:ahLst/>
              <a:cxnLst/>
              <a:rect l="0" t="0" r="0" b="0"/>
              <a:pathLst>
                <a:path w="7199" h="8258">
                  <a:moveTo>
                    <a:pt x="6549" y="8055"/>
                  </a:moveTo>
                  <a:lnTo>
                    <a:pt x="4549" y="8257"/>
                  </a:lnTo>
                  <a:lnTo>
                    <a:pt x="0" y="4356"/>
                  </a:lnTo>
                  <a:lnTo>
                    <a:pt x="701" y="1468"/>
                  </a:lnTo>
                  <a:lnTo>
                    <a:pt x="2749" y="0"/>
                  </a:lnTo>
                  <a:lnTo>
                    <a:pt x="5850" y="1620"/>
                  </a:lnTo>
                  <a:lnTo>
                    <a:pt x="7198" y="531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" name="oPE_MapPart_PNG_13_122" descr="Papua-Neuguinea">
              <a:extLst>
                <a:ext uri="{FF2B5EF4-FFF2-40B4-BE49-F238E27FC236}">
                  <a16:creationId xmlns:a16="http://schemas.microsoft.com/office/drawing/2014/main" id="{201A25C4-6B59-893D-6D04-03E465BA3FA5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10387701" y="2973181"/>
              <a:ext cx="5199" cy="11696"/>
            </a:xfrm>
            <a:custGeom>
              <a:avLst/>
              <a:gdLst/>
              <a:ahLst/>
              <a:cxnLst/>
              <a:rect l="0" t="0" r="0" b="0"/>
              <a:pathLst>
                <a:path w="5199" h="11696">
                  <a:moveTo>
                    <a:pt x="2950" y="11695"/>
                  </a:moveTo>
                  <a:lnTo>
                    <a:pt x="0" y="2710"/>
                  </a:lnTo>
                  <a:lnTo>
                    <a:pt x="1800" y="602"/>
                  </a:lnTo>
                  <a:lnTo>
                    <a:pt x="2549" y="0"/>
                  </a:lnTo>
                  <a:lnTo>
                    <a:pt x="3899" y="1154"/>
                  </a:lnTo>
                  <a:lnTo>
                    <a:pt x="5198" y="5721"/>
                  </a:lnTo>
                  <a:lnTo>
                    <a:pt x="4400" y="102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" name="oPE_MapPart_PNG_14_123" descr="Papua-Neuguinea">
              <a:extLst>
                <a:ext uri="{FF2B5EF4-FFF2-40B4-BE49-F238E27FC236}">
                  <a16:creationId xmlns:a16="http://schemas.microsoft.com/office/drawing/2014/main" id="{C94ED9D3-C365-658E-BFD0-D717BE609B62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10178704" y="2978149"/>
              <a:ext cx="5750" cy="6879"/>
            </a:xfrm>
            <a:custGeom>
              <a:avLst/>
              <a:gdLst/>
              <a:ahLst/>
              <a:cxnLst/>
              <a:rect l="0" t="0" r="0" b="0"/>
              <a:pathLst>
                <a:path w="5750" h="6879">
                  <a:moveTo>
                    <a:pt x="4499" y="6727"/>
                  </a:moveTo>
                  <a:lnTo>
                    <a:pt x="2899" y="6878"/>
                  </a:lnTo>
                  <a:lnTo>
                    <a:pt x="400" y="4217"/>
                  </a:lnTo>
                  <a:lnTo>
                    <a:pt x="0" y="1857"/>
                  </a:lnTo>
                  <a:lnTo>
                    <a:pt x="3200" y="0"/>
                  </a:lnTo>
                  <a:lnTo>
                    <a:pt x="5299" y="1707"/>
                  </a:lnTo>
                  <a:lnTo>
                    <a:pt x="5749" y="53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oPE_MapPart_PNG_15_124" descr="Papua-Neuguinea">
              <a:extLst>
                <a:ext uri="{FF2B5EF4-FFF2-40B4-BE49-F238E27FC236}">
                  <a16:creationId xmlns:a16="http://schemas.microsoft.com/office/drawing/2014/main" id="{53B2A5A6-B749-1DA9-98E5-133F8297B3A7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10248987" y="2871382"/>
              <a:ext cx="6100" cy="6552"/>
            </a:xfrm>
            <a:custGeom>
              <a:avLst/>
              <a:gdLst/>
              <a:ahLst/>
              <a:cxnLst/>
              <a:rect l="0" t="0" r="0" b="0"/>
              <a:pathLst>
                <a:path w="6100" h="6552">
                  <a:moveTo>
                    <a:pt x="6099" y="5551"/>
                  </a:moveTo>
                  <a:lnTo>
                    <a:pt x="6049" y="6551"/>
                  </a:lnTo>
                  <a:lnTo>
                    <a:pt x="3499" y="6201"/>
                  </a:lnTo>
                  <a:lnTo>
                    <a:pt x="0" y="3300"/>
                  </a:lnTo>
                  <a:lnTo>
                    <a:pt x="1000" y="0"/>
                  </a:lnTo>
                  <a:lnTo>
                    <a:pt x="4998" y="2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5" name="oPE_MapPart_PNG_16_125" descr="Papua-Neuguinea">
              <a:extLst>
                <a:ext uri="{FF2B5EF4-FFF2-40B4-BE49-F238E27FC236}">
                  <a16:creationId xmlns:a16="http://schemas.microsoft.com/office/drawing/2014/main" id="{45D5A892-01B4-EBEF-3483-C28F788E4C5B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10072932" y="3068576"/>
              <a:ext cx="11148" cy="7129"/>
            </a:xfrm>
            <a:custGeom>
              <a:avLst/>
              <a:gdLst/>
              <a:ahLst/>
              <a:cxnLst/>
              <a:rect l="0" t="0" r="0" b="0"/>
              <a:pathLst>
                <a:path w="11148" h="7129">
                  <a:moveTo>
                    <a:pt x="10646" y="5863"/>
                  </a:moveTo>
                  <a:lnTo>
                    <a:pt x="11147" y="7128"/>
                  </a:lnTo>
                  <a:lnTo>
                    <a:pt x="7147" y="5408"/>
                  </a:lnTo>
                  <a:lnTo>
                    <a:pt x="1300" y="1819"/>
                  </a:lnTo>
                  <a:lnTo>
                    <a:pt x="0" y="0"/>
                  </a:lnTo>
                  <a:lnTo>
                    <a:pt x="6598" y="26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6" name="oPE_MapPart_PCN_1_126" descr="Pitcairninseln">
              <a:extLst>
                <a:ext uri="{FF2B5EF4-FFF2-40B4-BE49-F238E27FC236}">
                  <a16:creationId xmlns:a16="http://schemas.microsoft.com/office/drawing/2014/main" id="{E4BDAE6E-36D0-1096-C099-24ADF6D42BF8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2517466" y="3515463"/>
              <a:ext cx="29993" cy="32928"/>
            </a:xfrm>
            <a:custGeom>
              <a:avLst/>
              <a:gdLst/>
              <a:ahLst/>
              <a:cxnLst/>
              <a:rect l="0" t="0" r="0" b="0"/>
              <a:pathLst>
                <a:path w="29993" h="32928">
                  <a:moveTo>
                    <a:pt x="0" y="0"/>
                  </a:moveTo>
                  <a:lnTo>
                    <a:pt x="29992" y="0"/>
                  </a:lnTo>
                  <a:lnTo>
                    <a:pt x="29992" y="32927"/>
                  </a:lnTo>
                  <a:lnTo>
                    <a:pt x="0" y="329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" name="oPE_MapPart_WSM_1_127" descr="Samoa">
              <a:extLst>
                <a:ext uri="{FF2B5EF4-FFF2-40B4-BE49-F238E27FC236}">
                  <a16:creationId xmlns:a16="http://schemas.microsoft.com/office/drawing/2014/main" id="{9F331EE8-80E2-B965-4EE9-4255939D36E4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1297829" y="3211234"/>
              <a:ext cx="16696" cy="9671"/>
            </a:xfrm>
            <a:custGeom>
              <a:avLst/>
              <a:gdLst/>
              <a:ahLst/>
              <a:cxnLst/>
              <a:rect l="0" t="0" r="0" b="0"/>
              <a:pathLst>
                <a:path w="16696" h="9671">
                  <a:moveTo>
                    <a:pt x="12346" y="0"/>
                  </a:moveTo>
                  <a:lnTo>
                    <a:pt x="15446" y="2673"/>
                  </a:lnTo>
                  <a:lnTo>
                    <a:pt x="16695" y="6273"/>
                  </a:lnTo>
                  <a:lnTo>
                    <a:pt x="15346" y="9670"/>
                  </a:lnTo>
                  <a:lnTo>
                    <a:pt x="6748" y="9309"/>
                  </a:lnTo>
                  <a:lnTo>
                    <a:pt x="949" y="3239"/>
                  </a:lnTo>
                  <a:lnTo>
                    <a:pt x="0" y="1439"/>
                  </a:lnTo>
                  <a:lnTo>
                    <a:pt x="7448" y="46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8" name="oPE_MapPart_WSM_2_128" descr="Samoa">
              <a:extLst>
                <a:ext uri="{FF2B5EF4-FFF2-40B4-BE49-F238E27FC236}">
                  <a16:creationId xmlns:a16="http://schemas.microsoft.com/office/drawing/2014/main" id="{B38C0F50-3A3C-688B-280D-A57D641547FC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1318173" y="3221007"/>
              <a:ext cx="16547" cy="6850"/>
            </a:xfrm>
            <a:custGeom>
              <a:avLst/>
              <a:gdLst/>
              <a:ahLst/>
              <a:cxnLst/>
              <a:rect l="0" t="0" r="0" b="0"/>
              <a:pathLst>
                <a:path w="16547" h="6850">
                  <a:moveTo>
                    <a:pt x="16446" y="6849"/>
                  </a:moveTo>
                  <a:lnTo>
                    <a:pt x="3699" y="5561"/>
                  </a:lnTo>
                  <a:lnTo>
                    <a:pt x="0" y="1390"/>
                  </a:lnTo>
                  <a:lnTo>
                    <a:pt x="5199" y="0"/>
                  </a:lnTo>
                  <a:lnTo>
                    <a:pt x="12247" y="2059"/>
                  </a:lnTo>
                  <a:lnTo>
                    <a:pt x="16546" y="61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9" name="oPE_MapPart_SLB_1_129" descr="Salomonen">
              <a:extLst>
                <a:ext uri="{FF2B5EF4-FFF2-40B4-BE49-F238E27FC236}">
                  <a16:creationId xmlns:a16="http://schemas.microsoft.com/office/drawing/2014/main" id="{B72BCB94-A807-5F2D-F56B-14E8CB3A6FA0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10528415" y="3092303"/>
              <a:ext cx="33642" cy="18606"/>
            </a:xfrm>
            <a:custGeom>
              <a:avLst/>
              <a:gdLst/>
              <a:ahLst/>
              <a:cxnLst/>
              <a:rect l="0" t="0" r="0" b="0"/>
              <a:pathLst>
                <a:path w="33642" h="18606">
                  <a:moveTo>
                    <a:pt x="3950" y="101"/>
                  </a:moveTo>
                  <a:lnTo>
                    <a:pt x="10098" y="4660"/>
                  </a:lnTo>
                  <a:lnTo>
                    <a:pt x="20744" y="4306"/>
                  </a:lnTo>
                  <a:lnTo>
                    <a:pt x="28243" y="9019"/>
                  </a:lnTo>
                  <a:lnTo>
                    <a:pt x="29843" y="11909"/>
                  </a:lnTo>
                  <a:lnTo>
                    <a:pt x="32942" y="14039"/>
                  </a:lnTo>
                  <a:lnTo>
                    <a:pt x="33641" y="16728"/>
                  </a:lnTo>
                  <a:lnTo>
                    <a:pt x="28942" y="18605"/>
                  </a:lnTo>
                  <a:lnTo>
                    <a:pt x="19795" y="15561"/>
                  </a:lnTo>
                  <a:lnTo>
                    <a:pt x="5398" y="13938"/>
                  </a:lnTo>
                  <a:lnTo>
                    <a:pt x="400" y="7448"/>
                  </a:lnTo>
                  <a:lnTo>
                    <a:pt x="0" y="2431"/>
                  </a:lnTo>
                  <a:lnTo>
                    <a:pt x="22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0" name="oPE_MapPart_SLB_2_130" descr="Salomonen">
              <a:extLst>
                <a:ext uri="{FF2B5EF4-FFF2-40B4-BE49-F238E27FC236}">
                  <a16:creationId xmlns:a16="http://schemas.microsoft.com/office/drawing/2014/main" id="{0F66BCA0-A53C-E233-CE39-FCC1A75ED3AE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10555708" y="3065494"/>
              <a:ext cx="21596" cy="36488"/>
            </a:xfrm>
            <a:custGeom>
              <a:avLst/>
              <a:gdLst/>
              <a:ahLst/>
              <a:cxnLst/>
              <a:rect l="0" t="0" r="0" b="0"/>
              <a:pathLst>
                <a:path w="21596" h="36488">
                  <a:moveTo>
                    <a:pt x="4399" y="0"/>
                  </a:moveTo>
                  <a:lnTo>
                    <a:pt x="11298" y="8339"/>
                  </a:lnTo>
                  <a:lnTo>
                    <a:pt x="9847" y="13598"/>
                  </a:lnTo>
                  <a:lnTo>
                    <a:pt x="15796" y="18202"/>
                  </a:lnTo>
                  <a:lnTo>
                    <a:pt x="18495" y="24681"/>
                  </a:lnTo>
                  <a:lnTo>
                    <a:pt x="18546" y="28176"/>
                  </a:lnTo>
                  <a:lnTo>
                    <a:pt x="21595" y="33040"/>
                  </a:lnTo>
                  <a:lnTo>
                    <a:pt x="21595" y="36487"/>
                  </a:lnTo>
                  <a:lnTo>
                    <a:pt x="16696" y="30304"/>
                  </a:lnTo>
                  <a:lnTo>
                    <a:pt x="7849" y="23669"/>
                  </a:lnTo>
                  <a:lnTo>
                    <a:pt x="5049" y="18253"/>
                  </a:lnTo>
                  <a:lnTo>
                    <a:pt x="2000" y="8591"/>
                  </a:lnTo>
                  <a:lnTo>
                    <a:pt x="3449" y="6317"/>
                  </a:lnTo>
                  <a:lnTo>
                    <a:pt x="0" y="1667"/>
                  </a:lnTo>
                  <a:lnTo>
                    <a:pt x="150" y="404"/>
                  </a:lnTo>
                  <a:lnTo>
                    <a:pt x="3099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" name="oPE_MapPart_SLB_3_131" descr="Salomonen">
              <a:extLst>
                <a:ext uri="{FF2B5EF4-FFF2-40B4-BE49-F238E27FC236}">
                  <a16:creationId xmlns:a16="http://schemas.microsoft.com/office/drawing/2014/main" id="{AF3EDE90-4968-1F39-DA56-642547713C1F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10496472" y="3043943"/>
              <a:ext cx="39492" cy="27717"/>
            </a:xfrm>
            <a:custGeom>
              <a:avLst/>
              <a:gdLst/>
              <a:ahLst/>
              <a:cxnLst/>
              <a:rect l="0" t="0" r="0" b="0"/>
              <a:pathLst>
                <a:path w="39492" h="27717">
                  <a:moveTo>
                    <a:pt x="39491" y="27716"/>
                  </a:moveTo>
                  <a:lnTo>
                    <a:pt x="32943" y="23168"/>
                  </a:lnTo>
                  <a:lnTo>
                    <a:pt x="13497" y="13875"/>
                  </a:lnTo>
                  <a:lnTo>
                    <a:pt x="3850" y="6002"/>
                  </a:lnTo>
                  <a:lnTo>
                    <a:pt x="3000" y="2976"/>
                  </a:lnTo>
                  <a:lnTo>
                    <a:pt x="0" y="0"/>
                  </a:lnTo>
                  <a:lnTo>
                    <a:pt x="7699" y="1664"/>
                  </a:lnTo>
                  <a:lnTo>
                    <a:pt x="18097" y="10039"/>
                  </a:lnTo>
                  <a:lnTo>
                    <a:pt x="20547" y="10190"/>
                  </a:lnTo>
                  <a:lnTo>
                    <a:pt x="27044" y="13572"/>
                  </a:lnTo>
                  <a:lnTo>
                    <a:pt x="38491" y="21905"/>
                  </a:lnTo>
                  <a:lnTo>
                    <a:pt x="37091" y="24128"/>
                  </a:lnTo>
                  <a:lnTo>
                    <a:pt x="38642" y="257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" name="oPE_MapPart_SLB_4_132" descr="Salomonen">
              <a:extLst>
                <a:ext uri="{FF2B5EF4-FFF2-40B4-BE49-F238E27FC236}">
                  <a16:creationId xmlns:a16="http://schemas.microsoft.com/office/drawing/2014/main" id="{9A4CC341-F860-31D7-E1D6-BE3A7A222A33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10575254" y="3118676"/>
              <a:ext cx="29943" cy="17541"/>
            </a:xfrm>
            <a:custGeom>
              <a:avLst/>
              <a:gdLst/>
              <a:ahLst/>
              <a:cxnLst/>
              <a:rect l="0" t="0" r="0" b="0"/>
              <a:pathLst>
                <a:path w="29943" h="17541">
                  <a:moveTo>
                    <a:pt x="11697" y="5182"/>
                  </a:moveTo>
                  <a:lnTo>
                    <a:pt x="15196" y="6808"/>
                  </a:lnTo>
                  <a:lnTo>
                    <a:pt x="22543" y="7063"/>
                  </a:lnTo>
                  <a:lnTo>
                    <a:pt x="27592" y="14284"/>
                  </a:lnTo>
                  <a:lnTo>
                    <a:pt x="27592" y="16166"/>
                  </a:lnTo>
                  <a:lnTo>
                    <a:pt x="29942" y="17489"/>
                  </a:lnTo>
                  <a:lnTo>
                    <a:pt x="23043" y="17540"/>
                  </a:lnTo>
                  <a:lnTo>
                    <a:pt x="16994" y="15810"/>
                  </a:lnTo>
                  <a:lnTo>
                    <a:pt x="6747" y="10215"/>
                  </a:lnTo>
                  <a:lnTo>
                    <a:pt x="5348" y="4420"/>
                  </a:lnTo>
                  <a:lnTo>
                    <a:pt x="0" y="3454"/>
                  </a:lnTo>
                  <a:lnTo>
                    <a:pt x="299" y="0"/>
                  </a:lnTo>
                  <a:lnTo>
                    <a:pt x="5047" y="965"/>
                  </a:lnTo>
                  <a:lnTo>
                    <a:pt x="11196" y="47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3" name="oPE_MapPart_SLB_5_133" descr="Salomonen">
              <a:extLst>
                <a:ext uri="{FF2B5EF4-FFF2-40B4-BE49-F238E27FC236}">
                  <a16:creationId xmlns:a16="http://schemas.microsoft.com/office/drawing/2014/main" id="{F7ED39C9-3BFA-7409-9D9B-4641C2668ECD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10440938" y="3017750"/>
              <a:ext cx="29443" cy="22816"/>
            </a:xfrm>
            <a:custGeom>
              <a:avLst/>
              <a:gdLst/>
              <a:ahLst/>
              <a:cxnLst/>
              <a:rect l="0" t="0" r="0" b="0"/>
              <a:pathLst>
                <a:path w="29443" h="22816">
                  <a:moveTo>
                    <a:pt x="28592" y="20144"/>
                  </a:moveTo>
                  <a:lnTo>
                    <a:pt x="29442" y="21152"/>
                  </a:lnTo>
                  <a:lnTo>
                    <a:pt x="27293" y="22815"/>
                  </a:lnTo>
                  <a:lnTo>
                    <a:pt x="24493" y="21908"/>
                  </a:lnTo>
                  <a:lnTo>
                    <a:pt x="23794" y="20497"/>
                  </a:lnTo>
                  <a:lnTo>
                    <a:pt x="17895" y="19993"/>
                  </a:lnTo>
                  <a:lnTo>
                    <a:pt x="12396" y="15961"/>
                  </a:lnTo>
                  <a:lnTo>
                    <a:pt x="6598" y="8406"/>
                  </a:lnTo>
                  <a:lnTo>
                    <a:pt x="0" y="2969"/>
                  </a:lnTo>
                  <a:lnTo>
                    <a:pt x="600" y="0"/>
                  </a:lnTo>
                  <a:lnTo>
                    <a:pt x="4049" y="855"/>
                  </a:lnTo>
                  <a:lnTo>
                    <a:pt x="15895" y="7903"/>
                  </a:lnTo>
                  <a:lnTo>
                    <a:pt x="17895" y="9716"/>
                  </a:lnTo>
                  <a:lnTo>
                    <a:pt x="20444" y="15407"/>
                  </a:lnTo>
                  <a:lnTo>
                    <a:pt x="24394" y="18783"/>
                  </a:lnTo>
                  <a:lnTo>
                    <a:pt x="27592" y="196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4" name="oPE_MapPart_SLB_6_134" descr="Salomonen">
              <a:extLst>
                <a:ext uri="{FF2B5EF4-FFF2-40B4-BE49-F238E27FC236}">
                  <a16:creationId xmlns:a16="http://schemas.microsoft.com/office/drawing/2014/main" id="{66E5ADF7-DA6D-5F83-282E-F7695E432583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10462332" y="3055698"/>
              <a:ext cx="18597" cy="18136"/>
            </a:xfrm>
            <a:custGeom>
              <a:avLst/>
              <a:gdLst/>
              <a:ahLst/>
              <a:cxnLst/>
              <a:rect l="0" t="0" r="0" b="0"/>
              <a:pathLst>
                <a:path w="18597" h="18136">
                  <a:moveTo>
                    <a:pt x="14846" y="7775"/>
                  </a:moveTo>
                  <a:lnTo>
                    <a:pt x="18596" y="15203"/>
                  </a:lnTo>
                  <a:lnTo>
                    <a:pt x="18245" y="16972"/>
                  </a:lnTo>
                  <a:lnTo>
                    <a:pt x="16396" y="18135"/>
                  </a:lnTo>
                  <a:lnTo>
                    <a:pt x="14446" y="15658"/>
                  </a:lnTo>
                  <a:lnTo>
                    <a:pt x="9998" y="13484"/>
                  </a:lnTo>
                  <a:lnTo>
                    <a:pt x="9148" y="8533"/>
                  </a:lnTo>
                  <a:lnTo>
                    <a:pt x="3398" y="8685"/>
                  </a:lnTo>
                  <a:lnTo>
                    <a:pt x="2049" y="10352"/>
                  </a:lnTo>
                  <a:lnTo>
                    <a:pt x="101" y="9796"/>
                  </a:lnTo>
                  <a:lnTo>
                    <a:pt x="0" y="6917"/>
                  </a:lnTo>
                  <a:lnTo>
                    <a:pt x="2600" y="5503"/>
                  </a:lnTo>
                  <a:lnTo>
                    <a:pt x="5699" y="555"/>
                  </a:lnTo>
                  <a:lnTo>
                    <a:pt x="7299" y="0"/>
                  </a:lnTo>
                  <a:lnTo>
                    <a:pt x="10297" y="1161"/>
                  </a:lnTo>
                  <a:lnTo>
                    <a:pt x="11747" y="706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5" name="oPE_MapPart_SLB_7_135" descr="Salomonen">
              <a:extLst>
                <a:ext uri="{FF2B5EF4-FFF2-40B4-BE49-F238E27FC236}">
                  <a16:creationId xmlns:a16="http://schemas.microsoft.com/office/drawing/2014/main" id="{573D3765-8688-4B37-EA54-B16BDB13F828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10442187" y="3044750"/>
              <a:ext cx="8499" cy="9788"/>
            </a:xfrm>
            <a:custGeom>
              <a:avLst/>
              <a:gdLst/>
              <a:ahLst/>
              <a:cxnLst/>
              <a:rect l="0" t="0" r="0" b="0"/>
              <a:pathLst>
                <a:path w="8499" h="9788">
                  <a:moveTo>
                    <a:pt x="5149" y="9787"/>
                  </a:moveTo>
                  <a:lnTo>
                    <a:pt x="2999" y="8172"/>
                  </a:lnTo>
                  <a:lnTo>
                    <a:pt x="3050" y="6507"/>
                  </a:lnTo>
                  <a:lnTo>
                    <a:pt x="250" y="3732"/>
                  </a:lnTo>
                  <a:lnTo>
                    <a:pt x="0" y="1866"/>
                  </a:lnTo>
                  <a:lnTo>
                    <a:pt x="1599" y="0"/>
                  </a:lnTo>
                  <a:lnTo>
                    <a:pt x="8498" y="4136"/>
                  </a:lnTo>
                  <a:lnTo>
                    <a:pt x="5699" y="84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6" name="oPE_MapPart_SLB_8_136" descr="Salomonen">
              <a:extLst>
                <a:ext uri="{FF2B5EF4-FFF2-40B4-BE49-F238E27FC236}">
                  <a16:creationId xmlns:a16="http://schemas.microsoft.com/office/drawing/2014/main" id="{C95C5982-5299-4C56-951F-53F9D37DCAEF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10454833" y="3052619"/>
              <a:ext cx="6500" cy="7371"/>
            </a:xfrm>
            <a:custGeom>
              <a:avLst/>
              <a:gdLst/>
              <a:ahLst/>
              <a:cxnLst/>
              <a:rect l="0" t="0" r="0" b="0"/>
              <a:pathLst>
                <a:path w="6500" h="7371">
                  <a:moveTo>
                    <a:pt x="5950" y="7117"/>
                  </a:moveTo>
                  <a:lnTo>
                    <a:pt x="2301" y="7370"/>
                  </a:lnTo>
                  <a:lnTo>
                    <a:pt x="0" y="4442"/>
                  </a:lnTo>
                  <a:lnTo>
                    <a:pt x="0" y="2322"/>
                  </a:lnTo>
                  <a:lnTo>
                    <a:pt x="1850" y="354"/>
                  </a:lnTo>
                  <a:lnTo>
                    <a:pt x="4000" y="0"/>
                  </a:lnTo>
                  <a:lnTo>
                    <a:pt x="6350" y="2423"/>
                  </a:lnTo>
                  <a:lnTo>
                    <a:pt x="6499" y="63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7" name="oPE_MapPart_SLB_9_137" descr="Salomonen">
              <a:extLst>
                <a:ext uri="{FF2B5EF4-FFF2-40B4-BE49-F238E27FC236}">
                  <a16:creationId xmlns:a16="http://schemas.microsoft.com/office/drawing/2014/main" id="{FC55A236-F265-826A-A204-155F58A063CE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10539312" y="3154507"/>
              <a:ext cx="15997" cy="9749"/>
            </a:xfrm>
            <a:custGeom>
              <a:avLst/>
              <a:gdLst/>
              <a:ahLst/>
              <a:cxnLst/>
              <a:rect l="0" t="0" r="0" b="0"/>
              <a:pathLst>
                <a:path w="15997" h="9749">
                  <a:moveTo>
                    <a:pt x="15996" y="9237"/>
                  </a:moveTo>
                  <a:lnTo>
                    <a:pt x="12297" y="9748"/>
                  </a:lnTo>
                  <a:lnTo>
                    <a:pt x="7498" y="5459"/>
                  </a:lnTo>
                  <a:lnTo>
                    <a:pt x="101" y="3061"/>
                  </a:lnTo>
                  <a:lnTo>
                    <a:pt x="0" y="0"/>
                  </a:lnTo>
                  <a:lnTo>
                    <a:pt x="2150" y="612"/>
                  </a:lnTo>
                  <a:lnTo>
                    <a:pt x="14896" y="816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8" name="oPE_MapPart_SLB_10_138" descr="Salomonen">
              <a:extLst>
                <a:ext uri="{FF2B5EF4-FFF2-40B4-BE49-F238E27FC236}">
                  <a16:creationId xmlns:a16="http://schemas.microsoft.com/office/drawing/2014/main" id="{4536EDEC-6EEF-9644-9956-B6A762394191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10480427" y="3070951"/>
              <a:ext cx="6999" cy="7130"/>
            </a:xfrm>
            <a:custGeom>
              <a:avLst/>
              <a:gdLst/>
              <a:ahLst/>
              <a:cxnLst/>
              <a:rect l="0" t="0" r="0" b="0"/>
              <a:pathLst>
                <a:path w="6999" h="7130">
                  <a:moveTo>
                    <a:pt x="6348" y="4955"/>
                  </a:moveTo>
                  <a:lnTo>
                    <a:pt x="3600" y="7129"/>
                  </a:lnTo>
                  <a:lnTo>
                    <a:pt x="0" y="4500"/>
                  </a:lnTo>
                  <a:lnTo>
                    <a:pt x="800" y="1618"/>
                  </a:lnTo>
                  <a:lnTo>
                    <a:pt x="3299" y="0"/>
                  </a:lnTo>
                  <a:lnTo>
                    <a:pt x="6998" y="1365"/>
                  </a:lnTo>
                  <a:lnTo>
                    <a:pt x="5249" y="2730"/>
                  </a:lnTo>
                  <a:lnTo>
                    <a:pt x="6200" y="38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9" name="oPE_MapPart_SLB_11_139" descr="Salomonen">
              <a:extLst>
                <a:ext uri="{FF2B5EF4-FFF2-40B4-BE49-F238E27FC236}">
                  <a16:creationId xmlns:a16="http://schemas.microsoft.com/office/drawing/2014/main" id="{B6D7610B-6DBA-6F09-9678-E83F3636A398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10700121" y="3131942"/>
              <a:ext cx="10299" cy="5039"/>
            </a:xfrm>
            <a:custGeom>
              <a:avLst/>
              <a:gdLst/>
              <a:ahLst/>
              <a:cxnLst/>
              <a:rect l="0" t="0" r="0" b="0"/>
              <a:pathLst>
                <a:path w="10299" h="5039">
                  <a:moveTo>
                    <a:pt x="9498" y="2391"/>
                  </a:moveTo>
                  <a:lnTo>
                    <a:pt x="4950" y="3002"/>
                  </a:lnTo>
                  <a:lnTo>
                    <a:pt x="3150" y="5038"/>
                  </a:lnTo>
                  <a:lnTo>
                    <a:pt x="799" y="4783"/>
                  </a:lnTo>
                  <a:lnTo>
                    <a:pt x="0" y="3155"/>
                  </a:lnTo>
                  <a:lnTo>
                    <a:pt x="3300" y="0"/>
                  </a:lnTo>
                  <a:lnTo>
                    <a:pt x="9298" y="153"/>
                  </a:lnTo>
                  <a:lnTo>
                    <a:pt x="10298" y="560"/>
                  </a:lnTo>
                  <a:lnTo>
                    <a:pt x="9397" y="20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0" name="oPE_MapPart_SLB_12_140" descr="Salomonen">
              <a:extLst>
                <a:ext uri="{FF2B5EF4-FFF2-40B4-BE49-F238E27FC236}">
                  <a16:creationId xmlns:a16="http://schemas.microsoft.com/office/drawing/2014/main" id="{292843D0-A1B1-27A8-5854-387CB5812289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10577202" y="3094683"/>
              <a:ext cx="5251" cy="11762"/>
            </a:xfrm>
            <a:custGeom>
              <a:avLst/>
              <a:gdLst/>
              <a:ahLst/>
              <a:cxnLst/>
              <a:rect l="0" t="0" r="0" b="0"/>
              <a:pathLst>
                <a:path w="5251" h="11762">
                  <a:moveTo>
                    <a:pt x="5099" y="7704"/>
                  </a:moveTo>
                  <a:lnTo>
                    <a:pt x="5250" y="11761"/>
                  </a:lnTo>
                  <a:lnTo>
                    <a:pt x="3149" y="9529"/>
                  </a:lnTo>
                  <a:lnTo>
                    <a:pt x="2151" y="10290"/>
                  </a:lnTo>
                  <a:lnTo>
                    <a:pt x="1250" y="9276"/>
                  </a:lnTo>
                  <a:lnTo>
                    <a:pt x="1450" y="4510"/>
                  </a:lnTo>
                  <a:lnTo>
                    <a:pt x="0" y="0"/>
                  </a:lnTo>
                  <a:lnTo>
                    <a:pt x="1151" y="4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1" name="oPE_MapPart_SLB_13_141" descr="Salomonen">
              <a:extLst>
                <a:ext uri="{FF2B5EF4-FFF2-40B4-BE49-F238E27FC236}">
                  <a16:creationId xmlns:a16="http://schemas.microsoft.com/office/drawing/2014/main" id="{F591272A-1EB3-09A9-0F28-063FF6679888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10541961" y="3084657"/>
              <a:ext cx="8649" cy="5216"/>
            </a:xfrm>
            <a:custGeom>
              <a:avLst/>
              <a:gdLst/>
              <a:ahLst/>
              <a:cxnLst/>
              <a:rect l="0" t="0" r="0" b="0"/>
              <a:pathLst>
                <a:path w="8649" h="5216">
                  <a:moveTo>
                    <a:pt x="2000" y="0"/>
                  </a:moveTo>
                  <a:lnTo>
                    <a:pt x="4400" y="304"/>
                  </a:lnTo>
                  <a:lnTo>
                    <a:pt x="8648" y="4050"/>
                  </a:lnTo>
                  <a:lnTo>
                    <a:pt x="7648" y="5215"/>
                  </a:lnTo>
                  <a:lnTo>
                    <a:pt x="250" y="2379"/>
                  </a:lnTo>
                  <a:lnTo>
                    <a:pt x="0" y="10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2" name="oPE_MapPart_SLB_14_142" descr="Salomonen">
              <a:extLst>
                <a:ext uri="{FF2B5EF4-FFF2-40B4-BE49-F238E27FC236}">
                  <a16:creationId xmlns:a16="http://schemas.microsoft.com/office/drawing/2014/main" id="{907FB67D-8F8A-4F4B-7D98-E06C9BF92915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10461882" y="3068475"/>
              <a:ext cx="5550" cy="8241"/>
            </a:xfrm>
            <a:custGeom>
              <a:avLst/>
              <a:gdLst/>
              <a:ahLst/>
              <a:cxnLst/>
              <a:rect l="0" t="0" r="0" b="0"/>
              <a:pathLst>
                <a:path w="5550" h="8241">
                  <a:moveTo>
                    <a:pt x="4899" y="8240"/>
                  </a:moveTo>
                  <a:lnTo>
                    <a:pt x="0" y="4043"/>
                  </a:lnTo>
                  <a:lnTo>
                    <a:pt x="4650" y="0"/>
                  </a:lnTo>
                  <a:lnTo>
                    <a:pt x="5549" y="1516"/>
                  </a:lnTo>
                  <a:lnTo>
                    <a:pt x="3349" y="647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3" name="oPE_MapPart_SLB_15_143" descr="Salomonen">
              <a:extLst>
                <a:ext uri="{FF2B5EF4-FFF2-40B4-BE49-F238E27FC236}">
                  <a16:creationId xmlns:a16="http://schemas.microsoft.com/office/drawing/2014/main" id="{FF94E803-0674-83A0-8F05-8CE5D2A3BE0A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10512569" y="3084556"/>
              <a:ext cx="5449" cy="3696"/>
            </a:xfrm>
            <a:custGeom>
              <a:avLst/>
              <a:gdLst/>
              <a:ahLst/>
              <a:cxnLst/>
              <a:rect l="0" t="0" r="0" b="0"/>
              <a:pathLst>
                <a:path w="5449" h="3696">
                  <a:moveTo>
                    <a:pt x="4198" y="3695"/>
                  </a:moveTo>
                  <a:lnTo>
                    <a:pt x="951" y="3290"/>
                  </a:lnTo>
                  <a:lnTo>
                    <a:pt x="0" y="2328"/>
                  </a:lnTo>
                  <a:lnTo>
                    <a:pt x="1099" y="911"/>
                  </a:lnTo>
                  <a:lnTo>
                    <a:pt x="2549" y="0"/>
                  </a:lnTo>
                  <a:lnTo>
                    <a:pt x="5299" y="1063"/>
                  </a:lnTo>
                  <a:lnTo>
                    <a:pt x="5448" y="28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4" name="oPE_MapPart_SLB_16_144" descr="Salomonen">
              <a:extLst>
                <a:ext uri="{FF2B5EF4-FFF2-40B4-BE49-F238E27FC236}">
                  <a16:creationId xmlns:a16="http://schemas.microsoft.com/office/drawing/2014/main" id="{3E88C17D-3A5F-FE00-6C17-D77B1430CBF0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10419293" y="3027919"/>
              <a:ext cx="5149" cy="4131"/>
            </a:xfrm>
            <a:custGeom>
              <a:avLst/>
              <a:gdLst/>
              <a:ahLst/>
              <a:cxnLst/>
              <a:rect l="0" t="0" r="0" b="0"/>
              <a:pathLst>
                <a:path w="5149" h="4131">
                  <a:moveTo>
                    <a:pt x="4499" y="3475"/>
                  </a:moveTo>
                  <a:lnTo>
                    <a:pt x="1699" y="4130"/>
                  </a:lnTo>
                  <a:lnTo>
                    <a:pt x="0" y="3223"/>
                  </a:lnTo>
                  <a:lnTo>
                    <a:pt x="750" y="1108"/>
                  </a:lnTo>
                  <a:lnTo>
                    <a:pt x="1699" y="0"/>
                  </a:lnTo>
                  <a:lnTo>
                    <a:pt x="5148" y="19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oPE_MapPart_TON_1_145" descr="Tonga">
              <a:extLst>
                <a:ext uri="{FF2B5EF4-FFF2-40B4-BE49-F238E27FC236}">
                  <a16:creationId xmlns:a16="http://schemas.microsoft.com/office/drawing/2014/main" id="{E5B11693-DD22-12F8-26A7-3EAA8196D4F8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1226047" y="3432539"/>
              <a:ext cx="7899" cy="5790"/>
            </a:xfrm>
            <a:custGeom>
              <a:avLst/>
              <a:gdLst/>
              <a:ahLst/>
              <a:cxnLst/>
              <a:rect l="0" t="0" r="0" b="0"/>
              <a:pathLst>
                <a:path w="7899" h="5790">
                  <a:moveTo>
                    <a:pt x="5599" y="3001"/>
                  </a:moveTo>
                  <a:lnTo>
                    <a:pt x="7898" y="1768"/>
                  </a:lnTo>
                  <a:lnTo>
                    <a:pt x="5748" y="5789"/>
                  </a:lnTo>
                  <a:lnTo>
                    <a:pt x="0" y="1125"/>
                  </a:lnTo>
                  <a:lnTo>
                    <a:pt x="1250" y="0"/>
                  </a:lnTo>
                  <a:lnTo>
                    <a:pt x="1749" y="1339"/>
                  </a:lnTo>
                  <a:lnTo>
                    <a:pt x="5698" y="2304"/>
                  </a:lnTo>
                  <a:lnTo>
                    <a:pt x="4549" y="25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6" name="oPE_MapPart_TON_2_146" descr="Tonga">
              <a:extLst>
                <a:ext uri="{FF2B5EF4-FFF2-40B4-BE49-F238E27FC236}">
                  <a16:creationId xmlns:a16="http://schemas.microsoft.com/office/drawing/2014/main" id="{A58D2918-9AF7-5A43-9FB0-54E18E7CD908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1262438" y="3358781"/>
              <a:ext cx="3600" cy="3746"/>
            </a:xfrm>
            <a:custGeom>
              <a:avLst/>
              <a:gdLst/>
              <a:ahLst/>
              <a:cxnLst/>
              <a:rect l="0" t="0" r="0" b="0"/>
              <a:pathLst>
                <a:path w="3600" h="3746">
                  <a:moveTo>
                    <a:pt x="2749" y="2004"/>
                  </a:moveTo>
                  <a:lnTo>
                    <a:pt x="1699" y="3745"/>
                  </a:lnTo>
                  <a:lnTo>
                    <a:pt x="0" y="2742"/>
                  </a:lnTo>
                  <a:lnTo>
                    <a:pt x="1399" y="0"/>
                  </a:lnTo>
                  <a:lnTo>
                    <a:pt x="3599" y="110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7" name="oPE_MapPart_TON_3_147" descr="Tonga">
              <a:extLst>
                <a:ext uri="{FF2B5EF4-FFF2-40B4-BE49-F238E27FC236}">
                  <a16:creationId xmlns:a16="http://schemas.microsoft.com/office/drawing/2014/main" id="{B10A0317-09ED-6C8A-5744-1FE4C0A5B84F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1236894" y="3439455"/>
              <a:ext cx="1651" cy="4456"/>
            </a:xfrm>
            <a:custGeom>
              <a:avLst/>
              <a:gdLst/>
              <a:ahLst/>
              <a:cxnLst/>
              <a:rect l="0" t="0" r="0" b="0"/>
              <a:pathLst>
                <a:path w="1651" h="4456">
                  <a:moveTo>
                    <a:pt x="1650" y="0"/>
                  </a:moveTo>
                  <a:lnTo>
                    <a:pt x="1500" y="4455"/>
                  </a:lnTo>
                  <a:lnTo>
                    <a:pt x="0" y="1449"/>
                  </a:lnTo>
                  <a:lnTo>
                    <a:pt x="1350" y="5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8" name="oPE_MapPart_TUV_1_148" descr="Tuvalu">
              <a:extLst>
                <a:ext uri="{FF2B5EF4-FFF2-40B4-BE49-F238E27FC236}">
                  <a16:creationId xmlns:a16="http://schemas.microsoft.com/office/drawing/2014/main" id="{995CB004-1C66-D4D4-7A6F-5C920021589A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11057730" y="3055496"/>
              <a:ext cx="29993" cy="30327"/>
            </a:xfrm>
            <a:custGeom>
              <a:avLst/>
              <a:gdLst/>
              <a:ahLst/>
              <a:cxnLst/>
              <a:rect l="0" t="0" r="0" b="0"/>
              <a:pathLst>
                <a:path w="29993" h="30327">
                  <a:moveTo>
                    <a:pt x="0" y="0"/>
                  </a:moveTo>
                  <a:lnTo>
                    <a:pt x="29992" y="0"/>
                  </a:lnTo>
                  <a:lnTo>
                    <a:pt x="29992" y="30326"/>
                  </a:lnTo>
                  <a:lnTo>
                    <a:pt x="0" y="303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9" name="oPE_MapPart_VUT_1_149" descr="Vanuatu">
              <a:extLst>
                <a:ext uri="{FF2B5EF4-FFF2-40B4-BE49-F238E27FC236}">
                  <a16:creationId xmlns:a16="http://schemas.microsoft.com/office/drawing/2014/main" id="{F31568B5-57C0-537E-67B4-98C71D477D5D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10720566" y="3244728"/>
              <a:ext cx="18696" cy="28638"/>
            </a:xfrm>
            <a:custGeom>
              <a:avLst/>
              <a:gdLst/>
              <a:ahLst/>
              <a:cxnLst/>
              <a:rect l="0" t="0" r="0" b="0"/>
              <a:pathLst>
                <a:path w="18696" h="28638">
                  <a:moveTo>
                    <a:pt x="6099" y="5479"/>
                  </a:moveTo>
                  <a:lnTo>
                    <a:pt x="7847" y="15001"/>
                  </a:lnTo>
                  <a:lnTo>
                    <a:pt x="10998" y="14483"/>
                  </a:lnTo>
                  <a:lnTo>
                    <a:pt x="12797" y="8737"/>
                  </a:lnTo>
                  <a:lnTo>
                    <a:pt x="15245" y="8634"/>
                  </a:lnTo>
                  <a:lnTo>
                    <a:pt x="15045" y="12515"/>
                  </a:lnTo>
                  <a:lnTo>
                    <a:pt x="16796" y="14379"/>
                  </a:lnTo>
                  <a:lnTo>
                    <a:pt x="18695" y="23189"/>
                  </a:lnTo>
                  <a:lnTo>
                    <a:pt x="15746" y="27183"/>
                  </a:lnTo>
                  <a:lnTo>
                    <a:pt x="6449" y="28637"/>
                  </a:lnTo>
                  <a:lnTo>
                    <a:pt x="6449" y="26768"/>
                  </a:lnTo>
                  <a:lnTo>
                    <a:pt x="2899" y="22152"/>
                  </a:lnTo>
                  <a:lnTo>
                    <a:pt x="3348" y="16554"/>
                  </a:lnTo>
                  <a:lnTo>
                    <a:pt x="0" y="6151"/>
                  </a:lnTo>
                  <a:lnTo>
                    <a:pt x="1099" y="155"/>
                  </a:lnTo>
                  <a:lnTo>
                    <a:pt x="2249" y="0"/>
                  </a:lnTo>
                  <a:lnTo>
                    <a:pt x="3748" y="28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0" name="oPE_MapPart_VUT_2_150" descr="Vanuatu">
              <a:extLst>
                <a:ext uri="{FF2B5EF4-FFF2-40B4-BE49-F238E27FC236}">
                  <a16:creationId xmlns:a16="http://schemas.microsoft.com/office/drawing/2014/main" id="{8C2934A5-9E78-F011-A1F4-89B8FA3228BC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10737912" y="3280688"/>
              <a:ext cx="19046" cy="19941"/>
            </a:xfrm>
            <a:custGeom>
              <a:avLst/>
              <a:gdLst/>
              <a:ahLst/>
              <a:cxnLst/>
              <a:rect l="0" t="0" r="0" b="0"/>
              <a:pathLst>
                <a:path w="19046" h="19941">
                  <a:moveTo>
                    <a:pt x="7248" y="6084"/>
                  </a:moveTo>
                  <a:lnTo>
                    <a:pt x="17345" y="13164"/>
                  </a:lnTo>
                  <a:lnTo>
                    <a:pt x="19045" y="16343"/>
                  </a:lnTo>
                  <a:lnTo>
                    <a:pt x="16895" y="18271"/>
                  </a:lnTo>
                  <a:lnTo>
                    <a:pt x="12747" y="17750"/>
                  </a:lnTo>
                  <a:lnTo>
                    <a:pt x="10396" y="19940"/>
                  </a:lnTo>
                  <a:lnTo>
                    <a:pt x="8248" y="19366"/>
                  </a:lnTo>
                  <a:lnTo>
                    <a:pt x="5499" y="7801"/>
                  </a:lnTo>
                  <a:lnTo>
                    <a:pt x="4549" y="6656"/>
                  </a:lnTo>
                  <a:lnTo>
                    <a:pt x="1850" y="7801"/>
                  </a:lnTo>
                  <a:lnTo>
                    <a:pt x="0" y="5668"/>
                  </a:lnTo>
                  <a:lnTo>
                    <a:pt x="1349" y="0"/>
                  </a:lnTo>
                  <a:lnTo>
                    <a:pt x="5099" y="9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1" name="oPE_MapPart_VUT_3_151" descr="Vanuatu">
              <a:extLst>
                <a:ext uri="{FF2B5EF4-FFF2-40B4-BE49-F238E27FC236}">
                  <a16:creationId xmlns:a16="http://schemas.microsoft.com/office/drawing/2014/main" id="{82A9358A-04B1-C23A-652E-5579A9450187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10764904" y="3301202"/>
              <a:ext cx="9349" cy="6994"/>
            </a:xfrm>
            <a:custGeom>
              <a:avLst/>
              <a:gdLst/>
              <a:ahLst/>
              <a:cxnLst/>
              <a:rect l="0" t="0" r="0" b="0"/>
              <a:pathLst>
                <a:path w="9349" h="6994">
                  <a:moveTo>
                    <a:pt x="8998" y="5374"/>
                  </a:moveTo>
                  <a:lnTo>
                    <a:pt x="9348" y="6993"/>
                  </a:lnTo>
                  <a:lnTo>
                    <a:pt x="5549" y="5636"/>
                  </a:lnTo>
                  <a:lnTo>
                    <a:pt x="1600" y="6105"/>
                  </a:lnTo>
                  <a:lnTo>
                    <a:pt x="0" y="2765"/>
                  </a:lnTo>
                  <a:lnTo>
                    <a:pt x="2101" y="0"/>
                  </a:lnTo>
                  <a:lnTo>
                    <a:pt x="6749" y="47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2" name="oPE_MapPart_VUT_4_152" descr="Vanuatu">
              <a:extLst>
                <a:ext uri="{FF2B5EF4-FFF2-40B4-BE49-F238E27FC236}">
                  <a16:creationId xmlns:a16="http://schemas.microsoft.com/office/drawing/2014/main" id="{0029F121-441C-644E-75DB-745A6B100188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10759506" y="3286356"/>
              <a:ext cx="10248" cy="7393"/>
            </a:xfrm>
            <a:custGeom>
              <a:avLst/>
              <a:gdLst/>
              <a:ahLst/>
              <a:cxnLst/>
              <a:rect l="0" t="0" r="0" b="0"/>
              <a:pathLst>
                <a:path w="10248" h="7393">
                  <a:moveTo>
                    <a:pt x="10198" y="7392"/>
                  </a:moveTo>
                  <a:lnTo>
                    <a:pt x="2549" y="6767"/>
                  </a:lnTo>
                  <a:lnTo>
                    <a:pt x="0" y="4267"/>
                  </a:lnTo>
                  <a:lnTo>
                    <a:pt x="3749" y="2914"/>
                  </a:lnTo>
                  <a:lnTo>
                    <a:pt x="6499" y="0"/>
                  </a:lnTo>
                  <a:lnTo>
                    <a:pt x="10247" y="6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3" name="oPE_MapPart_VUT_5_153" descr="Vanuatu">
              <a:extLst>
                <a:ext uri="{FF2B5EF4-FFF2-40B4-BE49-F238E27FC236}">
                  <a16:creationId xmlns:a16="http://schemas.microsoft.com/office/drawing/2014/main" id="{757EE15E-2221-A36E-689B-42DE5107533C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10765854" y="3328759"/>
              <a:ext cx="11847" cy="7451"/>
            </a:xfrm>
            <a:custGeom>
              <a:avLst/>
              <a:gdLst/>
              <a:ahLst/>
              <a:cxnLst/>
              <a:rect l="0" t="0" r="0" b="0"/>
              <a:pathLst>
                <a:path w="11847" h="7451">
                  <a:moveTo>
                    <a:pt x="7998" y="0"/>
                  </a:moveTo>
                  <a:lnTo>
                    <a:pt x="11846" y="4458"/>
                  </a:lnTo>
                  <a:lnTo>
                    <a:pt x="10197" y="7450"/>
                  </a:lnTo>
                  <a:lnTo>
                    <a:pt x="2600" y="6925"/>
                  </a:lnTo>
                  <a:lnTo>
                    <a:pt x="4099" y="5927"/>
                  </a:lnTo>
                  <a:lnTo>
                    <a:pt x="3349" y="4773"/>
                  </a:lnTo>
                  <a:lnTo>
                    <a:pt x="0" y="4878"/>
                  </a:lnTo>
                  <a:lnTo>
                    <a:pt x="3199" y="262"/>
                  </a:lnTo>
                  <a:lnTo>
                    <a:pt x="5099" y="26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4" name="oPE_MapPart_VUT_6_154" descr="Vanuatu">
              <a:extLst>
                <a:ext uri="{FF2B5EF4-FFF2-40B4-BE49-F238E27FC236}">
                  <a16:creationId xmlns:a16="http://schemas.microsoft.com/office/drawing/2014/main" id="{3EC4255F-38E4-B7DB-483B-8CC233E46186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10752407" y="3263355"/>
              <a:ext cx="9150" cy="5704"/>
            </a:xfrm>
            <a:custGeom>
              <a:avLst/>
              <a:gdLst/>
              <a:ahLst/>
              <a:cxnLst/>
              <a:rect l="0" t="0" r="0" b="0"/>
              <a:pathLst>
                <a:path w="9150" h="5704">
                  <a:moveTo>
                    <a:pt x="6598" y="4406"/>
                  </a:moveTo>
                  <a:lnTo>
                    <a:pt x="4749" y="5703"/>
                  </a:lnTo>
                  <a:lnTo>
                    <a:pt x="0" y="4821"/>
                  </a:lnTo>
                  <a:lnTo>
                    <a:pt x="4250" y="829"/>
                  </a:lnTo>
                  <a:lnTo>
                    <a:pt x="91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5" name="oPE_MapPart_VUT_7_155" descr="Vanuatu">
              <a:extLst>
                <a:ext uri="{FF2B5EF4-FFF2-40B4-BE49-F238E27FC236}">
                  <a16:creationId xmlns:a16="http://schemas.microsoft.com/office/drawing/2014/main" id="{2267AC50-CA9A-12EC-B21C-AC1FA7F09EEC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10764904" y="3268487"/>
              <a:ext cx="3700" cy="14645"/>
            </a:xfrm>
            <a:custGeom>
              <a:avLst/>
              <a:gdLst/>
              <a:ahLst/>
              <a:cxnLst/>
              <a:rect l="0" t="0" r="0" b="0"/>
              <a:pathLst>
                <a:path w="3700" h="14645">
                  <a:moveTo>
                    <a:pt x="2499" y="14644"/>
                  </a:moveTo>
                  <a:lnTo>
                    <a:pt x="0" y="6331"/>
                  </a:lnTo>
                  <a:lnTo>
                    <a:pt x="1000" y="0"/>
                  </a:lnTo>
                  <a:lnTo>
                    <a:pt x="3699" y="142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6" name="oPE_MapPart_VUT_8_156" descr="Vanuatu">
              <a:extLst>
                <a:ext uri="{FF2B5EF4-FFF2-40B4-BE49-F238E27FC236}">
                  <a16:creationId xmlns:a16="http://schemas.microsoft.com/office/drawing/2014/main" id="{54D3D983-2003-A6FE-AFB1-F34B2E7C92DD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10764355" y="3254811"/>
              <a:ext cx="2350" cy="11603"/>
            </a:xfrm>
            <a:custGeom>
              <a:avLst/>
              <a:gdLst/>
              <a:ahLst/>
              <a:cxnLst/>
              <a:rect l="0" t="0" r="0" b="0"/>
              <a:pathLst>
                <a:path w="2350" h="11603">
                  <a:moveTo>
                    <a:pt x="2349" y="9839"/>
                  </a:moveTo>
                  <a:lnTo>
                    <a:pt x="1899" y="11602"/>
                  </a:lnTo>
                  <a:lnTo>
                    <a:pt x="749" y="9580"/>
                  </a:lnTo>
                  <a:lnTo>
                    <a:pt x="0" y="879"/>
                  </a:lnTo>
                  <a:lnTo>
                    <a:pt x="900" y="0"/>
                  </a:lnTo>
                  <a:lnTo>
                    <a:pt x="2299" y="60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7" name="oPE_MapPart_VUT_9_157" descr="Vanuatu">
              <a:extLst>
                <a:ext uri="{FF2B5EF4-FFF2-40B4-BE49-F238E27FC236}">
                  <a16:creationId xmlns:a16="http://schemas.microsoft.com/office/drawing/2014/main" id="{889673DA-3584-3D10-F0AE-66D571405945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10736312" y="3273105"/>
              <a:ext cx="3900" cy="3687"/>
            </a:xfrm>
            <a:custGeom>
              <a:avLst/>
              <a:gdLst/>
              <a:ahLst/>
              <a:cxnLst/>
              <a:rect l="0" t="0" r="0" b="0"/>
              <a:pathLst>
                <a:path w="3900" h="3687">
                  <a:moveTo>
                    <a:pt x="3450" y="2959"/>
                  </a:moveTo>
                  <a:lnTo>
                    <a:pt x="2949" y="3686"/>
                  </a:lnTo>
                  <a:lnTo>
                    <a:pt x="0" y="1817"/>
                  </a:lnTo>
                  <a:lnTo>
                    <a:pt x="699" y="0"/>
                  </a:lnTo>
                  <a:lnTo>
                    <a:pt x="3899" y="6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8" name="oPE_MapPart_VUT_10_158" descr="Vanuatu">
              <a:extLst>
                <a:ext uri="{FF2B5EF4-FFF2-40B4-BE49-F238E27FC236}">
                  <a16:creationId xmlns:a16="http://schemas.microsoft.com/office/drawing/2014/main" id="{9116CF54-B4FA-7EDA-5AD9-A6A41781C843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10745110" y="3230588"/>
              <a:ext cx="5249" cy="4848"/>
            </a:xfrm>
            <a:custGeom>
              <a:avLst/>
              <a:gdLst/>
              <a:ahLst/>
              <a:cxnLst/>
              <a:rect l="0" t="0" r="0" b="0"/>
              <a:pathLst>
                <a:path w="5249" h="4848">
                  <a:moveTo>
                    <a:pt x="4848" y="3403"/>
                  </a:moveTo>
                  <a:lnTo>
                    <a:pt x="3699" y="4847"/>
                  </a:lnTo>
                  <a:lnTo>
                    <a:pt x="550" y="4383"/>
                  </a:lnTo>
                  <a:lnTo>
                    <a:pt x="0" y="1546"/>
                  </a:lnTo>
                  <a:lnTo>
                    <a:pt x="2649" y="0"/>
                  </a:lnTo>
                  <a:lnTo>
                    <a:pt x="5248" y="118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9" name="oPE_MapPart_VUT_11_159" descr="Vanuatu">
              <a:extLst>
                <a:ext uri="{FF2B5EF4-FFF2-40B4-BE49-F238E27FC236}">
                  <a16:creationId xmlns:a16="http://schemas.microsoft.com/office/drawing/2014/main" id="{B3584DF1-ABBF-5907-5114-15814D204E9D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10745009" y="3218176"/>
              <a:ext cx="3900" cy="5715"/>
            </a:xfrm>
            <a:custGeom>
              <a:avLst/>
              <a:gdLst/>
              <a:ahLst/>
              <a:cxnLst/>
              <a:rect l="0" t="0" r="0" b="0"/>
              <a:pathLst>
                <a:path w="3900" h="5715">
                  <a:moveTo>
                    <a:pt x="2250" y="5662"/>
                  </a:moveTo>
                  <a:lnTo>
                    <a:pt x="1200" y="5714"/>
                  </a:lnTo>
                  <a:lnTo>
                    <a:pt x="0" y="1132"/>
                  </a:lnTo>
                  <a:lnTo>
                    <a:pt x="2050" y="0"/>
                  </a:lnTo>
                  <a:lnTo>
                    <a:pt x="3899" y="1956"/>
                  </a:lnTo>
                  <a:lnTo>
                    <a:pt x="3749" y="4684"/>
                  </a:lnTo>
                  <a:lnTo>
                    <a:pt x="2550" y="50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0" name="oPE_MapPart_VUT_12_160" descr="Vanuatu">
              <a:extLst>
                <a:ext uri="{FF2B5EF4-FFF2-40B4-BE49-F238E27FC236}">
                  <a16:creationId xmlns:a16="http://schemas.microsoft.com/office/drawing/2014/main" id="{D945BF7D-B2EA-509E-AB7B-8FB20F4FF4DD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10809743" y="3405195"/>
              <a:ext cx="4399" cy="2771"/>
            </a:xfrm>
            <a:custGeom>
              <a:avLst/>
              <a:gdLst/>
              <a:ahLst/>
              <a:cxnLst/>
              <a:rect l="0" t="0" r="0" b="0"/>
              <a:pathLst>
                <a:path w="4399" h="2771">
                  <a:moveTo>
                    <a:pt x="4398" y="1172"/>
                  </a:moveTo>
                  <a:lnTo>
                    <a:pt x="3400" y="2770"/>
                  </a:lnTo>
                  <a:lnTo>
                    <a:pt x="0" y="1598"/>
                  </a:lnTo>
                  <a:lnTo>
                    <a:pt x="351" y="160"/>
                  </a:lnTo>
                  <a:lnTo>
                    <a:pt x="31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1" name="oPE_MapPart_VUT_13_161" descr="Vanuatu">
              <a:extLst>
                <a:ext uri="{FF2B5EF4-FFF2-40B4-BE49-F238E27FC236}">
                  <a16:creationId xmlns:a16="http://schemas.microsoft.com/office/drawing/2014/main" id="{60FCA640-87D0-A88A-AB93-5BBF1E4735A9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10795296" y="3380820"/>
              <a:ext cx="7599" cy="9651"/>
            </a:xfrm>
            <a:custGeom>
              <a:avLst/>
              <a:gdLst/>
              <a:ahLst/>
              <a:cxnLst/>
              <a:rect l="0" t="0" r="0" b="0"/>
              <a:pathLst>
                <a:path w="7599" h="9651">
                  <a:moveTo>
                    <a:pt x="7598" y="6466"/>
                  </a:moveTo>
                  <a:lnTo>
                    <a:pt x="6099" y="9650"/>
                  </a:lnTo>
                  <a:lnTo>
                    <a:pt x="3600" y="8907"/>
                  </a:lnTo>
                  <a:lnTo>
                    <a:pt x="0" y="4557"/>
                  </a:lnTo>
                  <a:lnTo>
                    <a:pt x="800" y="688"/>
                  </a:lnTo>
                  <a:lnTo>
                    <a:pt x="2051" y="0"/>
                  </a:lnTo>
                  <a:lnTo>
                    <a:pt x="3301" y="211"/>
                  </a:lnTo>
                  <a:lnTo>
                    <a:pt x="3950" y="40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2" name="oPE_MapPart_VUT_14_162" descr="Vanuatu">
              <a:extLst>
                <a:ext uri="{FF2B5EF4-FFF2-40B4-BE49-F238E27FC236}">
                  <a16:creationId xmlns:a16="http://schemas.microsoft.com/office/drawing/2014/main" id="{2BE7E525-1232-B67B-1E7D-5ED5DEE7B951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10788898" y="3360152"/>
              <a:ext cx="9649" cy="10720"/>
            </a:xfrm>
            <a:custGeom>
              <a:avLst/>
              <a:gdLst/>
              <a:ahLst/>
              <a:cxnLst/>
              <a:rect l="0" t="0" r="0" b="0"/>
              <a:pathLst>
                <a:path w="9649" h="10720">
                  <a:moveTo>
                    <a:pt x="9648" y="9451"/>
                  </a:moveTo>
                  <a:lnTo>
                    <a:pt x="7248" y="10719"/>
                  </a:lnTo>
                  <a:lnTo>
                    <a:pt x="0" y="7443"/>
                  </a:lnTo>
                  <a:lnTo>
                    <a:pt x="0" y="2638"/>
                  </a:lnTo>
                  <a:lnTo>
                    <a:pt x="800" y="791"/>
                  </a:lnTo>
                  <a:lnTo>
                    <a:pt x="2800" y="0"/>
                  </a:lnTo>
                  <a:lnTo>
                    <a:pt x="7449" y="4274"/>
                  </a:lnTo>
                  <a:lnTo>
                    <a:pt x="5949" y="5225"/>
                  </a:lnTo>
                  <a:lnTo>
                    <a:pt x="8548" y="73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3" name="oPE_MapPart_WLF_1_163" descr="Wallis und Futuna">
              <a:extLst>
                <a:ext uri="{FF2B5EF4-FFF2-40B4-BE49-F238E27FC236}">
                  <a16:creationId xmlns:a16="http://schemas.microsoft.com/office/drawing/2014/main" id="{7918DD24-2F89-3A2A-0896-95A314720DB7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1202953" y="3204247"/>
              <a:ext cx="1850" cy="3185"/>
            </a:xfrm>
            <a:custGeom>
              <a:avLst/>
              <a:gdLst/>
              <a:ahLst/>
              <a:cxnLst/>
              <a:rect l="0" t="0" r="0" b="0"/>
              <a:pathLst>
                <a:path w="1850" h="3185">
                  <a:moveTo>
                    <a:pt x="950" y="3184"/>
                  </a:moveTo>
                  <a:lnTo>
                    <a:pt x="0" y="2311"/>
                  </a:lnTo>
                  <a:lnTo>
                    <a:pt x="650" y="616"/>
                  </a:lnTo>
                  <a:lnTo>
                    <a:pt x="1300" y="0"/>
                  </a:lnTo>
                  <a:lnTo>
                    <a:pt x="1849" y="13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4" name="oPE_MapPart_WLF_2_164" descr="Wallis und Futuna">
              <a:extLst>
                <a:ext uri="{FF2B5EF4-FFF2-40B4-BE49-F238E27FC236}">
                  <a16:creationId xmlns:a16="http://schemas.microsoft.com/office/drawing/2014/main" id="{3D4110E4-F7A0-3831-3536-219115E60A4B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1147417" y="3233114"/>
              <a:ext cx="4200" cy="2529"/>
            </a:xfrm>
            <a:custGeom>
              <a:avLst/>
              <a:gdLst/>
              <a:ahLst/>
              <a:cxnLst/>
              <a:rect l="0" t="0" r="0" b="0"/>
              <a:pathLst>
                <a:path w="4200" h="2529">
                  <a:moveTo>
                    <a:pt x="4099" y="2528"/>
                  </a:moveTo>
                  <a:lnTo>
                    <a:pt x="1000" y="2321"/>
                  </a:lnTo>
                  <a:lnTo>
                    <a:pt x="0" y="722"/>
                  </a:lnTo>
                  <a:lnTo>
                    <a:pt x="450" y="0"/>
                  </a:lnTo>
                  <a:lnTo>
                    <a:pt x="4199" y="20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511078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oPE_Map_CONTINENT_ANTARCTICA_18" descr="Antarctica – Countries and Territories">
            <a:extLst>
              <a:ext uri="{FF2B5EF4-FFF2-40B4-BE49-F238E27FC236}">
                <a16:creationId xmlns:a16="http://schemas.microsoft.com/office/drawing/2014/main" id="{2D854FB6-7F88-EC6B-01D5-828438D136DB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97280" y="3057270"/>
            <a:ext cx="9997441" cy="743461"/>
            <a:chOff x="1097280" y="3057270"/>
            <a:chExt cx="9997441" cy="743461"/>
          </a:xfrm>
        </p:grpSpPr>
        <p:sp>
          <p:nvSpPr>
            <p:cNvPr id="2" name="oPE_MapPart_ATA_1_2" descr="Antarktika">
              <a:extLst>
                <a:ext uri="{FF2B5EF4-FFF2-40B4-BE49-F238E27FC236}">
                  <a16:creationId xmlns:a16="http://schemas.microsoft.com/office/drawing/2014/main" id="{077F7395-94A5-9AA9-2FFC-589B9F92478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97280" y="3057270"/>
              <a:ext cx="9997441" cy="743461"/>
            </a:xfrm>
            <a:custGeom>
              <a:avLst/>
              <a:gdLst/>
              <a:ahLst/>
              <a:cxnLst/>
              <a:rect l="0" t="0" r="0" b="0"/>
              <a:pathLst>
                <a:path w="9997441" h="743461">
                  <a:moveTo>
                    <a:pt x="3415226" y="4049"/>
                  </a:moveTo>
                  <a:lnTo>
                    <a:pt x="3417825" y="7748"/>
                  </a:lnTo>
                  <a:lnTo>
                    <a:pt x="3421874" y="9598"/>
                  </a:lnTo>
                  <a:lnTo>
                    <a:pt x="3420374" y="11247"/>
                  </a:lnTo>
                  <a:lnTo>
                    <a:pt x="3412476" y="11397"/>
                  </a:lnTo>
                  <a:lnTo>
                    <a:pt x="3411576" y="9598"/>
                  </a:lnTo>
                  <a:lnTo>
                    <a:pt x="3413076" y="8248"/>
                  </a:lnTo>
                  <a:lnTo>
                    <a:pt x="3411576" y="6998"/>
                  </a:lnTo>
                  <a:lnTo>
                    <a:pt x="3402979" y="7948"/>
                  </a:lnTo>
                  <a:lnTo>
                    <a:pt x="3380734" y="14896"/>
                  </a:lnTo>
                  <a:lnTo>
                    <a:pt x="3373236" y="19145"/>
                  </a:lnTo>
                  <a:lnTo>
                    <a:pt x="3364738" y="26643"/>
                  </a:lnTo>
                  <a:lnTo>
                    <a:pt x="3360090" y="26893"/>
                  </a:lnTo>
                  <a:lnTo>
                    <a:pt x="3358940" y="27993"/>
                  </a:lnTo>
                  <a:lnTo>
                    <a:pt x="3365838" y="29593"/>
                  </a:lnTo>
                  <a:lnTo>
                    <a:pt x="3365288" y="30892"/>
                  </a:lnTo>
                  <a:lnTo>
                    <a:pt x="3362889" y="31242"/>
                  </a:lnTo>
                  <a:lnTo>
                    <a:pt x="3365638" y="33842"/>
                  </a:lnTo>
                  <a:lnTo>
                    <a:pt x="3366188" y="36041"/>
                  </a:lnTo>
                  <a:lnTo>
                    <a:pt x="3363238" y="36391"/>
                  </a:lnTo>
                  <a:lnTo>
                    <a:pt x="3358840" y="33992"/>
                  </a:lnTo>
                  <a:lnTo>
                    <a:pt x="3353891" y="33792"/>
                  </a:lnTo>
                  <a:lnTo>
                    <a:pt x="3347442" y="31092"/>
                  </a:lnTo>
                  <a:lnTo>
                    <a:pt x="3345043" y="31442"/>
                  </a:lnTo>
                  <a:lnTo>
                    <a:pt x="3343244" y="33692"/>
                  </a:lnTo>
                  <a:lnTo>
                    <a:pt x="3344344" y="36191"/>
                  </a:lnTo>
                  <a:lnTo>
                    <a:pt x="3342294" y="37691"/>
                  </a:lnTo>
                  <a:lnTo>
                    <a:pt x="3339845" y="36991"/>
                  </a:lnTo>
                  <a:lnTo>
                    <a:pt x="3338995" y="33992"/>
                  </a:lnTo>
                  <a:lnTo>
                    <a:pt x="3333496" y="33442"/>
                  </a:lnTo>
                  <a:lnTo>
                    <a:pt x="3322999" y="36741"/>
                  </a:lnTo>
                  <a:lnTo>
                    <a:pt x="3303054" y="48738"/>
                  </a:lnTo>
                  <a:lnTo>
                    <a:pt x="3295506" y="49887"/>
                  </a:lnTo>
                  <a:lnTo>
                    <a:pt x="3285159" y="48888"/>
                  </a:lnTo>
                  <a:lnTo>
                    <a:pt x="3284259" y="50187"/>
                  </a:lnTo>
                  <a:lnTo>
                    <a:pt x="3288658" y="54386"/>
                  </a:lnTo>
                  <a:lnTo>
                    <a:pt x="3286308" y="55886"/>
                  </a:lnTo>
                  <a:lnTo>
                    <a:pt x="3280960" y="55786"/>
                  </a:lnTo>
                  <a:lnTo>
                    <a:pt x="3278410" y="54586"/>
                  </a:lnTo>
                  <a:lnTo>
                    <a:pt x="3272912" y="58435"/>
                  </a:lnTo>
                  <a:lnTo>
                    <a:pt x="3275461" y="61934"/>
                  </a:lnTo>
                  <a:lnTo>
                    <a:pt x="3282609" y="63784"/>
                  </a:lnTo>
                  <a:lnTo>
                    <a:pt x="3283709" y="65034"/>
                  </a:lnTo>
                  <a:lnTo>
                    <a:pt x="3277161" y="65583"/>
                  </a:lnTo>
                  <a:lnTo>
                    <a:pt x="3268463" y="72582"/>
                  </a:lnTo>
                  <a:lnTo>
                    <a:pt x="3268813" y="74681"/>
                  </a:lnTo>
                  <a:lnTo>
                    <a:pt x="3276811" y="80130"/>
                  </a:lnTo>
                  <a:lnTo>
                    <a:pt x="3281410" y="80330"/>
                  </a:lnTo>
                  <a:lnTo>
                    <a:pt x="3294757" y="78630"/>
                  </a:lnTo>
                  <a:lnTo>
                    <a:pt x="3297306" y="76481"/>
                  </a:lnTo>
                  <a:lnTo>
                    <a:pt x="3303604" y="76781"/>
                  </a:lnTo>
                  <a:lnTo>
                    <a:pt x="3307153" y="74831"/>
                  </a:lnTo>
                  <a:lnTo>
                    <a:pt x="3315301" y="75181"/>
                  </a:lnTo>
                  <a:lnTo>
                    <a:pt x="3316801" y="76431"/>
                  </a:lnTo>
                  <a:lnTo>
                    <a:pt x="3311802" y="79930"/>
                  </a:lnTo>
                  <a:lnTo>
                    <a:pt x="3308703" y="78830"/>
                  </a:lnTo>
                  <a:lnTo>
                    <a:pt x="3304454" y="80080"/>
                  </a:lnTo>
                  <a:lnTo>
                    <a:pt x="3307403" y="82329"/>
                  </a:lnTo>
                  <a:lnTo>
                    <a:pt x="3303904" y="86378"/>
                  </a:lnTo>
                  <a:lnTo>
                    <a:pt x="3301005" y="85078"/>
                  </a:lnTo>
                  <a:lnTo>
                    <a:pt x="3300555" y="82879"/>
                  </a:lnTo>
                  <a:lnTo>
                    <a:pt x="3292707" y="81029"/>
                  </a:lnTo>
                  <a:lnTo>
                    <a:pt x="3290108" y="83279"/>
                  </a:lnTo>
                  <a:lnTo>
                    <a:pt x="3285959" y="83929"/>
                  </a:lnTo>
                  <a:lnTo>
                    <a:pt x="3283709" y="88927"/>
                  </a:lnTo>
                  <a:lnTo>
                    <a:pt x="3281310" y="88178"/>
                  </a:lnTo>
                  <a:lnTo>
                    <a:pt x="3280410" y="85228"/>
                  </a:lnTo>
                  <a:lnTo>
                    <a:pt x="3273712" y="82829"/>
                  </a:lnTo>
                  <a:lnTo>
                    <a:pt x="3258016" y="83629"/>
                  </a:lnTo>
                  <a:lnTo>
                    <a:pt x="3255966" y="85628"/>
                  </a:lnTo>
                  <a:lnTo>
                    <a:pt x="3258865" y="87128"/>
                  </a:lnTo>
                  <a:lnTo>
                    <a:pt x="3259865" y="89127"/>
                  </a:lnTo>
                  <a:lnTo>
                    <a:pt x="3258766" y="92477"/>
                  </a:lnTo>
                  <a:lnTo>
                    <a:pt x="3261865" y="94276"/>
                  </a:lnTo>
                  <a:lnTo>
                    <a:pt x="3262015" y="96625"/>
                  </a:lnTo>
                  <a:lnTo>
                    <a:pt x="3259465" y="96625"/>
                  </a:lnTo>
                  <a:lnTo>
                    <a:pt x="3244169" y="86828"/>
                  </a:lnTo>
                  <a:lnTo>
                    <a:pt x="3242020" y="84329"/>
                  </a:lnTo>
                  <a:lnTo>
                    <a:pt x="3232872" y="83729"/>
                  </a:lnTo>
                  <a:lnTo>
                    <a:pt x="3228273" y="84729"/>
                  </a:lnTo>
                  <a:lnTo>
                    <a:pt x="3230972" y="87628"/>
                  </a:lnTo>
                  <a:lnTo>
                    <a:pt x="3228173" y="88378"/>
                  </a:lnTo>
                  <a:lnTo>
                    <a:pt x="3219226" y="95176"/>
                  </a:lnTo>
                  <a:lnTo>
                    <a:pt x="3226724" y="98125"/>
                  </a:lnTo>
                  <a:lnTo>
                    <a:pt x="3228223" y="101274"/>
                  </a:lnTo>
                  <a:lnTo>
                    <a:pt x="3220225" y="102774"/>
                  </a:lnTo>
                  <a:lnTo>
                    <a:pt x="3202330" y="99425"/>
                  </a:lnTo>
                  <a:lnTo>
                    <a:pt x="3199381" y="104023"/>
                  </a:lnTo>
                  <a:lnTo>
                    <a:pt x="3197032" y="105473"/>
                  </a:lnTo>
                  <a:lnTo>
                    <a:pt x="3197681" y="107673"/>
                  </a:lnTo>
                  <a:lnTo>
                    <a:pt x="3199581" y="108222"/>
                  </a:lnTo>
                  <a:lnTo>
                    <a:pt x="3192882" y="110722"/>
                  </a:lnTo>
                  <a:lnTo>
                    <a:pt x="3197581" y="111522"/>
                  </a:lnTo>
                  <a:lnTo>
                    <a:pt x="3198631" y="113321"/>
                  </a:lnTo>
                  <a:lnTo>
                    <a:pt x="3186734" y="114271"/>
                  </a:lnTo>
                  <a:lnTo>
                    <a:pt x="3183885" y="113421"/>
                  </a:lnTo>
                  <a:lnTo>
                    <a:pt x="3179636" y="115271"/>
                  </a:lnTo>
                  <a:lnTo>
                    <a:pt x="3179636" y="119470"/>
                  </a:lnTo>
                  <a:lnTo>
                    <a:pt x="3182035" y="123119"/>
                  </a:lnTo>
                  <a:lnTo>
                    <a:pt x="3177686" y="126668"/>
                  </a:lnTo>
                  <a:lnTo>
                    <a:pt x="3176986" y="129117"/>
                  </a:lnTo>
                  <a:lnTo>
                    <a:pt x="3180586" y="132816"/>
                  </a:lnTo>
                  <a:lnTo>
                    <a:pt x="3175887" y="136165"/>
                  </a:lnTo>
                  <a:lnTo>
                    <a:pt x="3187584" y="136465"/>
                  </a:lnTo>
                  <a:lnTo>
                    <a:pt x="3196832" y="134116"/>
                  </a:lnTo>
                  <a:lnTo>
                    <a:pt x="3198381" y="136115"/>
                  </a:lnTo>
                  <a:lnTo>
                    <a:pt x="3181085" y="141914"/>
                  </a:lnTo>
                  <a:lnTo>
                    <a:pt x="3193732" y="143863"/>
                  </a:lnTo>
                  <a:lnTo>
                    <a:pt x="3186934" y="148762"/>
                  </a:lnTo>
                  <a:lnTo>
                    <a:pt x="3196432" y="151261"/>
                  </a:lnTo>
                  <a:lnTo>
                    <a:pt x="3219226" y="153961"/>
                  </a:lnTo>
                  <a:lnTo>
                    <a:pt x="3217026" y="151611"/>
                  </a:lnTo>
                  <a:lnTo>
                    <a:pt x="3216676" y="148712"/>
                  </a:lnTo>
                  <a:lnTo>
                    <a:pt x="3223475" y="146363"/>
                  </a:lnTo>
                  <a:lnTo>
                    <a:pt x="3243170" y="144163"/>
                  </a:lnTo>
                  <a:lnTo>
                    <a:pt x="3251017" y="144863"/>
                  </a:lnTo>
                  <a:lnTo>
                    <a:pt x="3249718" y="146063"/>
                  </a:lnTo>
                  <a:lnTo>
                    <a:pt x="3239520" y="146413"/>
                  </a:lnTo>
                  <a:lnTo>
                    <a:pt x="3229523" y="149012"/>
                  </a:lnTo>
                  <a:lnTo>
                    <a:pt x="3227673" y="150112"/>
                  </a:lnTo>
                  <a:lnTo>
                    <a:pt x="3228423" y="152111"/>
                  </a:lnTo>
                  <a:lnTo>
                    <a:pt x="3239620" y="155060"/>
                  </a:lnTo>
                  <a:lnTo>
                    <a:pt x="3235871" y="158959"/>
                  </a:lnTo>
                  <a:lnTo>
                    <a:pt x="3236521" y="161509"/>
                  </a:lnTo>
                  <a:lnTo>
                    <a:pt x="3249318" y="169457"/>
                  </a:lnTo>
                  <a:lnTo>
                    <a:pt x="3260665" y="173556"/>
                  </a:lnTo>
                  <a:lnTo>
                    <a:pt x="3264414" y="176555"/>
                  </a:lnTo>
                  <a:lnTo>
                    <a:pt x="3265614" y="183303"/>
                  </a:lnTo>
                  <a:lnTo>
                    <a:pt x="3271312" y="188852"/>
                  </a:lnTo>
                  <a:lnTo>
                    <a:pt x="3278011" y="191451"/>
                  </a:lnTo>
                  <a:lnTo>
                    <a:pt x="3278761" y="193651"/>
                  </a:lnTo>
                  <a:lnTo>
                    <a:pt x="3276561" y="195850"/>
                  </a:lnTo>
                  <a:lnTo>
                    <a:pt x="3270912" y="194551"/>
                  </a:lnTo>
                  <a:lnTo>
                    <a:pt x="3267713" y="195850"/>
                  </a:lnTo>
                  <a:lnTo>
                    <a:pt x="3266464" y="198250"/>
                  </a:lnTo>
                  <a:lnTo>
                    <a:pt x="3276911" y="201899"/>
                  </a:lnTo>
                  <a:lnTo>
                    <a:pt x="3290707" y="201699"/>
                  </a:lnTo>
                  <a:lnTo>
                    <a:pt x="3291057" y="203948"/>
                  </a:lnTo>
                  <a:lnTo>
                    <a:pt x="3285359" y="206847"/>
                  </a:lnTo>
                  <a:lnTo>
                    <a:pt x="3277111" y="208347"/>
                  </a:lnTo>
                  <a:lnTo>
                    <a:pt x="3275811" y="210346"/>
                  </a:lnTo>
                  <a:lnTo>
                    <a:pt x="3278011" y="213095"/>
                  </a:lnTo>
                  <a:lnTo>
                    <a:pt x="3285209" y="211896"/>
                  </a:lnTo>
                  <a:lnTo>
                    <a:pt x="3296006" y="212196"/>
                  </a:lnTo>
                  <a:lnTo>
                    <a:pt x="3297706" y="215945"/>
                  </a:lnTo>
                  <a:lnTo>
                    <a:pt x="3305753" y="222643"/>
                  </a:lnTo>
                  <a:lnTo>
                    <a:pt x="3304604" y="224742"/>
                  </a:lnTo>
                  <a:lnTo>
                    <a:pt x="3300605" y="225342"/>
                  </a:lnTo>
                  <a:lnTo>
                    <a:pt x="3278061" y="234140"/>
                  </a:lnTo>
                  <a:lnTo>
                    <a:pt x="3289058" y="234640"/>
                  </a:lnTo>
                  <a:lnTo>
                    <a:pt x="3298755" y="231541"/>
                  </a:lnTo>
                  <a:lnTo>
                    <a:pt x="3302455" y="232191"/>
                  </a:lnTo>
                  <a:lnTo>
                    <a:pt x="3304854" y="234240"/>
                  </a:lnTo>
                  <a:lnTo>
                    <a:pt x="3306104" y="236639"/>
                  </a:lnTo>
                  <a:lnTo>
                    <a:pt x="3303754" y="238639"/>
                  </a:lnTo>
                  <a:lnTo>
                    <a:pt x="3278610" y="240938"/>
                  </a:lnTo>
                  <a:lnTo>
                    <a:pt x="3269813" y="244138"/>
                  </a:lnTo>
                  <a:lnTo>
                    <a:pt x="3279860" y="245587"/>
                  </a:lnTo>
                  <a:lnTo>
                    <a:pt x="3287258" y="245087"/>
                  </a:lnTo>
                  <a:lnTo>
                    <a:pt x="3296106" y="246787"/>
                  </a:lnTo>
                  <a:lnTo>
                    <a:pt x="3306054" y="245037"/>
                  </a:lnTo>
                  <a:lnTo>
                    <a:pt x="3312502" y="245637"/>
                  </a:lnTo>
                  <a:lnTo>
                    <a:pt x="3314002" y="253685"/>
                  </a:lnTo>
                  <a:lnTo>
                    <a:pt x="3312202" y="255485"/>
                  </a:lnTo>
                  <a:lnTo>
                    <a:pt x="3296956" y="256634"/>
                  </a:lnTo>
                  <a:lnTo>
                    <a:pt x="3296756" y="260334"/>
                  </a:lnTo>
                  <a:lnTo>
                    <a:pt x="3306404" y="263083"/>
                  </a:lnTo>
                  <a:lnTo>
                    <a:pt x="3312352" y="261583"/>
                  </a:lnTo>
                  <a:lnTo>
                    <a:pt x="3317701" y="262333"/>
                  </a:lnTo>
                  <a:lnTo>
                    <a:pt x="3317701" y="266732"/>
                  </a:lnTo>
                  <a:lnTo>
                    <a:pt x="3321799" y="271631"/>
                  </a:lnTo>
                  <a:lnTo>
                    <a:pt x="3325398" y="271881"/>
                  </a:lnTo>
                  <a:lnTo>
                    <a:pt x="3328348" y="269681"/>
                  </a:lnTo>
                  <a:lnTo>
                    <a:pt x="3332197" y="269681"/>
                  </a:lnTo>
                  <a:lnTo>
                    <a:pt x="3333696" y="272280"/>
                  </a:lnTo>
                  <a:lnTo>
                    <a:pt x="3332047" y="276679"/>
                  </a:lnTo>
                  <a:lnTo>
                    <a:pt x="3329097" y="279029"/>
                  </a:lnTo>
                  <a:lnTo>
                    <a:pt x="3316901" y="277279"/>
                  </a:lnTo>
                  <a:lnTo>
                    <a:pt x="3307603" y="280328"/>
                  </a:lnTo>
                  <a:lnTo>
                    <a:pt x="3302455" y="280528"/>
                  </a:lnTo>
                  <a:lnTo>
                    <a:pt x="3292807" y="276729"/>
                  </a:lnTo>
                  <a:lnTo>
                    <a:pt x="3276711" y="275530"/>
                  </a:lnTo>
                  <a:lnTo>
                    <a:pt x="3282859" y="278479"/>
                  </a:lnTo>
                  <a:lnTo>
                    <a:pt x="3287008" y="285277"/>
                  </a:lnTo>
                  <a:lnTo>
                    <a:pt x="3293457" y="284377"/>
                  </a:lnTo>
                  <a:lnTo>
                    <a:pt x="3302504" y="286377"/>
                  </a:lnTo>
                  <a:lnTo>
                    <a:pt x="3308053" y="288426"/>
                  </a:lnTo>
                  <a:lnTo>
                    <a:pt x="3310553" y="291176"/>
                  </a:lnTo>
                  <a:lnTo>
                    <a:pt x="3307403" y="295575"/>
                  </a:lnTo>
                  <a:lnTo>
                    <a:pt x="3302254" y="297224"/>
                  </a:lnTo>
                  <a:lnTo>
                    <a:pt x="3299055" y="297974"/>
                  </a:lnTo>
                  <a:lnTo>
                    <a:pt x="3289558" y="296274"/>
                  </a:lnTo>
                  <a:lnTo>
                    <a:pt x="3285509" y="297074"/>
                  </a:lnTo>
                  <a:lnTo>
                    <a:pt x="3284109" y="299074"/>
                  </a:lnTo>
                  <a:lnTo>
                    <a:pt x="3281410" y="300073"/>
                  </a:lnTo>
                  <a:lnTo>
                    <a:pt x="3295856" y="300173"/>
                  </a:lnTo>
                  <a:lnTo>
                    <a:pt x="3300255" y="300723"/>
                  </a:lnTo>
                  <a:lnTo>
                    <a:pt x="3303554" y="302573"/>
                  </a:lnTo>
                  <a:lnTo>
                    <a:pt x="3298405" y="304972"/>
                  </a:lnTo>
                  <a:lnTo>
                    <a:pt x="3288858" y="304572"/>
                  </a:lnTo>
                  <a:lnTo>
                    <a:pt x="3281310" y="307222"/>
                  </a:lnTo>
                  <a:lnTo>
                    <a:pt x="3295506" y="308321"/>
                  </a:lnTo>
                  <a:lnTo>
                    <a:pt x="3310702" y="305872"/>
                  </a:lnTo>
                  <a:lnTo>
                    <a:pt x="3312902" y="307722"/>
                  </a:lnTo>
                  <a:lnTo>
                    <a:pt x="3304404" y="312470"/>
                  </a:lnTo>
                  <a:lnTo>
                    <a:pt x="3286958" y="313420"/>
                  </a:lnTo>
                  <a:lnTo>
                    <a:pt x="3270413" y="311421"/>
                  </a:lnTo>
                  <a:lnTo>
                    <a:pt x="3270662" y="313220"/>
                  </a:lnTo>
                  <a:lnTo>
                    <a:pt x="3279860" y="318968"/>
                  </a:lnTo>
                  <a:lnTo>
                    <a:pt x="3280960" y="320768"/>
                  </a:lnTo>
                  <a:lnTo>
                    <a:pt x="3278961" y="323117"/>
                  </a:lnTo>
                  <a:lnTo>
                    <a:pt x="3266614" y="325617"/>
                  </a:lnTo>
                  <a:lnTo>
                    <a:pt x="3261215" y="324067"/>
                  </a:lnTo>
                  <a:lnTo>
                    <a:pt x="3257266" y="319668"/>
                  </a:lnTo>
                  <a:lnTo>
                    <a:pt x="3244219" y="318169"/>
                  </a:lnTo>
                  <a:lnTo>
                    <a:pt x="3245669" y="322767"/>
                  </a:lnTo>
                  <a:lnTo>
                    <a:pt x="3243669" y="324417"/>
                  </a:lnTo>
                  <a:lnTo>
                    <a:pt x="3239271" y="323567"/>
                  </a:lnTo>
                  <a:lnTo>
                    <a:pt x="3223475" y="327066"/>
                  </a:lnTo>
                  <a:lnTo>
                    <a:pt x="3239820" y="327916"/>
                  </a:lnTo>
                  <a:lnTo>
                    <a:pt x="3244369" y="330115"/>
                  </a:lnTo>
                  <a:lnTo>
                    <a:pt x="3242770" y="331215"/>
                  </a:lnTo>
                  <a:lnTo>
                    <a:pt x="3225374" y="332665"/>
                  </a:lnTo>
                  <a:lnTo>
                    <a:pt x="3213627" y="335064"/>
                  </a:lnTo>
                  <a:lnTo>
                    <a:pt x="3240720" y="336714"/>
                  </a:lnTo>
                  <a:lnTo>
                    <a:pt x="3242020" y="338013"/>
                  </a:lnTo>
                  <a:lnTo>
                    <a:pt x="3239070" y="339463"/>
                  </a:lnTo>
                  <a:lnTo>
                    <a:pt x="3155592" y="355109"/>
                  </a:lnTo>
                  <a:lnTo>
                    <a:pt x="3123700" y="357759"/>
                  </a:lnTo>
                  <a:lnTo>
                    <a:pt x="3074113" y="364457"/>
                  </a:lnTo>
                  <a:lnTo>
                    <a:pt x="3057117" y="369206"/>
                  </a:lnTo>
                  <a:lnTo>
                    <a:pt x="3052119" y="372905"/>
                  </a:lnTo>
                  <a:lnTo>
                    <a:pt x="3048919" y="373455"/>
                  </a:lnTo>
                  <a:lnTo>
                    <a:pt x="3029924" y="375254"/>
                  </a:lnTo>
                  <a:lnTo>
                    <a:pt x="3004830" y="375604"/>
                  </a:lnTo>
                  <a:lnTo>
                    <a:pt x="2979187" y="373854"/>
                  </a:lnTo>
                  <a:lnTo>
                    <a:pt x="2947045" y="374054"/>
                  </a:lnTo>
                  <a:lnTo>
                    <a:pt x="2908455" y="370855"/>
                  </a:lnTo>
                  <a:lnTo>
                    <a:pt x="2855119" y="372205"/>
                  </a:lnTo>
                  <a:lnTo>
                    <a:pt x="2852420" y="374204"/>
                  </a:lnTo>
                  <a:lnTo>
                    <a:pt x="2855719" y="377853"/>
                  </a:lnTo>
                  <a:lnTo>
                    <a:pt x="2881262" y="390150"/>
                  </a:lnTo>
                  <a:lnTo>
                    <a:pt x="2905156" y="395649"/>
                  </a:lnTo>
                  <a:lnTo>
                    <a:pt x="2927550" y="395749"/>
                  </a:lnTo>
                  <a:lnTo>
                    <a:pt x="2975588" y="398898"/>
                  </a:lnTo>
                  <a:lnTo>
                    <a:pt x="2974938" y="401747"/>
                  </a:lnTo>
                  <a:lnTo>
                    <a:pt x="2964491" y="407346"/>
                  </a:lnTo>
                  <a:lnTo>
                    <a:pt x="2957993" y="409446"/>
                  </a:lnTo>
                  <a:lnTo>
                    <a:pt x="2942497" y="413295"/>
                  </a:lnTo>
                  <a:lnTo>
                    <a:pt x="2921152" y="415194"/>
                  </a:lnTo>
                  <a:lnTo>
                    <a:pt x="2760343" y="403397"/>
                  </a:lnTo>
                  <a:lnTo>
                    <a:pt x="2746447" y="405846"/>
                  </a:lnTo>
                  <a:lnTo>
                    <a:pt x="2733150" y="405996"/>
                  </a:lnTo>
                  <a:lnTo>
                    <a:pt x="2848371" y="422342"/>
                  </a:lnTo>
                  <a:lnTo>
                    <a:pt x="2847821" y="425841"/>
                  </a:lnTo>
                  <a:lnTo>
                    <a:pt x="2845222" y="428590"/>
                  </a:lnTo>
                  <a:lnTo>
                    <a:pt x="2836224" y="430990"/>
                  </a:lnTo>
                  <a:lnTo>
                    <a:pt x="2768941" y="433089"/>
                  </a:lnTo>
                  <a:lnTo>
                    <a:pt x="2704607" y="421692"/>
                  </a:lnTo>
                  <a:lnTo>
                    <a:pt x="2672116" y="409795"/>
                  </a:lnTo>
                  <a:lnTo>
                    <a:pt x="2674665" y="414394"/>
                  </a:lnTo>
                  <a:lnTo>
                    <a:pt x="2686912" y="420193"/>
                  </a:lnTo>
                  <a:lnTo>
                    <a:pt x="2687462" y="421392"/>
                  </a:lnTo>
                  <a:lnTo>
                    <a:pt x="2678614" y="420143"/>
                  </a:lnTo>
                  <a:lnTo>
                    <a:pt x="2674165" y="421492"/>
                  </a:lnTo>
                  <a:lnTo>
                    <a:pt x="2672566" y="423092"/>
                  </a:lnTo>
                  <a:lnTo>
                    <a:pt x="2677214" y="427241"/>
                  </a:lnTo>
                  <a:lnTo>
                    <a:pt x="2686512" y="431740"/>
                  </a:lnTo>
                  <a:lnTo>
                    <a:pt x="2730951" y="440787"/>
                  </a:lnTo>
                  <a:lnTo>
                    <a:pt x="2743148" y="446286"/>
                  </a:lnTo>
                  <a:lnTo>
                    <a:pt x="2744748" y="449135"/>
                  </a:lnTo>
                  <a:lnTo>
                    <a:pt x="2752295" y="451984"/>
                  </a:lnTo>
                  <a:lnTo>
                    <a:pt x="2762193" y="452284"/>
                  </a:lnTo>
                  <a:lnTo>
                    <a:pt x="2763792" y="449885"/>
                  </a:lnTo>
                  <a:lnTo>
                    <a:pt x="2763492" y="446936"/>
                  </a:lnTo>
                  <a:lnTo>
                    <a:pt x="2772890" y="445486"/>
                  </a:lnTo>
                  <a:lnTo>
                    <a:pt x="2874264" y="447086"/>
                  </a:lnTo>
                  <a:lnTo>
                    <a:pt x="2882112" y="448785"/>
                  </a:lnTo>
                  <a:lnTo>
                    <a:pt x="2885211" y="450935"/>
                  </a:lnTo>
                  <a:lnTo>
                    <a:pt x="2887261" y="455433"/>
                  </a:lnTo>
                  <a:lnTo>
                    <a:pt x="2872665" y="463131"/>
                  </a:lnTo>
                  <a:lnTo>
                    <a:pt x="2854219" y="465631"/>
                  </a:lnTo>
                  <a:lnTo>
                    <a:pt x="2840873" y="466081"/>
                  </a:lnTo>
                  <a:lnTo>
                    <a:pt x="2786486" y="465731"/>
                  </a:lnTo>
                  <a:lnTo>
                    <a:pt x="2827726" y="470430"/>
                  </a:lnTo>
                  <a:lnTo>
                    <a:pt x="2876813" y="468430"/>
                  </a:lnTo>
                  <a:lnTo>
                    <a:pt x="2896208" y="476428"/>
                  </a:lnTo>
                  <a:lnTo>
                    <a:pt x="2902207" y="482926"/>
                  </a:lnTo>
                  <a:lnTo>
                    <a:pt x="2909355" y="488075"/>
                  </a:lnTo>
                  <a:lnTo>
                    <a:pt x="2913804" y="489675"/>
                  </a:lnTo>
                  <a:lnTo>
                    <a:pt x="2921302" y="490425"/>
                  </a:lnTo>
                  <a:lnTo>
                    <a:pt x="2945396" y="488475"/>
                  </a:lnTo>
                  <a:lnTo>
                    <a:pt x="2970639" y="491274"/>
                  </a:lnTo>
                  <a:lnTo>
                    <a:pt x="3026525" y="482977"/>
                  </a:lnTo>
                  <a:lnTo>
                    <a:pt x="3035673" y="483177"/>
                  </a:lnTo>
                  <a:lnTo>
                    <a:pt x="3039222" y="483776"/>
                  </a:lnTo>
                  <a:lnTo>
                    <a:pt x="3048120" y="489575"/>
                  </a:lnTo>
                  <a:lnTo>
                    <a:pt x="3061116" y="492524"/>
                  </a:lnTo>
                  <a:lnTo>
                    <a:pt x="3077512" y="493724"/>
                  </a:lnTo>
                  <a:lnTo>
                    <a:pt x="3093958" y="492674"/>
                  </a:lnTo>
                  <a:lnTo>
                    <a:pt x="3101256" y="493674"/>
                  </a:lnTo>
                  <a:lnTo>
                    <a:pt x="3102406" y="495623"/>
                  </a:lnTo>
                  <a:lnTo>
                    <a:pt x="3106305" y="497173"/>
                  </a:lnTo>
                  <a:lnTo>
                    <a:pt x="3177686" y="506371"/>
                  </a:lnTo>
                  <a:lnTo>
                    <a:pt x="3200581" y="508070"/>
                  </a:lnTo>
                  <a:lnTo>
                    <a:pt x="3267114" y="509570"/>
                  </a:lnTo>
                  <a:lnTo>
                    <a:pt x="3272362" y="511219"/>
                  </a:lnTo>
                  <a:lnTo>
                    <a:pt x="3261915" y="512419"/>
                  </a:lnTo>
                  <a:lnTo>
                    <a:pt x="3202080" y="511669"/>
                  </a:lnTo>
                  <a:lnTo>
                    <a:pt x="3176437" y="513819"/>
                  </a:lnTo>
                  <a:lnTo>
                    <a:pt x="3180136" y="515118"/>
                  </a:lnTo>
                  <a:lnTo>
                    <a:pt x="3216126" y="515668"/>
                  </a:lnTo>
                  <a:lnTo>
                    <a:pt x="3217576" y="517718"/>
                  </a:lnTo>
                  <a:lnTo>
                    <a:pt x="3168189" y="518617"/>
                  </a:lnTo>
                  <a:lnTo>
                    <a:pt x="3162140" y="520067"/>
                  </a:lnTo>
                  <a:lnTo>
                    <a:pt x="3170188" y="521167"/>
                  </a:lnTo>
                  <a:lnTo>
                    <a:pt x="3171788" y="522616"/>
                  </a:lnTo>
                  <a:lnTo>
                    <a:pt x="3168289" y="526416"/>
                  </a:lnTo>
                  <a:lnTo>
                    <a:pt x="3173787" y="529115"/>
                  </a:lnTo>
                  <a:lnTo>
                    <a:pt x="3181835" y="529115"/>
                  </a:lnTo>
                  <a:lnTo>
                    <a:pt x="3195882" y="531614"/>
                  </a:lnTo>
                  <a:lnTo>
                    <a:pt x="3210378" y="531764"/>
                  </a:lnTo>
                  <a:lnTo>
                    <a:pt x="3227723" y="529815"/>
                  </a:lnTo>
                  <a:lnTo>
                    <a:pt x="3259016" y="528665"/>
                  </a:lnTo>
                  <a:lnTo>
                    <a:pt x="3279660" y="528865"/>
                  </a:lnTo>
                  <a:lnTo>
                    <a:pt x="3308603" y="526516"/>
                  </a:lnTo>
                  <a:lnTo>
                    <a:pt x="3317801" y="526915"/>
                  </a:lnTo>
                  <a:lnTo>
                    <a:pt x="3274312" y="534313"/>
                  </a:lnTo>
                  <a:lnTo>
                    <a:pt x="3256516" y="536013"/>
                  </a:lnTo>
                  <a:lnTo>
                    <a:pt x="3264014" y="541312"/>
                  </a:lnTo>
                  <a:lnTo>
                    <a:pt x="3273362" y="544161"/>
                  </a:lnTo>
                  <a:lnTo>
                    <a:pt x="3279260" y="548460"/>
                  </a:lnTo>
                  <a:lnTo>
                    <a:pt x="3285009" y="549409"/>
                  </a:lnTo>
                  <a:lnTo>
                    <a:pt x="3296006" y="547410"/>
                  </a:lnTo>
                  <a:lnTo>
                    <a:pt x="3298655" y="548909"/>
                  </a:lnTo>
                  <a:lnTo>
                    <a:pt x="3299155" y="551859"/>
                  </a:lnTo>
                  <a:lnTo>
                    <a:pt x="3288308" y="558607"/>
                  </a:lnTo>
                  <a:lnTo>
                    <a:pt x="3292907" y="560107"/>
                  </a:lnTo>
                  <a:lnTo>
                    <a:pt x="3345943" y="561856"/>
                  </a:lnTo>
                  <a:lnTo>
                    <a:pt x="3400329" y="546060"/>
                  </a:lnTo>
                  <a:lnTo>
                    <a:pt x="3434721" y="538912"/>
                  </a:lnTo>
                  <a:lnTo>
                    <a:pt x="3449117" y="534613"/>
                  </a:lnTo>
                  <a:lnTo>
                    <a:pt x="3463163" y="534263"/>
                  </a:lnTo>
                  <a:lnTo>
                    <a:pt x="3499504" y="526915"/>
                  </a:lnTo>
                  <a:lnTo>
                    <a:pt x="3517450" y="525366"/>
                  </a:lnTo>
                  <a:lnTo>
                    <a:pt x="3543143" y="525066"/>
                  </a:lnTo>
                  <a:lnTo>
                    <a:pt x="3592030" y="520667"/>
                  </a:lnTo>
                  <a:lnTo>
                    <a:pt x="3655714" y="518368"/>
                  </a:lnTo>
                  <a:lnTo>
                    <a:pt x="3683507" y="521467"/>
                  </a:lnTo>
                  <a:lnTo>
                    <a:pt x="3714099" y="519867"/>
                  </a:lnTo>
                  <a:lnTo>
                    <a:pt x="3717948" y="522467"/>
                  </a:lnTo>
                  <a:lnTo>
                    <a:pt x="3719997" y="525766"/>
                  </a:lnTo>
                  <a:lnTo>
                    <a:pt x="3715749" y="528865"/>
                  </a:lnTo>
                  <a:lnTo>
                    <a:pt x="3708800" y="530764"/>
                  </a:lnTo>
                  <a:lnTo>
                    <a:pt x="3706901" y="533964"/>
                  </a:lnTo>
                  <a:lnTo>
                    <a:pt x="3716398" y="535563"/>
                  </a:lnTo>
                  <a:lnTo>
                    <a:pt x="3747840" y="533514"/>
                  </a:lnTo>
                  <a:lnTo>
                    <a:pt x="3768685" y="530165"/>
                  </a:lnTo>
                  <a:lnTo>
                    <a:pt x="3775033" y="530564"/>
                  </a:lnTo>
                  <a:lnTo>
                    <a:pt x="3785980" y="528865"/>
                  </a:lnTo>
                  <a:lnTo>
                    <a:pt x="3799577" y="521817"/>
                  </a:lnTo>
                  <a:lnTo>
                    <a:pt x="3831069" y="510170"/>
                  </a:lnTo>
                  <a:lnTo>
                    <a:pt x="3848065" y="501822"/>
                  </a:lnTo>
                  <a:lnTo>
                    <a:pt x="3856613" y="499522"/>
                  </a:lnTo>
                  <a:lnTo>
                    <a:pt x="3875658" y="498173"/>
                  </a:lnTo>
                  <a:lnTo>
                    <a:pt x="3921996" y="490325"/>
                  </a:lnTo>
                  <a:lnTo>
                    <a:pt x="3965385" y="495323"/>
                  </a:lnTo>
                  <a:lnTo>
                    <a:pt x="3976432" y="492874"/>
                  </a:lnTo>
                  <a:lnTo>
                    <a:pt x="3999926" y="490525"/>
                  </a:lnTo>
                  <a:lnTo>
                    <a:pt x="4017671" y="483876"/>
                  </a:lnTo>
                  <a:lnTo>
                    <a:pt x="4102949" y="478578"/>
                  </a:lnTo>
                  <a:lnTo>
                    <a:pt x="4129143" y="478278"/>
                  </a:lnTo>
                  <a:lnTo>
                    <a:pt x="4137390" y="474379"/>
                  </a:lnTo>
                  <a:lnTo>
                    <a:pt x="4178630" y="470830"/>
                  </a:lnTo>
                  <a:lnTo>
                    <a:pt x="4325542" y="467530"/>
                  </a:lnTo>
                  <a:lnTo>
                    <a:pt x="4344037" y="464831"/>
                  </a:lnTo>
                  <a:lnTo>
                    <a:pt x="4348686" y="461882"/>
                  </a:lnTo>
                  <a:lnTo>
                    <a:pt x="4323893" y="459432"/>
                  </a:lnTo>
                  <a:lnTo>
                    <a:pt x="4166983" y="454684"/>
                  </a:lnTo>
                  <a:lnTo>
                    <a:pt x="4159735" y="451484"/>
                  </a:lnTo>
                  <a:lnTo>
                    <a:pt x="4160635" y="446486"/>
                  </a:lnTo>
                  <a:lnTo>
                    <a:pt x="4156835" y="442537"/>
                  </a:lnTo>
                  <a:lnTo>
                    <a:pt x="4147688" y="441487"/>
                  </a:lnTo>
                  <a:lnTo>
                    <a:pt x="4082455" y="444386"/>
                  </a:lnTo>
                  <a:lnTo>
                    <a:pt x="4049013" y="441087"/>
                  </a:lnTo>
                  <a:lnTo>
                    <a:pt x="4012423" y="436188"/>
                  </a:lnTo>
                  <a:lnTo>
                    <a:pt x="3992328" y="431740"/>
                  </a:lnTo>
                  <a:lnTo>
                    <a:pt x="3991578" y="427341"/>
                  </a:lnTo>
                  <a:lnTo>
                    <a:pt x="3993977" y="423292"/>
                  </a:lnTo>
                  <a:lnTo>
                    <a:pt x="4012622" y="411395"/>
                  </a:lnTo>
                  <a:lnTo>
                    <a:pt x="4024319" y="405746"/>
                  </a:lnTo>
                  <a:lnTo>
                    <a:pt x="4032067" y="405297"/>
                  </a:lnTo>
                  <a:lnTo>
                    <a:pt x="4039215" y="402747"/>
                  </a:lnTo>
                  <a:lnTo>
                    <a:pt x="4046464" y="396999"/>
                  </a:lnTo>
                  <a:lnTo>
                    <a:pt x="4052412" y="394299"/>
                  </a:lnTo>
                  <a:lnTo>
                    <a:pt x="4093002" y="386401"/>
                  </a:lnTo>
                  <a:lnTo>
                    <a:pt x="4108298" y="386951"/>
                  </a:lnTo>
                  <a:lnTo>
                    <a:pt x="4119045" y="383402"/>
                  </a:lnTo>
                  <a:lnTo>
                    <a:pt x="4152037" y="375904"/>
                  </a:lnTo>
                  <a:lnTo>
                    <a:pt x="4159435" y="373055"/>
                  </a:lnTo>
                  <a:lnTo>
                    <a:pt x="4195226" y="365007"/>
                  </a:lnTo>
                  <a:lnTo>
                    <a:pt x="4245163" y="359108"/>
                  </a:lnTo>
                  <a:lnTo>
                    <a:pt x="4275055" y="353510"/>
                  </a:lnTo>
                  <a:lnTo>
                    <a:pt x="4324743" y="348261"/>
                  </a:lnTo>
                  <a:lnTo>
                    <a:pt x="4374830" y="345312"/>
                  </a:lnTo>
                  <a:lnTo>
                    <a:pt x="4403472" y="345911"/>
                  </a:lnTo>
                  <a:lnTo>
                    <a:pt x="4421568" y="343462"/>
                  </a:lnTo>
                  <a:lnTo>
                    <a:pt x="4429766" y="340613"/>
                  </a:lnTo>
                  <a:lnTo>
                    <a:pt x="4457408" y="341963"/>
                  </a:lnTo>
                  <a:lnTo>
                    <a:pt x="4490400" y="338913"/>
                  </a:lnTo>
                  <a:lnTo>
                    <a:pt x="4484502" y="337764"/>
                  </a:lnTo>
                  <a:lnTo>
                    <a:pt x="4478053" y="333665"/>
                  </a:lnTo>
                  <a:lnTo>
                    <a:pt x="4484502" y="328416"/>
                  </a:lnTo>
                  <a:lnTo>
                    <a:pt x="4492699" y="326266"/>
                  </a:lnTo>
                  <a:lnTo>
                    <a:pt x="4500998" y="318619"/>
                  </a:lnTo>
                  <a:lnTo>
                    <a:pt x="4514494" y="309721"/>
                  </a:lnTo>
                  <a:lnTo>
                    <a:pt x="4518293" y="308471"/>
                  </a:lnTo>
                  <a:lnTo>
                    <a:pt x="4542437" y="308171"/>
                  </a:lnTo>
                  <a:lnTo>
                    <a:pt x="4563481" y="310471"/>
                  </a:lnTo>
                  <a:lnTo>
                    <a:pt x="4574128" y="306972"/>
                  </a:lnTo>
                  <a:lnTo>
                    <a:pt x="4593974" y="297424"/>
                  </a:lnTo>
                  <a:lnTo>
                    <a:pt x="4592974" y="295075"/>
                  </a:lnTo>
                  <a:lnTo>
                    <a:pt x="4561382" y="297674"/>
                  </a:lnTo>
                  <a:lnTo>
                    <a:pt x="4548285" y="296824"/>
                  </a:lnTo>
                  <a:lnTo>
                    <a:pt x="4546586" y="295475"/>
                  </a:lnTo>
                  <a:lnTo>
                    <a:pt x="4554284" y="294075"/>
                  </a:lnTo>
                  <a:lnTo>
                    <a:pt x="4556183" y="292425"/>
                  </a:lnTo>
                  <a:lnTo>
                    <a:pt x="4539988" y="289276"/>
                  </a:lnTo>
                  <a:lnTo>
                    <a:pt x="4542287" y="283228"/>
                  </a:lnTo>
                  <a:lnTo>
                    <a:pt x="4565631" y="274080"/>
                  </a:lnTo>
                  <a:lnTo>
                    <a:pt x="4581977" y="272730"/>
                  </a:lnTo>
                  <a:lnTo>
                    <a:pt x="4601022" y="274830"/>
                  </a:lnTo>
                  <a:lnTo>
                    <a:pt x="4605371" y="274230"/>
                  </a:lnTo>
                  <a:lnTo>
                    <a:pt x="4609920" y="271431"/>
                  </a:lnTo>
                  <a:lnTo>
                    <a:pt x="4605271" y="267032"/>
                  </a:lnTo>
                  <a:lnTo>
                    <a:pt x="4601672" y="265432"/>
                  </a:lnTo>
                  <a:lnTo>
                    <a:pt x="4601672" y="263983"/>
                  </a:lnTo>
                  <a:lnTo>
                    <a:pt x="4631914" y="265432"/>
                  </a:lnTo>
                  <a:lnTo>
                    <a:pt x="4644711" y="261083"/>
                  </a:lnTo>
                  <a:lnTo>
                    <a:pt x="4679452" y="255085"/>
                  </a:lnTo>
                  <a:lnTo>
                    <a:pt x="4694398" y="240938"/>
                  </a:lnTo>
                  <a:lnTo>
                    <a:pt x="4692998" y="236939"/>
                  </a:lnTo>
                  <a:lnTo>
                    <a:pt x="4684000" y="237689"/>
                  </a:lnTo>
                  <a:lnTo>
                    <a:pt x="4661356" y="232890"/>
                  </a:lnTo>
                  <a:lnTo>
                    <a:pt x="4655708" y="226692"/>
                  </a:lnTo>
                  <a:lnTo>
                    <a:pt x="4663406" y="224093"/>
                  </a:lnTo>
                  <a:lnTo>
                    <a:pt x="4667505" y="223893"/>
                  </a:lnTo>
                  <a:lnTo>
                    <a:pt x="4674853" y="225042"/>
                  </a:lnTo>
                  <a:lnTo>
                    <a:pt x="4694098" y="231441"/>
                  </a:lnTo>
                  <a:lnTo>
                    <a:pt x="4698097" y="231241"/>
                  </a:lnTo>
                  <a:lnTo>
                    <a:pt x="4706595" y="224093"/>
                  </a:lnTo>
                  <a:lnTo>
                    <a:pt x="4720091" y="219494"/>
                  </a:lnTo>
                  <a:lnTo>
                    <a:pt x="4717592" y="217544"/>
                  </a:lnTo>
                  <a:lnTo>
                    <a:pt x="4711844" y="216545"/>
                  </a:lnTo>
                  <a:lnTo>
                    <a:pt x="4710993" y="215395"/>
                  </a:lnTo>
                  <a:lnTo>
                    <a:pt x="4713493" y="214095"/>
                  </a:lnTo>
                  <a:lnTo>
                    <a:pt x="4718292" y="213845"/>
                  </a:lnTo>
                  <a:lnTo>
                    <a:pt x="4724141" y="216645"/>
                  </a:lnTo>
                  <a:lnTo>
                    <a:pt x="4742386" y="220693"/>
                  </a:lnTo>
                  <a:lnTo>
                    <a:pt x="4749734" y="225892"/>
                  </a:lnTo>
                  <a:lnTo>
                    <a:pt x="4758582" y="234540"/>
                  </a:lnTo>
                  <a:lnTo>
                    <a:pt x="4778876" y="233490"/>
                  </a:lnTo>
                  <a:lnTo>
                    <a:pt x="4784525" y="231041"/>
                  </a:lnTo>
                  <a:lnTo>
                    <a:pt x="4785724" y="224892"/>
                  </a:lnTo>
                  <a:lnTo>
                    <a:pt x="4787924" y="222093"/>
                  </a:lnTo>
                  <a:lnTo>
                    <a:pt x="4787174" y="219244"/>
                  </a:lnTo>
                  <a:lnTo>
                    <a:pt x="4780076" y="214195"/>
                  </a:lnTo>
                  <a:lnTo>
                    <a:pt x="4780576" y="212646"/>
                  </a:lnTo>
                  <a:lnTo>
                    <a:pt x="4783425" y="211496"/>
                  </a:lnTo>
                  <a:lnTo>
                    <a:pt x="4793522" y="209946"/>
                  </a:lnTo>
                  <a:lnTo>
                    <a:pt x="4808819" y="211546"/>
                  </a:lnTo>
                  <a:lnTo>
                    <a:pt x="4833862" y="207897"/>
                  </a:lnTo>
                  <a:lnTo>
                    <a:pt x="4840561" y="208797"/>
                  </a:lnTo>
                  <a:lnTo>
                    <a:pt x="4843560" y="211896"/>
                  </a:lnTo>
                  <a:lnTo>
                    <a:pt x="4840210" y="214995"/>
                  </a:lnTo>
                  <a:lnTo>
                    <a:pt x="4829863" y="220144"/>
                  </a:lnTo>
                  <a:lnTo>
                    <a:pt x="4828813" y="224942"/>
                  </a:lnTo>
                  <a:lnTo>
                    <a:pt x="4875152" y="224992"/>
                  </a:lnTo>
                  <a:lnTo>
                    <a:pt x="4895596" y="226292"/>
                  </a:lnTo>
                  <a:lnTo>
                    <a:pt x="4926238" y="224792"/>
                  </a:lnTo>
                  <a:lnTo>
                    <a:pt x="4935936" y="225792"/>
                  </a:lnTo>
                  <a:lnTo>
                    <a:pt x="4942784" y="227892"/>
                  </a:lnTo>
                  <a:lnTo>
                    <a:pt x="4957031" y="227342"/>
                  </a:lnTo>
                  <a:lnTo>
                    <a:pt x="4961130" y="226592"/>
                  </a:lnTo>
                  <a:lnTo>
                    <a:pt x="4964929" y="223743"/>
                  </a:lnTo>
                  <a:lnTo>
                    <a:pt x="4969078" y="223243"/>
                  </a:lnTo>
                  <a:lnTo>
                    <a:pt x="4973826" y="225542"/>
                  </a:lnTo>
                  <a:lnTo>
                    <a:pt x="4975376" y="230841"/>
                  </a:lnTo>
                  <a:lnTo>
                    <a:pt x="4977625" y="233390"/>
                  </a:lnTo>
                  <a:lnTo>
                    <a:pt x="4983624" y="235640"/>
                  </a:lnTo>
                  <a:lnTo>
                    <a:pt x="5003019" y="226942"/>
                  </a:lnTo>
                  <a:lnTo>
                    <a:pt x="5013666" y="223493"/>
                  </a:lnTo>
                  <a:lnTo>
                    <a:pt x="5051706" y="215945"/>
                  </a:lnTo>
                  <a:lnTo>
                    <a:pt x="5140733" y="206297"/>
                  </a:lnTo>
                  <a:lnTo>
                    <a:pt x="5179474" y="204398"/>
                  </a:lnTo>
                  <a:lnTo>
                    <a:pt x="5204268" y="201849"/>
                  </a:lnTo>
                  <a:lnTo>
                    <a:pt x="5211916" y="198000"/>
                  </a:lnTo>
                  <a:lnTo>
                    <a:pt x="5235410" y="201249"/>
                  </a:lnTo>
                  <a:lnTo>
                    <a:pt x="5243607" y="198949"/>
                  </a:lnTo>
                  <a:lnTo>
                    <a:pt x="5252605" y="193201"/>
                  </a:lnTo>
                  <a:lnTo>
                    <a:pt x="5265702" y="195550"/>
                  </a:lnTo>
                  <a:lnTo>
                    <a:pt x="5282447" y="202198"/>
                  </a:lnTo>
                  <a:lnTo>
                    <a:pt x="5303342" y="207197"/>
                  </a:lnTo>
                  <a:lnTo>
                    <a:pt x="5323687" y="209396"/>
                  </a:lnTo>
                  <a:lnTo>
                    <a:pt x="5333834" y="205198"/>
                  </a:lnTo>
                  <a:lnTo>
                    <a:pt x="5344781" y="198399"/>
                  </a:lnTo>
                  <a:lnTo>
                    <a:pt x="5357778" y="194001"/>
                  </a:lnTo>
                  <a:lnTo>
                    <a:pt x="5355979" y="192601"/>
                  </a:lnTo>
                  <a:lnTo>
                    <a:pt x="5348480" y="191351"/>
                  </a:lnTo>
                  <a:lnTo>
                    <a:pt x="5349380" y="189902"/>
                  </a:lnTo>
                  <a:lnTo>
                    <a:pt x="5361577" y="189602"/>
                  </a:lnTo>
                  <a:lnTo>
                    <a:pt x="5368025" y="194451"/>
                  </a:lnTo>
                  <a:lnTo>
                    <a:pt x="5382572" y="197650"/>
                  </a:lnTo>
                  <a:lnTo>
                    <a:pt x="5401167" y="196400"/>
                  </a:lnTo>
                  <a:lnTo>
                    <a:pt x="5437708" y="197100"/>
                  </a:lnTo>
                  <a:lnTo>
                    <a:pt x="5443756" y="193451"/>
                  </a:lnTo>
                  <a:lnTo>
                    <a:pt x="5453653" y="192151"/>
                  </a:lnTo>
                  <a:lnTo>
                    <a:pt x="5459302" y="193751"/>
                  </a:lnTo>
                  <a:lnTo>
                    <a:pt x="5462751" y="199149"/>
                  </a:lnTo>
                  <a:lnTo>
                    <a:pt x="5502041" y="203098"/>
                  </a:lnTo>
                  <a:lnTo>
                    <a:pt x="5505040" y="202498"/>
                  </a:lnTo>
                  <a:lnTo>
                    <a:pt x="5510589" y="196150"/>
                  </a:lnTo>
                  <a:lnTo>
                    <a:pt x="5522936" y="193701"/>
                  </a:lnTo>
                  <a:lnTo>
                    <a:pt x="5526635" y="194001"/>
                  </a:lnTo>
                  <a:lnTo>
                    <a:pt x="5531833" y="196250"/>
                  </a:lnTo>
                  <a:lnTo>
                    <a:pt x="5527085" y="206797"/>
                  </a:lnTo>
                  <a:lnTo>
                    <a:pt x="5533733" y="213145"/>
                  </a:lnTo>
                  <a:lnTo>
                    <a:pt x="5537732" y="213545"/>
                  </a:lnTo>
                  <a:lnTo>
                    <a:pt x="5557677" y="213595"/>
                  </a:lnTo>
                  <a:lnTo>
                    <a:pt x="5583870" y="211496"/>
                  </a:lnTo>
                  <a:lnTo>
                    <a:pt x="5591268" y="201849"/>
                  </a:lnTo>
                  <a:lnTo>
                    <a:pt x="5601465" y="195250"/>
                  </a:lnTo>
                  <a:lnTo>
                    <a:pt x="5608614" y="196450"/>
                  </a:lnTo>
                  <a:lnTo>
                    <a:pt x="5619860" y="201299"/>
                  </a:lnTo>
                  <a:lnTo>
                    <a:pt x="5620661" y="203698"/>
                  </a:lnTo>
                  <a:lnTo>
                    <a:pt x="5616162" y="205947"/>
                  </a:lnTo>
                  <a:lnTo>
                    <a:pt x="5617412" y="207397"/>
                  </a:lnTo>
                  <a:lnTo>
                    <a:pt x="5636856" y="210596"/>
                  </a:lnTo>
                  <a:lnTo>
                    <a:pt x="5648754" y="208197"/>
                  </a:lnTo>
                  <a:lnTo>
                    <a:pt x="5655902" y="204048"/>
                  </a:lnTo>
                  <a:lnTo>
                    <a:pt x="5659751" y="199349"/>
                  </a:lnTo>
                  <a:lnTo>
                    <a:pt x="5665899" y="199599"/>
                  </a:lnTo>
                  <a:lnTo>
                    <a:pt x="5671747" y="200549"/>
                  </a:lnTo>
                  <a:lnTo>
                    <a:pt x="5675947" y="202998"/>
                  </a:lnTo>
                  <a:lnTo>
                    <a:pt x="5675947" y="207647"/>
                  </a:lnTo>
                  <a:lnTo>
                    <a:pt x="5686244" y="212846"/>
                  </a:lnTo>
                  <a:lnTo>
                    <a:pt x="5698190" y="215045"/>
                  </a:lnTo>
                  <a:lnTo>
                    <a:pt x="5720036" y="216894"/>
                  </a:lnTo>
                  <a:lnTo>
                    <a:pt x="5734632" y="216395"/>
                  </a:lnTo>
                  <a:lnTo>
                    <a:pt x="5754277" y="213395"/>
                  </a:lnTo>
                  <a:lnTo>
                    <a:pt x="5767923" y="209546"/>
                  </a:lnTo>
                  <a:lnTo>
                    <a:pt x="5801614" y="204298"/>
                  </a:lnTo>
                  <a:lnTo>
                    <a:pt x="5816960" y="199399"/>
                  </a:lnTo>
                  <a:lnTo>
                    <a:pt x="5831957" y="196450"/>
                  </a:lnTo>
                  <a:lnTo>
                    <a:pt x="5870147" y="194351"/>
                  </a:lnTo>
                  <a:lnTo>
                    <a:pt x="5904638" y="188102"/>
                  </a:lnTo>
                  <a:lnTo>
                    <a:pt x="5909886" y="185603"/>
                  </a:lnTo>
                  <a:lnTo>
                    <a:pt x="5914835" y="177655"/>
                  </a:lnTo>
                  <a:lnTo>
                    <a:pt x="5912486" y="170856"/>
                  </a:lnTo>
                  <a:lnTo>
                    <a:pt x="5903138" y="162409"/>
                  </a:lnTo>
                  <a:lnTo>
                    <a:pt x="5905188" y="156710"/>
                  </a:lnTo>
                  <a:lnTo>
                    <a:pt x="5908937" y="154311"/>
                  </a:lnTo>
                  <a:lnTo>
                    <a:pt x="5918535" y="151711"/>
                  </a:lnTo>
                  <a:lnTo>
                    <a:pt x="5928082" y="151161"/>
                  </a:lnTo>
                  <a:lnTo>
                    <a:pt x="5948277" y="152061"/>
                  </a:lnTo>
                  <a:lnTo>
                    <a:pt x="5949026" y="154511"/>
                  </a:lnTo>
                  <a:lnTo>
                    <a:pt x="5936581" y="160859"/>
                  </a:lnTo>
                  <a:lnTo>
                    <a:pt x="5937729" y="163108"/>
                  </a:lnTo>
                  <a:lnTo>
                    <a:pt x="5959474" y="162958"/>
                  </a:lnTo>
                  <a:lnTo>
                    <a:pt x="5963723" y="164958"/>
                  </a:lnTo>
                  <a:lnTo>
                    <a:pt x="5974321" y="173856"/>
                  </a:lnTo>
                  <a:lnTo>
                    <a:pt x="5976919" y="178005"/>
                  </a:lnTo>
                  <a:lnTo>
                    <a:pt x="5980618" y="179254"/>
                  </a:lnTo>
                  <a:lnTo>
                    <a:pt x="6014760" y="178055"/>
                  </a:lnTo>
                  <a:lnTo>
                    <a:pt x="6018409" y="178454"/>
                  </a:lnTo>
                  <a:lnTo>
                    <a:pt x="6029406" y="182853"/>
                  </a:lnTo>
                  <a:lnTo>
                    <a:pt x="6041803" y="180254"/>
                  </a:lnTo>
                  <a:lnTo>
                    <a:pt x="6048101" y="180454"/>
                  </a:lnTo>
                  <a:lnTo>
                    <a:pt x="6057999" y="183203"/>
                  </a:lnTo>
                  <a:lnTo>
                    <a:pt x="6067897" y="189652"/>
                  </a:lnTo>
                  <a:lnTo>
                    <a:pt x="6078594" y="192851"/>
                  </a:lnTo>
                  <a:lnTo>
                    <a:pt x="6079343" y="190801"/>
                  </a:lnTo>
                  <a:lnTo>
                    <a:pt x="6077844" y="188252"/>
                  </a:lnTo>
                  <a:lnTo>
                    <a:pt x="6101338" y="172156"/>
                  </a:lnTo>
                  <a:lnTo>
                    <a:pt x="6102938" y="165158"/>
                  </a:lnTo>
                  <a:lnTo>
                    <a:pt x="6105787" y="159409"/>
                  </a:lnTo>
                  <a:lnTo>
                    <a:pt x="6115534" y="154910"/>
                  </a:lnTo>
                  <a:lnTo>
                    <a:pt x="6122982" y="153061"/>
                  </a:lnTo>
                  <a:lnTo>
                    <a:pt x="6132230" y="152661"/>
                  </a:lnTo>
                  <a:lnTo>
                    <a:pt x="6147227" y="146863"/>
                  </a:lnTo>
                  <a:lnTo>
                    <a:pt x="6176419" y="142314"/>
                  </a:lnTo>
                  <a:lnTo>
                    <a:pt x="6187866" y="135965"/>
                  </a:lnTo>
                  <a:lnTo>
                    <a:pt x="6191765" y="135216"/>
                  </a:lnTo>
                  <a:lnTo>
                    <a:pt x="6231004" y="131467"/>
                  </a:lnTo>
                  <a:lnTo>
                    <a:pt x="6240052" y="129917"/>
                  </a:lnTo>
                  <a:lnTo>
                    <a:pt x="6248100" y="126168"/>
                  </a:lnTo>
                  <a:lnTo>
                    <a:pt x="6253849" y="125068"/>
                  </a:lnTo>
                  <a:lnTo>
                    <a:pt x="6264196" y="125218"/>
                  </a:lnTo>
                  <a:lnTo>
                    <a:pt x="6273044" y="123119"/>
                  </a:lnTo>
                  <a:lnTo>
                    <a:pt x="6287240" y="121919"/>
                  </a:lnTo>
                  <a:lnTo>
                    <a:pt x="6288289" y="119620"/>
                  </a:lnTo>
                  <a:lnTo>
                    <a:pt x="6285040" y="118020"/>
                  </a:lnTo>
                  <a:lnTo>
                    <a:pt x="6284990" y="115970"/>
                  </a:lnTo>
                  <a:lnTo>
                    <a:pt x="6291689" y="112221"/>
                  </a:lnTo>
                  <a:lnTo>
                    <a:pt x="6300737" y="112421"/>
                  </a:lnTo>
                  <a:lnTo>
                    <a:pt x="6308235" y="114721"/>
                  </a:lnTo>
                  <a:lnTo>
                    <a:pt x="6313683" y="114821"/>
                  </a:lnTo>
                  <a:lnTo>
                    <a:pt x="6315133" y="116170"/>
                  </a:lnTo>
                  <a:lnTo>
                    <a:pt x="6310384" y="117770"/>
                  </a:lnTo>
                  <a:lnTo>
                    <a:pt x="6307185" y="120669"/>
                  </a:lnTo>
                  <a:lnTo>
                    <a:pt x="6317533" y="125018"/>
                  </a:lnTo>
                  <a:lnTo>
                    <a:pt x="6330579" y="123119"/>
                  </a:lnTo>
                  <a:lnTo>
                    <a:pt x="6337527" y="124218"/>
                  </a:lnTo>
                  <a:lnTo>
                    <a:pt x="6340626" y="126568"/>
                  </a:lnTo>
                  <a:lnTo>
                    <a:pt x="6340626" y="130267"/>
                  </a:lnTo>
                  <a:lnTo>
                    <a:pt x="6342126" y="132216"/>
                  </a:lnTo>
                  <a:lnTo>
                    <a:pt x="6347025" y="130517"/>
                  </a:lnTo>
                  <a:lnTo>
                    <a:pt x="6349724" y="126818"/>
                  </a:lnTo>
                  <a:lnTo>
                    <a:pt x="6349224" y="119220"/>
                  </a:lnTo>
                  <a:lnTo>
                    <a:pt x="6360971" y="114571"/>
                  </a:lnTo>
                  <a:lnTo>
                    <a:pt x="6365570" y="111072"/>
                  </a:lnTo>
                  <a:lnTo>
                    <a:pt x="6351523" y="110822"/>
                  </a:lnTo>
                  <a:lnTo>
                    <a:pt x="6348324" y="109522"/>
                  </a:lnTo>
                  <a:lnTo>
                    <a:pt x="6344625" y="105973"/>
                  </a:lnTo>
                  <a:lnTo>
                    <a:pt x="6354773" y="103074"/>
                  </a:lnTo>
                  <a:lnTo>
                    <a:pt x="6366320" y="103174"/>
                  </a:lnTo>
                  <a:lnTo>
                    <a:pt x="6387414" y="109672"/>
                  </a:lnTo>
                  <a:lnTo>
                    <a:pt x="6402611" y="110172"/>
                  </a:lnTo>
                  <a:lnTo>
                    <a:pt x="6404061" y="108972"/>
                  </a:lnTo>
                  <a:lnTo>
                    <a:pt x="6401361" y="103074"/>
                  </a:lnTo>
                  <a:lnTo>
                    <a:pt x="6401711" y="99775"/>
                  </a:lnTo>
                  <a:lnTo>
                    <a:pt x="6395762" y="97925"/>
                  </a:lnTo>
                  <a:lnTo>
                    <a:pt x="6394063" y="93776"/>
                  </a:lnTo>
                  <a:lnTo>
                    <a:pt x="6396463" y="89377"/>
                  </a:lnTo>
                  <a:lnTo>
                    <a:pt x="6403610" y="86928"/>
                  </a:lnTo>
                  <a:lnTo>
                    <a:pt x="6413258" y="85778"/>
                  </a:lnTo>
                  <a:lnTo>
                    <a:pt x="6439601" y="77580"/>
                  </a:lnTo>
                  <a:lnTo>
                    <a:pt x="6489238" y="73081"/>
                  </a:lnTo>
                  <a:lnTo>
                    <a:pt x="6534177" y="75731"/>
                  </a:lnTo>
                  <a:lnTo>
                    <a:pt x="6545824" y="79230"/>
                  </a:lnTo>
                  <a:lnTo>
                    <a:pt x="6563919" y="87378"/>
                  </a:lnTo>
                  <a:lnTo>
                    <a:pt x="6577765" y="88778"/>
                  </a:lnTo>
                  <a:lnTo>
                    <a:pt x="6581664" y="90177"/>
                  </a:lnTo>
                  <a:lnTo>
                    <a:pt x="6586814" y="94026"/>
                  </a:lnTo>
                  <a:lnTo>
                    <a:pt x="6581265" y="96575"/>
                  </a:lnTo>
                  <a:lnTo>
                    <a:pt x="6576766" y="96825"/>
                  </a:lnTo>
                  <a:lnTo>
                    <a:pt x="6562070" y="93776"/>
                  </a:lnTo>
                  <a:lnTo>
                    <a:pt x="6557921" y="94376"/>
                  </a:lnTo>
                  <a:lnTo>
                    <a:pt x="6566469" y="98675"/>
                  </a:lnTo>
                  <a:lnTo>
                    <a:pt x="6567218" y="100874"/>
                  </a:lnTo>
                  <a:lnTo>
                    <a:pt x="6564769" y="104073"/>
                  </a:lnTo>
                  <a:lnTo>
                    <a:pt x="6548422" y="110322"/>
                  </a:lnTo>
                  <a:lnTo>
                    <a:pt x="6558171" y="112121"/>
                  </a:lnTo>
                  <a:lnTo>
                    <a:pt x="6574966" y="106823"/>
                  </a:lnTo>
                  <a:lnTo>
                    <a:pt x="6599061" y="105173"/>
                  </a:lnTo>
                  <a:lnTo>
                    <a:pt x="6629903" y="111172"/>
                  </a:lnTo>
                  <a:lnTo>
                    <a:pt x="6644148" y="118270"/>
                  </a:lnTo>
                  <a:lnTo>
                    <a:pt x="6661294" y="115970"/>
                  </a:lnTo>
                  <a:lnTo>
                    <a:pt x="6678340" y="115471"/>
                  </a:lnTo>
                  <a:lnTo>
                    <a:pt x="6701334" y="119769"/>
                  </a:lnTo>
                  <a:lnTo>
                    <a:pt x="6725328" y="120769"/>
                  </a:lnTo>
                  <a:lnTo>
                    <a:pt x="6739625" y="122769"/>
                  </a:lnTo>
                  <a:lnTo>
                    <a:pt x="6754870" y="119420"/>
                  </a:lnTo>
                  <a:lnTo>
                    <a:pt x="6767668" y="118920"/>
                  </a:lnTo>
                  <a:lnTo>
                    <a:pt x="6823452" y="124668"/>
                  </a:lnTo>
                  <a:lnTo>
                    <a:pt x="6864192" y="126118"/>
                  </a:lnTo>
                  <a:lnTo>
                    <a:pt x="6896234" y="129467"/>
                  </a:lnTo>
                  <a:lnTo>
                    <a:pt x="6912130" y="128717"/>
                  </a:lnTo>
                  <a:lnTo>
                    <a:pt x="6926477" y="125418"/>
                  </a:lnTo>
                  <a:lnTo>
                    <a:pt x="6930425" y="125968"/>
                  </a:lnTo>
                  <a:lnTo>
                    <a:pt x="6933124" y="128817"/>
                  </a:lnTo>
                  <a:lnTo>
                    <a:pt x="6931625" y="133716"/>
                  </a:lnTo>
                  <a:lnTo>
                    <a:pt x="6942172" y="145463"/>
                  </a:lnTo>
                  <a:lnTo>
                    <a:pt x="6940673" y="147412"/>
                  </a:lnTo>
                  <a:lnTo>
                    <a:pt x="6929726" y="153011"/>
                  </a:lnTo>
                  <a:lnTo>
                    <a:pt x="6930075" y="156360"/>
                  </a:lnTo>
                  <a:lnTo>
                    <a:pt x="6932825" y="158460"/>
                  </a:lnTo>
                  <a:lnTo>
                    <a:pt x="6929625" y="161009"/>
                  </a:lnTo>
                  <a:lnTo>
                    <a:pt x="6932374" y="166757"/>
                  </a:lnTo>
                  <a:lnTo>
                    <a:pt x="6930176" y="168507"/>
                  </a:lnTo>
                  <a:lnTo>
                    <a:pt x="6925227" y="169507"/>
                  </a:lnTo>
                  <a:lnTo>
                    <a:pt x="6912281" y="170656"/>
                  </a:lnTo>
                  <a:lnTo>
                    <a:pt x="6911580" y="173356"/>
                  </a:lnTo>
                  <a:lnTo>
                    <a:pt x="6913780" y="175305"/>
                  </a:lnTo>
                  <a:lnTo>
                    <a:pt x="6918679" y="176355"/>
                  </a:lnTo>
                  <a:lnTo>
                    <a:pt x="6920128" y="178504"/>
                  </a:lnTo>
                  <a:lnTo>
                    <a:pt x="6919378" y="181704"/>
                  </a:lnTo>
                  <a:lnTo>
                    <a:pt x="6917178" y="184403"/>
                  </a:lnTo>
                  <a:lnTo>
                    <a:pt x="6907782" y="185903"/>
                  </a:lnTo>
                  <a:lnTo>
                    <a:pt x="6898633" y="185403"/>
                  </a:lnTo>
                  <a:lnTo>
                    <a:pt x="6892085" y="183603"/>
                  </a:lnTo>
                  <a:lnTo>
                    <a:pt x="6875339" y="190551"/>
                  </a:lnTo>
                  <a:lnTo>
                    <a:pt x="6866792" y="195700"/>
                  </a:lnTo>
                  <a:lnTo>
                    <a:pt x="6877639" y="197150"/>
                  </a:lnTo>
                  <a:lnTo>
                    <a:pt x="6885487" y="199849"/>
                  </a:lnTo>
                  <a:lnTo>
                    <a:pt x="6902683" y="199549"/>
                  </a:lnTo>
                  <a:lnTo>
                    <a:pt x="6915479" y="197150"/>
                  </a:lnTo>
                  <a:lnTo>
                    <a:pt x="6919378" y="197350"/>
                  </a:lnTo>
                  <a:lnTo>
                    <a:pt x="6921827" y="200049"/>
                  </a:lnTo>
                  <a:lnTo>
                    <a:pt x="6920128" y="207647"/>
                  </a:lnTo>
                  <a:lnTo>
                    <a:pt x="6911380" y="216844"/>
                  </a:lnTo>
                  <a:lnTo>
                    <a:pt x="6904432" y="220893"/>
                  </a:lnTo>
                  <a:lnTo>
                    <a:pt x="6888186" y="226742"/>
                  </a:lnTo>
                  <a:lnTo>
                    <a:pt x="6871341" y="243738"/>
                  </a:lnTo>
                  <a:lnTo>
                    <a:pt x="6862493" y="261433"/>
                  </a:lnTo>
                  <a:lnTo>
                    <a:pt x="6856345" y="269981"/>
                  </a:lnTo>
                  <a:lnTo>
                    <a:pt x="6845396" y="274880"/>
                  </a:lnTo>
                  <a:lnTo>
                    <a:pt x="6847396" y="277229"/>
                  </a:lnTo>
                  <a:lnTo>
                    <a:pt x="6868291" y="279729"/>
                  </a:lnTo>
                  <a:lnTo>
                    <a:pt x="6886337" y="273780"/>
                  </a:lnTo>
                  <a:lnTo>
                    <a:pt x="6887536" y="269131"/>
                  </a:lnTo>
                  <a:lnTo>
                    <a:pt x="6886337" y="264482"/>
                  </a:lnTo>
                  <a:lnTo>
                    <a:pt x="6898784" y="257934"/>
                  </a:lnTo>
                  <a:lnTo>
                    <a:pt x="6930275" y="254035"/>
                  </a:lnTo>
                  <a:lnTo>
                    <a:pt x="6941623" y="247337"/>
                  </a:lnTo>
                  <a:lnTo>
                    <a:pt x="6950819" y="245187"/>
                  </a:lnTo>
                  <a:lnTo>
                    <a:pt x="6958568" y="241738"/>
                  </a:lnTo>
                  <a:lnTo>
                    <a:pt x="6959768" y="239239"/>
                  </a:lnTo>
                  <a:lnTo>
                    <a:pt x="6972615" y="236340"/>
                  </a:lnTo>
                  <a:lnTo>
                    <a:pt x="6978114" y="233190"/>
                  </a:lnTo>
                  <a:lnTo>
                    <a:pt x="6983362" y="220144"/>
                  </a:lnTo>
                  <a:lnTo>
                    <a:pt x="6991860" y="210346"/>
                  </a:lnTo>
                  <a:lnTo>
                    <a:pt x="6995558" y="207697"/>
                  </a:lnTo>
                  <a:lnTo>
                    <a:pt x="7009805" y="204698"/>
                  </a:lnTo>
                  <a:lnTo>
                    <a:pt x="7019302" y="199099"/>
                  </a:lnTo>
                  <a:lnTo>
                    <a:pt x="7018902" y="194750"/>
                  </a:lnTo>
                  <a:lnTo>
                    <a:pt x="7021052" y="190751"/>
                  </a:lnTo>
                  <a:lnTo>
                    <a:pt x="7034999" y="183903"/>
                  </a:lnTo>
                  <a:lnTo>
                    <a:pt x="7044746" y="183253"/>
                  </a:lnTo>
                  <a:lnTo>
                    <a:pt x="7052143" y="180954"/>
                  </a:lnTo>
                  <a:lnTo>
                    <a:pt x="7069590" y="184753"/>
                  </a:lnTo>
                  <a:lnTo>
                    <a:pt x="7085636" y="184103"/>
                  </a:lnTo>
                  <a:lnTo>
                    <a:pt x="7093284" y="185103"/>
                  </a:lnTo>
                  <a:lnTo>
                    <a:pt x="7099182" y="183903"/>
                  </a:lnTo>
                  <a:lnTo>
                    <a:pt x="7104331" y="180454"/>
                  </a:lnTo>
                  <a:lnTo>
                    <a:pt x="7106280" y="176305"/>
                  </a:lnTo>
                  <a:lnTo>
                    <a:pt x="7112379" y="173856"/>
                  </a:lnTo>
                  <a:lnTo>
                    <a:pt x="7119277" y="173956"/>
                  </a:lnTo>
                  <a:lnTo>
                    <a:pt x="7142371" y="166058"/>
                  </a:lnTo>
                  <a:lnTo>
                    <a:pt x="7152069" y="165158"/>
                  </a:lnTo>
                  <a:lnTo>
                    <a:pt x="7159766" y="162259"/>
                  </a:lnTo>
                  <a:lnTo>
                    <a:pt x="7165265" y="157310"/>
                  </a:lnTo>
                  <a:lnTo>
                    <a:pt x="7178412" y="149912"/>
                  </a:lnTo>
                  <a:lnTo>
                    <a:pt x="7180461" y="143514"/>
                  </a:lnTo>
                  <a:lnTo>
                    <a:pt x="7185010" y="140264"/>
                  </a:lnTo>
                  <a:lnTo>
                    <a:pt x="7193558" y="137415"/>
                  </a:lnTo>
                  <a:lnTo>
                    <a:pt x="7276387" y="123968"/>
                  </a:lnTo>
                  <a:lnTo>
                    <a:pt x="7283484" y="123968"/>
                  </a:lnTo>
                  <a:lnTo>
                    <a:pt x="7292783" y="121819"/>
                  </a:lnTo>
                  <a:lnTo>
                    <a:pt x="7312128" y="121519"/>
                  </a:lnTo>
                  <a:lnTo>
                    <a:pt x="7317377" y="117020"/>
                  </a:lnTo>
                  <a:lnTo>
                    <a:pt x="7344919" y="107972"/>
                  </a:lnTo>
                  <a:lnTo>
                    <a:pt x="7378961" y="109272"/>
                  </a:lnTo>
                  <a:lnTo>
                    <a:pt x="7390307" y="106323"/>
                  </a:lnTo>
                  <a:lnTo>
                    <a:pt x="7407854" y="105823"/>
                  </a:lnTo>
                  <a:lnTo>
                    <a:pt x="7417101" y="103124"/>
                  </a:lnTo>
                  <a:lnTo>
                    <a:pt x="7441994" y="98925"/>
                  </a:lnTo>
                  <a:lnTo>
                    <a:pt x="7489683" y="99875"/>
                  </a:lnTo>
                  <a:lnTo>
                    <a:pt x="7513277" y="97425"/>
                  </a:lnTo>
                  <a:lnTo>
                    <a:pt x="7526473" y="93776"/>
                  </a:lnTo>
                  <a:lnTo>
                    <a:pt x="7555665" y="91127"/>
                  </a:lnTo>
                  <a:lnTo>
                    <a:pt x="7570062" y="94076"/>
                  </a:lnTo>
                  <a:lnTo>
                    <a:pt x="7591356" y="93276"/>
                  </a:lnTo>
                  <a:lnTo>
                    <a:pt x="7608151" y="96176"/>
                  </a:lnTo>
                  <a:lnTo>
                    <a:pt x="7617850" y="94976"/>
                  </a:lnTo>
                  <a:lnTo>
                    <a:pt x="7632496" y="90927"/>
                  </a:lnTo>
                  <a:lnTo>
                    <a:pt x="7651941" y="94526"/>
                  </a:lnTo>
                  <a:lnTo>
                    <a:pt x="7676484" y="93676"/>
                  </a:lnTo>
                  <a:lnTo>
                    <a:pt x="7695279" y="90877"/>
                  </a:lnTo>
                  <a:lnTo>
                    <a:pt x="7703277" y="93076"/>
                  </a:lnTo>
                  <a:lnTo>
                    <a:pt x="7712475" y="93876"/>
                  </a:lnTo>
                  <a:lnTo>
                    <a:pt x="7727422" y="89977"/>
                  </a:lnTo>
                  <a:lnTo>
                    <a:pt x="7740267" y="92377"/>
                  </a:lnTo>
                  <a:lnTo>
                    <a:pt x="7744117" y="95626"/>
                  </a:lnTo>
                  <a:lnTo>
                    <a:pt x="7758313" y="95026"/>
                  </a:lnTo>
                  <a:lnTo>
                    <a:pt x="7800453" y="86978"/>
                  </a:lnTo>
                  <a:lnTo>
                    <a:pt x="7812649" y="79780"/>
                  </a:lnTo>
                  <a:lnTo>
                    <a:pt x="7812451" y="77580"/>
                  </a:lnTo>
                  <a:lnTo>
                    <a:pt x="7814150" y="76281"/>
                  </a:lnTo>
                  <a:lnTo>
                    <a:pt x="7836144" y="75731"/>
                  </a:lnTo>
                  <a:lnTo>
                    <a:pt x="7850041" y="73281"/>
                  </a:lnTo>
                  <a:lnTo>
                    <a:pt x="7876833" y="76981"/>
                  </a:lnTo>
                  <a:lnTo>
                    <a:pt x="7885531" y="76681"/>
                  </a:lnTo>
                  <a:lnTo>
                    <a:pt x="7953163" y="88428"/>
                  </a:lnTo>
                  <a:lnTo>
                    <a:pt x="7974907" y="90077"/>
                  </a:lnTo>
                  <a:lnTo>
                    <a:pt x="7988705" y="93126"/>
                  </a:lnTo>
                  <a:lnTo>
                    <a:pt x="7992004" y="95476"/>
                  </a:lnTo>
                  <a:lnTo>
                    <a:pt x="8002351" y="94776"/>
                  </a:lnTo>
                  <a:lnTo>
                    <a:pt x="8008400" y="98275"/>
                  </a:lnTo>
                  <a:lnTo>
                    <a:pt x="8023245" y="100974"/>
                  </a:lnTo>
                  <a:lnTo>
                    <a:pt x="8038592" y="102224"/>
                  </a:lnTo>
                  <a:lnTo>
                    <a:pt x="8048588" y="100174"/>
                  </a:lnTo>
                  <a:lnTo>
                    <a:pt x="8070784" y="91577"/>
                  </a:lnTo>
                  <a:lnTo>
                    <a:pt x="8069784" y="85678"/>
                  </a:lnTo>
                  <a:lnTo>
                    <a:pt x="8078681" y="79130"/>
                  </a:lnTo>
                  <a:lnTo>
                    <a:pt x="8093827" y="75931"/>
                  </a:lnTo>
                  <a:lnTo>
                    <a:pt x="8139565" y="71482"/>
                  </a:lnTo>
                  <a:lnTo>
                    <a:pt x="8156512" y="75081"/>
                  </a:lnTo>
                  <a:lnTo>
                    <a:pt x="8163310" y="78680"/>
                  </a:lnTo>
                  <a:lnTo>
                    <a:pt x="8173957" y="87028"/>
                  </a:lnTo>
                  <a:lnTo>
                    <a:pt x="8181755" y="90027"/>
                  </a:lnTo>
                  <a:lnTo>
                    <a:pt x="8194652" y="90727"/>
                  </a:lnTo>
                  <a:lnTo>
                    <a:pt x="8200949" y="92576"/>
                  </a:lnTo>
                  <a:lnTo>
                    <a:pt x="8209998" y="98425"/>
                  </a:lnTo>
                  <a:lnTo>
                    <a:pt x="8204599" y="103624"/>
                  </a:lnTo>
                  <a:lnTo>
                    <a:pt x="8199949" y="105573"/>
                  </a:lnTo>
                  <a:lnTo>
                    <a:pt x="8164310" y="110672"/>
                  </a:lnTo>
                  <a:lnTo>
                    <a:pt x="8162161" y="114971"/>
                  </a:lnTo>
                  <a:lnTo>
                    <a:pt x="8165310" y="117020"/>
                  </a:lnTo>
                  <a:lnTo>
                    <a:pt x="8190302" y="114671"/>
                  </a:lnTo>
                  <a:lnTo>
                    <a:pt x="8203000" y="111372"/>
                  </a:lnTo>
                  <a:lnTo>
                    <a:pt x="8216947" y="110372"/>
                  </a:lnTo>
                  <a:lnTo>
                    <a:pt x="8239939" y="106073"/>
                  </a:lnTo>
                  <a:lnTo>
                    <a:pt x="8251537" y="107972"/>
                  </a:lnTo>
                  <a:lnTo>
                    <a:pt x="8268582" y="108372"/>
                  </a:lnTo>
                  <a:lnTo>
                    <a:pt x="8279531" y="107073"/>
                  </a:lnTo>
                  <a:lnTo>
                    <a:pt x="8295475" y="109572"/>
                  </a:lnTo>
                  <a:lnTo>
                    <a:pt x="8324768" y="104573"/>
                  </a:lnTo>
                  <a:lnTo>
                    <a:pt x="8336415" y="103824"/>
                  </a:lnTo>
                  <a:lnTo>
                    <a:pt x="8341614" y="104323"/>
                  </a:lnTo>
                  <a:lnTo>
                    <a:pt x="8311222" y="110322"/>
                  </a:lnTo>
                  <a:lnTo>
                    <a:pt x="8301275" y="113671"/>
                  </a:lnTo>
                  <a:lnTo>
                    <a:pt x="8307123" y="115071"/>
                  </a:lnTo>
                  <a:lnTo>
                    <a:pt x="8372506" y="107323"/>
                  </a:lnTo>
                  <a:lnTo>
                    <a:pt x="8391801" y="100874"/>
                  </a:lnTo>
                  <a:lnTo>
                    <a:pt x="8420643" y="97725"/>
                  </a:lnTo>
                  <a:lnTo>
                    <a:pt x="8441439" y="93926"/>
                  </a:lnTo>
                  <a:lnTo>
                    <a:pt x="8447737" y="93676"/>
                  </a:lnTo>
                  <a:lnTo>
                    <a:pt x="8458884" y="96675"/>
                  </a:lnTo>
                  <a:lnTo>
                    <a:pt x="8465082" y="96325"/>
                  </a:lnTo>
                  <a:lnTo>
                    <a:pt x="8472680" y="94826"/>
                  </a:lnTo>
                  <a:lnTo>
                    <a:pt x="8481129" y="88778"/>
                  </a:lnTo>
                  <a:lnTo>
                    <a:pt x="8494076" y="87128"/>
                  </a:lnTo>
                  <a:lnTo>
                    <a:pt x="8516270" y="90827"/>
                  </a:lnTo>
                  <a:lnTo>
                    <a:pt x="8522068" y="98125"/>
                  </a:lnTo>
                  <a:lnTo>
                    <a:pt x="8540612" y="106223"/>
                  </a:lnTo>
                  <a:lnTo>
                    <a:pt x="8552460" y="105573"/>
                  </a:lnTo>
                  <a:lnTo>
                    <a:pt x="8565307" y="108072"/>
                  </a:lnTo>
                  <a:lnTo>
                    <a:pt x="8580653" y="107523"/>
                  </a:lnTo>
                  <a:lnTo>
                    <a:pt x="8587701" y="105923"/>
                  </a:lnTo>
                  <a:lnTo>
                    <a:pt x="8601697" y="90027"/>
                  </a:lnTo>
                  <a:lnTo>
                    <a:pt x="8612245" y="85128"/>
                  </a:lnTo>
                  <a:lnTo>
                    <a:pt x="8635338" y="82329"/>
                  </a:lnTo>
                  <a:lnTo>
                    <a:pt x="8659732" y="83579"/>
                  </a:lnTo>
                  <a:lnTo>
                    <a:pt x="8673330" y="81629"/>
                  </a:lnTo>
                  <a:lnTo>
                    <a:pt x="8688726" y="81979"/>
                  </a:lnTo>
                  <a:lnTo>
                    <a:pt x="8696324" y="79630"/>
                  </a:lnTo>
                  <a:lnTo>
                    <a:pt x="8704571" y="79280"/>
                  </a:lnTo>
                  <a:lnTo>
                    <a:pt x="8715619" y="81279"/>
                  </a:lnTo>
                  <a:lnTo>
                    <a:pt x="8724965" y="84729"/>
                  </a:lnTo>
                  <a:lnTo>
                    <a:pt x="8728015" y="90277"/>
                  </a:lnTo>
                  <a:lnTo>
                    <a:pt x="8746961" y="86178"/>
                  </a:lnTo>
                  <a:lnTo>
                    <a:pt x="8757557" y="80530"/>
                  </a:lnTo>
                  <a:lnTo>
                    <a:pt x="8780902" y="85128"/>
                  </a:lnTo>
                  <a:lnTo>
                    <a:pt x="8790899" y="89227"/>
                  </a:lnTo>
                  <a:lnTo>
                    <a:pt x="8800246" y="86428"/>
                  </a:lnTo>
                  <a:lnTo>
                    <a:pt x="8812644" y="86628"/>
                  </a:lnTo>
                  <a:lnTo>
                    <a:pt x="8824240" y="88278"/>
                  </a:lnTo>
                  <a:lnTo>
                    <a:pt x="8838586" y="92676"/>
                  </a:lnTo>
                  <a:lnTo>
                    <a:pt x="8865530" y="92976"/>
                  </a:lnTo>
                  <a:lnTo>
                    <a:pt x="8883825" y="96875"/>
                  </a:lnTo>
                  <a:lnTo>
                    <a:pt x="8911667" y="97875"/>
                  </a:lnTo>
                  <a:lnTo>
                    <a:pt x="8922315" y="100124"/>
                  </a:lnTo>
                  <a:lnTo>
                    <a:pt x="8928764" y="99075"/>
                  </a:lnTo>
                  <a:lnTo>
                    <a:pt x="8941411" y="99425"/>
                  </a:lnTo>
                  <a:lnTo>
                    <a:pt x="8951207" y="103374"/>
                  </a:lnTo>
                  <a:lnTo>
                    <a:pt x="8961255" y="105123"/>
                  </a:lnTo>
                  <a:lnTo>
                    <a:pt x="8982350" y="101374"/>
                  </a:lnTo>
                  <a:lnTo>
                    <a:pt x="8990197" y="101374"/>
                  </a:lnTo>
                  <a:lnTo>
                    <a:pt x="8993896" y="103074"/>
                  </a:lnTo>
                  <a:lnTo>
                    <a:pt x="8995247" y="107323"/>
                  </a:lnTo>
                  <a:lnTo>
                    <a:pt x="9000945" y="107223"/>
                  </a:lnTo>
                  <a:lnTo>
                    <a:pt x="9007344" y="105273"/>
                  </a:lnTo>
                  <a:lnTo>
                    <a:pt x="9012993" y="105773"/>
                  </a:lnTo>
                  <a:lnTo>
                    <a:pt x="9014942" y="108722"/>
                  </a:lnTo>
                  <a:lnTo>
                    <a:pt x="9011993" y="112621"/>
                  </a:lnTo>
                  <a:lnTo>
                    <a:pt x="9004894" y="118070"/>
                  </a:lnTo>
                  <a:lnTo>
                    <a:pt x="9001945" y="122669"/>
                  </a:lnTo>
                  <a:lnTo>
                    <a:pt x="8996096" y="126818"/>
                  </a:lnTo>
                  <a:lnTo>
                    <a:pt x="8997046" y="128817"/>
                  </a:lnTo>
                  <a:lnTo>
                    <a:pt x="9002944" y="129767"/>
                  </a:lnTo>
                  <a:lnTo>
                    <a:pt x="9008943" y="126818"/>
                  </a:lnTo>
                  <a:lnTo>
                    <a:pt x="9022090" y="124818"/>
                  </a:lnTo>
                  <a:lnTo>
                    <a:pt x="9029038" y="122169"/>
                  </a:lnTo>
                  <a:lnTo>
                    <a:pt x="9040935" y="121219"/>
                  </a:lnTo>
                  <a:lnTo>
                    <a:pt x="9052531" y="122119"/>
                  </a:lnTo>
                  <a:lnTo>
                    <a:pt x="9076226" y="131567"/>
                  </a:lnTo>
                  <a:lnTo>
                    <a:pt x="9078125" y="135915"/>
                  </a:lnTo>
                  <a:lnTo>
                    <a:pt x="9075377" y="140164"/>
                  </a:lnTo>
                  <a:lnTo>
                    <a:pt x="9083624" y="142814"/>
                  </a:lnTo>
                  <a:lnTo>
                    <a:pt x="9096820" y="142964"/>
                  </a:lnTo>
                  <a:lnTo>
                    <a:pt x="9121464" y="145513"/>
                  </a:lnTo>
                  <a:lnTo>
                    <a:pt x="9133212" y="144513"/>
                  </a:lnTo>
                  <a:lnTo>
                    <a:pt x="9173802" y="144663"/>
                  </a:lnTo>
                  <a:lnTo>
                    <a:pt x="9190297" y="142514"/>
                  </a:lnTo>
                  <a:lnTo>
                    <a:pt x="9193996" y="143264"/>
                  </a:lnTo>
                  <a:lnTo>
                    <a:pt x="9195946" y="153761"/>
                  </a:lnTo>
                  <a:lnTo>
                    <a:pt x="9200095" y="155260"/>
                  </a:lnTo>
                  <a:lnTo>
                    <a:pt x="9207693" y="151811"/>
                  </a:lnTo>
                  <a:lnTo>
                    <a:pt x="9235035" y="152811"/>
                  </a:lnTo>
                  <a:lnTo>
                    <a:pt x="9249882" y="156360"/>
                  </a:lnTo>
                  <a:lnTo>
                    <a:pt x="9257080" y="155260"/>
                  </a:lnTo>
                  <a:lnTo>
                    <a:pt x="9267227" y="152811"/>
                  </a:lnTo>
                  <a:lnTo>
                    <a:pt x="9268926" y="150362"/>
                  </a:lnTo>
                  <a:lnTo>
                    <a:pt x="9269427" y="142264"/>
                  </a:lnTo>
                  <a:lnTo>
                    <a:pt x="9272825" y="141514"/>
                  </a:lnTo>
                  <a:lnTo>
                    <a:pt x="9280973" y="144163"/>
                  </a:lnTo>
                  <a:lnTo>
                    <a:pt x="9302819" y="155910"/>
                  </a:lnTo>
                  <a:lnTo>
                    <a:pt x="9317615" y="161009"/>
                  </a:lnTo>
                  <a:lnTo>
                    <a:pt x="9344507" y="165408"/>
                  </a:lnTo>
                  <a:lnTo>
                    <a:pt x="9360004" y="165208"/>
                  </a:lnTo>
                  <a:lnTo>
                    <a:pt x="9372100" y="168907"/>
                  </a:lnTo>
                  <a:lnTo>
                    <a:pt x="9384596" y="165358"/>
                  </a:lnTo>
                  <a:lnTo>
                    <a:pt x="9436034" y="174805"/>
                  </a:lnTo>
                  <a:lnTo>
                    <a:pt x="9445532" y="180704"/>
                  </a:lnTo>
                  <a:lnTo>
                    <a:pt x="9445532" y="183653"/>
                  </a:lnTo>
                  <a:lnTo>
                    <a:pt x="9447831" y="187402"/>
                  </a:lnTo>
                  <a:lnTo>
                    <a:pt x="9460128" y="190351"/>
                  </a:lnTo>
                  <a:lnTo>
                    <a:pt x="9470825" y="196900"/>
                  </a:lnTo>
                  <a:lnTo>
                    <a:pt x="9481572" y="211046"/>
                  </a:lnTo>
                  <a:lnTo>
                    <a:pt x="9487170" y="213545"/>
                  </a:lnTo>
                  <a:lnTo>
                    <a:pt x="9495219" y="213295"/>
                  </a:lnTo>
                  <a:lnTo>
                    <a:pt x="9502817" y="216944"/>
                  </a:lnTo>
                  <a:lnTo>
                    <a:pt x="9505267" y="216495"/>
                  </a:lnTo>
                  <a:lnTo>
                    <a:pt x="9505516" y="214995"/>
                  </a:lnTo>
                  <a:lnTo>
                    <a:pt x="9498669" y="205448"/>
                  </a:lnTo>
                  <a:lnTo>
                    <a:pt x="9498168" y="200299"/>
                  </a:lnTo>
                  <a:lnTo>
                    <a:pt x="9503568" y="197350"/>
                  </a:lnTo>
                  <a:lnTo>
                    <a:pt x="9516312" y="196550"/>
                  </a:lnTo>
                  <a:lnTo>
                    <a:pt x="9526061" y="201998"/>
                  </a:lnTo>
                  <a:lnTo>
                    <a:pt x="9535009" y="205348"/>
                  </a:lnTo>
                  <a:lnTo>
                    <a:pt x="9553054" y="205797"/>
                  </a:lnTo>
                  <a:lnTo>
                    <a:pt x="9564300" y="202248"/>
                  </a:lnTo>
                  <a:lnTo>
                    <a:pt x="9604591" y="205997"/>
                  </a:lnTo>
                  <a:lnTo>
                    <a:pt x="9626086" y="206547"/>
                  </a:lnTo>
                  <a:lnTo>
                    <a:pt x="9652228" y="210596"/>
                  </a:lnTo>
                  <a:lnTo>
                    <a:pt x="9658626" y="213795"/>
                  </a:lnTo>
                  <a:lnTo>
                    <a:pt x="9663276" y="218444"/>
                  </a:lnTo>
                  <a:lnTo>
                    <a:pt x="9668974" y="220943"/>
                  </a:lnTo>
                  <a:lnTo>
                    <a:pt x="9686370" y="223493"/>
                  </a:lnTo>
                  <a:lnTo>
                    <a:pt x="9724261" y="233390"/>
                  </a:lnTo>
                  <a:lnTo>
                    <a:pt x="9726709" y="231641"/>
                  </a:lnTo>
                  <a:lnTo>
                    <a:pt x="9727410" y="228192"/>
                  </a:lnTo>
                  <a:lnTo>
                    <a:pt x="9731857" y="227492"/>
                  </a:lnTo>
                  <a:lnTo>
                    <a:pt x="9741406" y="236540"/>
                  </a:lnTo>
                  <a:lnTo>
                    <a:pt x="9743604" y="239989"/>
                  </a:lnTo>
                  <a:lnTo>
                    <a:pt x="9738507" y="242788"/>
                  </a:lnTo>
                  <a:lnTo>
                    <a:pt x="9725960" y="242188"/>
                  </a:lnTo>
                  <a:lnTo>
                    <a:pt x="9720560" y="246837"/>
                  </a:lnTo>
                  <a:lnTo>
                    <a:pt x="9718461" y="254835"/>
                  </a:lnTo>
                  <a:lnTo>
                    <a:pt x="9726959" y="253935"/>
                  </a:lnTo>
                  <a:lnTo>
                    <a:pt x="9727659" y="256884"/>
                  </a:lnTo>
                  <a:lnTo>
                    <a:pt x="9725459" y="259334"/>
                  </a:lnTo>
                  <a:lnTo>
                    <a:pt x="9721061" y="260334"/>
                  </a:lnTo>
                  <a:lnTo>
                    <a:pt x="9684170" y="254335"/>
                  </a:lnTo>
                  <a:lnTo>
                    <a:pt x="9676072" y="254285"/>
                  </a:lnTo>
                  <a:lnTo>
                    <a:pt x="9686970" y="258984"/>
                  </a:lnTo>
                  <a:lnTo>
                    <a:pt x="9714962" y="263883"/>
                  </a:lnTo>
                  <a:lnTo>
                    <a:pt x="9715412" y="265682"/>
                  </a:lnTo>
                  <a:lnTo>
                    <a:pt x="9707115" y="272830"/>
                  </a:lnTo>
                  <a:lnTo>
                    <a:pt x="9692868" y="276979"/>
                  </a:lnTo>
                  <a:lnTo>
                    <a:pt x="9684620" y="273930"/>
                  </a:lnTo>
                  <a:lnTo>
                    <a:pt x="9674773" y="273230"/>
                  </a:lnTo>
                  <a:lnTo>
                    <a:pt x="9669874" y="275030"/>
                  </a:lnTo>
                  <a:lnTo>
                    <a:pt x="9640731" y="275480"/>
                  </a:lnTo>
                  <a:lnTo>
                    <a:pt x="9633183" y="271731"/>
                  </a:lnTo>
                  <a:lnTo>
                    <a:pt x="9621236" y="269631"/>
                  </a:lnTo>
                  <a:lnTo>
                    <a:pt x="9621636" y="271331"/>
                  </a:lnTo>
                  <a:lnTo>
                    <a:pt x="9631834" y="277629"/>
                  </a:lnTo>
                  <a:lnTo>
                    <a:pt x="9653529" y="280778"/>
                  </a:lnTo>
                  <a:lnTo>
                    <a:pt x="9656127" y="282378"/>
                  </a:lnTo>
                  <a:lnTo>
                    <a:pt x="9651279" y="283828"/>
                  </a:lnTo>
                  <a:lnTo>
                    <a:pt x="9644630" y="283628"/>
                  </a:lnTo>
                  <a:lnTo>
                    <a:pt x="9636333" y="286527"/>
                  </a:lnTo>
                  <a:lnTo>
                    <a:pt x="9613088" y="286227"/>
                  </a:lnTo>
                  <a:lnTo>
                    <a:pt x="9604791" y="287877"/>
                  </a:lnTo>
                  <a:lnTo>
                    <a:pt x="9611589" y="291826"/>
                  </a:lnTo>
                  <a:lnTo>
                    <a:pt x="9601242" y="295475"/>
                  </a:lnTo>
                  <a:lnTo>
                    <a:pt x="9590494" y="295825"/>
                  </a:lnTo>
                  <a:lnTo>
                    <a:pt x="9587845" y="293125"/>
                  </a:lnTo>
                  <a:lnTo>
                    <a:pt x="9587696" y="287277"/>
                  </a:lnTo>
                  <a:lnTo>
                    <a:pt x="9584496" y="282028"/>
                  </a:lnTo>
                  <a:lnTo>
                    <a:pt x="9575698" y="282428"/>
                  </a:lnTo>
                  <a:lnTo>
                    <a:pt x="9573948" y="286927"/>
                  </a:lnTo>
                  <a:lnTo>
                    <a:pt x="9577747" y="294675"/>
                  </a:lnTo>
                  <a:lnTo>
                    <a:pt x="9580298" y="297124"/>
                  </a:lnTo>
                  <a:lnTo>
                    <a:pt x="9578247" y="299274"/>
                  </a:lnTo>
                  <a:lnTo>
                    <a:pt x="9574648" y="299974"/>
                  </a:lnTo>
                  <a:lnTo>
                    <a:pt x="9588195" y="311021"/>
                  </a:lnTo>
                  <a:lnTo>
                    <a:pt x="9591993" y="312470"/>
                  </a:lnTo>
                  <a:lnTo>
                    <a:pt x="9592244" y="314670"/>
                  </a:lnTo>
                  <a:lnTo>
                    <a:pt x="9589294" y="315669"/>
                  </a:lnTo>
                  <a:lnTo>
                    <a:pt x="9557953" y="313720"/>
                  </a:lnTo>
                  <a:lnTo>
                    <a:pt x="9545756" y="314820"/>
                  </a:lnTo>
                  <a:lnTo>
                    <a:pt x="9540807" y="310771"/>
                  </a:lnTo>
                  <a:lnTo>
                    <a:pt x="9536409" y="309771"/>
                  </a:lnTo>
                  <a:lnTo>
                    <a:pt x="9532708" y="311021"/>
                  </a:lnTo>
                  <a:lnTo>
                    <a:pt x="9530009" y="315919"/>
                  </a:lnTo>
                  <a:lnTo>
                    <a:pt x="9514364" y="322018"/>
                  </a:lnTo>
                  <a:lnTo>
                    <a:pt x="9512364" y="331565"/>
                  </a:lnTo>
                  <a:lnTo>
                    <a:pt x="9508966" y="333565"/>
                  </a:lnTo>
                  <a:lnTo>
                    <a:pt x="9500017" y="334214"/>
                  </a:lnTo>
                  <a:lnTo>
                    <a:pt x="9488671" y="333015"/>
                  </a:lnTo>
                  <a:lnTo>
                    <a:pt x="9467326" y="336264"/>
                  </a:lnTo>
                  <a:lnTo>
                    <a:pt x="9470725" y="337964"/>
                  </a:lnTo>
                  <a:lnTo>
                    <a:pt x="9494869" y="338163"/>
                  </a:lnTo>
                  <a:lnTo>
                    <a:pt x="9502817" y="339913"/>
                  </a:lnTo>
                  <a:lnTo>
                    <a:pt x="9504217" y="344212"/>
                  </a:lnTo>
                  <a:lnTo>
                    <a:pt x="9518512" y="348961"/>
                  </a:lnTo>
                  <a:lnTo>
                    <a:pt x="9520213" y="350460"/>
                  </a:lnTo>
                  <a:lnTo>
                    <a:pt x="9515564" y="356059"/>
                  </a:lnTo>
                  <a:lnTo>
                    <a:pt x="9509716" y="359008"/>
                  </a:lnTo>
                  <a:lnTo>
                    <a:pt x="9511415" y="360508"/>
                  </a:lnTo>
                  <a:lnTo>
                    <a:pt x="9517764" y="360958"/>
                  </a:lnTo>
                  <a:lnTo>
                    <a:pt x="9520463" y="367606"/>
                  </a:lnTo>
                  <a:lnTo>
                    <a:pt x="9516312" y="370555"/>
                  </a:lnTo>
                  <a:lnTo>
                    <a:pt x="9518762" y="375454"/>
                  </a:lnTo>
                  <a:lnTo>
                    <a:pt x="9511164" y="378853"/>
                  </a:lnTo>
                  <a:lnTo>
                    <a:pt x="9510065" y="381253"/>
                  </a:lnTo>
                  <a:lnTo>
                    <a:pt x="9527760" y="383402"/>
                  </a:lnTo>
                  <a:lnTo>
                    <a:pt x="9542207" y="393250"/>
                  </a:lnTo>
                  <a:lnTo>
                    <a:pt x="9542557" y="398648"/>
                  </a:lnTo>
                  <a:lnTo>
                    <a:pt x="9546605" y="401947"/>
                  </a:lnTo>
                  <a:lnTo>
                    <a:pt x="9554354" y="403997"/>
                  </a:lnTo>
                  <a:lnTo>
                    <a:pt x="9554104" y="406196"/>
                  </a:lnTo>
                  <a:lnTo>
                    <a:pt x="9564801" y="407046"/>
                  </a:lnTo>
                  <a:lnTo>
                    <a:pt x="9566751" y="408996"/>
                  </a:lnTo>
                  <a:lnTo>
                    <a:pt x="9565051" y="411445"/>
                  </a:lnTo>
                  <a:lnTo>
                    <a:pt x="9552504" y="416494"/>
                  </a:lnTo>
                  <a:lnTo>
                    <a:pt x="9561352" y="416844"/>
                  </a:lnTo>
                  <a:lnTo>
                    <a:pt x="9570549" y="419043"/>
                  </a:lnTo>
                  <a:lnTo>
                    <a:pt x="9582296" y="416544"/>
                  </a:lnTo>
                  <a:lnTo>
                    <a:pt x="9592494" y="411445"/>
                  </a:lnTo>
                  <a:lnTo>
                    <a:pt x="9595443" y="412045"/>
                  </a:lnTo>
                  <a:lnTo>
                    <a:pt x="9595694" y="414544"/>
                  </a:lnTo>
                  <a:lnTo>
                    <a:pt x="9599292" y="418743"/>
                  </a:lnTo>
                  <a:lnTo>
                    <a:pt x="9622836" y="424092"/>
                  </a:lnTo>
                  <a:lnTo>
                    <a:pt x="9638032" y="424641"/>
                  </a:lnTo>
                  <a:lnTo>
                    <a:pt x="9640032" y="427091"/>
                  </a:lnTo>
                  <a:lnTo>
                    <a:pt x="9637783" y="429290"/>
                  </a:lnTo>
                  <a:lnTo>
                    <a:pt x="9623236" y="429540"/>
                  </a:lnTo>
                  <a:lnTo>
                    <a:pt x="9611890" y="426141"/>
                  </a:lnTo>
                  <a:lnTo>
                    <a:pt x="9570749" y="426991"/>
                  </a:lnTo>
                  <a:lnTo>
                    <a:pt x="9515314" y="435189"/>
                  </a:lnTo>
                  <a:lnTo>
                    <a:pt x="9496869" y="429540"/>
                  </a:lnTo>
                  <a:lnTo>
                    <a:pt x="9490819" y="425391"/>
                  </a:lnTo>
                  <a:lnTo>
                    <a:pt x="9488370" y="425141"/>
                  </a:lnTo>
                  <a:lnTo>
                    <a:pt x="9483972" y="426141"/>
                  </a:lnTo>
                  <a:lnTo>
                    <a:pt x="9483722" y="429090"/>
                  </a:lnTo>
                  <a:lnTo>
                    <a:pt x="9496218" y="437138"/>
                  </a:lnTo>
                  <a:lnTo>
                    <a:pt x="9496218" y="438888"/>
                  </a:lnTo>
                  <a:lnTo>
                    <a:pt x="9490271" y="439687"/>
                  </a:lnTo>
                  <a:lnTo>
                    <a:pt x="9475073" y="437438"/>
                  </a:lnTo>
                  <a:lnTo>
                    <a:pt x="9466277" y="439437"/>
                  </a:lnTo>
                  <a:lnTo>
                    <a:pt x="9455429" y="443636"/>
                  </a:lnTo>
                  <a:lnTo>
                    <a:pt x="9460627" y="447985"/>
                  </a:lnTo>
                  <a:lnTo>
                    <a:pt x="9459978" y="449885"/>
                  </a:lnTo>
                  <a:lnTo>
                    <a:pt x="9441333" y="454284"/>
                  </a:lnTo>
                  <a:lnTo>
                    <a:pt x="9444332" y="455583"/>
                  </a:lnTo>
                  <a:lnTo>
                    <a:pt x="9450980" y="455683"/>
                  </a:lnTo>
                  <a:lnTo>
                    <a:pt x="9451630" y="457233"/>
                  </a:lnTo>
                  <a:lnTo>
                    <a:pt x="9449380" y="458483"/>
                  </a:lnTo>
                  <a:lnTo>
                    <a:pt x="9438483" y="459982"/>
                  </a:lnTo>
                  <a:lnTo>
                    <a:pt x="9439133" y="461882"/>
                  </a:lnTo>
                  <a:lnTo>
                    <a:pt x="9452780" y="462432"/>
                  </a:lnTo>
                  <a:lnTo>
                    <a:pt x="9457528" y="463831"/>
                  </a:lnTo>
                  <a:lnTo>
                    <a:pt x="9457528" y="466081"/>
                  </a:lnTo>
                  <a:lnTo>
                    <a:pt x="9407790" y="473929"/>
                  </a:lnTo>
                  <a:lnTo>
                    <a:pt x="9402042" y="475478"/>
                  </a:lnTo>
                  <a:lnTo>
                    <a:pt x="9402392" y="477578"/>
                  </a:lnTo>
                  <a:lnTo>
                    <a:pt x="9459727" y="478278"/>
                  </a:lnTo>
                  <a:lnTo>
                    <a:pt x="9456479" y="482027"/>
                  </a:lnTo>
                  <a:lnTo>
                    <a:pt x="9464877" y="484526"/>
                  </a:lnTo>
                  <a:lnTo>
                    <a:pt x="9465077" y="486076"/>
                  </a:lnTo>
                  <a:lnTo>
                    <a:pt x="9449230" y="487675"/>
                  </a:lnTo>
                  <a:lnTo>
                    <a:pt x="9449681" y="489325"/>
                  </a:lnTo>
                  <a:lnTo>
                    <a:pt x="9461927" y="491024"/>
                  </a:lnTo>
                  <a:lnTo>
                    <a:pt x="9461927" y="499122"/>
                  </a:lnTo>
                  <a:lnTo>
                    <a:pt x="9455329" y="501072"/>
                  </a:lnTo>
                  <a:lnTo>
                    <a:pt x="9455079" y="503021"/>
                  </a:lnTo>
                  <a:lnTo>
                    <a:pt x="9467226" y="504421"/>
                  </a:lnTo>
                  <a:lnTo>
                    <a:pt x="9485972" y="510520"/>
                  </a:lnTo>
                  <a:lnTo>
                    <a:pt x="9497467" y="511719"/>
                  </a:lnTo>
                  <a:lnTo>
                    <a:pt x="9542057" y="524716"/>
                  </a:lnTo>
                  <a:lnTo>
                    <a:pt x="9544207" y="526566"/>
                  </a:lnTo>
                  <a:lnTo>
                    <a:pt x="9474424" y="532664"/>
                  </a:lnTo>
                  <a:lnTo>
                    <a:pt x="9477673" y="534963"/>
                  </a:lnTo>
                  <a:lnTo>
                    <a:pt x="9515463" y="534713"/>
                  </a:lnTo>
                  <a:lnTo>
                    <a:pt x="9525661" y="536213"/>
                  </a:lnTo>
                  <a:lnTo>
                    <a:pt x="9530209" y="535763"/>
                  </a:lnTo>
                  <a:lnTo>
                    <a:pt x="9532809" y="534213"/>
                  </a:lnTo>
                  <a:lnTo>
                    <a:pt x="9573848" y="531164"/>
                  </a:lnTo>
                  <a:lnTo>
                    <a:pt x="9621036" y="541412"/>
                  </a:lnTo>
                  <a:lnTo>
                    <a:pt x="9639632" y="543611"/>
                  </a:lnTo>
                  <a:lnTo>
                    <a:pt x="9643931" y="545760"/>
                  </a:lnTo>
                  <a:lnTo>
                    <a:pt x="9642881" y="547810"/>
                  </a:lnTo>
                  <a:lnTo>
                    <a:pt x="9653129" y="550409"/>
                  </a:lnTo>
                  <a:lnTo>
                    <a:pt x="9666725" y="548410"/>
                  </a:lnTo>
                  <a:lnTo>
                    <a:pt x="9681071" y="550909"/>
                  </a:lnTo>
                  <a:lnTo>
                    <a:pt x="9670874" y="555508"/>
                  </a:lnTo>
                  <a:lnTo>
                    <a:pt x="9655127" y="555558"/>
                  </a:lnTo>
                  <a:lnTo>
                    <a:pt x="9654678" y="556657"/>
                  </a:lnTo>
                  <a:lnTo>
                    <a:pt x="9667224" y="559157"/>
                  </a:lnTo>
                  <a:lnTo>
                    <a:pt x="9715212" y="560207"/>
                  </a:lnTo>
                  <a:lnTo>
                    <a:pt x="9728958" y="562406"/>
                  </a:lnTo>
                  <a:lnTo>
                    <a:pt x="9748503" y="561556"/>
                  </a:lnTo>
                  <a:lnTo>
                    <a:pt x="9753653" y="562306"/>
                  </a:lnTo>
                  <a:lnTo>
                    <a:pt x="9755552" y="564555"/>
                  </a:lnTo>
                  <a:lnTo>
                    <a:pt x="9772998" y="567005"/>
                  </a:lnTo>
                  <a:lnTo>
                    <a:pt x="9799540" y="567805"/>
                  </a:lnTo>
                  <a:lnTo>
                    <a:pt x="9825884" y="571604"/>
                  </a:lnTo>
                  <a:lnTo>
                    <a:pt x="9858876" y="572404"/>
                  </a:lnTo>
                  <a:lnTo>
                    <a:pt x="9867573" y="575203"/>
                  </a:lnTo>
                  <a:lnTo>
                    <a:pt x="9875421" y="576003"/>
                  </a:lnTo>
                  <a:lnTo>
                    <a:pt x="9980844" y="582601"/>
                  </a:lnTo>
                  <a:lnTo>
                    <a:pt x="9997440" y="586650"/>
                  </a:lnTo>
                  <a:lnTo>
                    <a:pt x="9997440" y="743460"/>
                  </a:lnTo>
                  <a:lnTo>
                    <a:pt x="0" y="743460"/>
                  </a:lnTo>
                  <a:lnTo>
                    <a:pt x="0" y="586650"/>
                  </a:lnTo>
                  <a:lnTo>
                    <a:pt x="44738" y="586250"/>
                  </a:lnTo>
                  <a:lnTo>
                    <a:pt x="63034" y="587850"/>
                  </a:lnTo>
                  <a:lnTo>
                    <a:pt x="103073" y="588499"/>
                  </a:lnTo>
                  <a:lnTo>
                    <a:pt x="114571" y="591049"/>
                  </a:lnTo>
                  <a:lnTo>
                    <a:pt x="148212" y="589749"/>
                  </a:lnTo>
                  <a:lnTo>
                    <a:pt x="230391" y="591949"/>
                  </a:lnTo>
                  <a:lnTo>
                    <a:pt x="314719" y="595848"/>
                  </a:lnTo>
                  <a:lnTo>
                    <a:pt x="331915" y="597097"/>
                  </a:lnTo>
                  <a:lnTo>
                    <a:pt x="347361" y="600047"/>
                  </a:lnTo>
                  <a:lnTo>
                    <a:pt x="473929" y="601896"/>
                  </a:lnTo>
                  <a:lnTo>
                    <a:pt x="635187" y="609794"/>
                  </a:lnTo>
                  <a:lnTo>
                    <a:pt x="653733" y="609844"/>
                  </a:lnTo>
                  <a:lnTo>
                    <a:pt x="648634" y="606845"/>
                  </a:lnTo>
                  <a:lnTo>
                    <a:pt x="639036" y="604146"/>
                  </a:lnTo>
                  <a:lnTo>
                    <a:pt x="626140" y="602246"/>
                  </a:lnTo>
                  <a:lnTo>
                    <a:pt x="652883" y="601596"/>
                  </a:lnTo>
                  <a:lnTo>
                    <a:pt x="649234" y="600197"/>
                  </a:lnTo>
                  <a:lnTo>
                    <a:pt x="456333" y="591549"/>
                  </a:lnTo>
                  <a:lnTo>
                    <a:pt x="441137" y="589249"/>
                  </a:lnTo>
                  <a:lnTo>
                    <a:pt x="412794" y="588249"/>
                  </a:lnTo>
                  <a:lnTo>
                    <a:pt x="409895" y="587450"/>
                  </a:lnTo>
                  <a:lnTo>
                    <a:pt x="411445" y="587150"/>
                  </a:lnTo>
                  <a:lnTo>
                    <a:pt x="450834" y="585900"/>
                  </a:lnTo>
                  <a:lnTo>
                    <a:pt x="425291" y="581201"/>
                  </a:lnTo>
                  <a:lnTo>
                    <a:pt x="430390" y="578852"/>
                  </a:lnTo>
                  <a:lnTo>
                    <a:pt x="444036" y="577302"/>
                  </a:lnTo>
                  <a:lnTo>
                    <a:pt x="442037" y="575403"/>
                  </a:lnTo>
                  <a:lnTo>
                    <a:pt x="401647" y="570104"/>
                  </a:lnTo>
                  <a:lnTo>
                    <a:pt x="390950" y="571054"/>
                  </a:lnTo>
                  <a:lnTo>
                    <a:pt x="338763" y="571054"/>
                  </a:lnTo>
                  <a:lnTo>
                    <a:pt x="300823" y="561606"/>
                  </a:lnTo>
                  <a:lnTo>
                    <a:pt x="244737" y="556258"/>
                  </a:lnTo>
                  <a:lnTo>
                    <a:pt x="164808" y="546360"/>
                  </a:lnTo>
                  <a:lnTo>
                    <a:pt x="160059" y="543361"/>
                  </a:lnTo>
                  <a:lnTo>
                    <a:pt x="192401" y="546760"/>
                  </a:lnTo>
                  <a:lnTo>
                    <a:pt x="227142" y="544861"/>
                  </a:lnTo>
                  <a:lnTo>
                    <a:pt x="321668" y="555458"/>
                  </a:lnTo>
                  <a:lnTo>
                    <a:pt x="399348" y="555108"/>
                  </a:lnTo>
                  <a:lnTo>
                    <a:pt x="418893" y="557157"/>
                  </a:lnTo>
                  <a:lnTo>
                    <a:pt x="431939" y="562106"/>
                  </a:lnTo>
                  <a:lnTo>
                    <a:pt x="469030" y="558257"/>
                  </a:lnTo>
                  <a:lnTo>
                    <a:pt x="483926" y="560507"/>
                  </a:lnTo>
                  <a:lnTo>
                    <a:pt x="494373" y="563506"/>
                  </a:lnTo>
                  <a:lnTo>
                    <a:pt x="557557" y="562856"/>
                  </a:lnTo>
                  <a:lnTo>
                    <a:pt x="570854" y="564206"/>
                  </a:lnTo>
                  <a:lnTo>
                    <a:pt x="626840" y="558757"/>
                  </a:lnTo>
                  <a:lnTo>
                    <a:pt x="637937" y="555608"/>
                  </a:lnTo>
                  <a:lnTo>
                    <a:pt x="622341" y="554308"/>
                  </a:lnTo>
                  <a:lnTo>
                    <a:pt x="619841" y="552708"/>
                  </a:lnTo>
                  <a:lnTo>
                    <a:pt x="681525" y="548560"/>
                  </a:lnTo>
                  <a:lnTo>
                    <a:pt x="690073" y="545160"/>
                  </a:lnTo>
                  <a:lnTo>
                    <a:pt x="726964" y="539912"/>
                  </a:lnTo>
                  <a:lnTo>
                    <a:pt x="738761" y="537613"/>
                  </a:lnTo>
                  <a:lnTo>
                    <a:pt x="749558" y="533814"/>
                  </a:lnTo>
                  <a:lnTo>
                    <a:pt x="702120" y="519717"/>
                  </a:lnTo>
                  <a:lnTo>
                    <a:pt x="716816" y="516068"/>
                  </a:lnTo>
                  <a:lnTo>
                    <a:pt x="723265" y="513019"/>
                  </a:lnTo>
                  <a:lnTo>
                    <a:pt x="708568" y="509320"/>
                  </a:lnTo>
                  <a:lnTo>
                    <a:pt x="696822" y="507770"/>
                  </a:lnTo>
                  <a:lnTo>
                    <a:pt x="637837" y="502422"/>
                  </a:lnTo>
                  <a:lnTo>
                    <a:pt x="651833" y="498073"/>
                  </a:lnTo>
                  <a:lnTo>
                    <a:pt x="885273" y="490825"/>
                  </a:lnTo>
                  <a:lnTo>
                    <a:pt x="888022" y="489025"/>
                  </a:lnTo>
                  <a:lnTo>
                    <a:pt x="856781" y="485776"/>
                  </a:lnTo>
                  <a:lnTo>
                    <a:pt x="855131" y="484426"/>
                  </a:lnTo>
                  <a:lnTo>
                    <a:pt x="854931" y="482577"/>
                  </a:lnTo>
                  <a:lnTo>
                    <a:pt x="829438" y="479977"/>
                  </a:lnTo>
                  <a:lnTo>
                    <a:pt x="818790" y="477178"/>
                  </a:lnTo>
                  <a:lnTo>
                    <a:pt x="817141" y="475628"/>
                  </a:lnTo>
                  <a:lnTo>
                    <a:pt x="821040" y="471679"/>
                  </a:lnTo>
                  <a:lnTo>
                    <a:pt x="826988" y="469980"/>
                  </a:lnTo>
                  <a:lnTo>
                    <a:pt x="879875" y="467780"/>
                  </a:lnTo>
                  <a:lnTo>
                    <a:pt x="876625" y="463831"/>
                  </a:lnTo>
                  <a:lnTo>
                    <a:pt x="885073" y="463231"/>
                  </a:lnTo>
                  <a:lnTo>
                    <a:pt x="886373" y="461832"/>
                  </a:lnTo>
                  <a:lnTo>
                    <a:pt x="883773" y="459582"/>
                  </a:lnTo>
                  <a:lnTo>
                    <a:pt x="803994" y="450785"/>
                  </a:lnTo>
                  <a:lnTo>
                    <a:pt x="775051" y="444736"/>
                  </a:lnTo>
                  <a:lnTo>
                    <a:pt x="776101" y="443386"/>
                  </a:lnTo>
                  <a:lnTo>
                    <a:pt x="773752" y="441237"/>
                  </a:lnTo>
                  <a:lnTo>
                    <a:pt x="735412" y="441287"/>
                  </a:lnTo>
                  <a:lnTo>
                    <a:pt x="707669" y="439338"/>
                  </a:lnTo>
                  <a:lnTo>
                    <a:pt x="688424" y="437038"/>
                  </a:lnTo>
                  <a:lnTo>
                    <a:pt x="663330" y="430940"/>
                  </a:lnTo>
                  <a:lnTo>
                    <a:pt x="653483" y="427891"/>
                  </a:lnTo>
                  <a:lnTo>
                    <a:pt x="660731" y="425791"/>
                  </a:lnTo>
                  <a:lnTo>
                    <a:pt x="702120" y="421342"/>
                  </a:lnTo>
                  <a:lnTo>
                    <a:pt x="713917" y="417443"/>
                  </a:lnTo>
                  <a:lnTo>
                    <a:pt x="684775" y="415594"/>
                  </a:lnTo>
                  <a:lnTo>
                    <a:pt x="631338" y="415794"/>
                  </a:lnTo>
                  <a:lnTo>
                    <a:pt x="602995" y="408896"/>
                  </a:lnTo>
                  <a:lnTo>
                    <a:pt x="597047" y="404097"/>
                  </a:lnTo>
                  <a:lnTo>
                    <a:pt x="604545" y="396299"/>
                  </a:lnTo>
                  <a:lnTo>
                    <a:pt x="605045" y="386851"/>
                  </a:lnTo>
                  <a:lnTo>
                    <a:pt x="610893" y="385002"/>
                  </a:lnTo>
                  <a:lnTo>
                    <a:pt x="615342" y="384702"/>
                  </a:lnTo>
                  <a:lnTo>
                    <a:pt x="625790" y="388901"/>
                  </a:lnTo>
                  <a:lnTo>
                    <a:pt x="634837" y="389201"/>
                  </a:lnTo>
                  <a:lnTo>
                    <a:pt x="647934" y="388401"/>
                  </a:lnTo>
                  <a:lnTo>
                    <a:pt x="660631" y="385402"/>
                  </a:lnTo>
                  <a:lnTo>
                    <a:pt x="699421" y="386001"/>
                  </a:lnTo>
                  <a:lnTo>
                    <a:pt x="724514" y="388801"/>
                  </a:lnTo>
                  <a:lnTo>
                    <a:pt x="732962" y="391100"/>
                  </a:lnTo>
                  <a:lnTo>
                    <a:pt x="737011" y="394049"/>
                  </a:lnTo>
                  <a:lnTo>
                    <a:pt x="785399" y="394299"/>
                  </a:lnTo>
                  <a:lnTo>
                    <a:pt x="824639" y="402797"/>
                  </a:lnTo>
                  <a:lnTo>
                    <a:pt x="840935" y="404647"/>
                  </a:lnTo>
                  <a:lnTo>
                    <a:pt x="857380" y="400348"/>
                  </a:lnTo>
                  <a:lnTo>
                    <a:pt x="879225" y="397798"/>
                  </a:lnTo>
                  <a:lnTo>
                    <a:pt x="884323" y="395349"/>
                  </a:lnTo>
                  <a:lnTo>
                    <a:pt x="881424" y="393949"/>
                  </a:lnTo>
                  <a:lnTo>
                    <a:pt x="867978" y="392000"/>
                  </a:lnTo>
                  <a:lnTo>
                    <a:pt x="865229" y="390350"/>
                  </a:lnTo>
                  <a:lnTo>
                    <a:pt x="867078" y="385951"/>
                  </a:lnTo>
                  <a:lnTo>
                    <a:pt x="872776" y="385402"/>
                  </a:lnTo>
                  <a:lnTo>
                    <a:pt x="900719" y="391500"/>
                  </a:lnTo>
                  <a:lnTo>
                    <a:pt x="918465" y="389700"/>
                  </a:lnTo>
                  <a:lnTo>
                    <a:pt x="933361" y="395599"/>
                  </a:lnTo>
                  <a:lnTo>
                    <a:pt x="942159" y="395999"/>
                  </a:lnTo>
                  <a:lnTo>
                    <a:pt x="953156" y="396049"/>
                  </a:lnTo>
                  <a:lnTo>
                    <a:pt x="955305" y="395149"/>
                  </a:lnTo>
                  <a:lnTo>
                    <a:pt x="952156" y="391900"/>
                  </a:lnTo>
                  <a:lnTo>
                    <a:pt x="949907" y="391650"/>
                  </a:lnTo>
                  <a:lnTo>
                    <a:pt x="949557" y="390100"/>
                  </a:lnTo>
                  <a:lnTo>
                    <a:pt x="957655" y="388001"/>
                  </a:lnTo>
                  <a:lnTo>
                    <a:pt x="945108" y="384402"/>
                  </a:lnTo>
                  <a:lnTo>
                    <a:pt x="954506" y="381203"/>
                  </a:lnTo>
                  <a:lnTo>
                    <a:pt x="952956" y="379303"/>
                  </a:lnTo>
                  <a:lnTo>
                    <a:pt x="953206" y="376854"/>
                  </a:lnTo>
                  <a:lnTo>
                    <a:pt x="951156" y="375504"/>
                  </a:lnTo>
                  <a:lnTo>
                    <a:pt x="922614" y="368806"/>
                  </a:lnTo>
                  <a:lnTo>
                    <a:pt x="906968" y="366906"/>
                  </a:lnTo>
                  <a:lnTo>
                    <a:pt x="871977" y="368406"/>
                  </a:lnTo>
                  <a:lnTo>
                    <a:pt x="842734" y="364857"/>
                  </a:lnTo>
                  <a:lnTo>
                    <a:pt x="863829" y="362257"/>
                  </a:lnTo>
                  <a:lnTo>
                    <a:pt x="879775" y="357609"/>
                  </a:lnTo>
                  <a:lnTo>
                    <a:pt x="892521" y="358358"/>
                  </a:lnTo>
                  <a:lnTo>
                    <a:pt x="921514" y="363557"/>
                  </a:lnTo>
                  <a:lnTo>
                    <a:pt x="947357" y="366506"/>
                  </a:lnTo>
                  <a:lnTo>
                    <a:pt x="959704" y="366106"/>
                  </a:lnTo>
                  <a:lnTo>
                    <a:pt x="933561" y="357509"/>
                  </a:lnTo>
                  <a:lnTo>
                    <a:pt x="935210" y="355309"/>
                  </a:lnTo>
                  <a:lnTo>
                    <a:pt x="944558" y="351610"/>
                  </a:lnTo>
                  <a:lnTo>
                    <a:pt x="969052" y="351360"/>
                  </a:lnTo>
                  <a:lnTo>
                    <a:pt x="979699" y="350060"/>
                  </a:lnTo>
                  <a:lnTo>
                    <a:pt x="1011591" y="342612"/>
                  </a:lnTo>
                  <a:lnTo>
                    <a:pt x="1046132" y="340563"/>
                  </a:lnTo>
                  <a:lnTo>
                    <a:pt x="1069026" y="346111"/>
                  </a:lnTo>
                  <a:lnTo>
                    <a:pt x="1086522" y="347661"/>
                  </a:lnTo>
                  <a:lnTo>
                    <a:pt x="1076874" y="342112"/>
                  </a:lnTo>
                  <a:lnTo>
                    <a:pt x="1097769" y="339363"/>
                  </a:lnTo>
                  <a:lnTo>
                    <a:pt x="1119413" y="332865"/>
                  </a:lnTo>
                  <a:lnTo>
                    <a:pt x="1176949" y="329066"/>
                  </a:lnTo>
                  <a:lnTo>
                    <a:pt x="1191645" y="331165"/>
                  </a:lnTo>
                  <a:lnTo>
                    <a:pt x="1203842" y="331465"/>
                  </a:lnTo>
                  <a:lnTo>
                    <a:pt x="1206641" y="330815"/>
                  </a:lnTo>
                  <a:lnTo>
                    <a:pt x="1215589" y="322418"/>
                  </a:lnTo>
                  <a:lnTo>
                    <a:pt x="1221087" y="320418"/>
                  </a:lnTo>
                  <a:lnTo>
                    <a:pt x="1239632" y="318369"/>
                  </a:lnTo>
                  <a:lnTo>
                    <a:pt x="1254129" y="318469"/>
                  </a:lnTo>
                  <a:lnTo>
                    <a:pt x="1283121" y="322917"/>
                  </a:lnTo>
                  <a:lnTo>
                    <a:pt x="1331609" y="320468"/>
                  </a:lnTo>
                  <a:lnTo>
                    <a:pt x="1394343" y="323917"/>
                  </a:lnTo>
                  <a:lnTo>
                    <a:pt x="1447879" y="319168"/>
                  </a:lnTo>
                  <a:lnTo>
                    <a:pt x="1471273" y="318569"/>
                  </a:lnTo>
                  <a:lnTo>
                    <a:pt x="1488969" y="319818"/>
                  </a:lnTo>
                  <a:lnTo>
                    <a:pt x="1517561" y="319018"/>
                  </a:lnTo>
                  <a:lnTo>
                    <a:pt x="1558251" y="320668"/>
                  </a:lnTo>
                  <a:lnTo>
                    <a:pt x="1623384" y="320018"/>
                  </a:lnTo>
                  <a:lnTo>
                    <a:pt x="1675221" y="317369"/>
                  </a:lnTo>
                  <a:lnTo>
                    <a:pt x="1693366" y="313570"/>
                  </a:lnTo>
                  <a:lnTo>
                    <a:pt x="1703564" y="310071"/>
                  </a:lnTo>
                  <a:lnTo>
                    <a:pt x="1712261" y="309771"/>
                  </a:lnTo>
                  <a:lnTo>
                    <a:pt x="1747653" y="312320"/>
                  </a:lnTo>
                  <a:lnTo>
                    <a:pt x="1765298" y="311570"/>
                  </a:lnTo>
                  <a:lnTo>
                    <a:pt x="1798889" y="312720"/>
                  </a:lnTo>
                  <a:lnTo>
                    <a:pt x="1802188" y="311820"/>
                  </a:lnTo>
                  <a:lnTo>
                    <a:pt x="1810886" y="298874"/>
                  </a:lnTo>
                  <a:lnTo>
                    <a:pt x="1815535" y="296474"/>
                  </a:lnTo>
                  <a:lnTo>
                    <a:pt x="1846527" y="301623"/>
                  </a:lnTo>
                  <a:lnTo>
                    <a:pt x="1847027" y="303573"/>
                  </a:lnTo>
                  <a:lnTo>
                    <a:pt x="1840829" y="305522"/>
                  </a:lnTo>
                  <a:lnTo>
                    <a:pt x="1839729" y="309371"/>
                  </a:lnTo>
                  <a:lnTo>
                    <a:pt x="1842828" y="310471"/>
                  </a:lnTo>
                  <a:lnTo>
                    <a:pt x="1848027" y="310121"/>
                  </a:lnTo>
                  <a:lnTo>
                    <a:pt x="1851376" y="311770"/>
                  </a:lnTo>
                  <a:lnTo>
                    <a:pt x="1835530" y="317069"/>
                  </a:lnTo>
                  <a:lnTo>
                    <a:pt x="1833280" y="322567"/>
                  </a:lnTo>
                  <a:lnTo>
                    <a:pt x="1830181" y="324417"/>
                  </a:lnTo>
                  <a:lnTo>
                    <a:pt x="1829781" y="326466"/>
                  </a:lnTo>
                  <a:lnTo>
                    <a:pt x="1896864" y="321168"/>
                  </a:lnTo>
                  <a:lnTo>
                    <a:pt x="1899963" y="320018"/>
                  </a:lnTo>
                  <a:lnTo>
                    <a:pt x="1895664" y="317319"/>
                  </a:lnTo>
                  <a:lnTo>
                    <a:pt x="1894265" y="315070"/>
                  </a:lnTo>
                  <a:lnTo>
                    <a:pt x="1896864" y="313170"/>
                  </a:lnTo>
                  <a:lnTo>
                    <a:pt x="1893765" y="306672"/>
                  </a:lnTo>
                  <a:lnTo>
                    <a:pt x="1898664" y="304222"/>
                  </a:lnTo>
                  <a:lnTo>
                    <a:pt x="1911161" y="304422"/>
                  </a:lnTo>
                  <a:lnTo>
                    <a:pt x="1929106" y="307222"/>
                  </a:lnTo>
                  <a:lnTo>
                    <a:pt x="1935404" y="309371"/>
                  </a:lnTo>
                  <a:lnTo>
                    <a:pt x="1937554" y="314070"/>
                  </a:lnTo>
                  <a:lnTo>
                    <a:pt x="1935604" y="318918"/>
                  </a:lnTo>
                  <a:lnTo>
                    <a:pt x="1929156" y="322418"/>
                  </a:lnTo>
                  <a:lnTo>
                    <a:pt x="1903313" y="330665"/>
                  </a:lnTo>
                  <a:lnTo>
                    <a:pt x="1906212" y="333065"/>
                  </a:lnTo>
                  <a:lnTo>
                    <a:pt x="1964147" y="332065"/>
                  </a:lnTo>
                  <a:lnTo>
                    <a:pt x="2004887" y="335864"/>
                  </a:lnTo>
                  <a:lnTo>
                    <a:pt x="2029130" y="335564"/>
                  </a:lnTo>
                  <a:lnTo>
                    <a:pt x="2037828" y="336514"/>
                  </a:lnTo>
                  <a:lnTo>
                    <a:pt x="2085516" y="330165"/>
                  </a:lnTo>
                  <a:lnTo>
                    <a:pt x="2093414" y="331265"/>
                  </a:lnTo>
                  <a:lnTo>
                    <a:pt x="2106161" y="330315"/>
                  </a:lnTo>
                  <a:lnTo>
                    <a:pt x="2113309" y="331165"/>
                  </a:lnTo>
                  <a:lnTo>
                    <a:pt x="2135003" y="329616"/>
                  </a:lnTo>
                  <a:lnTo>
                    <a:pt x="2174193" y="330465"/>
                  </a:lnTo>
                  <a:lnTo>
                    <a:pt x="2176443" y="333115"/>
                  </a:lnTo>
                  <a:lnTo>
                    <a:pt x="2185441" y="337114"/>
                  </a:lnTo>
                  <a:lnTo>
                    <a:pt x="2192789" y="338663"/>
                  </a:lnTo>
                  <a:lnTo>
                    <a:pt x="2234678" y="335514"/>
                  </a:lnTo>
                  <a:lnTo>
                    <a:pt x="2256322" y="335764"/>
                  </a:lnTo>
                  <a:lnTo>
                    <a:pt x="2261721" y="332215"/>
                  </a:lnTo>
                  <a:lnTo>
                    <a:pt x="2257022" y="330865"/>
                  </a:lnTo>
                  <a:lnTo>
                    <a:pt x="2243625" y="329116"/>
                  </a:lnTo>
                  <a:lnTo>
                    <a:pt x="2231328" y="325517"/>
                  </a:lnTo>
                  <a:lnTo>
                    <a:pt x="2217082" y="325217"/>
                  </a:lnTo>
                  <a:lnTo>
                    <a:pt x="2208484" y="323417"/>
                  </a:lnTo>
                  <a:lnTo>
                    <a:pt x="2214283" y="322018"/>
                  </a:lnTo>
                  <a:lnTo>
                    <a:pt x="2221281" y="317569"/>
                  </a:lnTo>
                  <a:lnTo>
                    <a:pt x="2218382" y="313470"/>
                  </a:lnTo>
                  <a:lnTo>
                    <a:pt x="2206935" y="312770"/>
                  </a:lnTo>
                  <a:lnTo>
                    <a:pt x="2197187" y="314220"/>
                  </a:lnTo>
                  <a:lnTo>
                    <a:pt x="2186890" y="312670"/>
                  </a:lnTo>
                  <a:lnTo>
                    <a:pt x="2177592" y="301873"/>
                  </a:lnTo>
                  <a:lnTo>
                    <a:pt x="2173993" y="299824"/>
                  </a:lnTo>
                  <a:lnTo>
                    <a:pt x="2144851" y="295975"/>
                  </a:lnTo>
                  <a:lnTo>
                    <a:pt x="2142151" y="293175"/>
                  </a:lnTo>
                  <a:lnTo>
                    <a:pt x="2143901" y="289326"/>
                  </a:lnTo>
                  <a:lnTo>
                    <a:pt x="2154698" y="288526"/>
                  </a:lnTo>
                  <a:lnTo>
                    <a:pt x="2201736" y="292475"/>
                  </a:lnTo>
                  <a:lnTo>
                    <a:pt x="2227729" y="291426"/>
                  </a:lnTo>
                  <a:lnTo>
                    <a:pt x="2234378" y="289326"/>
                  </a:lnTo>
                  <a:lnTo>
                    <a:pt x="2252323" y="288376"/>
                  </a:lnTo>
                  <a:lnTo>
                    <a:pt x="2209534" y="281228"/>
                  </a:lnTo>
                  <a:lnTo>
                    <a:pt x="2147350" y="280328"/>
                  </a:lnTo>
                  <a:lnTo>
                    <a:pt x="2140852" y="279329"/>
                  </a:lnTo>
                  <a:lnTo>
                    <a:pt x="2136203" y="276529"/>
                  </a:lnTo>
                  <a:lnTo>
                    <a:pt x="2127905" y="266382"/>
                  </a:lnTo>
                  <a:lnTo>
                    <a:pt x="2135303" y="263683"/>
                  </a:lnTo>
                  <a:lnTo>
                    <a:pt x="2156048" y="264732"/>
                  </a:lnTo>
                  <a:lnTo>
                    <a:pt x="2158547" y="266832"/>
                  </a:lnTo>
                  <a:lnTo>
                    <a:pt x="2152749" y="270031"/>
                  </a:lnTo>
                  <a:lnTo>
                    <a:pt x="2154748" y="271081"/>
                  </a:lnTo>
                  <a:lnTo>
                    <a:pt x="2174943" y="272231"/>
                  </a:lnTo>
                  <a:lnTo>
                    <a:pt x="2198887" y="270881"/>
                  </a:lnTo>
                  <a:lnTo>
                    <a:pt x="2214483" y="272580"/>
                  </a:lnTo>
                  <a:lnTo>
                    <a:pt x="2226929" y="271431"/>
                  </a:lnTo>
                  <a:lnTo>
                    <a:pt x="2271418" y="272031"/>
                  </a:lnTo>
                  <a:lnTo>
                    <a:pt x="2276867" y="272331"/>
                  </a:lnTo>
                  <a:lnTo>
                    <a:pt x="2286865" y="275430"/>
                  </a:lnTo>
                  <a:lnTo>
                    <a:pt x="2291713" y="274930"/>
                  </a:lnTo>
                  <a:lnTo>
                    <a:pt x="2321805" y="279779"/>
                  </a:lnTo>
                  <a:lnTo>
                    <a:pt x="2336052" y="279579"/>
                  </a:lnTo>
                  <a:lnTo>
                    <a:pt x="2353947" y="277529"/>
                  </a:lnTo>
                  <a:lnTo>
                    <a:pt x="2371993" y="278329"/>
                  </a:lnTo>
                  <a:lnTo>
                    <a:pt x="2381440" y="280079"/>
                  </a:lnTo>
                  <a:lnTo>
                    <a:pt x="2396436" y="277379"/>
                  </a:lnTo>
                  <a:lnTo>
                    <a:pt x="2420830" y="275980"/>
                  </a:lnTo>
                  <a:lnTo>
                    <a:pt x="2437126" y="276379"/>
                  </a:lnTo>
                  <a:lnTo>
                    <a:pt x="2473766" y="280278"/>
                  </a:lnTo>
                  <a:lnTo>
                    <a:pt x="2487413" y="278179"/>
                  </a:lnTo>
                  <a:lnTo>
                    <a:pt x="2491762" y="274680"/>
                  </a:lnTo>
                  <a:lnTo>
                    <a:pt x="2491162" y="270781"/>
                  </a:lnTo>
                  <a:lnTo>
                    <a:pt x="2498360" y="270281"/>
                  </a:lnTo>
                  <a:lnTo>
                    <a:pt x="2504409" y="267582"/>
                  </a:lnTo>
                  <a:lnTo>
                    <a:pt x="2517655" y="268332"/>
                  </a:lnTo>
                  <a:lnTo>
                    <a:pt x="2520754" y="266582"/>
                  </a:lnTo>
                  <a:lnTo>
                    <a:pt x="2523604" y="262883"/>
                  </a:lnTo>
                  <a:lnTo>
                    <a:pt x="2533251" y="262583"/>
                  </a:lnTo>
                  <a:lnTo>
                    <a:pt x="2549497" y="265482"/>
                  </a:lnTo>
                  <a:lnTo>
                    <a:pt x="2549497" y="267482"/>
                  </a:lnTo>
                  <a:lnTo>
                    <a:pt x="2539350" y="274780"/>
                  </a:lnTo>
                  <a:lnTo>
                    <a:pt x="2543249" y="277779"/>
                  </a:lnTo>
                  <a:lnTo>
                    <a:pt x="2556645" y="278079"/>
                  </a:lnTo>
                  <a:lnTo>
                    <a:pt x="2571541" y="276729"/>
                  </a:lnTo>
                  <a:lnTo>
                    <a:pt x="2581639" y="281228"/>
                  </a:lnTo>
                  <a:lnTo>
                    <a:pt x="2588487" y="281528"/>
                  </a:lnTo>
                  <a:lnTo>
                    <a:pt x="2615980" y="276729"/>
                  </a:lnTo>
                  <a:lnTo>
                    <a:pt x="2638725" y="285327"/>
                  </a:lnTo>
                  <a:lnTo>
                    <a:pt x="2660019" y="287327"/>
                  </a:lnTo>
                  <a:lnTo>
                    <a:pt x="2678064" y="291026"/>
                  </a:lnTo>
                  <a:lnTo>
                    <a:pt x="2698908" y="291726"/>
                  </a:lnTo>
                  <a:lnTo>
                    <a:pt x="2716454" y="295225"/>
                  </a:lnTo>
                  <a:lnTo>
                    <a:pt x="2740698" y="291926"/>
                  </a:lnTo>
                  <a:lnTo>
                    <a:pt x="2744748" y="288976"/>
                  </a:lnTo>
                  <a:lnTo>
                    <a:pt x="2741998" y="280178"/>
                  </a:lnTo>
                  <a:lnTo>
                    <a:pt x="2744397" y="278329"/>
                  </a:lnTo>
                  <a:lnTo>
                    <a:pt x="2748596" y="277929"/>
                  </a:lnTo>
                  <a:lnTo>
                    <a:pt x="2767741" y="282928"/>
                  </a:lnTo>
                  <a:lnTo>
                    <a:pt x="2764892" y="277679"/>
                  </a:lnTo>
                  <a:lnTo>
                    <a:pt x="2759993" y="273730"/>
                  </a:lnTo>
                  <a:lnTo>
                    <a:pt x="2760743" y="270781"/>
                  </a:lnTo>
                  <a:lnTo>
                    <a:pt x="2764792" y="269881"/>
                  </a:lnTo>
                  <a:lnTo>
                    <a:pt x="2790335" y="273880"/>
                  </a:lnTo>
                  <a:lnTo>
                    <a:pt x="2805831" y="280079"/>
                  </a:lnTo>
                  <a:lnTo>
                    <a:pt x="2810780" y="285477"/>
                  </a:lnTo>
                  <a:lnTo>
                    <a:pt x="2821278" y="286827"/>
                  </a:lnTo>
                  <a:lnTo>
                    <a:pt x="2864517" y="284178"/>
                  </a:lnTo>
                  <a:lnTo>
                    <a:pt x="2866916" y="287127"/>
                  </a:lnTo>
                  <a:lnTo>
                    <a:pt x="2856619" y="294125"/>
                  </a:lnTo>
                  <a:lnTo>
                    <a:pt x="2859018" y="294875"/>
                  </a:lnTo>
                  <a:lnTo>
                    <a:pt x="2867166" y="293325"/>
                  </a:lnTo>
                  <a:lnTo>
                    <a:pt x="2880062" y="293775"/>
                  </a:lnTo>
                  <a:lnTo>
                    <a:pt x="2907805" y="289126"/>
                  </a:lnTo>
                  <a:lnTo>
                    <a:pt x="2919952" y="289676"/>
                  </a:lnTo>
                  <a:lnTo>
                    <a:pt x="2927201" y="291276"/>
                  </a:lnTo>
                  <a:lnTo>
                    <a:pt x="2943796" y="290826"/>
                  </a:lnTo>
                  <a:lnTo>
                    <a:pt x="2973439" y="283828"/>
                  </a:lnTo>
                  <a:lnTo>
                    <a:pt x="3014428" y="281228"/>
                  </a:lnTo>
                  <a:lnTo>
                    <a:pt x="3026525" y="278729"/>
                  </a:lnTo>
                  <a:lnTo>
                    <a:pt x="3045820" y="279029"/>
                  </a:lnTo>
                  <a:lnTo>
                    <a:pt x="3074713" y="276130"/>
                  </a:lnTo>
                  <a:lnTo>
                    <a:pt x="3110303" y="269631"/>
                  </a:lnTo>
                  <a:lnTo>
                    <a:pt x="3119551" y="266832"/>
                  </a:lnTo>
                  <a:lnTo>
                    <a:pt x="3129549" y="260633"/>
                  </a:lnTo>
                  <a:lnTo>
                    <a:pt x="3142845" y="246137"/>
                  </a:lnTo>
                  <a:lnTo>
                    <a:pt x="3139446" y="240788"/>
                  </a:lnTo>
                  <a:lnTo>
                    <a:pt x="3125299" y="230491"/>
                  </a:lnTo>
                  <a:lnTo>
                    <a:pt x="3123350" y="223793"/>
                  </a:lnTo>
                  <a:lnTo>
                    <a:pt x="3124050" y="217494"/>
                  </a:lnTo>
                  <a:lnTo>
                    <a:pt x="3118851" y="207147"/>
                  </a:lnTo>
                  <a:lnTo>
                    <a:pt x="3113403" y="199799"/>
                  </a:lnTo>
                  <a:lnTo>
                    <a:pt x="3099106" y="188652"/>
                  </a:lnTo>
                  <a:lnTo>
                    <a:pt x="3099106" y="182803"/>
                  </a:lnTo>
                  <a:lnTo>
                    <a:pt x="3097257" y="178205"/>
                  </a:lnTo>
                  <a:lnTo>
                    <a:pt x="3090659" y="172306"/>
                  </a:lnTo>
                  <a:lnTo>
                    <a:pt x="3106404" y="169957"/>
                  </a:lnTo>
                  <a:lnTo>
                    <a:pt x="3127749" y="171756"/>
                  </a:lnTo>
                  <a:lnTo>
                    <a:pt x="3129649" y="169157"/>
                  </a:lnTo>
                  <a:lnTo>
                    <a:pt x="3138796" y="164808"/>
                  </a:lnTo>
                  <a:lnTo>
                    <a:pt x="3137496" y="161109"/>
                  </a:lnTo>
                  <a:lnTo>
                    <a:pt x="3127249" y="156460"/>
                  </a:lnTo>
                  <a:lnTo>
                    <a:pt x="3129798" y="153961"/>
                  </a:lnTo>
                  <a:lnTo>
                    <a:pt x="3134397" y="153961"/>
                  </a:lnTo>
                  <a:lnTo>
                    <a:pt x="3136596" y="151211"/>
                  </a:lnTo>
                  <a:lnTo>
                    <a:pt x="3134847" y="148512"/>
                  </a:lnTo>
                  <a:lnTo>
                    <a:pt x="3136947" y="145163"/>
                  </a:lnTo>
                  <a:lnTo>
                    <a:pt x="3143845" y="139215"/>
                  </a:lnTo>
                  <a:lnTo>
                    <a:pt x="3133948" y="133216"/>
                  </a:lnTo>
                  <a:lnTo>
                    <a:pt x="3140446" y="124018"/>
                  </a:lnTo>
                  <a:lnTo>
                    <a:pt x="3147044" y="120319"/>
                  </a:lnTo>
                  <a:lnTo>
                    <a:pt x="3140196" y="118420"/>
                  </a:lnTo>
                  <a:lnTo>
                    <a:pt x="3122950" y="119620"/>
                  </a:lnTo>
                  <a:lnTo>
                    <a:pt x="3121800" y="116870"/>
                  </a:lnTo>
                  <a:lnTo>
                    <a:pt x="3124400" y="107922"/>
                  </a:lnTo>
                  <a:lnTo>
                    <a:pt x="3129798" y="106773"/>
                  </a:lnTo>
                  <a:lnTo>
                    <a:pt x="3133648" y="103424"/>
                  </a:lnTo>
                  <a:lnTo>
                    <a:pt x="3137147" y="103274"/>
                  </a:lnTo>
                  <a:lnTo>
                    <a:pt x="3139346" y="104373"/>
                  </a:lnTo>
                  <a:lnTo>
                    <a:pt x="3140046" y="108772"/>
                  </a:lnTo>
                  <a:lnTo>
                    <a:pt x="3141246" y="109772"/>
                  </a:lnTo>
                  <a:lnTo>
                    <a:pt x="3140795" y="111871"/>
                  </a:lnTo>
                  <a:lnTo>
                    <a:pt x="3142645" y="112621"/>
                  </a:lnTo>
                  <a:lnTo>
                    <a:pt x="3148893" y="110572"/>
                  </a:lnTo>
                  <a:lnTo>
                    <a:pt x="3151993" y="112821"/>
                  </a:lnTo>
                  <a:lnTo>
                    <a:pt x="3152743" y="111522"/>
                  </a:lnTo>
                  <a:lnTo>
                    <a:pt x="3151043" y="104223"/>
                  </a:lnTo>
                  <a:lnTo>
                    <a:pt x="3152943" y="101324"/>
                  </a:lnTo>
                  <a:lnTo>
                    <a:pt x="3151243" y="97575"/>
                  </a:lnTo>
                  <a:lnTo>
                    <a:pt x="3151893" y="96176"/>
                  </a:lnTo>
                  <a:lnTo>
                    <a:pt x="3157342" y="93476"/>
                  </a:lnTo>
                  <a:lnTo>
                    <a:pt x="3167139" y="94926"/>
                  </a:lnTo>
                  <a:lnTo>
                    <a:pt x="3172338" y="94376"/>
                  </a:lnTo>
                  <a:lnTo>
                    <a:pt x="3174787" y="88178"/>
                  </a:lnTo>
                  <a:lnTo>
                    <a:pt x="3172088" y="86528"/>
                  </a:lnTo>
                  <a:lnTo>
                    <a:pt x="3172138" y="85028"/>
                  </a:lnTo>
                  <a:lnTo>
                    <a:pt x="3176487" y="80780"/>
                  </a:lnTo>
                  <a:lnTo>
                    <a:pt x="3188834" y="80280"/>
                  </a:lnTo>
                  <a:lnTo>
                    <a:pt x="3186184" y="76831"/>
                  </a:lnTo>
                  <a:lnTo>
                    <a:pt x="3193682" y="75531"/>
                  </a:lnTo>
                  <a:lnTo>
                    <a:pt x="3204380" y="77530"/>
                  </a:lnTo>
                  <a:lnTo>
                    <a:pt x="3207129" y="75881"/>
                  </a:lnTo>
                  <a:lnTo>
                    <a:pt x="3206179" y="74231"/>
                  </a:lnTo>
                  <a:lnTo>
                    <a:pt x="3203280" y="73331"/>
                  </a:lnTo>
                  <a:lnTo>
                    <a:pt x="3203430" y="70032"/>
                  </a:lnTo>
                  <a:lnTo>
                    <a:pt x="3208229" y="70932"/>
                  </a:lnTo>
                  <a:lnTo>
                    <a:pt x="3210578" y="68933"/>
                  </a:lnTo>
                  <a:lnTo>
                    <a:pt x="3209228" y="67033"/>
                  </a:lnTo>
                  <a:lnTo>
                    <a:pt x="3215477" y="66833"/>
                  </a:lnTo>
                  <a:lnTo>
                    <a:pt x="3217726" y="65084"/>
                  </a:lnTo>
                  <a:lnTo>
                    <a:pt x="3226424" y="63984"/>
                  </a:lnTo>
                  <a:lnTo>
                    <a:pt x="3227023" y="62584"/>
                  </a:lnTo>
                  <a:lnTo>
                    <a:pt x="3219975" y="60835"/>
                  </a:lnTo>
                  <a:lnTo>
                    <a:pt x="3219426" y="56986"/>
                  </a:lnTo>
                  <a:lnTo>
                    <a:pt x="3220325" y="54236"/>
                  </a:lnTo>
                  <a:lnTo>
                    <a:pt x="3228073" y="50187"/>
                  </a:lnTo>
                  <a:lnTo>
                    <a:pt x="3235771" y="51587"/>
                  </a:lnTo>
                  <a:lnTo>
                    <a:pt x="3241820" y="51287"/>
                  </a:lnTo>
                  <a:lnTo>
                    <a:pt x="3247518" y="53137"/>
                  </a:lnTo>
                  <a:lnTo>
                    <a:pt x="3248268" y="51437"/>
                  </a:lnTo>
                  <a:lnTo>
                    <a:pt x="3245819" y="47638"/>
                  </a:lnTo>
                  <a:lnTo>
                    <a:pt x="3255416" y="44839"/>
                  </a:lnTo>
                  <a:lnTo>
                    <a:pt x="3262265" y="44639"/>
                  </a:lnTo>
                  <a:lnTo>
                    <a:pt x="3260915" y="42439"/>
                  </a:lnTo>
                  <a:lnTo>
                    <a:pt x="3262965" y="39690"/>
                  </a:lnTo>
                  <a:lnTo>
                    <a:pt x="3265714" y="39340"/>
                  </a:lnTo>
                  <a:lnTo>
                    <a:pt x="3267563" y="41739"/>
                  </a:lnTo>
                  <a:lnTo>
                    <a:pt x="3270163" y="42189"/>
                  </a:lnTo>
                  <a:lnTo>
                    <a:pt x="3280210" y="38840"/>
                  </a:lnTo>
                  <a:lnTo>
                    <a:pt x="3287158" y="38240"/>
                  </a:lnTo>
                  <a:lnTo>
                    <a:pt x="3290808" y="36641"/>
                  </a:lnTo>
                  <a:lnTo>
                    <a:pt x="3293707" y="33342"/>
                  </a:lnTo>
                  <a:lnTo>
                    <a:pt x="3302405" y="30193"/>
                  </a:lnTo>
                  <a:lnTo>
                    <a:pt x="3307853" y="25644"/>
                  </a:lnTo>
                  <a:lnTo>
                    <a:pt x="3306853" y="24494"/>
                  </a:lnTo>
                  <a:lnTo>
                    <a:pt x="3308503" y="23494"/>
                  </a:lnTo>
                  <a:lnTo>
                    <a:pt x="3324799" y="19345"/>
                  </a:lnTo>
                  <a:lnTo>
                    <a:pt x="3346093" y="16496"/>
                  </a:lnTo>
                  <a:lnTo>
                    <a:pt x="3359240" y="12297"/>
                  </a:lnTo>
                  <a:lnTo>
                    <a:pt x="3363789" y="9048"/>
                  </a:lnTo>
                  <a:lnTo>
                    <a:pt x="3382034" y="6249"/>
                  </a:lnTo>
                  <a:lnTo>
                    <a:pt x="3391682" y="2549"/>
                  </a:lnTo>
                  <a:lnTo>
                    <a:pt x="3404978" y="0"/>
                  </a:lnTo>
                  <a:lnTo>
                    <a:pt x="3413676" y="1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oPE_MapPart_ATA_2_3" descr="Antarktika">
              <a:extLst>
                <a:ext uri="{FF2B5EF4-FFF2-40B4-BE49-F238E27FC236}">
                  <a16:creationId xmlns:a16="http://schemas.microsoft.com/office/drawing/2014/main" id="{027F1C4A-A7FA-F247-247E-75B2148A1F49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586637" y="3461567"/>
              <a:ext cx="316769" cy="85679"/>
            </a:xfrm>
            <a:custGeom>
              <a:avLst/>
              <a:gdLst/>
              <a:ahLst/>
              <a:cxnLst/>
              <a:rect l="0" t="0" r="0" b="0"/>
              <a:pathLst>
                <a:path w="316769" h="85679">
                  <a:moveTo>
                    <a:pt x="253485" y="28492"/>
                  </a:moveTo>
                  <a:lnTo>
                    <a:pt x="295174" y="28692"/>
                  </a:lnTo>
                  <a:lnTo>
                    <a:pt x="300123" y="30992"/>
                  </a:lnTo>
                  <a:lnTo>
                    <a:pt x="307821" y="38240"/>
                  </a:lnTo>
                  <a:lnTo>
                    <a:pt x="309370" y="42089"/>
                  </a:lnTo>
                  <a:lnTo>
                    <a:pt x="316169" y="46987"/>
                  </a:lnTo>
                  <a:lnTo>
                    <a:pt x="316768" y="49837"/>
                  </a:lnTo>
                  <a:lnTo>
                    <a:pt x="315519" y="55985"/>
                  </a:lnTo>
                  <a:lnTo>
                    <a:pt x="313369" y="58485"/>
                  </a:lnTo>
                  <a:lnTo>
                    <a:pt x="307821" y="60934"/>
                  </a:lnTo>
                  <a:lnTo>
                    <a:pt x="294624" y="61584"/>
                  </a:lnTo>
                  <a:lnTo>
                    <a:pt x="302472" y="64933"/>
                  </a:lnTo>
                  <a:lnTo>
                    <a:pt x="300572" y="66832"/>
                  </a:lnTo>
                  <a:lnTo>
                    <a:pt x="143413" y="79379"/>
                  </a:lnTo>
                  <a:lnTo>
                    <a:pt x="131116" y="81279"/>
                  </a:lnTo>
                  <a:lnTo>
                    <a:pt x="127117" y="83278"/>
                  </a:lnTo>
                  <a:lnTo>
                    <a:pt x="5248" y="85678"/>
                  </a:lnTo>
                  <a:lnTo>
                    <a:pt x="0" y="82628"/>
                  </a:lnTo>
                  <a:lnTo>
                    <a:pt x="99" y="77330"/>
                  </a:lnTo>
                  <a:lnTo>
                    <a:pt x="8497" y="75030"/>
                  </a:lnTo>
                  <a:lnTo>
                    <a:pt x="26593" y="64533"/>
                  </a:lnTo>
                  <a:lnTo>
                    <a:pt x="36040" y="66383"/>
                  </a:lnTo>
                  <a:lnTo>
                    <a:pt x="52486" y="63333"/>
                  </a:lnTo>
                  <a:lnTo>
                    <a:pt x="55385" y="63683"/>
                  </a:lnTo>
                  <a:lnTo>
                    <a:pt x="57035" y="65433"/>
                  </a:lnTo>
                  <a:lnTo>
                    <a:pt x="87977" y="56485"/>
                  </a:lnTo>
                  <a:lnTo>
                    <a:pt x="111421" y="47037"/>
                  </a:lnTo>
                  <a:lnTo>
                    <a:pt x="112621" y="45688"/>
                  </a:lnTo>
                  <a:lnTo>
                    <a:pt x="110321" y="43138"/>
                  </a:lnTo>
                  <a:lnTo>
                    <a:pt x="100474" y="41589"/>
                  </a:lnTo>
                  <a:lnTo>
                    <a:pt x="106372" y="36640"/>
                  </a:lnTo>
                  <a:lnTo>
                    <a:pt x="106872" y="32341"/>
                  </a:lnTo>
                  <a:lnTo>
                    <a:pt x="114120" y="29092"/>
                  </a:lnTo>
                  <a:lnTo>
                    <a:pt x="110371" y="27643"/>
                  </a:lnTo>
                  <a:lnTo>
                    <a:pt x="116920" y="21444"/>
                  </a:lnTo>
                  <a:lnTo>
                    <a:pt x="138764" y="12147"/>
                  </a:lnTo>
                  <a:lnTo>
                    <a:pt x="146362" y="7298"/>
                  </a:lnTo>
                  <a:lnTo>
                    <a:pt x="184902" y="1549"/>
                  </a:lnTo>
                  <a:lnTo>
                    <a:pt x="208996" y="0"/>
                  </a:lnTo>
                  <a:lnTo>
                    <a:pt x="232090" y="1150"/>
                  </a:lnTo>
                  <a:lnTo>
                    <a:pt x="270930" y="6948"/>
                  </a:lnTo>
                  <a:lnTo>
                    <a:pt x="284827" y="10597"/>
                  </a:lnTo>
                  <a:lnTo>
                    <a:pt x="292774" y="13946"/>
                  </a:lnTo>
                  <a:lnTo>
                    <a:pt x="293674" y="16646"/>
                  </a:lnTo>
                  <a:lnTo>
                    <a:pt x="291575" y="20694"/>
                  </a:lnTo>
                  <a:lnTo>
                    <a:pt x="288925" y="22544"/>
                  </a:lnTo>
                  <a:lnTo>
                    <a:pt x="257784" y="24343"/>
                  </a:lnTo>
                  <a:lnTo>
                    <a:pt x="253785" y="25043"/>
                  </a:lnTo>
                  <a:lnTo>
                    <a:pt x="249886" y="279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oPE_MapPart_ATA_3_4" descr="Antarktika">
              <a:extLst>
                <a:ext uri="{FF2B5EF4-FFF2-40B4-BE49-F238E27FC236}">
                  <a16:creationId xmlns:a16="http://schemas.microsoft.com/office/drawing/2014/main" id="{6133F1D0-5B5A-7FD1-46E2-F85A74E8394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002586" y="3211731"/>
              <a:ext cx="198300" cy="107773"/>
            </a:xfrm>
            <a:custGeom>
              <a:avLst/>
              <a:gdLst/>
              <a:ahLst/>
              <a:cxnLst/>
              <a:rect l="0" t="0" r="0" b="0"/>
              <a:pathLst>
                <a:path w="198300" h="107773">
                  <a:moveTo>
                    <a:pt x="148062" y="11097"/>
                  </a:moveTo>
                  <a:lnTo>
                    <a:pt x="147262" y="14496"/>
                  </a:lnTo>
                  <a:lnTo>
                    <a:pt x="151861" y="13296"/>
                  </a:lnTo>
                  <a:lnTo>
                    <a:pt x="157610" y="14796"/>
                  </a:lnTo>
                  <a:lnTo>
                    <a:pt x="165658" y="22044"/>
                  </a:lnTo>
                  <a:lnTo>
                    <a:pt x="174705" y="36140"/>
                  </a:lnTo>
                  <a:lnTo>
                    <a:pt x="189651" y="49787"/>
                  </a:lnTo>
                  <a:lnTo>
                    <a:pt x="192251" y="52586"/>
                  </a:lnTo>
                  <a:lnTo>
                    <a:pt x="192501" y="56335"/>
                  </a:lnTo>
                  <a:lnTo>
                    <a:pt x="195700" y="57385"/>
                  </a:lnTo>
                  <a:lnTo>
                    <a:pt x="196300" y="58934"/>
                  </a:lnTo>
                  <a:lnTo>
                    <a:pt x="197999" y="70131"/>
                  </a:lnTo>
                  <a:lnTo>
                    <a:pt x="198299" y="84228"/>
                  </a:lnTo>
                  <a:lnTo>
                    <a:pt x="189951" y="93576"/>
                  </a:lnTo>
                  <a:lnTo>
                    <a:pt x="173106" y="101024"/>
                  </a:lnTo>
                  <a:lnTo>
                    <a:pt x="171406" y="104023"/>
                  </a:lnTo>
                  <a:lnTo>
                    <a:pt x="134365" y="107622"/>
                  </a:lnTo>
                  <a:lnTo>
                    <a:pt x="123818" y="106222"/>
                  </a:lnTo>
                  <a:lnTo>
                    <a:pt x="83729" y="107772"/>
                  </a:lnTo>
                  <a:lnTo>
                    <a:pt x="79180" y="105573"/>
                  </a:lnTo>
                  <a:lnTo>
                    <a:pt x="72231" y="105323"/>
                  </a:lnTo>
                  <a:lnTo>
                    <a:pt x="63734" y="100524"/>
                  </a:lnTo>
                  <a:lnTo>
                    <a:pt x="73431" y="96975"/>
                  </a:lnTo>
                  <a:lnTo>
                    <a:pt x="125218" y="99374"/>
                  </a:lnTo>
                  <a:lnTo>
                    <a:pt x="137615" y="98124"/>
                  </a:lnTo>
                  <a:lnTo>
                    <a:pt x="143763" y="95525"/>
                  </a:lnTo>
                  <a:lnTo>
                    <a:pt x="134665" y="93726"/>
                  </a:lnTo>
                  <a:lnTo>
                    <a:pt x="110222" y="97075"/>
                  </a:lnTo>
                  <a:lnTo>
                    <a:pt x="103324" y="96125"/>
                  </a:lnTo>
                  <a:lnTo>
                    <a:pt x="96775" y="92526"/>
                  </a:lnTo>
                  <a:lnTo>
                    <a:pt x="120719" y="90126"/>
                  </a:lnTo>
                  <a:lnTo>
                    <a:pt x="124718" y="88827"/>
                  </a:lnTo>
                  <a:lnTo>
                    <a:pt x="126667" y="86577"/>
                  </a:lnTo>
                  <a:lnTo>
                    <a:pt x="99024" y="84228"/>
                  </a:lnTo>
                  <a:lnTo>
                    <a:pt x="84578" y="78979"/>
                  </a:lnTo>
                  <a:lnTo>
                    <a:pt x="68183" y="86977"/>
                  </a:lnTo>
                  <a:lnTo>
                    <a:pt x="54786" y="85078"/>
                  </a:lnTo>
                  <a:lnTo>
                    <a:pt x="44589" y="84978"/>
                  </a:lnTo>
                  <a:lnTo>
                    <a:pt x="43089" y="85578"/>
                  </a:lnTo>
                  <a:lnTo>
                    <a:pt x="51237" y="89777"/>
                  </a:lnTo>
                  <a:lnTo>
                    <a:pt x="38490" y="93876"/>
                  </a:lnTo>
                  <a:lnTo>
                    <a:pt x="34141" y="93576"/>
                  </a:lnTo>
                  <a:lnTo>
                    <a:pt x="26443" y="90726"/>
                  </a:lnTo>
                  <a:lnTo>
                    <a:pt x="13147" y="90126"/>
                  </a:lnTo>
                  <a:lnTo>
                    <a:pt x="800" y="85778"/>
                  </a:lnTo>
                  <a:lnTo>
                    <a:pt x="0" y="84378"/>
                  </a:lnTo>
                  <a:lnTo>
                    <a:pt x="1449" y="82278"/>
                  </a:lnTo>
                  <a:lnTo>
                    <a:pt x="1300" y="79329"/>
                  </a:lnTo>
                  <a:lnTo>
                    <a:pt x="7848" y="76830"/>
                  </a:lnTo>
                  <a:lnTo>
                    <a:pt x="14396" y="76480"/>
                  </a:lnTo>
                  <a:lnTo>
                    <a:pt x="20695" y="78529"/>
                  </a:lnTo>
                  <a:lnTo>
                    <a:pt x="27493" y="79129"/>
                  </a:lnTo>
                  <a:lnTo>
                    <a:pt x="26594" y="74081"/>
                  </a:lnTo>
                  <a:lnTo>
                    <a:pt x="31842" y="72181"/>
                  </a:lnTo>
                  <a:lnTo>
                    <a:pt x="52837" y="77480"/>
                  </a:lnTo>
                  <a:lnTo>
                    <a:pt x="55586" y="76080"/>
                  </a:lnTo>
                  <a:lnTo>
                    <a:pt x="49687" y="73831"/>
                  </a:lnTo>
                  <a:lnTo>
                    <a:pt x="49037" y="72431"/>
                  </a:lnTo>
                  <a:lnTo>
                    <a:pt x="49388" y="71131"/>
                  </a:lnTo>
                  <a:lnTo>
                    <a:pt x="52987" y="70431"/>
                  </a:lnTo>
                  <a:lnTo>
                    <a:pt x="76681" y="72181"/>
                  </a:lnTo>
                  <a:lnTo>
                    <a:pt x="88027" y="70731"/>
                  </a:lnTo>
                  <a:lnTo>
                    <a:pt x="66283" y="66582"/>
                  </a:lnTo>
                  <a:lnTo>
                    <a:pt x="64484" y="64933"/>
                  </a:lnTo>
                  <a:lnTo>
                    <a:pt x="74181" y="63433"/>
                  </a:lnTo>
                  <a:lnTo>
                    <a:pt x="101724" y="65433"/>
                  </a:lnTo>
                  <a:lnTo>
                    <a:pt x="107672" y="64483"/>
                  </a:lnTo>
                  <a:lnTo>
                    <a:pt x="116320" y="60984"/>
                  </a:lnTo>
                  <a:lnTo>
                    <a:pt x="128867" y="61184"/>
                  </a:lnTo>
                  <a:lnTo>
                    <a:pt x="138915" y="59934"/>
                  </a:lnTo>
                  <a:lnTo>
                    <a:pt x="153061" y="64883"/>
                  </a:lnTo>
                  <a:lnTo>
                    <a:pt x="154411" y="60684"/>
                  </a:lnTo>
                  <a:lnTo>
                    <a:pt x="152911" y="57985"/>
                  </a:lnTo>
                  <a:lnTo>
                    <a:pt x="149662" y="58535"/>
                  </a:lnTo>
                  <a:lnTo>
                    <a:pt x="124018" y="55435"/>
                  </a:lnTo>
                  <a:lnTo>
                    <a:pt x="116920" y="53436"/>
                  </a:lnTo>
                  <a:lnTo>
                    <a:pt x="116420" y="51936"/>
                  </a:lnTo>
                  <a:lnTo>
                    <a:pt x="120019" y="48537"/>
                  </a:lnTo>
                  <a:lnTo>
                    <a:pt x="140364" y="43689"/>
                  </a:lnTo>
                  <a:lnTo>
                    <a:pt x="160059" y="44688"/>
                  </a:lnTo>
                  <a:lnTo>
                    <a:pt x="140364" y="38090"/>
                  </a:lnTo>
                  <a:lnTo>
                    <a:pt x="129467" y="37490"/>
                  </a:lnTo>
                  <a:lnTo>
                    <a:pt x="118369" y="39090"/>
                  </a:lnTo>
                  <a:lnTo>
                    <a:pt x="101474" y="35141"/>
                  </a:lnTo>
                  <a:lnTo>
                    <a:pt x="97275" y="31092"/>
                  </a:lnTo>
                  <a:lnTo>
                    <a:pt x="101774" y="20394"/>
                  </a:lnTo>
                  <a:lnTo>
                    <a:pt x="101074" y="17595"/>
                  </a:lnTo>
                  <a:lnTo>
                    <a:pt x="91676" y="13296"/>
                  </a:lnTo>
                  <a:lnTo>
                    <a:pt x="90177" y="10747"/>
                  </a:lnTo>
                  <a:lnTo>
                    <a:pt x="90077" y="9047"/>
                  </a:lnTo>
                  <a:lnTo>
                    <a:pt x="92326" y="5898"/>
                  </a:lnTo>
                  <a:lnTo>
                    <a:pt x="97575" y="4248"/>
                  </a:lnTo>
                  <a:lnTo>
                    <a:pt x="137864" y="0"/>
                  </a:lnTo>
                  <a:lnTo>
                    <a:pt x="146563" y="4748"/>
                  </a:lnTo>
                  <a:lnTo>
                    <a:pt x="148012" y="97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oPE_MapPart_ATA_4_5" descr="Antarktika">
              <a:extLst>
                <a:ext uri="{FF2B5EF4-FFF2-40B4-BE49-F238E27FC236}">
                  <a16:creationId xmlns:a16="http://schemas.microsoft.com/office/drawing/2014/main" id="{C78697D8-2610-6271-3FC6-9686DEDF045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4241725" y="3515903"/>
              <a:ext cx="206898" cy="33492"/>
            </a:xfrm>
            <a:custGeom>
              <a:avLst/>
              <a:gdLst/>
              <a:ahLst/>
              <a:cxnLst/>
              <a:rect l="0" t="0" r="0" b="0"/>
              <a:pathLst>
                <a:path w="206898" h="33492">
                  <a:moveTo>
                    <a:pt x="195400" y="16745"/>
                  </a:moveTo>
                  <a:lnTo>
                    <a:pt x="194400" y="25393"/>
                  </a:lnTo>
                  <a:lnTo>
                    <a:pt x="192900" y="27543"/>
                  </a:lnTo>
                  <a:lnTo>
                    <a:pt x="171856" y="33491"/>
                  </a:lnTo>
                  <a:lnTo>
                    <a:pt x="113871" y="30342"/>
                  </a:lnTo>
                  <a:lnTo>
                    <a:pt x="106372" y="28442"/>
                  </a:lnTo>
                  <a:lnTo>
                    <a:pt x="100724" y="23694"/>
                  </a:lnTo>
                  <a:lnTo>
                    <a:pt x="75130" y="25243"/>
                  </a:lnTo>
                  <a:lnTo>
                    <a:pt x="69482" y="27943"/>
                  </a:lnTo>
                  <a:lnTo>
                    <a:pt x="16296" y="19445"/>
                  </a:lnTo>
                  <a:lnTo>
                    <a:pt x="0" y="15346"/>
                  </a:lnTo>
                  <a:lnTo>
                    <a:pt x="10947" y="13346"/>
                  </a:lnTo>
                  <a:lnTo>
                    <a:pt x="15396" y="14346"/>
                  </a:lnTo>
                  <a:lnTo>
                    <a:pt x="16745" y="16795"/>
                  </a:lnTo>
                  <a:lnTo>
                    <a:pt x="21944" y="17845"/>
                  </a:lnTo>
                  <a:lnTo>
                    <a:pt x="142663" y="16745"/>
                  </a:lnTo>
                  <a:lnTo>
                    <a:pt x="154860" y="14296"/>
                  </a:lnTo>
                  <a:lnTo>
                    <a:pt x="143663" y="12896"/>
                  </a:lnTo>
                  <a:lnTo>
                    <a:pt x="140964" y="10897"/>
                  </a:lnTo>
                  <a:lnTo>
                    <a:pt x="140364" y="9097"/>
                  </a:lnTo>
                  <a:lnTo>
                    <a:pt x="141264" y="7698"/>
                  </a:lnTo>
                  <a:lnTo>
                    <a:pt x="151861" y="7048"/>
                  </a:lnTo>
                  <a:lnTo>
                    <a:pt x="153410" y="6548"/>
                  </a:lnTo>
                  <a:lnTo>
                    <a:pt x="150661" y="5798"/>
                  </a:lnTo>
                  <a:lnTo>
                    <a:pt x="150711" y="4049"/>
                  </a:lnTo>
                  <a:lnTo>
                    <a:pt x="171956" y="0"/>
                  </a:lnTo>
                  <a:lnTo>
                    <a:pt x="191551" y="999"/>
                  </a:lnTo>
                  <a:lnTo>
                    <a:pt x="196199" y="3699"/>
                  </a:lnTo>
                  <a:lnTo>
                    <a:pt x="194000" y="7198"/>
                  </a:lnTo>
                  <a:lnTo>
                    <a:pt x="193950" y="9997"/>
                  </a:lnTo>
                  <a:lnTo>
                    <a:pt x="201948" y="10347"/>
                  </a:lnTo>
                  <a:lnTo>
                    <a:pt x="206897" y="12596"/>
                  </a:lnTo>
                  <a:lnTo>
                    <a:pt x="201098" y="12946"/>
                  </a:lnTo>
                  <a:lnTo>
                    <a:pt x="196849" y="159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PE_MapPart_ATA_5_6" descr="Antarktika">
              <a:extLst>
                <a:ext uri="{FF2B5EF4-FFF2-40B4-BE49-F238E27FC236}">
                  <a16:creationId xmlns:a16="http://schemas.microsoft.com/office/drawing/2014/main" id="{35438BF4-2459-25CE-567A-D9C8A8C8B38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533768" y="3487560"/>
              <a:ext cx="146814" cy="31193"/>
            </a:xfrm>
            <a:custGeom>
              <a:avLst/>
              <a:gdLst/>
              <a:ahLst/>
              <a:cxnLst/>
              <a:rect l="0" t="0" r="0" b="0"/>
              <a:pathLst>
                <a:path w="146814" h="31193">
                  <a:moveTo>
                    <a:pt x="145213" y="30142"/>
                  </a:moveTo>
                  <a:lnTo>
                    <a:pt x="110522" y="31192"/>
                  </a:lnTo>
                  <a:lnTo>
                    <a:pt x="96526" y="30292"/>
                  </a:lnTo>
                  <a:lnTo>
                    <a:pt x="15846" y="19995"/>
                  </a:lnTo>
                  <a:lnTo>
                    <a:pt x="1550" y="16646"/>
                  </a:lnTo>
                  <a:lnTo>
                    <a:pt x="0" y="14546"/>
                  </a:lnTo>
                  <a:lnTo>
                    <a:pt x="2300" y="9147"/>
                  </a:lnTo>
                  <a:lnTo>
                    <a:pt x="4349" y="7598"/>
                  </a:lnTo>
                  <a:lnTo>
                    <a:pt x="26043" y="1650"/>
                  </a:lnTo>
                  <a:lnTo>
                    <a:pt x="28493" y="0"/>
                  </a:lnTo>
                  <a:lnTo>
                    <a:pt x="58935" y="1999"/>
                  </a:lnTo>
                  <a:lnTo>
                    <a:pt x="127717" y="18895"/>
                  </a:lnTo>
                  <a:lnTo>
                    <a:pt x="145263" y="27043"/>
                  </a:lnTo>
                  <a:lnTo>
                    <a:pt x="146813" y="28143"/>
                  </a:lnTo>
                  <a:lnTo>
                    <a:pt x="146413" y="293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PE_MapPart_ATA_6_7" descr="Antarktika">
              <a:extLst>
                <a:ext uri="{FF2B5EF4-FFF2-40B4-BE49-F238E27FC236}">
                  <a16:creationId xmlns:a16="http://schemas.microsoft.com/office/drawing/2014/main" id="{A78B4615-D034-3D4E-8D9D-68E3456622A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254677" y="3294359"/>
              <a:ext cx="188353" cy="22596"/>
            </a:xfrm>
            <a:custGeom>
              <a:avLst/>
              <a:gdLst/>
              <a:ahLst/>
              <a:cxnLst/>
              <a:rect l="0" t="0" r="0" b="0"/>
              <a:pathLst>
                <a:path w="188353" h="22596">
                  <a:moveTo>
                    <a:pt x="117271" y="4099"/>
                  </a:moveTo>
                  <a:lnTo>
                    <a:pt x="114921" y="7049"/>
                  </a:lnTo>
                  <a:lnTo>
                    <a:pt x="115121" y="9948"/>
                  </a:lnTo>
                  <a:lnTo>
                    <a:pt x="121919" y="9798"/>
                  </a:lnTo>
                  <a:lnTo>
                    <a:pt x="124919" y="4299"/>
                  </a:lnTo>
                  <a:lnTo>
                    <a:pt x="131317" y="3300"/>
                  </a:lnTo>
                  <a:lnTo>
                    <a:pt x="134416" y="6549"/>
                  </a:lnTo>
                  <a:lnTo>
                    <a:pt x="131417" y="9198"/>
                  </a:lnTo>
                  <a:lnTo>
                    <a:pt x="134766" y="11797"/>
                  </a:lnTo>
                  <a:lnTo>
                    <a:pt x="137966" y="11797"/>
                  </a:lnTo>
                  <a:lnTo>
                    <a:pt x="142114" y="9098"/>
                  </a:lnTo>
                  <a:lnTo>
                    <a:pt x="145113" y="4999"/>
                  </a:lnTo>
                  <a:lnTo>
                    <a:pt x="151212" y="2400"/>
                  </a:lnTo>
                  <a:lnTo>
                    <a:pt x="164708" y="2000"/>
                  </a:lnTo>
                  <a:lnTo>
                    <a:pt x="171856" y="3649"/>
                  </a:lnTo>
                  <a:lnTo>
                    <a:pt x="167058" y="7798"/>
                  </a:lnTo>
                  <a:lnTo>
                    <a:pt x="148163" y="12697"/>
                  </a:lnTo>
                  <a:lnTo>
                    <a:pt x="155411" y="13647"/>
                  </a:lnTo>
                  <a:lnTo>
                    <a:pt x="186203" y="8448"/>
                  </a:lnTo>
                  <a:lnTo>
                    <a:pt x="186203" y="11397"/>
                  </a:lnTo>
                  <a:lnTo>
                    <a:pt x="188352" y="13447"/>
                  </a:lnTo>
                  <a:lnTo>
                    <a:pt x="187152" y="17946"/>
                  </a:lnTo>
                  <a:lnTo>
                    <a:pt x="173156" y="19146"/>
                  </a:lnTo>
                  <a:lnTo>
                    <a:pt x="174956" y="21145"/>
                  </a:lnTo>
                  <a:lnTo>
                    <a:pt x="173906" y="22595"/>
                  </a:lnTo>
                  <a:lnTo>
                    <a:pt x="156111" y="21745"/>
                  </a:lnTo>
                  <a:lnTo>
                    <a:pt x="146813" y="22495"/>
                  </a:lnTo>
                  <a:lnTo>
                    <a:pt x="140614" y="20995"/>
                  </a:lnTo>
                  <a:lnTo>
                    <a:pt x="108473" y="21745"/>
                  </a:lnTo>
                  <a:lnTo>
                    <a:pt x="102024" y="20145"/>
                  </a:lnTo>
                  <a:lnTo>
                    <a:pt x="87878" y="19645"/>
                  </a:lnTo>
                  <a:lnTo>
                    <a:pt x="58835" y="14097"/>
                  </a:lnTo>
                  <a:lnTo>
                    <a:pt x="19746" y="11447"/>
                  </a:lnTo>
                  <a:lnTo>
                    <a:pt x="8098" y="11697"/>
                  </a:lnTo>
                  <a:lnTo>
                    <a:pt x="1350" y="10298"/>
                  </a:lnTo>
                  <a:lnTo>
                    <a:pt x="0" y="8798"/>
                  </a:lnTo>
                  <a:lnTo>
                    <a:pt x="700" y="7449"/>
                  </a:lnTo>
                  <a:lnTo>
                    <a:pt x="5149" y="6149"/>
                  </a:lnTo>
                  <a:lnTo>
                    <a:pt x="58186" y="1900"/>
                  </a:lnTo>
                  <a:lnTo>
                    <a:pt x="61885" y="2000"/>
                  </a:lnTo>
                  <a:lnTo>
                    <a:pt x="68883" y="7848"/>
                  </a:lnTo>
                  <a:lnTo>
                    <a:pt x="76381" y="4999"/>
                  </a:lnTo>
                  <a:lnTo>
                    <a:pt x="84979" y="5799"/>
                  </a:lnTo>
                  <a:lnTo>
                    <a:pt x="89727" y="4699"/>
                  </a:lnTo>
                  <a:lnTo>
                    <a:pt x="93026" y="2500"/>
                  </a:lnTo>
                  <a:lnTo>
                    <a:pt x="102724" y="0"/>
                  </a:lnTo>
                  <a:lnTo>
                    <a:pt x="114521" y="1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PE_MapPart_ATA_7_8" descr="Antarktika">
              <a:extLst>
                <a:ext uri="{FF2B5EF4-FFF2-40B4-BE49-F238E27FC236}">
                  <a16:creationId xmlns:a16="http://schemas.microsoft.com/office/drawing/2014/main" id="{EDA4003B-03B7-CFFC-05EB-8A5DF83BE6A9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4102510" y="3476313"/>
              <a:ext cx="140415" cy="37891"/>
            </a:xfrm>
            <a:custGeom>
              <a:avLst/>
              <a:gdLst/>
              <a:ahLst/>
              <a:cxnLst/>
              <a:rect l="0" t="0" r="0" b="0"/>
              <a:pathLst>
                <a:path w="140415" h="37891">
                  <a:moveTo>
                    <a:pt x="40290" y="37890"/>
                  </a:moveTo>
                  <a:lnTo>
                    <a:pt x="10298" y="36790"/>
                  </a:lnTo>
                  <a:lnTo>
                    <a:pt x="2700" y="34741"/>
                  </a:lnTo>
                  <a:lnTo>
                    <a:pt x="150" y="32891"/>
                  </a:lnTo>
                  <a:lnTo>
                    <a:pt x="0" y="31342"/>
                  </a:lnTo>
                  <a:lnTo>
                    <a:pt x="3249" y="25793"/>
                  </a:lnTo>
                  <a:lnTo>
                    <a:pt x="9148" y="22594"/>
                  </a:lnTo>
                  <a:lnTo>
                    <a:pt x="34441" y="15746"/>
                  </a:lnTo>
                  <a:lnTo>
                    <a:pt x="131817" y="0"/>
                  </a:lnTo>
                  <a:lnTo>
                    <a:pt x="140414" y="1850"/>
                  </a:lnTo>
                  <a:lnTo>
                    <a:pt x="138765" y="2949"/>
                  </a:lnTo>
                  <a:lnTo>
                    <a:pt x="119520" y="10147"/>
                  </a:lnTo>
                  <a:lnTo>
                    <a:pt x="70333" y="24843"/>
                  </a:lnTo>
                  <a:lnTo>
                    <a:pt x="58236" y="31292"/>
                  </a:lnTo>
                  <a:lnTo>
                    <a:pt x="59685" y="33341"/>
                  </a:lnTo>
                  <a:lnTo>
                    <a:pt x="56986" y="36141"/>
                  </a:lnTo>
                  <a:lnTo>
                    <a:pt x="46289" y="374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PE_MapPart_ATA_8_9" descr="Antarktika">
              <a:extLst>
                <a:ext uri="{FF2B5EF4-FFF2-40B4-BE49-F238E27FC236}">
                  <a16:creationId xmlns:a16="http://schemas.microsoft.com/office/drawing/2014/main" id="{91A0CF49-DF4F-D16A-6561-D9817DDCB24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2557606" y="3336449"/>
              <a:ext cx="100375" cy="27094"/>
            </a:xfrm>
            <a:custGeom>
              <a:avLst/>
              <a:gdLst/>
              <a:ahLst/>
              <a:cxnLst/>
              <a:rect l="0" t="0" r="0" b="0"/>
              <a:pathLst>
                <a:path w="100375" h="27094">
                  <a:moveTo>
                    <a:pt x="30142" y="200"/>
                  </a:moveTo>
                  <a:lnTo>
                    <a:pt x="46638" y="3499"/>
                  </a:lnTo>
                  <a:lnTo>
                    <a:pt x="49637" y="4799"/>
                  </a:lnTo>
                  <a:lnTo>
                    <a:pt x="51487" y="7148"/>
                  </a:lnTo>
                  <a:lnTo>
                    <a:pt x="59735" y="10747"/>
                  </a:lnTo>
                  <a:lnTo>
                    <a:pt x="44039" y="12197"/>
                  </a:lnTo>
                  <a:lnTo>
                    <a:pt x="43239" y="13896"/>
                  </a:lnTo>
                  <a:lnTo>
                    <a:pt x="44889" y="14496"/>
                  </a:lnTo>
                  <a:lnTo>
                    <a:pt x="67233" y="15296"/>
                  </a:lnTo>
                  <a:lnTo>
                    <a:pt x="77680" y="12647"/>
                  </a:lnTo>
                  <a:lnTo>
                    <a:pt x="91277" y="15396"/>
                  </a:lnTo>
                  <a:lnTo>
                    <a:pt x="93676" y="16696"/>
                  </a:lnTo>
                  <a:lnTo>
                    <a:pt x="90627" y="18445"/>
                  </a:lnTo>
                  <a:lnTo>
                    <a:pt x="91227" y="19195"/>
                  </a:lnTo>
                  <a:lnTo>
                    <a:pt x="100374" y="22094"/>
                  </a:lnTo>
                  <a:lnTo>
                    <a:pt x="99374" y="26243"/>
                  </a:lnTo>
                  <a:lnTo>
                    <a:pt x="95326" y="27093"/>
                  </a:lnTo>
                  <a:lnTo>
                    <a:pt x="64584" y="25043"/>
                  </a:lnTo>
                  <a:lnTo>
                    <a:pt x="55386" y="21944"/>
                  </a:lnTo>
                  <a:lnTo>
                    <a:pt x="32492" y="16995"/>
                  </a:lnTo>
                  <a:lnTo>
                    <a:pt x="26193" y="14796"/>
                  </a:lnTo>
                  <a:lnTo>
                    <a:pt x="25493" y="11697"/>
                  </a:lnTo>
                  <a:lnTo>
                    <a:pt x="23094" y="10847"/>
                  </a:lnTo>
                  <a:lnTo>
                    <a:pt x="15996" y="10497"/>
                  </a:lnTo>
                  <a:lnTo>
                    <a:pt x="11347" y="12397"/>
                  </a:lnTo>
                  <a:lnTo>
                    <a:pt x="5648" y="12347"/>
                  </a:lnTo>
                  <a:lnTo>
                    <a:pt x="5049" y="8498"/>
                  </a:lnTo>
                  <a:lnTo>
                    <a:pt x="0" y="6548"/>
                  </a:lnTo>
                  <a:lnTo>
                    <a:pt x="550" y="2849"/>
                  </a:lnTo>
                  <a:lnTo>
                    <a:pt x="4099" y="650"/>
                  </a:lnTo>
                  <a:lnTo>
                    <a:pt x="2269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oPE_MapPart_ATA_9_10" descr="Antarktika">
              <a:extLst>
                <a:ext uri="{FF2B5EF4-FFF2-40B4-BE49-F238E27FC236}">
                  <a16:creationId xmlns:a16="http://schemas.microsoft.com/office/drawing/2014/main" id="{07626488-98E8-0FC4-19F6-9AFC6E602A41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2670577" y="3347346"/>
              <a:ext cx="85379" cy="20296"/>
            </a:xfrm>
            <a:custGeom>
              <a:avLst/>
              <a:gdLst/>
              <a:ahLst/>
              <a:cxnLst/>
              <a:rect l="0" t="0" r="0" b="0"/>
              <a:pathLst>
                <a:path w="85379" h="20296">
                  <a:moveTo>
                    <a:pt x="77480" y="2349"/>
                  </a:moveTo>
                  <a:lnTo>
                    <a:pt x="82429" y="5099"/>
                  </a:lnTo>
                  <a:lnTo>
                    <a:pt x="85378" y="8798"/>
                  </a:lnTo>
                  <a:lnTo>
                    <a:pt x="65483" y="13447"/>
                  </a:lnTo>
                  <a:lnTo>
                    <a:pt x="63684" y="16346"/>
                  </a:lnTo>
                  <a:lnTo>
                    <a:pt x="65084" y="18145"/>
                  </a:lnTo>
                  <a:lnTo>
                    <a:pt x="29443" y="20295"/>
                  </a:lnTo>
                  <a:lnTo>
                    <a:pt x="13547" y="18595"/>
                  </a:lnTo>
                  <a:lnTo>
                    <a:pt x="11347" y="17496"/>
                  </a:lnTo>
                  <a:lnTo>
                    <a:pt x="10847" y="15796"/>
                  </a:lnTo>
                  <a:lnTo>
                    <a:pt x="16146" y="15196"/>
                  </a:lnTo>
                  <a:lnTo>
                    <a:pt x="12947" y="11847"/>
                  </a:lnTo>
                  <a:lnTo>
                    <a:pt x="20045" y="8148"/>
                  </a:lnTo>
                  <a:lnTo>
                    <a:pt x="9848" y="4799"/>
                  </a:lnTo>
                  <a:lnTo>
                    <a:pt x="0" y="4749"/>
                  </a:lnTo>
                  <a:lnTo>
                    <a:pt x="2699" y="1850"/>
                  </a:lnTo>
                  <a:lnTo>
                    <a:pt x="9298" y="0"/>
                  </a:lnTo>
                  <a:lnTo>
                    <a:pt x="72882" y="2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oPE_MapPart_ATA_10_11" descr="Antarktika">
              <a:extLst>
                <a:ext uri="{FF2B5EF4-FFF2-40B4-BE49-F238E27FC236}">
                  <a16:creationId xmlns:a16="http://schemas.microsoft.com/office/drawing/2014/main" id="{E135E462-A099-C1C7-F6CE-366F97C5174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711968" y="3444921"/>
              <a:ext cx="87079" cy="18496"/>
            </a:xfrm>
            <a:custGeom>
              <a:avLst/>
              <a:gdLst/>
              <a:ahLst/>
              <a:cxnLst/>
              <a:rect l="0" t="0" r="0" b="0"/>
              <a:pathLst>
                <a:path w="87079" h="18496">
                  <a:moveTo>
                    <a:pt x="24043" y="3749"/>
                  </a:moveTo>
                  <a:lnTo>
                    <a:pt x="34542" y="5799"/>
                  </a:lnTo>
                  <a:lnTo>
                    <a:pt x="62035" y="5549"/>
                  </a:lnTo>
                  <a:lnTo>
                    <a:pt x="84928" y="7448"/>
                  </a:lnTo>
                  <a:lnTo>
                    <a:pt x="87078" y="9398"/>
                  </a:lnTo>
                  <a:lnTo>
                    <a:pt x="63934" y="13747"/>
                  </a:lnTo>
                  <a:lnTo>
                    <a:pt x="32641" y="12847"/>
                  </a:lnTo>
                  <a:lnTo>
                    <a:pt x="14196" y="18495"/>
                  </a:lnTo>
                  <a:lnTo>
                    <a:pt x="0" y="9398"/>
                  </a:lnTo>
                  <a:lnTo>
                    <a:pt x="11346" y="5299"/>
                  </a:lnTo>
                  <a:lnTo>
                    <a:pt x="5449" y="1849"/>
                  </a:lnTo>
                  <a:lnTo>
                    <a:pt x="8047" y="100"/>
                  </a:lnTo>
                  <a:lnTo>
                    <a:pt x="21395" y="0"/>
                  </a:lnTo>
                  <a:lnTo>
                    <a:pt x="24694" y="2349"/>
                  </a:lnTo>
                  <a:lnTo>
                    <a:pt x="24093" y="3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oPE_MapPart_ATA_11_12" descr="Antarktika">
              <a:extLst>
                <a:ext uri="{FF2B5EF4-FFF2-40B4-BE49-F238E27FC236}">
                  <a16:creationId xmlns:a16="http://schemas.microsoft.com/office/drawing/2014/main" id="{177D72BA-B014-F1A0-6E1E-8AA8F53C9264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3982741" y="3323702"/>
              <a:ext cx="52038" cy="21945"/>
            </a:xfrm>
            <a:custGeom>
              <a:avLst/>
              <a:gdLst/>
              <a:ahLst/>
              <a:cxnLst/>
              <a:rect l="0" t="0" r="0" b="0"/>
              <a:pathLst>
                <a:path w="52038" h="21945">
                  <a:moveTo>
                    <a:pt x="48388" y="7698"/>
                  </a:moveTo>
                  <a:lnTo>
                    <a:pt x="43739" y="11747"/>
                  </a:lnTo>
                  <a:lnTo>
                    <a:pt x="39690" y="12597"/>
                  </a:lnTo>
                  <a:lnTo>
                    <a:pt x="48038" y="17845"/>
                  </a:lnTo>
                  <a:lnTo>
                    <a:pt x="45688" y="20695"/>
                  </a:lnTo>
                  <a:lnTo>
                    <a:pt x="42289" y="21944"/>
                  </a:lnTo>
                  <a:lnTo>
                    <a:pt x="5449" y="14196"/>
                  </a:lnTo>
                  <a:lnTo>
                    <a:pt x="1200" y="12047"/>
                  </a:lnTo>
                  <a:lnTo>
                    <a:pt x="0" y="9148"/>
                  </a:lnTo>
                  <a:lnTo>
                    <a:pt x="950" y="7998"/>
                  </a:lnTo>
                  <a:lnTo>
                    <a:pt x="8948" y="6498"/>
                  </a:lnTo>
                  <a:lnTo>
                    <a:pt x="16396" y="7998"/>
                  </a:lnTo>
                  <a:lnTo>
                    <a:pt x="18895" y="6398"/>
                  </a:lnTo>
                  <a:lnTo>
                    <a:pt x="22794" y="6398"/>
                  </a:lnTo>
                  <a:lnTo>
                    <a:pt x="23694" y="5249"/>
                  </a:lnTo>
                  <a:lnTo>
                    <a:pt x="13796" y="3649"/>
                  </a:lnTo>
                  <a:lnTo>
                    <a:pt x="10147" y="1600"/>
                  </a:lnTo>
                  <a:lnTo>
                    <a:pt x="19995" y="0"/>
                  </a:lnTo>
                  <a:lnTo>
                    <a:pt x="45089" y="2049"/>
                  </a:lnTo>
                  <a:lnTo>
                    <a:pt x="48887" y="2749"/>
                  </a:lnTo>
                  <a:lnTo>
                    <a:pt x="52037" y="4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oPE_MapPart_ATA_12_13" descr="Antarktika">
              <a:extLst>
                <a:ext uri="{FF2B5EF4-FFF2-40B4-BE49-F238E27FC236}">
                  <a16:creationId xmlns:a16="http://schemas.microsoft.com/office/drawing/2014/main" id="{7C04C898-47E5-13AC-C93E-9D1565EFF06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3971244" y="3261368"/>
              <a:ext cx="82230" cy="15447"/>
            </a:xfrm>
            <a:custGeom>
              <a:avLst/>
              <a:gdLst/>
              <a:ahLst/>
              <a:cxnLst/>
              <a:rect l="0" t="0" r="0" b="0"/>
              <a:pathLst>
                <a:path w="82230" h="15447">
                  <a:moveTo>
                    <a:pt x="77880" y="1649"/>
                  </a:moveTo>
                  <a:lnTo>
                    <a:pt x="82229" y="4099"/>
                  </a:lnTo>
                  <a:lnTo>
                    <a:pt x="64034" y="9647"/>
                  </a:lnTo>
                  <a:lnTo>
                    <a:pt x="47338" y="12097"/>
                  </a:lnTo>
                  <a:lnTo>
                    <a:pt x="9298" y="15446"/>
                  </a:lnTo>
                  <a:lnTo>
                    <a:pt x="4099" y="14996"/>
                  </a:lnTo>
                  <a:lnTo>
                    <a:pt x="0" y="11497"/>
                  </a:lnTo>
                  <a:lnTo>
                    <a:pt x="300" y="10147"/>
                  </a:lnTo>
                  <a:lnTo>
                    <a:pt x="7298" y="7998"/>
                  </a:lnTo>
                  <a:lnTo>
                    <a:pt x="36141" y="5448"/>
                  </a:lnTo>
                  <a:lnTo>
                    <a:pt x="40290" y="3599"/>
                  </a:lnTo>
                  <a:lnTo>
                    <a:pt x="41739" y="900"/>
                  </a:lnTo>
                  <a:lnTo>
                    <a:pt x="43239" y="400"/>
                  </a:lnTo>
                  <a:lnTo>
                    <a:pt x="47788" y="1500"/>
                  </a:lnTo>
                  <a:lnTo>
                    <a:pt x="53336" y="5998"/>
                  </a:lnTo>
                  <a:lnTo>
                    <a:pt x="56736" y="4199"/>
                  </a:lnTo>
                  <a:lnTo>
                    <a:pt x="57036" y="300"/>
                  </a:lnTo>
                  <a:lnTo>
                    <a:pt x="66533" y="2199"/>
                  </a:lnTo>
                  <a:lnTo>
                    <a:pt x="66583" y="0"/>
                  </a:lnTo>
                  <a:lnTo>
                    <a:pt x="73081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oPE_MapPart_ATA_13_14" descr="Antarktika">
              <a:extLst>
                <a:ext uri="{FF2B5EF4-FFF2-40B4-BE49-F238E27FC236}">
                  <a16:creationId xmlns:a16="http://schemas.microsoft.com/office/drawing/2014/main" id="{BA7C11A6-B8B1-ECAB-D496-F7C7348A162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4176142" y="3151646"/>
              <a:ext cx="40290" cy="31343"/>
            </a:xfrm>
            <a:custGeom>
              <a:avLst/>
              <a:gdLst/>
              <a:ahLst/>
              <a:cxnLst/>
              <a:rect l="0" t="0" r="0" b="0"/>
              <a:pathLst>
                <a:path w="40290" h="31343">
                  <a:moveTo>
                    <a:pt x="31791" y="23594"/>
                  </a:moveTo>
                  <a:lnTo>
                    <a:pt x="26593" y="25893"/>
                  </a:lnTo>
                  <a:lnTo>
                    <a:pt x="20844" y="25843"/>
                  </a:lnTo>
                  <a:lnTo>
                    <a:pt x="19245" y="28643"/>
                  </a:lnTo>
                  <a:lnTo>
                    <a:pt x="15346" y="30742"/>
                  </a:lnTo>
                  <a:lnTo>
                    <a:pt x="8748" y="31342"/>
                  </a:lnTo>
                  <a:lnTo>
                    <a:pt x="6398" y="31092"/>
                  </a:lnTo>
                  <a:lnTo>
                    <a:pt x="949" y="27143"/>
                  </a:lnTo>
                  <a:lnTo>
                    <a:pt x="0" y="22994"/>
                  </a:lnTo>
                  <a:lnTo>
                    <a:pt x="8697" y="16896"/>
                  </a:lnTo>
                  <a:lnTo>
                    <a:pt x="22144" y="4899"/>
                  </a:lnTo>
                  <a:lnTo>
                    <a:pt x="36140" y="0"/>
                  </a:lnTo>
                  <a:lnTo>
                    <a:pt x="39490" y="200"/>
                  </a:lnTo>
                  <a:lnTo>
                    <a:pt x="40289" y="2349"/>
                  </a:lnTo>
                  <a:lnTo>
                    <a:pt x="33341" y="6098"/>
                  </a:lnTo>
                  <a:lnTo>
                    <a:pt x="32341" y="11297"/>
                  </a:lnTo>
                  <a:lnTo>
                    <a:pt x="40139" y="14496"/>
                  </a:lnTo>
                  <a:lnTo>
                    <a:pt x="24943" y="20745"/>
                  </a:lnTo>
                  <a:lnTo>
                    <a:pt x="32291" y="228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oPE_MapPart_ATA_14_15" descr="Antarktika">
              <a:extLst>
                <a:ext uri="{FF2B5EF4-FFF2-40B4-BE49-F238E27FC236}">
                  <a16:creationId xmlns:a16="http://schemas.microsoft.com/office/drawing/2014/main" id="{6BAFD744-F9F0-3ED8-42E6-6A59FDA16A9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4212882" y="3509954"/>
              <a:ext cx="64035" cy="15297"/>
            </a:xfrm>
            <a:custGeom>
              <a:avLst/>
              <a:gdLst/>
              <a:ahLst/>
              <a:cxnLst/>
              <a:rect l="0" t="0" r="0" b="0"/>
              <a:pathLst>
                <a:path w="64035" h="15297">
                  <a:moveTo>
                    <a:pt x="45439" y="15296"/>
                  </a:moveTo>
                  <a:lnTo>
                    <a:pt x="40090" y="14646"/>
                  </a:lnTo>
                  <a:lnTo>
                    <a:pt x="38840" y="12397"/>
                  </a:lnTo>
                  <a:lnTo>
                    <a:pt x="25144" y="10597"/>
                  </a:lnTo>
                  <a:lnTo>
                    <a:pt x="22644" y="7398"/>
                  </a:lnTo>
                  <a:lnTo>
                    <a:pt x="20345" y="6498"/>
                  </a:lnTo>
                  <a:lnTo>
                    <a:pt x="2499" y="2549"/>
                  </a:lnTo>
                  <a:lnTo>
                    <a:pt x="0" y="500"/>
                  </a:lnTo>
                  <a:lnTo>
                    <a:pt x="3399" y="0"/>
                  </a:lnTo>
                  <a:lnTo>
                    <a:pt x="28443" y="2250"/>
                  </a:lnTo>
                  <a:lnTo>
                    <a:pt x="49838" y="2699"/>
                  </a:lnTo>
                  <a:lnTo>
                    <a:pt x="53837" y="5849"/>
                  </a:lnTo>
                  <a:lnTo>
                    <a:pt x="61935" y="6748"/>
                  </a:lnTo>
                  <a:lnTo>
                    <a:pt x="64034" y="11847"/>
                  </a:lnTo>
                  <a:lnTo>
                    <a:pt x="50537" y="145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oPE_MapPart_ATA_15_16" descr="Antarktika">
              <a:extLst>
                <a:ext uri="{FF2B5EF4-FFF2-40B4-BE49-F238E27FC236}">
                  <a16:creationId xmlns:a16="http://schemas.microsoft.com/office/drawing/2014/main" id="{10654D30-B5B8-3759-450B-EC9BA639BAE1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543316" y="3558642"/>
              <a:ext cx="96426" cy="8549"/>
            </a:xfrm>
            <a:custGeom>
              <a:avLst/>
              <a:gdLst/>
              <a:ahLst/>
              <a:cxnLst/>
              <a:rect l="0" t="0" r="0" b="0"/>
              <a:pathLst>
                <a:path w="96426" h="8549">
                  <a:moveTo>
                    <a:pt x="96425" y="8548"/>
                  </a:moveTo>
                  <a:lnTo>
                    <a:pt x="19045" y="5598"/>
                  </a:lnTo>
                  <a:lnTo>
                    <a:pt x="0" y="3449"/>
                  </a:lnTo>
                  <a:lnTo>
                    <a:pt x="250" y="1999"/>
                  </a:lnTo>
                  <a:lnTo>
                    <a:pt x="1949" y="1200"/>
                  </a:lnTo>
                  <a:lnTo>
                    <a:pt x="20495" y="0"/>
                  </a:lnTo>
                  <a:lnTo>
                    <a:pt x="41139" y="900"/>
                  </a:lnTo>
                  <a:lnTo>
                    <a:pt x="83328" y="5049"/>
                  </a:lnTo>
                  <a:lnTo>
                    <a:pt x="95875" y="79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oPE_MapPart_ATA_16_17" descr="Antarktika">
              <a:extLst>
                <a:ext uri="{FF2B5EF4-FFF2-40B4-BE49-F238E27FC236}">
                  <a16:creationId xmlns:a16="http://schemas.microsoft.com/office/drawing/2014/main" id="{8E29E763-400C-F8FC-74A2-6B5855F5D8C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484057" y="3345896"/>
              <a:ext cx="44939" cy="24245"/>
            </a:xfrm>
            <a:custGeom>
              <a:avLst/>
              <a:gdLst/>
              <a:ahLst/>
              <a:cxnLst/>
              <a:rect l="0" t="0" r="0" b="0"/>
              <a:pathLst>
                <a:path w="44939" h="24245">
                  <a:moveTo>
                    <a:pt x="39640" y="7399"/>
                  </a:moveTo>
                  <a:lnTo>
                    <a:pt x="38740" y="14747"/>
                  </a:lnTo>
                  <a:lnTo>
                    <a:pt x="44788" y="19345"/>
                  </a:lnTo>
                  <a:lnTo>
                    <a:pt x="44938" y="22844"/>
                  </a:lnTo>
                  <a:lnTo>
                    <a:pt x="42939" y="24244"/>
                  </a:lnTo>
                  <a:lnTo>
                    <a:pt x="33841" y="23194"/>
                  </a:lnTo>
                  <a:lnTo>
                    <a:pt x="29392" y="16796"/>
                  </a:lnTo>
                  <a:lnTo>
                    <a:pt x="24144" y="14247"/>
                  </a:lnTo>
                  <a:lnTo>
                    <a:pt x="11847" y="13097"/>
                  </a:lnTo>
                  <a:lnTo>
                    <a:pt x="0" y="13497"/>
                  </a:lnTo>
                  <a:lnTo>
                    <a:pt x="2899" y="12147"/>
                  </a:lnTo>
                  <a:lnTo>
                    <a:pt x="25243" y="8898"/>
                  </a:lnTo>
                  <a:lnTo>
                    <a:pt x="28093" y="7199"/>
                  </a:lnTo>
                  <a:lnTo>
                    <a:pt x="32441" y="1550"/>
                  </a:lnTo>
                  <a:lnTo>
                    <a:pt x="37340" y="150"/>
                  </a:lnTo>
                  <a:lnTo>
                    <a:pt x="40440" y="0"/>
                  </a:lnTo>
                  <a:lnTo>
                    <a:pt x="42089" y="2550"/>
                  </a:lnTo>
                  <a:lnTo>
                    <a:pt x="42089" y="4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5887890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ID" val="WORLD-ADM0"/>
  <p:tag name="OPE_MAP_SOURCE" val="Natural Earth 5.1.1|https://www.naturalearthdata.com/"/>
  <p:tag name="OPE_MAP_SCOPE" val="World"/>
  <p:tag name="OPE_MAP_DETAIL_LEVEL" val="ADM0"/>
  <p:tag name="OPE_MAP_PROJECTION" val="Mercato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FG"/>
  <p:tag name="OPE_MAP_REGION_ALIASES" val="AFG|Afghanistan|Afg.|A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LB"/>
  <p:tag name="OPE_MAP_REGION_ALIASES" val="ALB|Albanien|Albania|Alb.|A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ZA"/>
  <p:tag name="OPE_MAP_REGION_ALIASES" val="DZA|Algerien|Algeria|Alg.|DZ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SM"/>
  <p:tag name="OPE_MAP_REGION_ALIASES" val="ASM|Amerikanisch-Samoa|American Samoa|Am. Samoa|A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ND"/>
  <p:tag name="OPE_MAP_REGION_ALIASES" val="AND|Andorra|And.|AD|ADO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GO"/>
  <p:tag name="OPE_MAP_REGION_ALIASES" val="AGO|Angola|Ang.|A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GO"/>
  <p:tag name="OPE_MAP_REGION_ALIASES" val="AGO|Angola|Ang.|A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IA"/>
  <p:tag name="OPE_MAP_REGION_ALIASES" val="AIA|Anguilla|Ang.|AI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G"/>
  <p:tag name="OPE_MAP_REGION_ALIASES" val="ATG|Antigua und Barbuda|Antigua and Barbuda|Antigua and Barb.|Ant.B.|A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G"/>
  <p:tag name="OPE_MAP_REGION_ALIASES" val="ARG|Argentinien|Argentina|Arg.|A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G"/>
  <p:tag name="OPE_MAP_REGION_ALIASES" val="ARG|Argentinien|Argentina|Arg.|A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G"/>
  <p:tag name="OPE_MAP_REGION_ALIASES" val="ARG|Argentinien|Argentina|Arg.|A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G"/>
  <p:tag name="OPE_MAP_REGION_ALIASES" val="ARG|Argentinien|Argentina|Arg.|A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M"/>
  <p:tag name="OPE_MAP_REGION_ALIASES" val="ARM|Armenien|Armenia|Arm.|A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M"/>
  <p:tag name="OPE_MAP_REGION_ALIASES" val="ARM|Armenien|Armenia|Arm.|A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BW"/>
  <p:tag name="OPE_MAP_REGION_ALIASES" val="ABW|Aruba|A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C"/>
  <p:tag name="OPE_MAP_REGION_ALIASES" val="ATC|Ashmore- und Cartierinseln|Ashmore and Cartier Islands|Ashmore and Cartier Is.|A.C.Is.|AU|AUS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OA"/>
  <p:tag name="OPE_MAP_REGION_ALIASES" val="IOA|Australische Territorien im Indischen Ozean|Australian Indian Ocean Territories|Indian Ocean Territories|Indian Ocean Ter.|Ind. Oc. Ter.|AU|AUS|IOT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OA"/>
  <p:tag name="OPE_MAP_REGION_ALIASES" val="IOA|Australische Territorien im Indischen Ozean|Australian Indian Ocean Territories|Indian Ocean Territories|Indian Ocean Ter.|Ind. Oc. Ter.|AU|AUS|IO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OA"/>
  <p:tag name="OPE_MAP_REGION_ALIASES" val="IOA|Australische Territorien im Indischen Ozean|Australian Indian Ocean Territories|Indian Ocean Territories|Indian Ocean Ter.|Ind. Oc. Ter.|AU|AUS|IOT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T"/>
  <p:tag name="OPE_MAP_REGION_ALIASES" val="AUT|Österreich|Austria|Aust.|AT|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ZE"/>
  <p:tag name="OPE_MAP_REGION_ALIASES" val="AZE|Aserbaidschan|Azerbaijan|Aze.|AZ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ZE"/>
  <p:tag name="OPE_MAP_REGION_ALIASES" val="AZE|Aserbaidschan|Azerbaijan|Aze.|AZ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ZE"/>
  <p:tag name="OPE_MAP_REGION_ALIASES" val="AZE|Aserbaidschan|Azerbaijan|Aze.|AZ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R"/>
  <p:tag name="OPE_MAP_REGION_ALIASES" val="BHR|Bahrain|Bahr.|BH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B"/>
  <p:tag name="OPE_MAP_REGION_ALIASES" val="BRB|Barbados|Barb.|BB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R"/>
  <p:tag name="OPE_MAP_REGION_ALIASES" val="BLR|Belarus|Bela.|BY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EL"/>
  <p:tag name="OPE_MAP_REGION_ALIASES" val="BEL|Belgien|Belgium|Belg.|BE|B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Z"/>
  <p:tag name="OPE_MAP_REGION_ALIASES" val="BLZ|Belize|BZ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Z"/>
  <p:tag name="OPE_MAP_REGION_ALIASES" val="BLZ|Belize|BZ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Z"/>
  <p:tag name="OPE_MAP_REGION_ALIASES" val="BLZ|Belize|BZ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EN"/>
  <p:tag name="OPE_MAP_REGION_ALIASES" val="BEN|Benin|BJ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MU"/>
  <p:tag name="OPE_MAP_REGION_ALIASES" val="BMU|Bermuda|Berm.|B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TN"/>
  <p:tag name="OPE_MAP_REGION_ALIASES" val="BTN|Bhutan|B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OL"/>
  <p:tag name="OPE_MAP_REGION_ALIASES" val="BOL|Bolivien|Bolivia|BO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IH"/>
  <p:tag name="OPE_MAP_REGION_ALIASES" val="BIH|Bosnien und Herzegowina|Bosnia and Herzegovina|Bosnia and Herz.|B.H.|B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WA"/>
  <p:tag name="OPE_MAP_REGION_ALIASES" val="BWA|Botswana|Bwa.|B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OT"/>
  <p:tag name="OPE_MAP_REGION_ALIASES" val="IOT|Britisches Territorium im Indischen Ozean|British Indian Ocean Territory|Br. Indian Ocean Ter.|I.O.T.|IO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GB"/>
  <p:tag name="OPE_MAP_REGION_ALIASES" val="VGB|Britische Jungferninseln|British Virgin Islands|British Virgin Is.|V.I. (Br.)|V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N"/>
  <p:tag name="OPE_MAP_REGION_ALIASES" val="BRN|Brunei|Brunei Darussalam|BN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N"/>
  <p:tag name="OPE_MAP_REGION_ALIASES" val="BRN|Brunei|Brunei Darussalam|BN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R"/>
  <p:tag name="OPE_MAP_REGION_ALIASES" val="BGR|Bulgarien|Bulgaria|Bulg.|B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FA"/>
  <p:tag name="OPE_MAP_REGION_ALIASES" val="BFA|Burkina Faso|B.F.|BF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DI"/>
  <p:tag name="OPE_MAP_REGION_ALIASES" val="BDI|Burundi|Bur.|BI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HM"/>
  <p:tag name="OPE_MAP_REGION_ALIASES" val="KHM|Kambodscha|Cambodia|Camb.|KH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HM"/>
  <p:tag name="OPE_MAP_REGION_ALIASES" val="KHM|Kambodscha|Cambodia|Camb.|KH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HM"/>
  <p:tag name="OPE_MAP_REGION_ALIASES" val="KHM|Kambodscha|Cambodia|Camb.|KH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MR"/>
  <p:tag name="OPE_MAP_REGION_ALIASES" val="CMR|Kamerun|Cameroon|Cam.|C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M"/>
  <p:tag name="OPE_MAP_REGION_ALIASES" val="CYM|Cayman Islands|Cayman Is.|Cym. Is.|KY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M"/>
  <p:tag name="OPE_MAP_REGION_ALIASES" val="CYM|Cayman Islands|Cayman Is.|Cym. Is.|KY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M"/>
  <p:tag name="OPE_MAP_REGION_ALIASES" val="CYM|Cayman Islands|Cayman Is.|Cym. Is.|KY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F"/>
  <p:tag name="OPE_MAP_REGION_ALIASES" val="CAF|Zentralafrikanische Republik|Central African Republic|Central African Rep.|C.A.R.|CF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CD"/>
  <p:tag name="OPE_MAP_REGION_ALIASES" val="TCD|Tschad|Chad|TD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L"/>
  <p:tag name="OPE_MAP_REGION_ALIASES" val="COL|Kolumbien|Colombia|Col.|CO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L"/>
  <p:tag name="OPE_MAP_REGION_ALIASES" val="COL|Kolumbien|Colombia|Col.|CO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M"/>
  <p:tag name="OPE_MAP_REGION_ALIASES" val="COM|Komoren|Comoros|Com.|KM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M"/>
  <p:tag name="OPE_MAP_REGION_ALIASES" val="COM|Komoren|Comoros|Com.|K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M"/>
  <p:tag name="OPE_MAP_REGION_ALIASES" val="COM|Komoren|Comoros|Com.|KM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K"/>
  <p:tag name="OPE_MAP_REGION_ALIASES" val="COK|Cookinseln|Cook Islands|Cook Is.|CK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RI"/>
  <p:tag name="OPE_MAP_REGION_ALIASES" val="CRI|Costa Rica|C.R.|C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W"/>
  <p:tag name="OPE_MAP_REGION_ALIASES" val="CUW|Curaçao|Cur.|CW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P"/>
  <p:tag name="OPE_MAP_REGION_ALIASES" val="CYP|Republik Zypern|Cyprus|Cyp.|CY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ZE"/>
  <p:tag name="OPE_MAP_REGION_ALIASES" val="CZE|Tschechien|Czech Republic|Czechia|Cz.|CZ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D"/>
  <p:tag name="OPE_MAP_REGION_ALIASES" val="COD|Demokratische Republik Kongo|Democratic Republic of the Congo|Dem. Rep. Congo|D.R.C.|CD|ZR|ZAR|DRC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JI"/>
  <p:tag name="OPE_MAP_REGION_ALIASES" val="DJI|Dschibuti|Djibouti|Dji.|DJ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MA"/>
  <p:tag name="OPE_MAP_REGION_ALIASES" val="DMA|Dominica|D'inca|DM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OM"/>
  <p:tag name="OPE_MAP_REGION_ALIASES" val="DOM|Dominikanische Republik|Dominican Republic|Dominican Rep.|Dom. Rep.|DO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LS"/>
  <p:tag name="OPE_MAP_REGION_ALIASES" val="TLS|Osttimor|East Timor|Timor-Leste|T.L.|TL|TP|TMP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LS"/>
  <p:tag name="OPE_MAP_REGION_ALIASES" val="TLS|Osttimor|East Timor|Timor-Leste|T.L.|TL|TP|TMP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LS"/>
  <p:tag name="OPE_MAP_REGION_ALIASES" val="TLS|Osttimor|East Timor|Timor-Leste|T.L.|TL|TP|TMP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GY"/>
  <p:tag name="OPE_MAP_REGION_ALIASES" val="EGY|Ägypten|Egypt|E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V"/>
  <p:tag name="OPE_MAP_REGION_ALIASES" val="SLV|El Salvador|El. S.|SV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Q"/>
  <p:tag name="OPE_MAP_REGION_ALIASES" val="GNQ|Äquatorialguinea|Equatorial Guinea|Eq. Guinea|Eq. G.|GQ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Q"/>
  <p:tag name="OPE_MAP_REGION_ALIASES" val="GNQ|Äquatorialguinea|Equatorial Guinea|Eq. Guinea|Eq. G.|G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RI"/>
  <p:tag name="OPE_MAP_REGION_ALIASES" val="ERI|Eritrea|Erit.|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RI"/>
  <p:tag name="OPE_MAP_REGION_ALIASES" val="ERI|Eritrea|Erit.|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RI"/>
  <p:tag name="OPE_MAP_REGION_ALIASES" val="ERI|Eritrea|Erit.|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T"/>
  <p:tag name="OPE_MAP_REGION_ALIASES" val="EST|Estland|Estonia|Est.|E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T"/>
  <p:tag name="OPE_MAP_REGION_ALIASES" val="EST|Estland|Estonia|Est.|E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T"/>
  <p:tag name="OPE_MAP_REGION_ALIASES" val="EST|Estland|Estonia|Est.|E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T"/>
  <p:tag name="OPE_MAP_REGION_ALIASES" val="EST|Estland|Estonia|Est.|E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Z"/>
  <p:tag name="OPE_MAP_REGION_ALIASES" val="SWZ|Eswatini|Kingdom of eSwatini|eSw.|SZ|ES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TH"/>
  <p:tag name="OPE_MAP_REGION_ALIASES" val="ETH|Äthiopien|Ethiopia|Eth.|ET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O"/>
  <p:tag name="OPE_MAP_REGION_ALIASES" val="FRO|Färöer|Faroe Islands|Faeroe Is.|Faeroe Islands|FO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F"/>
  <p:tag name="OPE_MAP_REGION_ALIASES" val="ATF|Französische Süd- und Antarktisgebiete|French Southern and Antarctic Lands|Fr. S. Antarctic Lands|Fr. S.A.L.|TF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F"/>
  <p:tag name="OPE_MAP_REGION_ALIASES" val="ATF|Französische Süd- und Antarktisgebiete|French Southern and Antarctic Lands|Fr. S. Antarctic Lands|Fr. S.A.L.|TF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F"/>
  <p:tag name="OPE_MAP_REGION_ALIASES" val="ATF|Französische Süd- und Antarktisgebiete|French Southern and Antarctic Lands|Fr. S. Antarctic Lands|Fr. S.A.L.|TF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AB"/>
  <p:tag name="OPE_MAP_REGION_ALIASES" val="GAB|Gabun|Gabon|GA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EO"/>
  <p:tag name="OPE_MAP_REGION_ALIASES" val="GEO|Georgien|Georgia|Geo.|G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HA"/>
  <p:tag name="OPE_MAP_REGION_ALIASES" val="GHA|Ghana|GH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D"/>
  <p:tag name="OPE_MAP_REGION_ALIASES" val="GRD|Grenada|Gren.|GD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UM"/>
  <p:tag name="OPE_MAP_REGION_ALIASES" val="GUM|Guam|GU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TM"/>
  <p:tag name="OPE_MAP_REGION_ALIASES" val="GTM|Guatemala|Guat.|GT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GY"/>
  <p:tag name="OPE_MAP_REGION_ALIASES" val="GGY|Guernsey|Guern.|GG|JG|CHI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IN"/>
  <p:tag name="OPE_MAP_REGION_ALIASES" val="GIN|Guinea|Gin.|GN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UY"/>
  <p:tag name="OPE_MAP_REGION_ALIASES" val="GUY|Guyana|Guy.|GY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TI"/>
  <p:tag name="OPE_MAP_REGION_ALIASES" val="HTI|Haiti|H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TI"/>
  <p:tag name="OPE_MAP_REGION_ALIASES" val="HTI|Haiti|H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TI"/>
  <p:tag name="OPE_MAP_REGION_ALIASES" val="HTI|Haiti|H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MD"/>
  <p:tag name="OPE_MAP_REGION_ALIASES" val="HMD|Heard und McDonaldinseln|Heard Island and McDonald Islands|Heard I. and McDonald Is.|Heard I. and McDonald Islands|H.M.Is.|HM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ND"/>
  <p:tag name="OPE_MAP_REGION_ALIASES" val="HND|Honduras|Hond.|HN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ND"/>
  <p:tag name="OPE_MAP_REGION_ALIASES" val="HND|Honduras|Hond.|HN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ND"/>
  <p:tag name="OPE_MAP_REGION_ALIASES" val="HND|Honduras|Hond.|HN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KG"/>
  <p:tag name="OPE_MAP_REGION_ALIASES" val="HKG|Hongkong|Hong Kong|Hong Kong S.A.R.|H.K.|HK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UN"/>
  <p:tag name="OPE_MAP_REGION_ALIASES" val="HUN|Ungarn|Hungary|Hun.|HU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SL"/>
  <p:tag name="OPE_MAP_REGION_ALIASES" val="ISL|Island|Iceland|IS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N"/>
  <p:tag name="OPE_MAP_REGION_ALIASES" val="IRN|Iran|IR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N"/>
  <p:tag name="OPE_MAP_REGION_ALIASES" val="IRN|Iran|IR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Q"/>
  <p:tag name="OPE_MAP_REGION_ALIASES" val="IRQ|Irak|Iraq|IQ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L"/>
  <p:tag name="OPE_MAP_REGION_ALIASES" val="IRL|Irland|Ireland|Ire.|I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L"/>
  <p:tag name="OPE_MAP_REGION_ALIASES" val="IRL|Irland|Ireland|Ire.|I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MN"/>
  <p:tag name="OPE_MAP_REGION_ALIASES" val="IMN|Isle of Man|IoMan|IM|IMY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SR"/>
  <p:tag name="OPE_MAP_REGION_ALIASES" val="ISR|Israel|Isr.|IL|IS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IV"/>
  <p:tag name="OPE_MAP_REGION_ALIASES" val="CIV|Elfenbeinküste|Ivory Coast|Côte d'Ivoire|I.C.|CI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IV"/>
  <p:tag name="OPE_MAP_REGION_ALIASES" val="CIV|Elfenbeinküste|Ivory Coast|Côte d'Ivoire|I.C.|CI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AM"/>
  <p:tag name="OPE_MAP_REGION_ALIASES" val="JAM|Jamaika|Jamaica|Jam.|JM|J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EY"/>
  <p:tag name="OPE_MAP_REGION_ALIASES" val="JEY|Jersey|Jey.|JE|JG|CHI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OR"/>
  <p:tag name="OPE_MAP_REGION_ALIASES" val="JOR|Jordanien|Jordan|Jord.|JO|J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Z"/>
  <p:tag name="OPE_MAP_REGION_ALIASES" val="KAZ|Kasachstan|Kazakhstan|Kaz.|KZ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Z"/>
  <p:tag name="OPE_MAP_REGION_ALIASES" val="KAZ|Kasachstan|Kazakhstan|Kaz.|KZ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Z"/>
  <p:tag name="OPE_MAP_REGION_ALIASES" val="KAZ|Kasachstan|Kazakhstan|Kaz.|KZ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Z"/>
  <p:tag name="OPE_MAP_REGION_ALIASES" val="KAZ|Kasachstan|Kazakhstan|Kaz.|KZ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EN"/>
  <p:tag name="OPE_MAP_REGION_ALIASES" val="KEN|Kenia|Kenya|Ken.|K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EN"/>
  <p:tag name="OPE_MAP_REGION_ALIASES" val="KEN|Kenia|Kenya|Ken.|K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S"/>
  <p:tag name="OPE_MAP_REGION_ALIASES" val="KOS|Kosovo|Kos.|XK|KV|KSV|KO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WT"/>
  <p:tag name="OPE_MAP_REGION_ALIASES" val="KWT|Kuwait|Kwt.|KW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WT"/>
  <p:tag name="OPE_MAP_REGION_ALIASES" val="KWT|Kuwait|Kwt.|KW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GZ"/>
  <p:tag name="OPE_MAP_REGION_ALIASES" val="KGZ|Kirgisistan|Kyrgyzstan|Kgz.|KG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AO"/>
  <p:tag name="OPE_MAP_REGION_ALIASES" val="LAO|Laos|Lao PDR|LA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VA"/>
  <p:tag name="OPE_MAP_REGION_ALIASES" val="LVA|Lettland|Latvia|Lat.|LV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BN"/>
  <p:tag name="OPE_MAP_REGION_ALIASES" val="LBN|Libanon|Lebanon|Leb.|LB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SO"/>
  <p:tag name="OPE_MAP_REGION_ALIASES" val="LSO|Lesotho|Les.|LS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BR"/>
  <p:tag name="OPE_MAP_REGION_ALIASES" val="LBR|Liberia|LR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BY"/>
  <p:tag name="OPE_MAP_REGION_ALIASES" val="LBY|Libyen|Libya|LY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IE"/>
  <p:tag name="OPE_MAP_REGION_ALIASES" val="LIE|Liechtenstein|Liech.|LI|FL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TU"/>
  <p:tag name="OPE_MAP_REGION_ALIASES" val="LTU|Litauen|Lithuania|Lith.|LT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TU"/>
  <p:tag name="OPE_MAP_REGION_ALIASES" val="LTU|Litauen|Lithuania|Lith.|LT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UX"/>
  <p:tag name="OPE_MAP_REGION_ALIASES" val="LUX|Luxemburg|Luxembourg|Lux.|LU|L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AC"/>
  <p:tag name="OPE_MAP_REGION_ALIASES" val="MAC|Macau|Macao S.A.R|Macao|Mac.|MO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G"/>
  <p:tag name="OPE_MAP_REGION_ALIASES" val="MDG|Madagaskar|Madagascar|Mad.|MG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G"/>
  <p:tag name="OPE_MAP_REGION_ALIASES" val="MDG|Madagaskar|Madagascar|Mad.|MG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G"/>
  <p:tag name="OPE_MAP_REGION_ALIASES" val="MDG|Madagaskar|Madagascar|Mad.|MG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WI"/>
  <p:tag name="OPE_MAP_REGION_ALIASES" val="MWI|Malawi|Mal.|MW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WI"/>
  <p:tag name="OPE_MAP_REGION_ALIASES" val="MWI|Malawi|Mal.|MW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WI"/>
  <p:tag name="OPE_MAP_REGION_ALIASES" val="MWI|Malawi|Mal.|MW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V"/>
  <p:tag name="OPE_MAP_REGION_ALIASES" val="MDV|Malediven|Maldives|Mald.|MV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LI"/>
  <p:tag name="OPE_MAP_REGION_ALIASES" val="MLI|Mali|ML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LT"/>
  <p:tag name="OPE_MAP_REGION_ALIASES" val="MLT|Malta|MT|M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RT"/>
  <p:tag name="OPE_MAP_REGION_ALIASES" val="MRT|Mauretanien|Mauritania|Mrt.|MR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RT"/>
  <p:tag name="OPE_MAP_REGION_ALIASES" val="MRT|Mauretanien|Mauritania|Mrt.|MR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US"/>
  <p:tag name="OPE_MAP_REGION_ALIASES" val="MUS|Mauritius|Mus.|MU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A"/>
  <p:tag name="OPE_MAP_REGION_ALIASES" val="MDA|Republik Moldau|Moldova|Mda.|MD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CO"/>
  <p:tag name="OPE_MAP_REGION_ALIASES" val="MCO|Monaco|Mco.|MC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G"/>
  <p:tag name="OPE_MAP_REGION_ALIASES" val="MNG|Mongolei|Mongolia|Mong.|MN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E"/>
  <p:tag name="OPE_MAP_REGION_ALIASES" val="MNE|Montenegro|Mont.|M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SR"/>
  <p:tag name="OPE_MAP_REGION_ALIASES" val="MSR|Montserrat|Monts.|MS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AR"/>
  <p:tag name="OPE_MAP_REGION_ALIASES" val="MAR|Marokko|Morocco|Mor.|MA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OZ"/>
  <p:tag name="OPE_MAP_REGION_ALIASES" val="MOZ|Mosambik|Mozambique|Moz.|MZ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AM"/>
  <p:tag name="OPE_MAP_REGION_ALIASES" val="NAM|Namibia|Nam.|NA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RU"/>
  <p:tag name="OPE_MAP_REGION_ALIASES" val="NRU|Nauru|NR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PL"/>
  <p:tag name="OPE_MAP_REGION_ALIASES" val="NPL|Nepal|NP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IC"/>
  <p:tag name="OPE_MAP_REGION_ALIASES" val="NIC|Nicaragua|Nic.|NI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ER"/>
  <p:tag name="OPE_MAP_REGION_ALIASES" val="NER|Niger|N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GA"/>
  <p:tag name="OPE_MAP_REGION_ALIASES" val="NGA|Nigeria|NG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GA"/>
  <p:tag name="OPE_MAP_REGION_ALIASES" val="NGA|Nigeria|NG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IU"/>
  <p:tag name="OPE_MAP_REGION_ALIASES" val="NIU|Niue|NU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FK"/>
  <p:tag name="OPE_MAP_REGION_ALIASES" val="NFK|Norfolkinsel|Norfolk Island|Nfk. I.|NF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K"/>
  <p:tag name="OPE_MAP_REGION_ALIASES" val="PRK|Nordkorea|North Korea|Dem. Rep. Korea|N.K.|KP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K"/>
  <p:tag name="OPE_MAP_REGION_ALIASES" val="PRK|Nordkorea|North Korea|Dem. Rep. Korea|N.K.|KP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KD"/>
  <p:tag name="OPE_MAP_REGION_ALIASES" val="MKD|Nordmazedonien|North Macedonia|N. Mac.|MK|NM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OMN"/>
  <p:tag name="OPE_MAP_REGION_ALIASES" val="OMN|Oman|OM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OMN"/>
  <p:tag name="OPE_MAP_REGION_ALIASES" val="OMN|Oman|OM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OMN"/>
  <p:tag name="OPE_MAP_REGION_ALIASES" val="OMN|Oman|OM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OMN"/>
  <p:tag name="OPE_MAP_REGION_ALIASES" val="OMN|Oman|OM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K"/>
  <p:tag name="OPE_MAP_REGION_ALIASES" val="PAK|Pakistan|Pak.|PK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LW"/>
  <p:tag name="OPE_MAP_REGION_ALIASES" val="PLW|Palau|PW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LW"/>
  <p:tag name="OPE_MAP_REGION_ALIASES" val="PLW|Palau|PW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SX"/>
  <p:tag name="OPE_MAP_REGION_ALIASES" val="PSX|Palästina|Palestine|Pal.|PS|PSE|GZ|WBG|PAL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SX"/>
  <p:tag name="OPE_MAP_REGION_ALIASES" val="PSX|Palästina|Palestine|Pal.|PS|PSE|GZ|WBG|PAL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Y"/>
  <p:tag name="OPE_MAP_REGION_ALIASES" val="PRY|Paraguay|Para.|PY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ER"/>
  <p:tag name="OPE_MAP_REGION_ALIASES" val="PER|Peru|P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CN"/>
  <p:tag name="OPE_MAP_REGION_ALIASES" val="PCN|Pitcairninseln|Pitcairn Islands|Pitcairn Is.|Pit. Is.|PN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OL"/>
  <p:tag name="OPE_MAP_REGION_ALIASES" val="POL|Polen|Poland|Pol.|PL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I"/>
  <p:tag name="OPE_MAP_REGION_ALIASES" val="PRI|Puerto Rico|P.R.|PR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I"/>
  <p:tag name="OPE_MAP_REGION_ALIASES" val="PRI|Puerto Rico|P.R.|PR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I"/>
  <p:tag name="OPE_MAP_REGION_ALIASES" val="PRI|Puerto Rico|P.R.|PR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QAT"/>
  <p:tag name="OPE_MAP_REGION_ALIASES" val="QAT|Katar|Qatar|QA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G"/>
  <p:tag name="OPE_MAP_REGION_ALIASES" val="COG|Republik Kongo|Republic of the Congo|Congo|Rep. Congo|CG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OU"/>
  <p:tag name="OPE_MAP_REGION_ALIASES" val="ROU|Rumänien|Romania|Rom.|RO|ROM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WA"/>
  <p:tag name="OPE_MAP_REGION_ALIASES" val="RWA|Ruanda|Rwanda|Rwa.|RW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M"/>
  <p:tag name="OPE_MAP_REGION_ALIASES" val="BLM|Saint-Barthélemy|Saint Barthélemy|Saint Barthelemy|St-Barthélemy|St. B.|BL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HN"/>
  <p:tag name="OPE_MAP_REGION_ALIASES" val="SHN|St. Helena|Saint Helena|St.H.|SH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HN"/>
  <p:tag name="OPE_MAP_REGION_ALIASES" val="SHN|St. Helena|Saint Helena|St.H.|SH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NA"/>
  <p:tag name="OPE_MAP_REGION_ALIASES" val="KNA|St. Kitts und Nevis|Saint Kitts and Nevis|St. Kitts and Nevis|St.K.N.|KN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CA"/>
  <p:tag name="OPE_MAP_REGION_ALIASES" val="LCA|St. Lucia|Saint Lucia|S.L.|LC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AF"/>
  <p:tag name="OPE_MAP_REGION_ALIASES" val="MAF|Saint-Martin|Saint Martin|St-Martin|St. M.|MF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PM"/>
  <p:tag name="OPE_MAP_REGION_ALIASES" val="SPM|Saint-Pierre und Miquelon|Saint Pierre and Miquelon|St. Pierre and Miquelon|St. P.M.|PM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CT"/>
  <p:tag name="OPE_MAP_REGION_ALIASES" val="VCT|St. Vincent und die Grenadinen|Saint Vincent and the Grenadines|St. Vin. and Gren.|St.V.G.|VC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WSM"/>
  <p:tag name="OPE_MAP_REGION_ALIASES" val="WSM|Samoa|WS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WSM"/>
  <p:tag name="OPE_MAP_REGION_ALIASES" val="WSM|Samoa|WS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MR"/>
  <p:tag name="OPE_MAP_REGION_ALIASES" val="SMR|San Marino|S.M.|SM|RSM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U"/>
  <p:tag name="OPE_MAP_REGION_ALIASES" val="SAU|Saudi-Arabien|Saudi Arabia|Saud.|SA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U"/>
  <p:tag name="OPE_MAP_REGION_ALIASES" val="SAU|Saudi-Arabien|Saudi Arabia|Saud.|SA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U"/>
  <p:tag name="OPE_MAP_REGION_ALIASES" val="SAU|Saudi-Arabien|Saudi Arabia|Saud.|SA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U"/>
  <p:tag name="OPE_MAP_REGION_ALIASES" val="SAU|Saudi-Arabien|Saudi Arabia|Saud.|SA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EN"/>
  <p:tag name="OPE_MAP_REGION_ALIASES" val="SEN|Senegal|Sen.|SN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RB"/>
  <p:tag name="OPE_MAP_REGION_ALIASES" val="SRB|Serbien|Serbia|Republic of Serbia|Serb.|RS|YF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YC"/>
  <p:tag name="OPE_MAP_REGION_ALIASES" val="SYC|Seychellen|Seychelles|Syc.|SC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S"/>
  <p:tag name="OPE_MAP_REGION_ALIASES" val="KAS|Siachen-Gletscher|Siachen Glacier|Siachen|SG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E"/>
  <p:tag name="OPE_MAP_REGION_ALIASES" val="SLE|Sierra Leone|S.L.|SL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E"/>
  <p:tag name="OPE_MAP_REGION_ALIASES" val="SLE|Sierra Leone|S.L.|SL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GP"/>
  <p:tag name="OPE_MAP_REGION_ALIASES" val="SGP|Singapur|Singapore|Sing.|SG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XM"/>
  <p:tag name="OPE_MAP_REGION_ALIASES" val="SXM|Sint Maarten|St. M.|SX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VK"/>
  <p:tag name="OPE_MAP_REGION_ALIASES" val="SVK|Slowakei|Slovakia|Svk.|SK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VN"/>
  <p:tag name="OPE_MAP_REGION_ALIASES" val="SVN|Slowenien|Slovenia|Slo.|SI|SLO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OM"/>
  <p:tag name="OPE_MAP_REGION_ALIASES" val="SOM|Somalia|Som.|SO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OL"/>
  <p:tag name="OPE_MAP_REGION_ALIASES" val="SOL|Somaliland|Solnd.|SL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ZAF"/>
  <p:tag name="OPE_MAP_REGION_ALIASES" val="ZAF|Südafrika|South Africa|S.Af.|ZA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ZAF"/>
  <p:tag name="OPE_MAP_REGION_ALIASES" val="ZAF|Südafrika|South Africa|S.Af.|ZA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GS"/>
  <p:tag name="OPE_MAP_REGION_ALIASES" val="SGS|Südgeorgien und die Südlichen Sandwichinseln|South Georgia and the South Sandwich Islands|South Georgia and the Islands|S. Geo. and the Is.|S.G. &amp; Is.|GS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GS"/>
  <p:tag name="OPE_MAP_REGION_ALIASES" val="SGS|Südgeorgien und die Südlichen Sandwichinseln|South Georgia and the South Sandwich Islands|South Georgia and the Islands|S. Geo. and the Is.|S.G. &amp; Is.|GS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DS"/>
  <p:tag name="OPE_MAP_REGION_ALIASES" val="SDS|Südsudan|South Sudan|S. Sudan|S. Sud.|SS|SSD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KA"/>
  <p:tag name="OPE_MAP_REGION_ALIASES" val="LKA|Sri Lanka|Sri L.|LK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KA"/>
  <p:tag name="OPE_MAP_REGION_ALIASES" val="LKA|Sri Lanka|Sri L.|LK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KA"/>
  <p:tag name="OPE_MAP_REGION_ALIASES" val="LKA|Sri Lanka|Sri L.|LK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DN"/>
  <p:tag name="OPE_MAP_REGION_ALIASES" val="SDN|Sudan|SD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UR"/>
  <p:tag name="OPE_MAP_REGION_ALIASES" val="SUR|Suriname|Sur.|SR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E"/>
  <p:tag name="OPE_MAP_REGION_ALIASES" val="CHE|Schweiz|Switzerland|Switz.|CH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YR"/>
  <p:tag name="OPE_MAP_REGION_ALIASES" val="SYR|Syrien|Syria|SY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TP"/>
  <p:tag name="OPE_MAP_REGION_ALIASES" val="STP|São Tomé und Príncipe|São Tomé and Príncipe|São Tomé and Principe|S.T.P.|ST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TP"/>
  <p:tag name="OPE_MAP_REGION_ALIASES" val="STP|São Tomé und Príncipe|São Tomé and Príncipe|São Tomé and Principe|S.T.P.|ST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WN"/>
  <p:tag name="OPE_MAP_REGION_ALIASES" val="TWN|Republik China|Taiwan|CN-TW|TW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WN"/>
  <p:tag name="OPE_MAP_REGION_ALIASES" val="TWN|Republik China|Taiwan|CN-TW|TW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JK"/>
  <p:tag name="OPE_MAP_REGION_ALIASES" val="TJK|Tadschikistan|Tajikistan|Tjk.|TJ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JK"/>
  <p:tag name="OPE_MAP_REGION_ALIASES" val="TJK|Tadschikistan|Tajikistan|Tjk.|TJ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JK"/>
  <p:tag name="OPE_MAP_REGION_ALIASES" val="TJK|Tadschikistan|Tajikistan|Tjk.|TJ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ZA"/>
  <p:tag name="OPE_MAP_REGION_ALIASES" val="TZA|Tansania|Tanzania|United Republic of Tanzania|Tanz.|TZ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ZA"/>
  <p:tag name="OPE_MAP_REGION_ALIASES" val="TZA|Tansania|Tanzania|United Republic of Tanzania|Tanz.|TZ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ZA"/>
  <p:tag name="OPE_MAP_REGION_ALIASES" val="TZA|Tansania|Tanzania|United Republic of Tanzania|Tanz.|TZ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ZA"/>
  <p:tag name="OPE_MAP_REGION_ALIASES" val="TZA|Tansania|Tanzania|United Republic of Tanzania|Tanz.|TZ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MB"/>
  <p:tag name="OPE_MAP_REGION_ALIASES" val="GMB|Gambia|The Gambia|GM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GO"/>
  <p:tag name="OPE_MAP_REGION_ALIASES" val="TGO|Togo|TG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ON"/>
  <p:tag name="OPE_MAP_REGION_ALIASES" val="TON|Tonga|Tongo|TO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ON"/>
  <p:tag name="OPE_MAP_REGION_ALIASES" val="TON|Tonga|Tongo|TO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ON"/>
  <p:tag name="OPE_MAP_REGION_ALIASES" val="TON|Tonga|Tongo|TO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TO"/>
  <p:tag name="OPE_MAP_REGION_ALIASES" val="TTO|Trinidad und Tobago|Trinidad and Tobago|Tr.T.|TT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TO"/>
  <p:tag name="OPE_MAP_REGION_ALIASES" val="TTO|Trinidad und Tobago|Trinidad and Tobago|Tr.T.|TT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N"/>
  <p:tag name="OPE_MAP_REGION_ALIASES" val="TUN|Tunesien|Tunisia|Tun.|TN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N"/>
  <p:tag name="OPE_MAP_REGION_ALIASES" val="TUN|Tunesien|Tunisia|Tun.|TN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N"/>
  <p:tag name="OPE_MAP_REGION_ALIASES" val="TUN|Tunesien|Tunisia|Tun.|TN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R"/>
  <p:tag name="OPE_MAP_REGION_ALIASES" val="TUR|Türkei|Turkey|Tur.|TR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R"/>
  <p:tag name="OPE_MAP_REGION_ALIASES" val="TUR|Türkei|Turkey|Tur.|TR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R"/>
  <p:tag name="OPE_MAP_REGION_ALIASES" val="TUR|Türkei|Turkey|Tur.|TR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N"/>
  <p:tag name="OPE_MAP_REGION_ALIASES" val="CYN|Türkische Republik Nordzypern|Turkish Republic of Northern Cyprus|Northern Cyprus|N. Cyprus|N. Cy.|CN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KM"/>
  <p:tag name="OPE_MAP_REGION_ALIASES" val="TKM|Turkmenistan|Turkm.|TM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KM"/>
  <p:tag name="OPE_MAP_REGION_ALIASES" val="TKM|Turkmenistan|Turkm.|TM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CA"/>
  <p:tag name="OPE_MAP_REGION_ALIASES" val="TCA|Turks- und Caicosinseln|Turks and Caicos Islands|Turks and Caicos Is.|T.C. Is.|TC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V"/>
  <p:tag name="OPE_MAP_REGION_ALIASES" val="TUV|Tuvalu|Tuv.|TV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GA"/>
  <p:tag name="OPE_MAP_REGION_ALIASES" val="UGA|Uganda|Uga.|UG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KR"/>
  <p:tag name="OPE_MAP_REGION_ALIASES" val="UKR|Ukraine|Ukr.|UA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KR"/>
  <p:tag name="OPE_MAP_REGION_ALIASES" val="UKR|Ukraine|Ukr.|UA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IR"/>
  <p:tag name="OPE_MAP_REGION_ALIASES" val="VIR|Amerikanische Jungferninseln|United States Virgin Islands|U.S. Virgin Is.|V.I. (U.S.)|VI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RY"/>
  <p:tag name="OPE_MAP_REGION_ALIASES" val="URY|Uruguay|Ury.|UY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ZB"/>
  <p:tag name="OPE_MAP_REGION_ALIASES" val="UZB|Usbekistan|Uzbekistan|Uzb.|UZ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ZB"/>
  <p:tag name="OPE_MAP_REGION_ALIASES" val="UZB|Usbekistan|Uzbekistan|Uzb.|UZ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ZB"/>
  <p:tag name="OPE_MAP_REGION_ALIASES" val="UZB|Usbekistan|Uzbekistan|Uzb.|UZ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AT"/>
  <p:tag name="OPE_MAP_REGION_ALIASES" val="VAT|Vatikanstadt|Vatican City|Vatican|Vat.|VA|V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WLF"/>
  <p:tag name="OPE_MAP_REGION_ALIASES" val="WLF|Wallis und Futuna|Wallis and Futuna|Wallis and Futuna Is.|Wallis and Futuna Islands|Wlf.|WF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WLF"/>
  <p:tag name="OPE_MAP_REGION_ALIASES" val="WLF|Wallis und Futuna|Wallis and Futuna|Wallis and Futuna Is.|Wallis and Futuna Islands|Wlf.|WF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H"/>
  <p:tag name="OPE_MAP_REGION_ALIASES" val="SAH|Westsahara|Western Sahara|W. Sahara|W. Sah.|EH|ESH|WS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ZMB"/>
  <p:tag name="OPE_MAP_REGION_ALIASES" val="ZMB|Sambia|Zambia|ZM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ZWE"/>
  <p:tag name="OPE_MAP_REGION_ALIASES" val="ZWE|Simbabwe|Zimbabwe|Zimb.|ZW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LD"/>
  <p:tag name="OPE_MAP_REGION_ALIASES" val="ALD|Åland|Aland|Åland Islands|AX|ALA|AI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ID" val="CONTINENT-AFRICA"/>
  <p:tag name="OPE_MAP_SOURCE" val="Natural Earth 5.1.1|https://www.naturalearthdata.com/"/>
  <p:tag name="OPE_MAP_SCOPE" val="Continent"/>
  <p:tag name="OPE_MAP_DETAIL_LEVEL" val="ADM0"/>
  <p:tag name="OPE_MAP_PROJECTION" val="Mercator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ZA"/>
  <p:tag name="OPE_MAP_REGION_ALIASES" val="DZA|Algerien|Algeria|Alg.|DZ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GO"/>
  <p:tag name="OPE_MAP_REGION_ALIASES" val="AGO|Angola|Ang.|AO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GO"/>
  <p:tag name="OPE_MAP_REGION_ALIASES" val="AGO|Angola|Ang.|AO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EN"/>
  <p:tag name="OPE_MAP_REGION_ALIASES" val="BEN|Benin|BJ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WA"/>
  <p:tag name="OPE_MAP_REGION_ALIASES" val="BWA|Botswana|Bwa.|BW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FA"/>
  <p:tag name="OPE_MAP_REGION_ALIASES" val="BFA|Burkina Faso|B.F.|BF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DI"/>
  <p:tag name="OPE_MAP_REGION_ALIASES" val="BDI|Burundi|Bur.|BI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MR"/>
  <p:tag name="OPE_MAP_REGION_ALIASES" val="CMR|Kamerun|Cameroon|Cam.|CM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F"/>
  <p:tag name="OPE_MAP_REGION_ALIASES" val="CAF|Zentralafrikanische Republik|Central African Republic|Central African Rep.|C.A.R.|CF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CD"/>
  <p:tag name="OPE_MAP_REGION_ALIASES" val="TCD|Tschad|Chad|TD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M"/>
  <p:tag name="OPE_MAP_REGION_ALIASES" val="COM|Komoren|Comoros|Com.|KM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M"/>
  <p:tag name="OPE_MAP_REGION_ALIASES" val="COM|Komoren|Comoros|Com.|KM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M"/>
  <p:tag name="OPE_MAP_REGION_ALIASES" val="COM|Komoren|Comoros|Com.|KM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D"/>
  <p:tag name="OPE_MAP_REGION_ALIASES" val="COD|Demokratische Republik Kongo|Democratic Republic of the Congo|Dem. Rep. Congo|D.R.C.|CD|ZR|ZAR|DRC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JI"/>
  <p:tag name="OPE_MAP_REGION_ALIASES" val="DJI|Dschibuti|Djibouti|Dji.|DJ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GY"/>
  <p:tag name="OPE_MAP_REGION_ALIASES" val="EGY|Ägypten|Egypt|EG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Q"/>
  <p:tag name="OPE_MAP_REGION_ALIASES" val="GNQ|Äquatorialguinea|Equatorial Guinea|Eq. Guinea|Eq. G.|GQ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Q"/>
  <p:tag name="OPE_MAP_REGION_ALIASES" val="GNQ|Äquatorialguinea|Equatorial Guinea|Eq. Guinea|Eq. G.|GQ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RI"/>
  <p:tag name="OPE_MAP_REGION_ALIASES" val="ERI|Eritrea|Erit.|ER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RI"/>
  <p:tag name="OPE_MAP_REGION_ALIASES" val="ERI|Eritrea|Erit.|ER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RI"/>
  <p:tag name="OPE_MAP_REGION_ALIASES" val="ERI|Eritrea|Erit.|ER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Z"/>
  <p:tag name="OPE_MAP_REGION_ALIASES" val="SWZ|Eswatini|Kingdom of eSwatini|eSw.|SZ|ES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TH"/>
  <p:tag name="OPE_MAP_REGION_ALIASES" val="ETH|Äthiopien|Ethiopia|Eth.|ET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AB"/>
  <p:tag name="OPE_MAP_REGION_ALIASES" val="GAB|Gabun|Gabon|GA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HA"/>
  <p:tag name="OPE_MAP_REGION_ALIASES" val="GHA|Ghana|GH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IN"/>
  <p:tag name="OPE_MAP_REGION_ALIASES" val="GIN|Guinea|Gin.|GN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IV"/>
  <p:tag name="OPE_MAP_REGION_ALIASES" val="CIV|Elfenbeinküste|Ivory Coast|Côte d'Ivoire|I.C.|CI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IV"/>
  <p:tag name="OPE_MAP_REGION_ALIASES" val="CIV|Elfenbeinküste|Ivory Coast|Côte d'Ivoire|I.C.|CI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EN"/>
  <p:tag name="OPE_MAP_REGION_ALIASES" val="KEN|Kenia|Kenya|Ken.|KE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EN"/>
  <p:tag name="OPE_MAP_REGION_ALIASES" val="KEN|Kenia|Kenya|Ken.|KE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SO"/>
  <p:tag name="OPE_MAP_REGION_ALIASES" val="LSO|Lesotho|Les.|LS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BR"/>
  <p:tag name="OPE_MAP_REGION_ALIASES" val="LBR|Liberia|LR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BY"/>
  <p:tag name="OPE_MAP_REGION_ALIASES" val="LBY|Libyen|Libya|LY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G"/>
  <p:tag name="OPE_MAP_REGION_ALIASES" val="MDG|Madagaskar|Madagascar|Mad.|MG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G"/>
  <p:tag name="OPE_MAP_REGION_ALIASES" val="MDG|Madagaskar|Madagascar|Mad.|MG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G"/>
  <p:tag name="OPE_MAP_REGION_ALIASES" val="MDG|Madagaskar|Madagascar|Mad.|MG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WI"/>
  <p:tag name="OPE_MAP_REGION_ALIASES" val="MWI|Malawi|Mal.|MW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WI"/>
  <p:tag name="OPE_MAP_REGION_ALIASES" val="MWI|Malawi|Mal.|MW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WI"/>
  <p:tag name="OPE_MAP_REGION_ALIASES" val="MWI|Malawi|Mal.|MW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LI"/>
  <p:tag name="OPE_MAP_REGION_ALIASES" val="MLI|Mali|ML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RT"/>
  <p:tag name="OPE_MAP_REGION_ALIASES" val="MRT|Mauretanien|Mauritania|Mrt.|MR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RT"/>
  <p:tag name="OPE_MAP_REGION_ALIASES" val="MRT|Mauretanien|Mauritania|Mrt.|MR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AR"/>
  <p:tag name="OPE_MAP_REGION_ALIASES" val="MAR|Marokko|Morocco|Mor.|MA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OZ"/>
  <p:tag name="OPE_MAP_REGION_ALIASES" val="MOZ|Mosambik|Mozambique|Moz.|MZ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AM"/>
  <p:tag name="OPE_MAP_REGION_ALIASES" val="NAM|Namibia|Nam.|NA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ER"/>
  <p:tag name="OPE_MAP_REGION_ALIASES" val="NER|Niger|NE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GA"/>
  <p:tag name="OPE_MAP_REGION_ALIASES" val="NGA|Nigeria|NG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GA"/>
  <p:tag name="OPE_MAP_REGION_ALIASES" val="NGA|Nigeria|NG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G"/>
  <p:tag name="OPE_MAP_REGION_ALIASES" val="COG|Republik Kongo|Republic of the Congo|Congo|Rep. Congo|CG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WA"/>
  <p:tag name="OPE_MAP_REGION_ALIASES" val="RWA|Ruanda|Rwanda|Rwa.|RW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EN"/>
  <p:tag name="OPE_MAP_REGION_ALIASES" val="SEN|Senegal|Sen.|SN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E"/>
  <p:tag name="OPE_MAP_REGION_ALIASES" val="SLE|Sierra Leone|S.L.|SL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E"/>
  <p:tag name="OPE_MAP_REGION_ALIASES" val="SLE|Sierra Leone|S.L.|SL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OM"/>
  <p:tag name="OPE_MAP_REGION_ALIASES" val="SOM|Somalia|Som.|SO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OL"/>
  <p:tag name="OPE_MAP_REGION_ALIASES" val="SOL|Somaliland|Solnd.|SL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ZAF"/>
  <p:tag name="OPE_MAP_REGION_ALIASES" val="ZAF|Südafrika|South Africa|S.Af.|ZA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ZAF"/>
  <p:tag name="OPE_MAP_REGION_ALIASES" val="ZAF|Südafrika|South Africa|S.Af.|ZA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DS"/>
  <p:tag name="OPE_MAP_REGION_ALIASES" val="SDS|Südsudan|South Sudan|S. Sudan|S. Sud.|SS|SSD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DN"/>
  <p:tag name="OPE_MAP_REGION_ALIASES" val="SDN|Sudan|SD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TP"/>
  <p:tag name="OPE_MAP_REGION_ALIASES" val="STP|São Tomé und Príncipe|São Tomé and Príncipe|São Tomé and Principe|S.T.P.|ST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TP"/>
  <p:tag name="OPE_MAP_REGION_ALIASES" val="STP|São Tomé und Príncipe|São Tomé and Príncipe|São Tomé and Principe|S.T.P.|ST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ZA"/>
  <p:tag name="OPE_MAP_REGION_ALIASES" val="TZA|Tansania|Tanzania|United Republic of Tanzania|Tanz.|TZ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ZA"/>
  <p:tag name="OPE_MAP_REGION_ALIASES" val="TZA|Tansania|Tanzania|United Republic of Tanzania|Tanz.|TZ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ZA"/>
  <p:tag name="OPE_MAP_REGION_ALIASES" val="TZA|Tansania|Tanzania|United Republic of Tanzania|Tanz.|TZ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ZA"/>
  <p:tag name="OPE_MAP_REGION_ALIASES" val="TZA|Tansania|Tanzania|United Republic of Tanzania|Tanz.|TZ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MB"/>
  <p:tag name="OPE_MAP_REGION_ALIASES" val="GMB|Gambia|The Gambia|GM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GO"/>
  <p:tag name="OPE_MAP_REGION_ALIASES" val="TGO|Togo|TG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N"/>
  <p:tag name="OPE_MAP_REGION_ALIASES" val="TUN|Tunesien|Tunisia|Tun.|TN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N"/>
  <p:tag name="OPE_MAP_REGION_ALIASES" val="TUN|Tunesien|Tunisia|Tun.|TN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N"/>
  <p:tag name="OPE_MAP_REGION_ALIASES" val="TUN|Tunesien|Tunisia|Tun.|TN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GA"/>
  <p:tag name="OPE_MAP_REGION_ALIASES" val="UGA|Uganda|Uga.|UG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H"/>
  <p:tag name="OPE_MAP_REGION_ALIASES" val="SAH|Westsahara|Western Sahara|W. Sahara|W. Sah.|EH|ESH|WS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ZMB"/>
  <p:tag name="OPE_MAP_REGION_ALIASES" val="ZMB|Sambia|Zambia|ZM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ZWE"/>
  <p:tag name="OPE_MAP_REGION_ALIASES" val="ZWE|Simbabwe|Zimbabwe|Zimb.|ZW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ID" val="CONTINENT-ASIA"/>
  <p:tag name="OPE_MAP_SOURCE" val="Natural Earth 5.1.1|https://www.naturalearthdata.com/"/>
  <p:tag name="OPE_MAP_SCOPE" val="Continent"/>
  <p:tag name="OPE_MAP_DETAIL_LEVEL" val="ADM0"/>
  <p:tag name="OPE_MAP_PROJECTION" val="Mercator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FG"/>
  <p:tag name="OPE_MAP_REGION_ALIASES" val="AFG|Afghanistan|Afg.|AF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M"/>
  <p:tag name="OPE_MAP_REGION_ALIASES" val="ARM|Armenien|Armenia|Arm.|AM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M"/>
  <p:tag name="OPE_MAP_REGION_ALIASES" val="ARM|Armenien|Armenia|Arm.|AM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OA"/>
  <p:tag name="OPE_MAP_REGION_ALIASES" val="IOA|Australische Territorien im Indischen Ozean|Australian Indian Ocean Territories|Indian Ocean Territories|Indian Ocean Ter.|Ind. Oc. Ter.|AU|AUS|IOT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OA"/>
  <p:tag name="OPE_MAP_REGION_ALIASES" val="IOA|Australische Territorien im Indischen Ozean|Australian Indian Ocean Territories|Indian Ocean Territories|Indian Ocean Ter.|Ind. Oc. Ter.|AU|AUS|IOT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OA"/>
  <p:tag name="OPE_MAP_REGION_ALIASES" val="IOA|Australische Territorien im Indischen Ozean|Australian Indian Ocean Territories|Indian Ocean Territories|Indian Ocean Ter.|Ind. Oc. Ter.|AU|AUS|IOT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ZE"/>
  <p:tag name="OPE_MAP_REGION_ALIASES" val="AZE|Aserbaidschan|Azerbaijan|Aze.|AZ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ZE"/>
  <p:tag name="OPE_MAP_REGION_ALIASES" val="AZE|Aserbaidschan|Azerbaijan|Aze.|AZ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ZE"/>
  <p:tag name="OPE_MAP_REGION_ALIASES" val="AZE|Aserbaidschan|Azerbaijan|Aze.|AZ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R"/>
  <p:tag name="OPE_MAP_REGION_ALIASES" val="BHR|Bahrain|Bahr.|BH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TN"/>
  <p:tag name="OPE_MAP_REGION_ALIASES" val="BTN|Bhutan|BT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N"/>
  <p:tag name="OPE_MAP_REGION_ALIASES" val="BRN|Brunei|Brunei Darussalam|BN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N"/>
  <p:tag name="OPE_MAP_REGION_ALIASES" val="BRN|Brunei|Brunei Darussalam|BN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HM"/>
  <p:tag name="OPE_MAP_REGION_ALIASES" val="KHM|Kambodscha|Cambodia|Camb.|KH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HM"/>
  <p:tag name="OPE_MAP_REGION_ALIASES" val="KHM|Kambodscha|Cambodia|Camb.|KH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HM"/>
  <p:tag name="OPE_MAP_REGION_ALIASES" val="KHM|Kambodscha|Cambodia|Camb.|KH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P"/>
  <p:tag name="OPE_MAP_REGION_ALIASES" val="CYP|Republik Zypern|Cyprus|Cyp.|CY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LS"/>
  <p:tag name="OPE_MAP_REGION_ALIASES" val="TLS|Osttimor|East Timor|Timor-Leste|T.L.|TL|TP|TMP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LS"/>
  <p:tag name="OPE_MAP_REGION_ALIASES" val="TLS|Osttimor|East Timor|Timor-Leste|T.L.|TL|TP|TMP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LS"/>
  <p:tag name="OPE_MAP_REGION_ALIASES" val="TLS|Osttimor|East Timor|Timor-Leste|T.L.|TL|TP|TMP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EO"/>
  <p:tag name="OPE_MAP_REGION_ALIASES" val="GEO|Georgien|Georgia|Geo.|GE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KG"/>
  <p:tag name="OPE_MAP_REGION_ALIASES" val="HKG|Hongkong|Hong Kong|Hong Kong S.A.R.|H.K.|HK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N"/>
  <p:tag name="OPE_MAP_REGION_ALIASES" val="IRN|Iran|IR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N"/>
  <p:tag name="OPE_MAP_REGION_ALIASES" val="IRN|Iran|IR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Q"/>
  <p:tag name="OPE_MAP_REGION_ALIASES" val="IRQ|Irak|Iraq|IQ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SR"/>
  <p:tag name="OPE_MAP_REGION_ALIASES" val="ISR|Israel|Isr.|IL|IS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OR"/>
  <p:tag name="OPE_MAP_REGION_ALIASES" val="JOR|Jordanien|Jordan|Jord.|JO|J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Z"/>
  <p:tag name="OPE_MAP_REGION_ALIASES" val="KAZ|Kasachstan|Kazakhstan|Kaz.|KZ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Z"/>
  <p:tag name="OPE_MAP_REGION_ALIASES" val="KAZ|Kasachstan|Kazakhstan|Kaz.|KZ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Z"/>
  <p:tag name="OPE_MAP_REGION_ALIASES" val="KAZ|Kasachstan|Kazakhstan|Kaz.|KZ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Z"/>
  <p:tag name="OPE_MAP_REGION_ALIASES" val="KAZ|Kasachstan|Kazakhstan|Kaz.|KZ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WT"/>
  <p:tag name="OPE_MAP_REGION_ALIASES" val="KWT|Kuwait|Kwt.|KW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WT"/>
  <p:tag name="OPE_MAP_REGION_ALIASES" val="KWT|Kuwait|Kwt.|KW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GZ"/>
  <p:tag name="OPE_MAP_REGION_ALIASES" val="KGZ|Kirgisistan|Kyrgyzstan|Kgz.|KG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AO"/>
  <p:tag name="OPE_MAP_REGION_ALIASES" val="LAO|Laos|Lao PDR|LA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BN"/>
  <p:tag name="OPE_MAP_REGION_ALIASES" val="LBN|Libanon|Lebanon|Leb.|LB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AC"/>
  <p:tag name="OPE_MAP_REGION_ALIASES" val="MAC|Macau|Macao S.A.R|Macao|Mac.|MO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G"/>
  <p:tag name="OPE_MAP_REGION_ALIASES" val="MNG|Mongolei|Mongolia|Mong.|MN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PL"/>
  <p:tag name="OPE_MAP_REGION_ALIASES" val="NPL|Nepal|NP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K"/>
  <p:tag name="OPE_MAP_REGION_ALIASES" val="PRK|Nordkorea|North Korea|Dem. Rep. Korea|N.K.|KP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K"/>
  <p:tag name="OPE_MAP_REGION_ALIASES" val="PRK|Nordkorea|North Korea|Dem. Rep. Korea|N.K.|KP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OMN"/>
  <p:tag name="OPE_MAP_REGION_ALIASES" val="OMN|Oman|OM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OMN"/>
  <p:tag name="OPE_MAP_REGION_ALIASES" val="OMN|Oman|OM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OMN"/>
  <p:tag name="OPE_MAP_REGION_ALIASES" val="OMN|Oman|OM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OMN"/>
  <p:tag name="OPE_MAP_REGION_ALIASES" val="OMN|Oman|OM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K"/>
  <p:tag name="OPE_MAP_REGION_ALIASES" val="PAK|Pakistan|Pak.|PK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SX"/>
  <p:tag name="OPE_MAP_REGION_ALIASES" val="PSX|Palästina|Palestine|Pal.|PS|PSE|GZ|WBG|PAL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SX"/>
  <p:tag name="OPE_MAP_REGION_ALIASES" val="PSX|Palästina|Palestine|Pal.|PS|PSE|GZ|WBG|PAL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QAT"/>
  <p:tag name="OPE_MAP_REGION_ALIASES" val="QAT|Katar|Qatar|QA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U"/>
  <p:tag name="OPE_MAP_REGION_ALIASES" val="SAU|Saudi-Arabien|Saudi Arabia|Saud.|SA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U"/>
  <p:tag name="OPE_MAP_REGION_ALIASES" val="SAU|Saudi-Arabien|Saudi Arabia|Saud.|SA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U"/>
  <p:tag name="OPE_MAP_REGION_ALIASES" val="SAU|Saudi-Arabien|Saudi Arabia|Saud.|SA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U"/>
  <p:tag name="OPE_MAP_REGION_ALIASES" val="SAU|Saudi-Arabien|Saudi Arabia|Saud.|SA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S"/>
  <p:tag name="OPE_MAP_REGION_ALIASES" val="KAS|Siachen-Gletscher|Siachen Glacier|Siachen|SG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GP"/>
  <p:tag name="OPE_MAP_REGION_ALIASES" val="SGP|Singapur|Singapore|Sing.|SG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KA"/>
  <p:tag name="OPE_MAP_REGION_ALIASES" val="LKA|Sri Lanka|Sri L.|LK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KA"/>
  <p:tag name="OPE_MAP_REGION_ALIASES" val="LKA|Sri Lanka|Sri L.|LK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KA"/>
  <p:tag name="OPE_MAP_REGION_ALIASES" val="LKA|Sri Lanka|Sri L.|LK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YR"/>
  <p:tag name="OPE_MAP_REGION_ALIASES" val="SYR|Syrien|Syria|SY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WN"/>
  <p:tag name="OPE_MAP_REGION_ALIASES" val="TWN|Republik China|Taiwan|CN-TW|TW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WN"/>
  <p:tag name="OPE_MAP_REGION_ALIASES" val="TWN|Republik China|Taiwan|CN-TW|TW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JK"/>
  <p:tag name="OPE_MAP_REGION_ALIASES" val="TJK|Tadschikistan|Tajikistan|Tjk.|TJ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JK"/>
  <p:tag name="OPE_MAP_REGION_ALIASES" val="TJK|Tadschikistan|Tajikistan|Tjk.|TJ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JK"/>
  <p:tag name="OPE_MAP_REGION_ALIASES" val="TJK|Tadschikistan|Tajikistan|Tjk.|TJ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R"/>
  <p:tag name="OPE_MAP_REGION_ALIASES" val="TUR|Türkei|Turkey|Tur.|TR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R"/>
  <p:tag name="OPE_MAP_REGION_ALIASES" val="TUR|Türkei|Turkey|Tur.|TR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R"/>
  <p:tag name="OPE_MAP_REGION_ALIASES" val="TUR|Türkei|Turkey|Tur.|TR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N"/>
  <p:tag name="OPE_MAP_REGION_ALIASES" val="CYN|Türkische Republik Nordzypern|Turkish Republic of Northern Cyprus|Northern Cyprus|N. Cyprus|N. Cy.|CN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KM"/>
  <p:tag name="OPE_MAP_REGION_ALIASES" val="TKM|Turkmenistan|Turkm.|TM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KM"/>
  <p:tag name="OPE_MAP_REGION_ALIASES" val="TKM|Turkmenistan|Turkm.|TM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ZB"/>
  <p:tag name="OPE_MAP_REGION_ALIASES" val="UZB|Usbekistan|Uzbekistan|Uzb.|UZ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ZB"/>
  <p:tag name="OPE_MAP_REGION_ALIASES" val="UZB|Usbekistan|Uzbekistan|Uzb.|UZ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ZB"/>
  <p:tag name="OPE_MAP_REGION_ALIASES" val="UZB|Usbekistan|Uzbekistan|Uzb.|UZ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ID" val="CONTINENT-EUROPE"/>
  <p:tag name="OPE_MAP_SOURCE" val="Natural Earth 5.1.1|https://www.naturalearthdata.com/"/>
  <p:tag name="OPE_MAP_SCOPE" val="Continent"/>
  <p:tag name="OPE_MAP_DETAIL_LEVEL" val="ADM0"/>
  <p:tag name="OPE_MAP_PROJECTION" val="Mercator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LB"/>
  <p:tag name="OPE_MAP_REGION_ALIASES" val="ALB|Albanien|Albania|Alb.|AL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ND"/>
  <p:tag name="OPE_MAP_REGION_ALIASES" val="AND|Andorra|And.|AD|ADO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T"/>
  <p:tag name="OPE_MAP_REGION_ALIASES" val="AUT|Österreich|Austria|Aust.|AT|A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R"/>
  <p:tag name="OPE_MAP_REGION_ALIASES" val="BLR|Belarus|Bela.|BY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EL"/>
  <p:tag name="OPE_MAP_REGION_ALIASES" val="BEL|Belgien|Belgium|Belg.|BE|B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IH"/>
  <p:tag name="OPE_MAP_REGION_ALIASES" val="BIH|Bosnien und Herzegowina|Bosnia and Herzegovina|Bosnia and Herz.|B.H.|BA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R"/>
  <p:tag name="OPE_MAP_REGION_ALIASES" val="BGR|Bulgarien|Bulgaria|Bulg.|BG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ZE"/>
  <p:tag name="OPE_MAP_REGION_ALIASES" val="CZE|Tschechien|Czech Republic|Czechia|Cz.|CZ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T"/>
  <p:tag name="OPE_MAP_REGION_ALIASES" val="EST|Estland|Estonia|Est.|EE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T"/>
  <p:tag name="OPE_MAP_REGION_ALIASES" val="EST|Estland|Estonia|Est.|EE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T"/>
  <p:tag name="OPE_MAP_REGION_ALIASES" val="EST|Estland|Estonia|Est.|EE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T"/>
  <p:tag name="OPE_MAP_REGION_ALIASES" val="EST|Estland|Estonia|Est.|EE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O"/>
  <p:tag name="OPE_MAP_REGION_ALIASES" val="FRO|Färöer|Faroe Islands|Faeroe Is.|Faeroe Islands|FO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GY"/>
  <p:tag name="OPE_MAP_REGION_ALIASES" val="GGY|Guernsey|Guern.|GG|JG|CHI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UN"/>
  <p:tag name="OPE_MAP_REGION_ALIASES" val="HUN|Ungarn|Hungary|Hun.|HU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SL"/>
  <p:tag name="OPE_MAP_REGION_ALIASES" val="ISL|Island|Iceland|IS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L"/>
  <p:tag name="OPE_MAP_REGION_ALIASES" val="IRL|Irland|Ireland|Ire.|IE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L"/>
  <p:tag name="OPE_MAP_REGION_ALIASES" val="IRL|Irland|Ireland|Ire.|IE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MN"/>
  <p:tag name="OPE_MAP_REGION_ALIASES" val="IMN|Isle of Man|IoMan|IM|IMY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EY"/>
  <p:tag name="OPE_MAP_REGION_ALIASES" val="JEY|Jersey|Jey.|JE|JG|CHI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S"/>
  <p:tag name="OPE_MAP_REGION_ALIASES" val="KOS|Kosovo|Kos.|XK|KV|KSV|KO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VA"/>
  <p:tag name="OPE_MAP_REGION_ALIASES" val="LVA|Lettland|Latvia|Lat.|LV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IE"/>
  <p:tag name="OPE_MAP_REGION_ALIASES" val="LIE|Liechtenstein|Liech.|LI|FL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TU"/>
  <p:tag name="OPE_MAP_REGION_ALIASES" val="LTU|Litauen|Lithuania|Lith.|LT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TU"/>
  <p:tag name="OPE_MAP_REGION_ALIASES" val="LTU|Litauen|Lithuania|Lith.|LT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UX"/>
  <p:tag name="OPE_MAP_REGION_ALIASES" val="LUX|Luxemburg|Luxembourg|Lux.|LU|L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LT"/>
  <p:tag name="OPE_MAP_REGION_ALIASES" val="MLT|Malta|MT|M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A"/>
  <p:tag name="OPE_MAP_REGION_ALIASES" val="MDA|Republik Moldau|Moldova|Mda.|MD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CO"/>
  <p:tag name="OPE_MAP_REGION_ALIASES" val="MCO|Monaco|Mco.|MC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E"/>
  <p:tag name="OPE_MAP_REGION_ALIASES" val="MNE|Montenegro|Mont.|ME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KD"/>
  <p:tag name="OPE_MAP_REGION_ALIASES" val="MKD|Nordmazedonien|North Macedonia|N. Mac.|MK|NM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OL"/>
  <p:tag name="OPE_MAP_REGION_ALIASES" val="POL|Polen|Poland|Pol.|PL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OU"/>
  <p:tag name="OPE_MAP_REGION_ALIASES" val="ROU|Rumänien|Romania|Rom.|RO|ROM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MR"/>
  <p:tag name="OPE_MAP_REGION_ALIASES" val="SMR|San Marino|S.M.|SM|RSM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RB"/>
  <p:tag name="OPE_MAP_REGION_ALIASES" val="SRB|Serbien|Serbia|Republic of Serbia|Serb.|RS|YF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VK"/>
  <p:tag name="OPE_MAP_REGION_ALIASES" val="SVK|Slowakei|Slovakia|Svk.|SK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VN"/>
  <p:tag name="OPE_MAP_REGION_ALIASES" val="SVN|Slowenien|Slovenia|Slo.|SI|SLO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E"/>
  <p:tag name="OPE_MAP_REGION_ALIASES" val="CHE|Schweiz|Switzerland|Switz.|CH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KR"/>
  <p:tag name="OPE_MAP_REGION_ALIASES" val="UKR|Ukraine|Ukr.|UA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KR"/>
  <p:tag name="OPE_MAP_REGION_ALIASES" val="UKR|Ukraine|Ukr.|UA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AT"/>
  <p:tag name="OPE_MAP_REGION_ALIASES" val="VAT|Vatikanstadt|Vatican City|Vatican|Vat.|VA|V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LD"/>
  <p:tag name="OPE_MAP_REGION_ALIASES" val="ALD|Åland|Aland|Åland Islands|AX|ALA|AI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ID" val="CONTINENT-NORTH-AMERICA"/>
  <p:tag name="OPE_MAP_SOURCE" val="Natural Earth 5.1.1|https://www.naturalearthdata.com/"/>
  <p:tag name="OPE_MAP_SCOPE" val="Continent"/>
  <p:tag name="OPE_MAP_DETAIL_LEVEL" val="ADM0"/>
  <p:tag name="OPE_MAP_PROJECTION" val="Mercator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IA"/>
  <p:tag name="OPE_MAP_REGION_ALIASES" val="AIA|Anguilla|Ang.|AI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G"/>
  <p:tag name="OPE_MAP_REGION_ALIASES" val="ATG|Antigua und Barbuda|Antigua and Barbuda|Antigua and Barb.|Ant.B.|AG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BW"/>
  <p:tag name="OPE_MAP_REGION_ALIASES" val="ABW|Aruba|AW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B"/>
  <p:tag name="OPE_MAP_REGION_ALIASES" val="BRB|Barbados|Barb.|BB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Z"/>
  <p:tag name="OPE_MAP_REGION_ALIASES" val="BLZ|Belize|BZ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Z"/>
  <p:tag name="OPE_MAP_REGION_ALIASES" val="BLZ|Belize|BZ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Z"/>
  <p:tag name="OPE_MAP_REGION_ALIASES" val="BLZ|Belize|BZ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MU"/>
  <p:tag name="OPE_MAP_REGION_ALIASES" val="BMU|Bermuda|Berm.|BM"/>
</p:tagLst>
</file>

<file path=ppt/tags/tag1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GB"/>
  <p:tag name="OPE_MAP_REGION_ALIASES" val="VGB|Britische Jungferninseln|British Virgin Islands|British Virgin Is.|V.I. (Br.)|VG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M"/>
  <p:tag name="OPE_MAP_REGION_ALIASES" val="CYM|Cayman Islands|Cayman Is.|Cym. Is.|KY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M"/>
  <p:tag name="OPE_MAP_REGION_ALIASES" val="CYM|Cayman Islands|Cayman Is.|Cym. Is.|KY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M"/>
  <p:tag name="OPE_MAP_REGION_ALIASES" val="CYM|Cayman Islands|Cayman Is.|Cym. Is.|KY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RI"/>
  <p:tag name="OPE_MAP_REGION_ALIASES" val="CRI|Costa Rica|C.R.|CR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W"/>
  <p:tag name="OPE_MAP_REGION_ALIASES" val="CUW|Curaçao|Cur.|CW"/>
</p:tagLst>
</file>

<file path=ppt/tags/tag1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MA"/>
  <p:tag name="OPE_MAP_REGION_ALIASES" val="DMA|Dominica|D'inca|DM"/>
</p:tagLst>
</file>

<file path=ppt/tags/tag1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OM"/>
  <p:tag name="OPE_MAP_REGION_ALIASES" val="DOM|Dominikanische Republik|Dominican Republic|Dominican Rep.|Dom. Rep.|DO"/>
</p:tagLst>
</file>

<file path=ppt/tags/tag1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V"/>
  <p:tag name="OPE_MAP_REGION_ALIASES" val="SLV|El Salvador|El. S.|SV"/>
</p:tagLst>
</file>

<file path=ppt/tags/tag1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D"/>
  <p:tag name="OPE_MAP_REGION_ALIASES" val="GRD|Grenada|Gren.|GD"/>
</p:tagLst>
</file>

<file path=ppt/tags/tag1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TM"/>
  <p:tag name="OPE_MAP_REGION_ALIASES" val="GTM|Guatemala|Guat.|GT"/>
</p:tagLst>
</file>

<file path=ppt/tags/tag1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TI"/>
  <p:tag name="OPE_MAP_REGION_ALIASES" val="HTI|Haiti|HT"/>
</p:tagLst>
</file>

<file path=ppt/tags/tag1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TI"/>
  <p:tag name="OPE_MAP_REGION_ALIASES" val="HTI|Haiti|HT"/>
</p:tagLst>
</file>

<file path=ppt/tags/tag1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TI"/>
  <p:tag name="OPE_MAP_REGION_ALIASES" val="HTI|Haiti|HT"/>
</p:tagLst>
</file>

<file path=ppt/tags/tag1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ND"/>
  <p:tag name="OPE_MAP_REGION_ALIASES" val="HND|Honduras|Hond.|HN"/>
</p:tagLst>
</file>

<file path=ppt/tags/tag1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ND"/>
  <p:tag name="OPE_MAP_REGION_ALIASES" val="HND|Honduras|Hond.|HN"/>
</p:tagLst>
</file>

<file path=ppt/tags/tag1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ND"/>
  <p:tag name="OPE_MAP_REGION_ALIASES" val="HND|Honduras|Hond.|HN"/>
</p:tagLst>
</file>

<file path=ppt/tags/tag1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AM"/>
  <p:tag name="OPE_MAP_REGION_ALIASES" val="JAM|Jamaika|Jamaica|Jam.|JM|J"/>
</p:tagLst>
</file>

<file path=ppt/tags/tag1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SR"/>
  <p:tag name="OPE_MAP_REGION_ALIASES" val="MSR|Montserrat|Monts.|MS"/>
</p:tagLst>
</file>

<file path=ppt/tags/tag1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IC"/>
  <p:tag name="OPE_MAP_REGION_ALIASES" val="NIC|Nicaragua|Nic.|NI"/>
</p:tagLst>
</file>

<file path=ppt/tags/tag1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1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1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1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1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1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I"/>
  <p:tag name="OPE_MAP_REGION_ALIASES" val="PRI|Puerto Rico|P.R.|PR"/>
</p:tagLst>
</file>

<file path=ppt/tags/tag1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I"/>
  <p:tag name="OPE_MAP_REGION_ALIASES" val="PRI|Puerto Rico|P.R.|PR"/>
</p:tagLst>
</file>

<file path=ppt/tags/tag1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I"/>
  <p:tag name="OPE_MAP_REGION_ALIASES" val="PRI|Puerto Rico|P.R.|PR"/>
</p:tagLst>
</file>

<file path=ppt/tags/tag1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M"/>
  <p:tag name="OPE_MAP_REGION_ALIASES" val="BLM|Saint-Barthélemy|Saint Barthélemy|Saint Barthelemy|St-Barthélemy|St. B.|BL"/>
</p:tagLst>
</file>

<file path=ppt/tags/tag1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NA"/>
  <p:tag name="OPE_MAP_REGION_ALIASES" val="KNA|St. Kitts und Nevis|Saint Kitts and Nevis|St. Kitts and Nevis|St.K.N.|KN"/>
</p:tagLst>
</file>

<file path=ppt/tags/tag1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CA"/>
  <p:tag name="OPE_MAP_REGION_ALIASES" val="LCA|St. Lucia|Saint Lucia|S.L.|LC"/>
</p:tagLst>
</file>

<file path=ppt/tags/tag1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AF"/>
  <p:tag name="OPE_MAP_REGION_ALIASES" val="MAF|Saint-Martin|Saint Martin|St-Martin|St. M.|MF"/>
</p:tagLst>
</file>

<file path=ppt/tags/tag1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PM"/>
  <p:tag name="OPE_MAP_REGION_ALIASES" val="SPM|Saint-Pierre und Miquelon|Saint Pierre and Miquelon|St. Pierre and Miquelon|St. P.M.|PM"/>
</p:tagLst>
</file>

<file path=ppt/tags/tag1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CT"/>
  <p:tag name="OPE_MAP_REGION_ALIASES" val="VCT|St. Vincent und die Grenadinen|Saint Vincent and the Grenadines|St. Vin. and Gren.|St.V.G.|VC"/>
</p:tagLst>
</file>

<file path=ppt/tags/tag1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XM"/>
  <p:tag name="OPE_MAP_REGION_ALIASES" val="SXM|Sint Maarten|St. M.|SX"/>
</p:tagLst>
</file>

<file path=ppt/tags/tag1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TO"/>
  <p:tag name="OPE_MAP_REGION_ALIASES" val="TTO|Trinidad und Tobago|Trinidad and Tobago|Tr.T.|TT"/>
</p:tagLst>
</file>

<file path=ppt/tags/tag1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TO"/>
  <p:tag name="OPE_MAP_REGION_ALIASES" val="TTO|Trinidad und Tobago|Trinidad and Tobago|Tr.T.|TT"/>
</p:tagLst>
</file>

<file path=ppt/tags/tag1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CA"/>
  <p:tag name="OPE_MAP_REGION_ALIASES" val="TCA|Turks- und Caicosinseln|Turks and Caicos Islands|Turks and Caicos Is.|T.C. Is.|TC"/>
</p:tagLst>
</file>

<file path=ppt/tags/tag1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IR"/>
  <p:tag name="OPE_MAP_REGION_ALIASES" val="VIR|Amerikanische Jungferninseln|United States Virgin Islands|U.S. Virgin Is.|V.I. (U.S.)|VI"/>
</p:tagLst>
</file>

<file path=ppt/tags/tag1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ID" val="CONTINENT-SOUTH-AMERICA"/>
  <p:tag name="OPE_MAP_SOURCE" val="Natural Earth 5.1.1|https://www.naturalearthdata.com/"/>
  <p:tag name="OPE_MAP_SCOPE" val="Continent"/>
  <p:tag name="OPE_MAP_DETAIL_LEVEL" val="ADM0"/>
  <p:tag name="OPE_MAP_PROJECTION" val="Mercator"/>
</p:tagLst>
</file>

<file path=ppt/tags/tag1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G"/>
  <p:tag name="OPE_MAP_REGION_ALIASES" val="ARG|Argentinien|Argentina|Arg.|AR"/>
</p:tagLst>
</file>

<file path=ppt/tags/tag1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G"/>
  <p:tag name="OPE_MAP_REGION_ALIASES" val="ARG|Argentinien|Argentina|Arg.|AR"/>
</p:tagLst>
</file>

<file path=ppt/tags/tag1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G"/>
  <p:tag name="OPE_MAP_REGION_ALIASES" val="ARG|Argentinien|Argentina|Arg.|AR"/>
</p:tagLst>
</file>

<file path=ppt/tags/tag1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G"/>
  <p:tag name="OPE_MAP_REGION_ALIASES" val="ARG|Argentinien|Argentina|Arg.|AR"/>
</p:tagLst>
</file>

<file path=ppt/tags/tag1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OL"/>
  <p:tag name="OPE_MAP_REGION_ALIASES" val="BOL|Bolivien|Bolivia|BO"/>
</p:tagLst>
</file>

<file path=ppt/tags/tag1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L"/>
  <p:tag name="OPE_MAP_REGION_ALIASES" val="COL|Kolumbien|Colombia|Col.|CO"/>
</p:tagLst>
</file>

<file path=ppt/tags/tag1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L"/>
  <p:tag name="OPE_MAP_REGION_ALIASES" val="COL|Kolumbien|Colombia|Col.|CO"/>
</p:tagLst>
</file>

<file path=ppt/tags/tag1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1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1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1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1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1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1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UY"/>
  <p:tag name="OPE_MAP_REGION_ALIASES" val="GUY|Guyana|Guy.|GY"/>
</p:tagLst>
</file>

<file path=ppt/tags/tag1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Y"/>
  <p:tag name="OPE_MAP_REGION_ALIASES" val="PRY|Paraguay|Para.|PY"/>
</p:tagLst>
</file>

<file path=ppt/tags/tag1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ER"/>
  <p:tag name="OPE_MAP_REGION_ALIASES" val="PER|Peru|PE"/>
</p:tagLst>
</file>

<file path=ppt/tags/tag1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UR"/>
  <p:tag name="OPE_MAP_REGION_ALIASES" val="SUR|Suriname|Sur.|SR"/>
</p:tagLst>
</file>

<file path=ppt/tags/tag1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RY"/>
  <p:tag name="OPE_MAP_REGION_ALIASES" val="URY|Uruguay|Ury.|UY"/>
</p:tagLst>
</file>

<file path=ppt/tags/tag1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1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1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1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1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1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ID" val="CONTINENT-OCEANIA"/>
  <p:tag name="OPE_MAP_SOURCE" val="Natural Earth 5.1.1|https://www.naturalearthdata.com/"/>
  <p:tag name="OPE_MAP_SCOPE" val="Continent"/>
  <p:tag name="OPE_MAP_DETAIL_LEVEL" val="ADM0"/>
  <p:tag name="OPE_MAP_PROJECTION" val="Mercator"/>
</p:tagLst>
</file>

<file path=ppt/tags/tag1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SM"/>
  <p:tag name="OPE_MAP_REGION_ALIASES" val="ASM|Amerikanisch-Samoa|American Samoa|Am. Samoa|AS"/>
</p:tagLst>
</file>

<file path=ppt/tags/tag1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C"/>
  <p:tag name="OPE_MAP_REGION_ALIASES" val="ATC|Ashmore- und Cartierinseln|Ashmore and Cartier Islands|Ashmore and Cartier Is.|A.C.Is.|AU|AUS"/>
</p:tagLst>
</file>

<file path=ppt/tags/tag1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K"/>
  <p:tag name="OPE_MAP_REGION_ALIASES" val="COK|Cookinseln|Cook Islands|Cook Is.|CK"/>
</p:tagLst>
</file>

<file path=ppt/tags/tag1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1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1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1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1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1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UM"/>
  <p:tag name="OPE_MAP_REGION_ALIASES" val="GUM|Guam|GU"/>
</p:tagLst>
</file>

<file path=ppt/tags/tag1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1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1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1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1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1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RU"/>
  <p:tag name="OPE_MAP_REGION_ALIASES" val="NRU|Nauru|NR"/>
</p:tagLst>
</file>

<file path=ppt/tags/tag1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1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1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1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1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1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1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IU"/>
  <p:tag name="OPE_MAP_REGION_ALIASES" val="NIU|Niue|NU"/>
</p:tagLst>
</file>

<file path=ppt/tags/tag1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FK"/>
  <p:tag name="OPE_MAP_REGION_ALIASES" val="NFK|Norfolkinsel|Norfolk Island|Nfk. I.|NF"/>
</p:tagLst>
</file>

<file path=ppt/tags/tag1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1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1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1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1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1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1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LW"/>
  <p:tag name="OPE_MAP_REGION_ALIASES" val="PLW|Palau|PW"/>
</p:tagLst>
</file>

<file path=ppt/tags/tag1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LW"/>
  <p:tag name="OPE_MAP_REGION_ALIASES" val="PLW|Palau|PW"/>
</p:tagLst>
</file>

<file path=ppt/tags/tag1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CN"/>
  <p:tag name="OPE_MAP_REGION_ALIASES" val="PCN|Pitcairninseln|Pitcairn Islands|Pitcairn Is.|Pit. Is.|PN"/>
</p:tagLst>
</file>

<file path=ppt/tags/tag1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WSM"/>
  <p:tag name="OPE_MAP_REGION_ALIASES" val="WSM|Samoa|WS"/>
</p:tagLst>
</file>

<file path=ppt/tags/tag1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WSM"/>
  <p:tag name="OPE_MAP_REGION_ALIASES" val="WSM|Samoa|WS"/>
</p:tagLst>
</file>

<file path=ppt/tags/tag1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ON"/>
  <p:tag name="OPE_MAP_REGION_ALIASES" val="TON|Tonga|Tongo|TO"/>
</p:tagLst>
</file>

<file path=ppt/tags/tag1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ON"/>
  <p:tag name="OPE_MAP_REGION_ALIASES" val="TON|Tonga|Tongo|TO"/>
</p:tagLst>
</file>

<file path=ppt/tags/tag1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ON"/>
  <p:tag name="OPE_MAP_REGION_ALIASES" val="TON|Tonga|Tongo|TO"/>
</p:tagLst>
</file>

<file path=ppt/tags/tag1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V"/>
  <p:tag name="OPE_MAP_REGION_ALIASES" val="TUV|Tuvalu|Tuv.|TV"/>
</p:tagLst>
</file>

<file path=ppt/tags/tag1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WLF"/>
  <p:tag name="OPE_MAP_REGION_ALIASES" val="WLF|Wallis und Futuna|Wallis and Futuna|Wallis and Futuna Is.|Wallis and Futuna Islands|Wlf.|WF"/>
</p:tagLst>
</file>

<file path=ppt/tags/tag1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WLF"/>
  <p:tag name="OPE_MAP_REGION_ALIASES" val="WLF|Wallis und Futuna|Wallis and Futuna|Wallis and Futuna Is.|Wallis and Futuna Islands|Wlf.|WF"/>
</p:tagLst>
</file>

<file path=ppt/tags/tag1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  <p:tag name="OPE_MAP_ID" val="CONTINENT-ANTARCTICA"/>
  <p:tag name="OPE_MAP_SOURCE" val="Natural Earth 5.1.1|https://www.naturalearthdata.com/"/>
  <p:tag name="OPE_MAP_SCOPE" val="Continent"/>
  <p:tag name="OPE_MAP_DETAIL_LEVEL" val="ADM0"/>
  <p:tag name="OPE_MAP_PROJECTION" val="Equirectangular"/>
</p:tagLst>
</file>

<file path=ppt/tags/tag1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DocSecurity>0</DocSecurity>
  <PresentationFormat>Widescreen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Fabian Peick</cp:lastModifiedBy>
  <cp:revision>1</cp:revision>
  <dcterms:created xsi:type="dcterms:W3CDTF">2026-07-19T17:22:02Z</dcterms:created>
  <dcterms:modified xsi:type="dcterms:W3CDTF">2026-07-19T18:43:39Z</dcterms:modified>
</cp:coreProperties>
</file>